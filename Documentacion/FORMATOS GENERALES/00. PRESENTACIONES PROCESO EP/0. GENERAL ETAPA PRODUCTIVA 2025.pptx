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538" r:id="rId5"/>
    <p:sldId id="553" r:id="rId6"/>
    <p:sldId id="540" r:id="rId7"/>
    <p:sldId id="555" r:id="rId8"/>
    <p:sldId id="532" r:id="rId9"/>
    <p:sldId id="541" r:id="rId10"/>
    <p:sldId id="542" r:id="rId11"/>
    <p:sldId id="543" r:id="rId12"/>
    <p:sldId id="544" r:id="rId13"/>
    <p:sldId id="545" r:id="rId14"/>
    <p:sldId id="546" r:id="rId15"/>
    <p:sldId id="558" r:id="rId16"/>
    <p:sldId id="554" r:id="rId17"/>
    <p:sldId id="531" r:id="rId1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CF02997C-AA8E-4D98-9707-BA453CA26D31}">
          <p14:sldIdLst>
            <p14:sldId id="538"/>
            <p14:sldId id="553"/>
            <p14:sldId id="540"/>
            <p14:sldId id="555"/>
            <p14:sldId id="532"/>
            <p14:sldId id="541"/>
            <p14:sldId id="542"/>
            <p14:sldId id="543"/>
            <p14:sldId id="544"/>
            <p14:sldId id="545"/>
            <p14:sldId id="546"/>
            <p14:sldId id="558"/>
            <p14:sldId id="554"/>
            <p14:sldId id="531"/>
          </p14:sldIdLst>
        </p14:section>
      </p14:sectionLst>
    </p:ext>
    <p:ext uri="{EFAFB233-063F-42B5-8137-9DF3F51BA10A}">
      <p15:sldGuideLst xmlns:p15="http://schemas.microsoft.com/office/powerpoint/2012/main">
        <p15:guide id="1" orient="horz" pos="595" userDrawn="1">
          <p15:clr>
            <a:srgbClr val="A4A3A4"/>
          </p15:clr>
        </p15:guide>
        <p15:guide id="2" pos="3840" userDrawn="1">
          <p15:clr>
            <a:srgbClr val="A4A3A4"/>
          </p15:clr>
        </p15:guide>
        <p15:guide id="3" orient="horz" pos="1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C00"/>
    <a:srgbClr val="14AC26"/>
    <a:srgbClr val="38AA00"/>
    <a:srgbClr val="127422"/>
    <a:srgbClr val="00324D"/>
    <a:srgbClr val="4D4D4C"/>
    <a:srgbClr val="343433"/>
    <a:srgbClr val="766363"/>
    <a:srgbClr val="FFF5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443FF2-BA28-1ADE-057F-986832C10C63}" v="7" dt="2025-06-08T18:02:12.3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07" autoAdjust="0"/>
    <p:restoredTop sz="97242"/>
  </p:normalViewPr>
  <p:slideViewPr>
    <p:cSldViewPr snapToGrid="0">
      <p:cViewPr varScale="1">
        <p:scale>
          <a:sx n="82" d="100"/>
          <a:sy n="82" d="100"/>
        </p:scale>
        <p:origin x="677" y="72"/>
      </p:cViewPr>
      <p:guideLst>
        <p:guide orient="horz" pos="595"/>
        <p:guide pos="3840"/>
        <p:guide orient="horz" pos="187"/>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tapaproductivacsf" userId="S::etapaproductivacsf@sena.edu.co::1b2c0f37-0ca9-47d4-945e-7af74615f1d4" providerId="AD" clId="Web-{DBDAB8EB-DE6C-CA7C-A0CF-916CE2B6D75E}"/>
    <pc:docChg chg="addSld delSld modSld sldOrd modSection">
      <pc:chgData name="etapaproductivacsf" userId="S::etapaproductivacsf@sena.edu.co::1b2c0f37-0ca9-47d4-945e-7af74615f1d4" providerId="AD" clId="Web-{DBDAB8EB-DE6C-CA7C-A0CF-916CE2B6D75E}" dt="2025-04-03T18:22:19.284" v="51"/>
      <pc:docMkLst>
        <pc:docMk/>
      </pc:docMkLst>
      <pc:sldChg chg="new del ord">
        <pc:chgData name="etapaproductivacsf" userId="S::etapaproductivacsf@sena.edu.co::1b2c0f37-0ca9-47d4-945e-7af74615f1d4" providerId="AD" clId="Web-{DBDAB8EB-DE6C-CA7C-A0CF-916CE2B6D75E}" dt="2025-04-03T18:16:27.678" v="20"/>
        <pc:sldMkLst>
          <pc:docMk/>
          <pc:sldMk cId="3042450053" sldId="559"/>
        </pc:sldMkLst>
      </pc:sldChg>
      <pc:sldChg chg="new del">
        <pc:chgData name="etapaproductivacsf" userId="S::etapaproductivacsf@sena.edu.co::1b2c0f37-0ca9-47d4-945e-7af74615f1d4" providerId="AD" clId="Web-{DBDAB8EB-DE6C-CA7C-A0CF-916CE2B6D75E}" dt="2025-04-03T18:16:08.365" v="18"/>
        <pc:sldMkLst>
          <pc:docMk/>
          <pc:sldMk cId="246975442" sldId="560"/>
        </pc:sldMkLst>
      </pc:sldChg>
      <pc:sldChg chg="add del">
        <pc:chgData name="etapaproductivacsf" userId="S::etapaproductivacsf@sena.edu.co::1b2c0f37-0ca9-47d4-945e-7af74615f1d4" providerId="AD" clId="Web-{DBDAB8EB-DE6C-CA7C-A0CF-916CE2B6D75E}" dt="2025-04-03T18:15:19.629" v="9"/>
        <pc:sldMkLst>
          <pc:docMk/>
          <pc:sldMk cId="2263489036" sldId="561"/>
        </pc:sldMkLst>
      </pc:sldChg>
      <pc:sldChg chg="add ord">
        <pc:chgData name="etapaproductivacsf" userId="S::etapaproductivacsf@sena.edu.co::1b2c0f37-0ca9-47d4-945e-7af74615f1d4" providerId="AD" clId="Web-{DBDAB8EB-DE6C-CA7C-A0CF-916CE2B6D75E}" dt="2025-04-03T18:15:41.599" v="12"/>
        <pc:sldMkLst>
          <pc:docMk/>
          <pc:sldMk cId="2353954662" sldId="561"/>
        </pc:sldMkLst>
      </pc:sldChg>
      <pc:sldChg chg="addSp delSp modSp add ord">
        <pc:chgData name="etapaproductivacsf" userId="S::etapaproductivacsf@sena.edu.co::1b2c0f37-0ca9-47d4-945e-7af74615f1d4" providerId="AD" clId="Web-{DBDAB8EB-DE6C-CA7C-A0CF-916CE2B6D75E}" dt="2025-04-03T18:21:24.032" v="45"/>
        <pc:sldMkLst>
          <pc:docMk/>
          <pc:sldMk cId="198999460" sldId="562"/>
        </pc:sldMkLst>
        <pc:spChg chg="add del mod">
          <ac:chgData name="etapaproductivacsf" userId="S::etapaproductivacsf@sena.edu.co::1b2c0f37-0ca9-47d4-945e-7af74615f1d4" providerId="AD" clId="Web-{DBDAB8EB-DE6C-CA7C-A0CF-916CE2B6D75E}" dt="2025-04-03T18:21:24.032" v="45"/>
          <ac:spMkLst>
            <pc:docMk/>
            <pc:sldMk cId="198999460" sldId="562"/>
            <ac:spMk id="5" creationId="{F3A53A54-88C1-2835-3E38-0093AE1FE14C}"/>
          </ac:spMkLst>
        </pc:spChg>
        <pc:graphicFrameChg chg="del">
          <ac:chgData name="etapaproductivacsf" userId="S::etapaproductivacsf@sena.edu.co::1b2c0f37-0ca9-47d4-945e-7af74615f1d4" providerId="AD" clId="Web-{DBDAB8EB-DE6C-CA7C-A0CF-916CE2B6D75E}" dt="2025-04-03T18:15:57.209" v="15"/>
          <ac:graphicFrameMkLst>
            <pc:docMk/>
            <pc:sldMk cId="198999460" sldId="562"/>
            <ac:graphicFrameMk id="10" creationId="{0C4A0A23-48C8-4A02-914A-9E939EFE79C1}"/>
          </ac:graphicFrameMkLst>
        </pc:graphicFrameChg>
        <pc:picChg chg="add del mod">
          <ac:chgData name="etapaproductivacsf" userId="S::etapaproductivacsf@sena.edu.co::1b2c0f37-0ca9-47d4-945e-7af74615f1d4" providerId="AD" clId="Web-{DBDAB8EB-DE6C-CA7C-A0CF-916CE2B6D75E}" dt="2025-04-03T18:19:10.981" v="24"/>
          <ac:picMkLst>
            <pc:docMk/>
            <pc:sldMk cId="198999460" sldId="562"/>
            <ac:picMk id="3" creationId="{AB2CA485-7EAE-936F-0265-7A45B69AE651}"/>
          </ac:picMkLst>
        </pc:picChg>
        <pc:picChg chg="add mod">
          <ac:chgData name="etapaproductivacsf" userId="S::etapaproductivacsf@sena.edu.co::1b2c0f37-0ca9-47d4-945e-7af74615f1d4" providerId="AD" clId="Web-{DBDAB8EB-DE6C-CA7C-A0CF-916CE2B6D75E}" dt="2025-04-03T18:19:50.482" v="29" actId="1076"/>
          <ac:picMkLst>
            <pc:docMk/>
            <pc:sldMk cId="198999460" sldId="562"/>
            <ac:picMk id="4" creationId="{07CB0F79-51B4-3BC8-6A2C-39B66DB6E81D}"/>
          </ac:picMkLst>
        </pc:picChg>
      </pc:sldChg>
      <pc:sldChg chg="add del">
        <pc:chgData name="etapaproductivacsf" userId="S::etapaproductivacsf@sena.edu.co::1b2c0f37-0ca9-47d4-945e-7af74615f1d4" providerId="AD" clId="Web-{DBDAB8EB-DE6C-CA7C-A0CF-916CE2B6D75E}" dt="2025-04-03T18:15:19.629" v="8"/>
        <pc:sldMkLst>
          <pc:docMk/>
          <pc:sldMk cId="2353954662" sldId="562"/>
        </pc:sldMkLst>
      </pc:sldChg>
      <pc:sldChg chg="add del">
        <pc:chgData name="etapaproductivacsf" userId="S::etapaproductivacsf@sena.edu.co::1b2c0f37-0ca9-47d4-945e-7af74615f1d4" providerId="AD" clId="Web-{DBDAB8EB-DE6C-CA7C-A0CF-916CE2B6D75E}" dt="2025-04-03T18:15:19.614" v="7"/>
        <pc:sldMkLst>
          <pc:docMk/>
          <pc:sldMk cId="198999460" sldId="563"/>
        </pc:sldMkLst>
      </pc:sldChg>
      <pc:sldChg chg="addSp modSp add ord">
        <pc:chgData name="etapaproductivacsf" userId="S::etapaproductivacsf@sena.edu.co::1b2c0f37-0ca9-47d4-945e-7af74615f1d4" providerId="AD" clId="Web-{DBDAB8EB-DE6C-CA7C-A0CF-916CE2B6D75E}" dt="2025-04-03T18:21:31.376" v="46"/>
        <pc:sldMkLst>
          <pc:docMk/>
          <pc:sldMk cId="3848343642" sldId="563"/>
        </pc:sldMkLst>
        <pc:picChg chg="add mod">
          <ac:chgData name="etapaproductivacsf" userId="S::etapaproductivacsf@sena.edu.co::1b2c0f37-0ca9-47d4-945e-7af74615f1d4" providerId="AD" clId="Web-{DBDAB8EB-DE6C-CA7C-A0CF-916CE2B6D75E}" dt="2025-04-03T18:21:23.469" v="44" actId="1076"/>
          <ac:picMkLst>
            <pc:docMk/>
            <pc:sldMk cId="3848343642" sldId="563"/>
            <ac:picMk id="3" creationId="{F86A52B3-7956-951C-C22B-F77170F0BFC7}"/>
          </ac:picMkLst>
        </pc:picChg>
      </pc:sldChg>
      <pc:sldChg chg="delSp add del replId">
        <pc:chgData name="etapaproductivacsf" userId="S::etapaproductivacsf@sena.edu.co::1b2c0f37-0ca9-47d4-945e-7af74615f1d4" providerId="AD" clId="Web-{DBDAB8EB-DE6C-CA7C-A0CF-916CE2B6D75E}" dt="2025-04-03T18:22:19.284" v="51"/>
        <pc:sldMkLst>
          <pc:docMk/>
          <pc:sldMk cId="309367145" sldId="564"/>
        </pc:sldMkLst>
        <pc:spChg chg="del">
          <ac:chgData name="etapaproductivacsf" userId="S::etapaproductivacsf@sena.edu.co::1b2c0f37-0ca9-47d4-945e-7af74615f1d4" providerId="AD" clId="Web-{DBDAB8EB-DE6C-CA7C-A0CF-916CE2B6D75E}" dt="2025-04-03T18:21:56.252" v="48"/>
          <ac:spMkLst>
            <pc:docMk/>
            <pc:sldMk cId="309367145" sldId="564"/>
            <ac:spMk id="13" creationId="{1FD6AB75-C0FF-42B3-7143-AFDE8496CDAF}"/>
          </ac:spMkLst>
        </pc:spChg>
        <pc:grpChg chg="del">
          <ac:chgData name="etapaproductivacsf" userId="S::etapaproductivacsf@sena.edu.co::1b2c0f37-0ca9-47d4-945e-7af74615f1d4" providerId="AD" clId="Web-{DBDAB8EB-DE6C-CA7C-A0CF-916CE2B6D75E}" dt="2025-04-03T18:21:59.595" v="50"/>
          <ac:grpSpMkLst>
            <pc:docMk/>
            <pc:sldMk cId="309367145" sldId="564"/>
            <ac:grpSpMk id="2" creationId="{2736CF7F-D30F-E784-535C-BDBB721479FA}"/>
          </ac:grpSpMkLst>
        </pc:grpChg>
        <pc:picChg chg="del">
          <ac:chgData name="etapaproductivacsf" userId="S::etapaproductivacsf@sena.edu.co::1b2c0f37-0ca9-47d4-945e-7af74615f1d4" providerId="AD" clId="Web-{DBDAB8EB-DE6C-CA7C-A0CF-916CE2B6D75E}" dt="2025-04-03T18:21:58.158" v="49"/>
          <ac:picMkLst>
            <pc:docMk/>
            <pc:sldMk cId="309367145" sldId="564"/>
            <ac:picMk id="3" creationId="{CFC7A554-13CF-4C62-AB9E-90EBD296D99B}"/>
          </ac:picMkLst>
        </pc:picChg>
      </pc:sldChg>
      <pc:sldChg chg="add del">
        <pc:chgData name="etapaproductivacsf" userId="S::etapaproductivacsf@sena.edu.co::1b2c0f37-0ca9-47d4-945e-7af74615f1d4" providerId="AD" clId="Web-{DBDAB8EB-DE6C-CA7C-A0CF-916CE2B6D75E}" dt="2025-04-03T18:15:19.614" v="6"/>
        <pc:sldMkLst>
          <pc:docMk/>
          <pc:sldMk cId="3848343642" sldId="564"/>
        </pc:sldMkLst>
      </pc:sldChg>
    </pc:docChg>
  </pc:docChgLst>
  <pc:docChgLst>
    <pc:chgData name="etapaproductivacsf" userId="S::etapaproductivacsf@sena.edu.co::1b2c0f37-0ca9-47d4-945e-7af74615f1d4" providerId="AD" clId="Web-{71320940-62D3-673C-188C-BC1A8BD48214}"/>
    <pc:docChg chg="delSld modSection">
      <pc:chgData name="etapaproductivacsf" userId="S::etapaproductivacsf@sena.edu.co::1b2c0f37-0ca9-47d4-945e-7af74615f1d4" providerId="AD" clId="Web-{71320940-62D3-673C-188C-BC1A8BD48214}" dt="2025-04-03T20:20:11.021" v="2"/>
      <pc:docMkLst>
        <pc:docMk/>
      </pc:docMkLst>
      <pc:sldChg chg="del">
        <pc:chgData name="etapaproductivacsf" userId="S::etapaproductivacsf@sena.edu.co::1b2c0f37-0ca9-47d4-945e-7af74615f1d4" providerId="AD" clId="Web-{71320940-62D3-673C-188C-BC1A8BD48214}" dt="2025-04-03T20:20:11.021" v="2"/>
        <pc:sldMkLst>
          <pc:docMk/>
          <pc:sldMk cId="2353954662" sldId="561"/>
        </pc:sldMkLst>
      </pc:sldChg>
      <pc:sldChg chg="del">
        <pc:chgData name="etapaproductivacsf" userId="S::etapaproductivacsf@sena.edu.co::1b2c0f37-0ca9-47d4-945e-7af74615f1d4" providerId="AD" clId="Web-{71320940-62D3-673C-188C-BC1A8BD48214}" dt="2025-04-03T20:20:11.021" v="1"/>
        <pc:sldMkLst>
          <pc:docMk/>
          <pc:sldMk cId="198999460" sldId="562"/>
        </pc:sldMkLst>
      </pc:sldChg>
      <pc:sldChg chg="del">
        <pc:chgData name="etapaproductivacsf" userId="S::etapaproductivacsf@sena.edu.co::1b2c0f37-0ca9-47d4-945e-7af74615f1d4" providerId="AD" clId="Web-{71320940-62D3-673C-188C-BC1A8BD48214}" dt="2025-04-03T20:20:11.021" v="0"/>
        <pc:sldMkLst>
          <pc:docMk/>
          <pc:sldMk cId="3848343642" sldId="563"/>
        </pc:sldMkLst>
      </pc:sldChg>
    </pc:docChg>
  </pc:docChgLst>
  <pc:docChgLst>
    <pc:chgData name="etapaproductivacsf" userId="S::etapaproductivacsf@sena.edu.co::1b2c0f37-0ca9-47d4-945e-7af74615f1d4" providerId="AD" clId="Web-{40D734FE-E734-6F77-6491-E582C4A03556}"/>
    <pc:docChg chg="modSld">
      <pc:chgData name="etapaproductivacsf" userId="S::etapaproductivacsf@sena.edu.co::1b2c0f37-0ca9-47d4-945e-7af74615f1d4" providerId="AD" clId="Web-{40D734FE-E734-6F77-6491-E582C4A03556}" dt="2025-04-02T23:41:09.694" v="0" actId="1076"/>
      <pc:docMkLst>
        <pc:docMk/>
      </pc:docMkLst>
      <pc:sldChg chg="modSp">
        <pc:chgData name="etapaproductivacsf" userId="S::etapaproductivacsf@sena.edu.co::1b2c0f37-0ca9-47d4-945e-7af74615f1d4" providerId="AD" clId="Web-{40D734FE-E734-6F77-6491-E582C4A03556}" dt="2025-04-02T23:41:09.694" v="0" actId="1076"/>
        <pc:sldMkLst>
          <pc:docMk/>
          <pc:sldMk cId="834885949" sldId="540"/>
        </pc:sldMkLst>
        <pc:spChg chg="mod">
          <ac:chgData name="etapaproductivacsf" userId="S::etapaproductivacsf@sena.edu.co::1b2c0f37-0ca9-47d4-945e-7af74615f1d4" providerId="AD" clId="Web-{40D734FE-E734-6F77-6491-E582C4A03556}" dt="2025-04-02T23:41:09.694" v="0" actId="1076"/>
          <ac:spMkLst>
            <pc:docMk/>
            <pc:sldMk cId="834885949" sldId="540"/>
            <ac:spMk id="23" creationId="{EB947798-D283-2DDD-99F8-9A67688C1998}"/>
          </ac:spMkLst>
        </pc:spChg>
      </pc:sldChg>
    </pc:docChg>
  </pc:docChgLst>
  <pc:docChgLst>
    <pc:chgData name="Karin Rusbby Lievano Acuña" userId="S::krlievano@sena.edu.co::6f18f010-332b-4821-9c4f-4cded6eae99e" providerId="AD" clId="Web-{9D443FF2-BA28-1ADE-057F-986832C10C63}"/>
    <pc:docChg chg="delSld modSld modSection">
      <pc:chgData name="Karin Rusbby Lievano Acuña" userId="S::krlievano@sena.edu.co::6f18f010-332b-4821-9c4f-4cded6eae99e" providerId="AD" clId="Web-{9D443FF2-BA28-1ADE-057F-986832C10C63}" dt="2025-06-08T18:02:12.331" v="4"/>
      <pc:docMkLst>
        <pc:docMk/>
      </pc:docMkLst>
      <pc:sldChg chg="modSp del">
        <pc:chgData name="Karin Rusbby Lievano Acuña" userId="S::krlievano@sena.edu.co::6f18f010-332b-4821-9c4f-4cded6eae99e" providerId="AD" clId="Web-{9D443FF2-BA28-1ADE-057F-986832C10C63}" dt="2025-06-08T18:02:12.331" v="4"/>
        <pc:sldMkLst>
          <pc:docMk/>
          <pc:sldMk cId="323416747" sldId="551"/>
        </pc:sldMkLst>
        <pc:spChg chg="mod">
          <ac:chgData name="Karin Rusbby Lievano Acuña" userId="S::krlievano@sena.edu.co::6f18f010-332b-4821-9c4f-4cded6eae99e" providerId="AD" clId="Web-{9D443FF2-BA28-1ADE-057F-986832C10C63}" dt="2025-06-08T17:50:00.207" v="3" actId="20577"/>
          <ac:spMkLst>
            <pc:docMk/>
            <pc:sldMk cId="323416747" sldId="551"/>
            <ac:spMk id="3" creationId="{00000000-0000-0000-0000-00000000000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slide" Target="../slides/slide8.xml"/><Relationship Id="rId1" Type="http://schemas.openxmlformats.org/officeDocument/2006/relationships/slide" Target="../slides/slide3.xml"/><Relationship Id="rId5" Type="http://schemas.openxmlformats.org/officeDocument/2006/relationships/slide" Target="../slides/slide5.xml"/><Relationship Id="rId4" Type="http://schemas.openxmlformats.org/officeDocument/2006/relationships/slide" Target="../slides/slide1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06B50C-3CC0-4FA6-A3C0-79438CD7984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s-ES"/>
        </a:p>
      </dgm:t>
    </dgm:pt>
    <dgm:pt modelId="{CF4B029B-A3B3-443E-ABD9-B459CEF37ED0}">
      <dgm:prSet phldrT="[Texto]" custT="1"/>
      <dgm:spPr>
        <a:solidFill>
          <a:srgbClr val="14AC2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ES" sz="1400" dirty="0"/>
            <a:t>Momento  1: Taller de vida Laboral </a:t>
          </a:r>
        </a:p>
      </dgm:t>
    </dgm:pt>
    <dgm:pt modelId="{612359D8-F522-4F03-A7A0-8EFED8429563}" type="parTrans" cxnId="{6464F2C6-1B6F-435F-8756-97D56557FFDC}">
      <dgm:prSet/>
      <dgm:spPr/>
      <dgm:t>
        <a:bodyPr/>
        <a:lstStyle/>
        <a:p>
          <a:endParaRPr lang="es-ES"/>
        </a:p>
      </dgm:t>
    </dgm:pt>
    <dgm:pt modelId="{4A360E48-C60C-4B67-BAC3-79D96287D071}" type="sibTrans" cxnId="{6464F2C6-1B6F-435F-8756-97D56557FFDC}">
      <dgm:prSet/>
      <dgm:spPr>
        <a:solidFill>
          <a:srgbClr val="00B050"/>
        </a:solidFill>
      </dgm:spPr>
      <dgm:t>
        <a:bodyPr/>
        <a:lstStyle/>
        <a:p>
          <a:endParaRPr lang="es-ES"/>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F4231D75-ECB7-45EF-A1C5-E8503F0E908E}">
      <dgm:prSet phldrT="[Texto]" custT="1"/>
      <dgm:spPr>
        <a:solidFill>
          <a:srgbClr val="7030A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ES" sz="1400" dirty="0"/>
            <a:t>Momento 3:  Visita concertación de actividades </a:t>
          </a:r>
        </a:p>
      </dgm:t>
    </dgm:pt>
    <dgm:pt modelId="{DD81D801-9501-44FC-8E81-D2C91EABC993}" type="parTrans" cxnId="{02C198E0-D6F5-44FA-9186-A173AE81467E}">
      <dgm:prSet/>
      <dgm:spPr/>
      <dgm:t>
        <a:bodyPr/>
        <a:lstStyle/>
        <a:p>
          <a:endParaRPr lang="es-ES"/>
        </a:p>
      </dgm:t>
    </dgm:pt>
    <dgm:pt modelId="{59D2ED7E-8843-4ECF-84E3-64FEF000F808}" type="sibTrans" cxnId="{02C198E0-D6F5-44FA-9186-A173AE81467E}">
      <dgm:prSet/>
      <dgm:spPr>
        <a:solidFill>
          <a:srgbClr val="7030A0"/>
        </a:solidFill>
      </dgm:spPr>
      <dgm:t>
        <a:bodyPr/>
        <a:lstStyle/>
        <a:p>
          <a:endParaRPr lang="es-ES"/>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0E70F2EA-AA22-443A-BFEA-68B1E4856DDC}">
      <dgm:prSet phldrT="[Texto]" custT="1"/>
      <dgm:spPr>
        <a:solidFill>
          <a:schemeClr val="accent5">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ES" sz="1400" dirty="0"/>
            <a:t>Momento 4:  Visita Evaluación Parcial</a:t>
          </a:r>
        </a:p>
      </dgm:t>
    </dgm:pt>
    <dgm:pt modelId="{2F98DA5F-75B0-4404-BCCB-126F5832E957}" type="parTrans" cxnId="{A4ADB36F-4724-4148-801D-3F6C0EBA22F0}">
      <dgm:prSet/>
      <dgm:spPr/>
      <dgm:t>
        <a:bodyPr/>
        <a:lstStyle/>
        <a:p>
          <a:endParaRPr lang="es-ES"/>
        </a:p>
      </dgm:t>
    </dgm:pt>
    <dgm:pt modelId="{6ECC6F0D-EFFA-49E2-8873-A4D12E05B0C6}" type="sibTrans" cxnId="{A4ADB36F-4724-4148-801D-3F6C0EBA22F0}">
      <dgm:prSet/>
      <dgm:spPr>
        <a:solidFill>
          <a:srgbClr val="002060"/>
        </a:solidFill>
      </dgm:spPr>
      <dgm:t>
        <a:bodyPr/>
        <a:lstStyle/>
        <a:p>
          <a:endParaRPr lang="es-ES"/>
        </a:p>
      </dgm:t>
      <dgm:extLst>
        <a:ext uri="{E40237B7-FDA0-4F09-8148-C483321AD2D9}">
          <dgm14:cNvPr xmlns:dgm14="http://schemas.microsoft.com/office/drawing/2010/diagram" id="0" name="">
            <a:hlinkClick xmlns:r="http://schemas.openxmlformats.org/officeDocument/2006/relationships" r:id="rId3" action="ppaction://hlinksldjump"/>
          </dgm14:cNvPr>
        </a:ext>
      </dgm:extLst>
    </dgm:pt>
    <dgm:pt modelId="{E209CD50-BDCA-48A1-BAD9-C54CA00089BD}">
      <dgm:prSet phldrT="[Texto]"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ES" sz="1400" dirty="0"/>
            <a:t>Momento 5: </a:t>
          </a:r>
        </a:p>
        <a:p>
          <a:r>
            <a:rPr lang="es-ES" sz="1400" dirty="0"/>
            <a:t>Evaluación Final </a:t>
          </a:r>
        </a:p>
      </dgm:t>
    </dgm:pt>
    <dgm:pt modelId="{B99BD2D7-7AD6-489D-B862-E0E3BD6CA4E7}" type="parTrans" cxnId="{D5268C4F-FA5B-4054-A725-AA84FDB7A731}">
      <dgm:prSet/>
      <dgm:spPr/>
      <dgm:t>
        <a:bodyPr/>
        <a:lstStyle/>
        <a:p>
          <a:endParaRPr lang="es-ES"/>
        </a:p>
      </dgm:t>
    </dgm:pt>
    <dgm:pt modelId="{C33D3E54-7CAD-4E4F-A508-8EC882C4D5D9}" type="sibTrans" cxnId="{D5268C4F-FA5B-4054-A725-AA84FDB7A731}">
      <dgm:prSet/>
      <dgm:spPr>
        <a:solidFill>
          <a:schemeClr val="accent5">
            <a:lumMod val="75000"/>
          </a:schemeClr>
        </a:solidFill>
      </dgm:spPr>
      <dgm:t>
        <a:bodyPr/>
        <a:lstStyle/>
        <a:p>
          <a:endParaRPr lang="es-ES"/>
        </a:p>
      </dgm:t>
      <dgm:extLst>
        <a:ext uri="{E40237B7-FDA0-4F09-8148-C483321AD2D9}">
          <dgm14:cNvPr xmlns:dgm14="http://schemas.microsoft.com/office/drawing/2010/diagram" id="0" name="">
            <a:hlinkClick xmlns:r="http://schemas.openxmlformats.org/officeDocument/2006/relationships" r:id="rId4" action="ppaction://hlinksldjump"/>
          </dgm14:cNvPr>
        </a:ext>
      </dgm:extLst>
    </dgm:pt>
    <dgm:pt modelId="{289F8CBC-7708-437A-A791-78758106A0C6}">
      <dgm:prSet phldrT="[Texto]" custT="1"/>
      <dgm:spPr>
        <a:solidFill>
          <a:srgbClr val="FF6C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ES" sz="1400" dirty="0"/>
            <a:t>Momento 6: Depuración de aprendices  </a:t>
          </a:r>
        </a:p>
      </dgm:t>
    </dgm:pt>
    <dgm:pt modelId="{A1B3B540-BF02-4085-BF56-8403D3765492}" type="parTrans" cxnId="{556F53E6-3A2B-4953-9F8A-FA43E5839E73}">
      <dgm:prSet/>
      <dgm:spPr/>
      <dgm:t>
        <a:bodyPr/>
        <a:lstStyle/>
        <a:p>
          <a:endParaRPr lang="es-ES"/>
        </a:p>
      </dgm:t>
    </dgm:pt>
    <dgm:pt modelId="{8FA45997-DF6B-4609-A200-D24051F2C0C5}" type="sibTrans" cxnId="{556F53E6-3A2B-4953-9F8A-FA43E5839E73}">
      <dgm:prSet/>
      <dgm:spPr>
        <a:solidFill>
          <a:schemeClr val="accent2"/>
        </a:solidFill>
      </dgm:spPr>
      <dgm:t>
        <a:bodyPr/>
        <a:lstStyle/>
        <a:p>
          <a:endParaRPr lang="es-ES"/>
        </a:p>
      </dgm:t>
    </dgm:pt>
    <dgm:pt modelId="{A85F77E2-D059-4AB3-B072-8804F85CFDA0}">
      <dgm:prSet custT="1"/>
      <dgm:spPr>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ES" sz="1400" dirty="0"/>
            <a:t>Momento 2: Taller Bitácora </a:t>
          </a:r>
        </a:p>
      </dgm:t>
    </dgm:pt>
    <dgm:pt modelId="{AD1AC628-1961-4392-A467-58999A019DA4}" type="parTrans" cxnId="{2DC72E79-441B-41C9-891B-F71E0E58C55B}">
      <dgm:prSet/>
      <dgm:spPr/>
      <dgm:t>
        <a:bodyPr/>
        <a:lstStyle/>
        <a:p>
          <a:endParaRPr lang="es-ES"/>
        </a:p>
      </dgm:t>
    </dgm:pt>
    <dgm:pt modelId="{4213CC67-935C-4C52-8B24-A645E6157E9C}" type="sibTrans" cxnId="{2DC72E79-441B-41C9-891B-F71E0E58C55B}">
      <dgm:prSet/>
      <dgm:spPr>
        <a:solidFill>
          <a:srgbClr val="38AA00"/>
        </a:solidFill>
      </dgm:spPr>
      <dgm:t>
        <a:bodyPr/>
        <a:lstStyle/>
        <a:p>
          <a:endParaRPr lang="es-ES"/>
        </a:p>
      </dgm:t>
      <dgm:extLst>
        <a:ext uri="{E40237B7-FDA0-4F09-8148-C483321AD2D9}">
          <dgm14:cNvPr xmlns:dgm14="http://schemas.microsoft.com/office/drawing/2010/diagram" id="0" name="">
            <a:hlinkClick xmlns:r="http://schemas.openxmlformats.org/officeDocument/2006/relationships" r:id="rId5" action="ppaction://hlinksldjump"/>
          </dgm14:cNvPr>
        </a:ext>
      </dgm:extLst>
    </dgm:pt>
    <dgm:pt modelId="{384D12E3-E919-4999-AD33-4D8F5548F77E}" type="pres">
      <dgm:prSet presAssocID="{FA06B50C-3CC0-4FA6-A3C0-79438CD79843}" presName="cycle" presStyleCnt="0">
        <dgm:presLayoutVars>
          <dgm:dir/>
          <dgm:resizeHandles val="exact"/>
        </dgm:presLayoutVars>
      </dgm:prSet>
      <dgm:spPr/>
    </dgm:pt>
    <dgm:pt modelId="{9F0073A6-BB4C-4C30-9343-3DD8EE0228D9}" type="pres">
      <dgm:prSet presAssocID="{CF4B029B-A3B3-443E-ABD9-B459CEF37ED0}" presName="node" presStyleLbl="node1" presStyleIdx="0" presStyleCnt="6" custScaleX="118955" custScaleY="106581" custRadScaleRad="100051">
        <dgm:presLayoutVars>
          <dgm:bulletEnabled val="1"/>
        </dgm:presLayoutVars>
      </dgm:prSet>
      <dgm:spPr/>
    </dgm:pt>
    <dgm:pt modelId="{A5C64914-85D6-40E4-B1AF-F9EDA8C31C6E}" type="pres">
      <dgm:prSet presAssocID="{4A360E48-C60C-4B67-BAC3-79D96287D071}" presName="sibTrans" presStyleLbl="sibTrans2D1" presStyleIdx="0" presStyleCnt="6" custLinFactNeighborX="0" custLinFactNeighborY="0"/>
      <dgm:spPr/>
    </dgm:pt>
    <dgm:pt modelId="{6AE46930-9445-46AA-AA8A-357595C00EE2}" type="pres">
      <dgm:prSet presAssocID="{4A360E48-C60C-4B67-BAC3-79D96287D071}" presName="connectorText" presStyleLbl="sibTrans2D1" presStyleIdx="0" presStyleCnt="6"/>
      <dgm:spPr/>
    </dgm:pt>
    <dgm:pt modelId="{E4E6E250-C843-484F-A81B-D5D7301970DC}" type="pres">
      <dgm:prSet presAssocID="{A85F77E2-D059-4AB3-B072-8804F85CFDA0}" presName="node" presStyleLbl="node1" presStyleIdx="1" presStyleCnt="6" custScaleX="110494" custScaleY="100363" custRadScaleRad="102995" custRadScaleInc="3191">
        <dgm:presLayoutVars>
          <dgm:bulletEnabled val="1"/>
        </dgm:presLayoutVars>
      </dgm:prSet>
      <dgm:spPr/>
    </dgm:pt>
    <dgm:pt modelId="{46A74914-4FBC-4AB2-8567-BE29E969C2ED}" type="pres">
      <dgm:prSet presAssocID="{4213CC67-935C-4C52-8B24-A645E6157E9C}" presName="sibTrans" presStyleLbl="sibTrans2D1" presStyleIdx="1" presStyleCnt="6" custLinFactNeighborY="0"/>
      <dgm:spPr/>
    </dgm:pt>
    <dgm:pt modelId="{56FDF193-39AD-4340-B8A6-FFFD29165CDB}" type="pres">
      <dgm:prSet presAssocID="{4213CC67-935C-4C52-8B24-A645E6157E9C}" presName="connectorText" presStyleLbl="sibTrans2D1" presStyleIdx="1" presStyleCnt="6"/>
      <dgm:spPr/>
    </dgm:pt>
    <dgm:pt modelId="{4CFDE95A-F9A4-443C-B3ED-9B3FD6847FB8}" type="pres">
      <dgm:prSet presAssocID="{F4231D75-ECB7-45EF-A1C5-E8503F0E908E}" presName="node" presStyleLbl="node1" presStyleIdx="2" presStyleCnt="6" custScaleX="115741" custScaleY="103283">
        <dgm:presLayoutVars>
          <dgm:bulletEnabled val="1"/>
        </dgm:presLayoutVars>
      </dgm:prSet>
      <dgm:spPr/>
    </dgm:pt>
    <dgm:pt modelId="{3529B554-B0F0-4343-A8A3-D9E0F93F0B99}" type="pres">
      <dgm:prSet presAssocID="{59D2ED7E-8843-4ECF-84E3-64FEF000F808}" presName="sibTrans" presStyleLbl="sibTrans2D1" presStyleIdx="2" presStyleCnt="6"/>
      <dgm:spPr/>
    </dgm:pt>
    <dgm:pt modelId="{B9B473DA-76BA-408D-AA35-D18BA1A9D946}" type="pres">
      <dgm:prSet presAssocID="{59D2ED7E-8843-4ECF-84E3-64FEF000F808}" presName="connectorText" presStyleLbl="sibTrans2D1" presStyleIdx="2" presStyleCnt="6"/>
      <dgm:spPr/>
    </dgm:pt>
    <dgm:pt modelId="{728F96B8-4ADE-487A-B364-12537D872669}" type="pres">
      <dgm:prSet presAssocID="{0E70F2EA-AA22-443A-BFEA-68B1E4856DDC}" presName="node" presStyleLbl="node1" presStyleIdx="3" presStyleCnt="6" custScaleX="114404">
        <dgm:presLayoutVars>
          <dgm:bulletEnabled val="1"/>
        </dgm:presLayoutVars>
      </dgm:prSet>
      <dgm:spPr/>
    </dgm:pt>
    <dgm:pt modelId="{8A021E14-D989-4070-ACE1-4C3CF2953B8E}" type="pres">
      <dgm:prSet presAssocID="{6ECC6F0D-EFFA-49E2-8873-A4D12E05B0C6}" presName="sibTrans" presStyleLbl="sibTrans2D1" presStyleIdx="3" presStyleCnt="6"/>
      <dgm:spPr/>
    </dgm:pt>
    <dgm:pt modelId="{A12720D6-2DE9-42E2-92DF-1713DA12DDEB}" type="pres">
      <dgm:prSet presAssocID="{6ECC6F0D-EFFA-49E2-8873-A4D12E05B0C6}" presName="connectorText" presStyleLbl="sibTrans2D1" presStyleIdx="3" presStyleCnt="6"/>
      <dgm:spPr/>
    </dgm:pt>
    <dgm:pt modelId="{360742F5-94B0-4533-B46A-DD0521864A8E}" type="pres">
      <dgm:prSet presAssocID="{E209CD50-BDCA-48A1-BAD9-C54CA00089BD}" presName="node" presStyleLbl="node1" presStyleIdx="4" presStyleCnt="6" custScaleX="115306">
        <dgm:presLayoutVars>
          <dgm:bulletEnabled val="1"/>
        </dgm:presLayoutVars>
      </dgm:prSet>
      <dgm:spPr/>
    </dgm:pt>
    <dgm:pt modelId="{707B9998-5BFA-4119-8D6E-679E8D2F3AC5}" type="pres">
      <dgm:prSet presAssocID="{C33D3E54-7CAD-4E4F-A508-8EC882C4D5D9}" presName="sibTrans" presStyleLbl="sibTrans2D1" presStyleIdx="4" presStyleCnt="6" custLinFactNeighborX="0"/>
      <dgm:spPr/>
    </dgm:pt>
    <dgm:pt modelId="{7941C84F-F336-449A-995C-96C8ABC0517A}" type="pres">
      <dgm:prSet presAssocID="{C33D3E54-7CAD-4E4F-A508-8EC882C4D5D9}" presName="connectorText" presStyleLbl="sibTrans2D1" presStyleIdx="4" presStyleCnt="6"/>
      <dgm:spPr/>
    </dgm:pt>
    <dgm:pt modelId="{91A1EBB2-5946-4265-8C9C-394232735D8B}" type="pres">
      <dgm:prSet presAssocID="{289F8CBC-7708-437A-A791-78758106A0C6}" presName="node" presStyleLbl="node1" presStyleIdx="5" presStyleCnt="6" custScaleX="112813">
        <dgm:presLayoutVars>
          <dgm:bulletEnabled val="1"/>
        </dgm:presLayoutVars>
      </dgm:prSet>
      <dgm:spPr/>
    </dgm:pt>
    <dgm:pt modelId="{E4905B6A-6B9A-4CC9-A792-5033BAB1C4FC}" type="pres">
      <dgm:prSet presAssocID="{8FA45997-DF6B-4609-A200-D24051F2C0C5}" presName="sibTrans" presStyleLbl="sibTrans2D1" presStyleIdx="5" presStyleCnt="6"/>
      <dgm:spPr/>
    </dgm:pt>
    <dgm:pt modelId="{3F2F976D-3BB6-4849-992A-80AE49381BE8}" type="pres">
      <dgm:prSet presAssocID="{8FA45997-DF6B-4609-A200-D24051F2C0C5}" presName="connectorText" presStyleLbl="sibTrans2D1" presStyleIdx="5" presStyleCnt="6"/>
      <dgm:spPr/>
    </dgm:pt>
  </dgm:ptLst>
  <dgm:cxnLst>
    <dgm:cxn modelId="{8579CF1F-41DF-4039-9BBC-89DACA2DAD21}" type="presOf" srcId="{0E70F2EA-AA22-443A-BFEA-68B1E4856DDC}" destId="{728F96B8-4ADE-487A-B364-12537D872669}" srcOrd="0" destOrd="0" presId="urn:microsoft.com/office/officeart/2005/8/layout/cycle2"/>
    <dgm:cxn modelId="{1556A642-E06C-48C0-922F-C86AE8F9A659}" type="presOf" srcId="{59D2ED7E-8843-4ECF-84E3-64FEF000F808}" destId="{3529B554-B0F0-4343-A8A3-D9E0F93F0B99}" srcOrd="0" destOrd="0" presId="urn:microsoft.com/office/officeart/2005/8/layout/cycle2"/>
    <dgm:cxn modelId="{500E7165-B2C9-4397-BBEF-F0E3261FA0FB}" type="presOf" srcId="{C33D3E54-7CAD-4E4F-A508-8EC882C4D5D9}" destId="{7941C84F-F336-449A-995C-96C8ABC0517A}" srcOrd="1" destOrd="0" presId="urn:microsoft.com/office/officeart/2005/8/layout/cycle2"/>
    <dgm:cxn modelId="{4AAC4147-361D-4FBD-9377-9EDBA2B61793}" type="presOf" srcId="{F4231D75-ECB7-45EF-A1C5-E8503F0E908E}" destId="{4CFDE95A-F9A4-443C-B3ED-9B3FD6847FB8}" srcOrd="0" destOrd="0" presId="urn:microsoft.com/office/officeart/2005/8/layout/cycle2"/>
    <dgm:cxn modelId="{D5268C4F-FA5B-4054-A725-AA84FDB7A731}" srcId="{FA06B50C-3CC0-4FA6-A3C0-79438CD79843}" destId="{E209CD50-BDCA-48A1-BAD9-C54CA00089BD}" srcOrd="4" destOrd="0" parTransId="{B99BD2D7-7AD6-489D-B862-E0E3BD6CA4E7}" sibTransId="{C33D3E54-7CAD-4E4F-A508-8EC882C4D5D9}"/>
    <dgm:cxn modelId="{A4ADB36F-4724-4148-801D-3F6C0EBA22F0}" srcId="{FA06B50C-3CC0-4FA6-A3C0-79438CD79843}" destId="{0E70F2EA-AA22-443A-BFEA-68B1E4856DDC}" srcOrd="3" destOrd="0" parTransId="{2F98DA5F-75B0-4404-BCCB-126F5832E957}" sibTransId="{6ECC6F0D-EFFA-49E2-8873-A4D12E05B0C6}"/>
    <dgm:cxn modelId="{2DC72E79-441B-41C9-891B-F71E0E58C55B}" srcId="{FA06B50C-3CC0-4FA6-A3C0-79438CD79843}" destId="{A85F77E2-D059-4AB3-B072-8804F85CFDA0}" srcOrd="1" destOrd="0" parTransId="{AD1AC628-1961-4392-A467-58999A019DA4}" sibTransId="{4213CC67-935C-4C52-8B24-A645E6157E9C}"/>
    <dgm:cxn modelId="{52A81D82-4F73-43FF-9789-FC010E181D1C}" type="presOf" srcId="{289F8CBC-7708-437A-A791-78758106A0C6}" destId="{91A1EBB2-5946-4265-8C9C-394232735D8B}" srcOrd="0" destOrd="0" presId="urn:microsoft.com/office/officeart/2005/8/layout/cycle2"/>
    <dgm:cxn modelId="{0BABE383-94FA-4A9E-850D-74A420A9B090}" type="presOf" srcId="{E209CD50-BDCA-48A1-BAD9-C54CA00089BD}" destId="{360742F5-94B0-4533-B46A-DD0521864A8E}" srcOrd="0" destOrd="0" presId="urn:microsoft.com/office/officeart/2005/8/layout/cycle2"/>
    <dgm:cxn modelId="{81E4C188-6437-4242-AE35-7CD4AD1E2C5C}" type="presOf" srcId="{A85F77E2-D059-4AB3-B072-8804F85CFDA0}" destId="{E4E6E250-C843-484F-A81B-D5D7301970DC}" srcOrd="0" destOrd="0" presId="urn:microsoft.com/office/officeart/2005/8/layout/cycle2"/>
    <dgm:cxn modelId="{EB11EB8A-DC99-4261-BC48-59FA0DB86777}" type="presOf" srcId="{4213CC67-935C-4C52-8B24-A645E6157E9C}" destId="{56FDF193-39AD-4340-B8A6-FFFD29165CDB}" srcOrd="1" destOrd="0" presId="urn:microsoft.com/office/officeart/2005/8/layout/cycle2"/>
    <dgm:cxn modelId="{DEE7538E-E89F-4B9E-81CB-B23A81E323E8}" type="presOf" srcId="{C33D3E54-7CAD-4E4F-A508-8EC882C4D5D9}" destId="{707B9998-5BFA-4119-8D6E-679E8D2F3AC5}" srcOrd="0" destOrd="0" presId="urn:microsoft.com/office/officeart/2005/8/layout/cycle2"/>
    <dgm:cxn modelId="{3E428490-D0BF-45F0-AB5C-B29BAD1E783A}" type="presOf" srcId="{4213CC67-935C-4C52-8B24-A645E6157E9C}" destId="{46A74914-4FBC-4AB2-8567-BE29E969C2ED}" srcOrd="0" destOrd="0" presId="urn:microsoft.com/office/officeart/2005/8/layout/cycle2"/>
    <dgm:cxn modelId="{F99D3793-06CF-4FBB-920E-A4821F64D49B}" type="presOf" srcId="{4A360E48-C60C-4B67-BAC3-79D96287D071}" destId="{6AE46930-9445-46AA-AA8A-357595C00EE2}" srcOrd="1" destOrd="0" presId="urn:microsoft.com/office/officeart/2005/8/layout/cycle2"/>
    <dgm:cxn modelId="{DBB95993-EFF2-4A4E-971B-7A31A34761F1}" type="presOf" srcId="{FA06B50C-3CC0-4FA6-A3C0-79438CD79843}" destId="{384D12E3-E919-4999-AD33-4D8F5548F77E}" srcOrd="0" destOrd="0" presId="urn:microsoft.com/office/officeart/2005/8/layout/cycle2"/>
    <dgm:cxn modelId="{2329C79C-44AC-426E-961E-1EE4507103F9}" type="presOf" srcId="{6ECC6F0D-EFFA-49E2-8873-A4D12E05B0C6}" destId="{8A021E14-D989-4070-ACE1-4C3CF2953B8E}" srcOrd="0" destOrd="0" presId="urn:microsoft.com/office/officeart/2005/8/layout/cycle2"/>
    <dgm:cxn modelId="{4AED90A3-E0BD-4039-865A-E891AEF17F91}" type="presOf" srcId="{8FA45997-DF6B-4609-A200-D24051F2C0C5}" destId="{E4905B6A-6B9A-4CC9-A792-5033BAB1C4FC}" srcOrd="0" destOrd="0" presId="urn:microsoft.com/office/officeart/2005/8/layout/cycle2"/>
    <dgm:cxn modelId="{AA4613AD-6B3A-4746-B354-5375D38302CA}" type="presOf" srcId="{8FA45997-DF6B-4609-A200-D24051F2C0C5}" destId="{3F2F976D-3BB6-4849-992A-80AE49381BE8}" srcOrd="1" destOrd="0" presId="urn:microsoft.com/office/officeart/2005/8/layout/cycle2"/>
    <dgm:cxn modelId="{6464F2C6-1B6F-435F-8756-97D56557FFDC}" srcId="{FA06B50C-3CC0-4FA6-A3C0-79438CD79843}" destId="{CF4B029B-A3B3-443E-ABD9-B459CEF37ED0}" srcOrd="0" destOrd="0" parTransId="{612359D8-F522-4F03-A7A0-8EFED8429563}" sibTransId="{4A360E48-C60C-4B67-BAC3-79D96287D071}"/>
    <dgm:cxn modelId="{1C5D0ACD-8AB4-415A-94D7-6DB5A1457229}" type="presOf" srcId="{CF4B029B-A3B3-443E-ABD9-B459CEF37ED0}" destId="{9F0073A6-BB4C-4C30-9343-3DD8EE0228D9}" srcOrd="0" destOrd="0" presId="urn:microsoft.com/office/officeart/2005/8/layout/cycle2"/>
    <dgm:cxn modelId="{244B03D0-8DEB-4D46-8364-3D521C26BE5D}" type="presOf" srcId="{6ECC6F0D-EFFA-49E2-8873-A4D12E05B0C6}" destId="{A12720D6-2DE9-42E2-92DF-1713DA12DDEB}" srcOrd="1" destOrd="0" presId="urn:microsoft.com/office/officeart/2005/8/layout/cycle2"/>
    <dgm:cxn modelId="{02C198E0-D6F5-44FA-9186-A173AE81467E}" srcId="{FA06B50C-3CC0-4FA6-A3C0-79438CD79843}" destId="{F4231D75-ECB7-45EF-A1C5-E8503F0E908E}" srcOrd="2" destOrd="0" parTransId="{DD81D801-9501-44FC-8E81-D2C91EABC993}" sibTransId="{59D2ED7E-8843-4ECF-84E3-64FEF000F808}"/>
    <dgm:cxn modelId="{06A87BE4-B6EE-4065-95F9-36D4D6FD6210}" type="presOf" srcId="{4A360E48-C60C-4B67-BAC3-79D96287D071}" destId="{A5C64914-85D6-40E4-B1AF-F9EDA8C31C6E}" srcOrd="0" destOrd="0" presId="urn:microsoft.com/office/officeart/2005/8/layout/cycle2"/>
    <dgm:cxn modelId="{556F53E6-3A2B-4953-9F8A-FA43E5839E73}" srcId="{FA06B50C-3CC0-4FA6-A3C0-79438CD79843}" destId="{289F8CBC-7708-437A-A791-78758106A0C6}" srcOrd="5" destOrd="0" parTransId="{A1B3B540-BF02-4085-BF56-8403D3765492}" sibTransId="{8FA45997-DF6B-4609-A200-D24051F2C0C5}"/>
    <dgm:cxn modelId="{A2181CE8-213D-46A1-A7CB-D2EBD8F3225A}" type="presOf" srcId="{59D2ED7E-8843-4ECF-84E3-64FEF000F808}" destId="{B9B473DA-76BA-408D-AA35-D18BA1A9D946}" srcOrd="1" destOrd="0" presId="urn:microsoft.com/office/officeart/2005/8/layout/cycle2"/>
    <dgm:cxn modelId="{AD6936EA-E39E-4DE8-867D-0C1E8C81201E}" type="presParOf" srcId="{384D12E3-E919-4999-AD33-4D8F5548F77E}" destId="{9F0073A6-BB4C-4C30-9343-3DD8EE0228D9}" srcOrd="0" destOrd="0" presId="urn:microsoft.com/office/officeart/2005/8/layout/cycle2"/>
    <dgm:cxn modelId="{0959DAA4-E2DB-445E-9BF1-2B7DCB26F0CA}" type="presParOf" srcId="{384D12E3-E919-4999-AD33-4D8F5548F77E}" destId="{A5C64914-85D6-40E4-B1AF-F9EDA8C31C6E}" srcOrd="1" destOrd="0" presId="urn:microsoft.com/office/officeart/2005/8/layout/cycle2"/>
    <dgm:cxn modelId="{C18F14B4-88D2-401B-9CFE-29A386252AD4}" type="presParOf" srcId="{A5C64914-85D6-40E4-B1AF-F9EDA8C31C6E}" destId="{6AE46930-9445-46AA-AA8A-357595C00EE2}" srcOrd="0" destOrd="0" presId="urn:microsoft.com/office/officeart/2005/8/layout/cycle2"/>
    <dgm:cxn modelId="{331227CE-271F-4618-9B16-0B1E84D63F72}" type="presParOf" srcId="{384D12E3-E919-4999-AD33-4D8F5548F77E}" destId="{E4E6E250-C843-484F-A81B-D5D7301970DC}" srcOrd="2" destOrd="0" presId="urn:microsoft.com/office/officeart/2005/8/layout/cycle2"/>
    <dgm:cxn modelId="{B55F9DD3-1FB0-4799-B6D5-3CA900F96C0C}" type="presParOf" srcId="{384D12E3-E919-4999-AD33-4D8F5548F77E}" destId="{46A74914-4FBC-4AB2-8567-BE29E969C2ED}" srcOrd="3" destOrd="0" presId="urn:microsoft.com/office/officeart/2005/8/layout/cycle2"/>
    <dgm:cxn modelId="{A26D7859-E723-4278-9487-EB5480659156}" type="presParOf" srcId="{46A74914-4FBC-4AB2-8567-BE29E969C2ED}" destId="{56FDF193-39AD-4340-B8A6-FFFD29165CDB}" srcOrd="0" destOrd="0" presId="urn:microsoft.com/office/officeart/2005/8/layout/cycle2"/>
    <dgm:cxn modelId="{50118478-4DB7-4B3A-BEC1-417358997728}" type="presParOf" srcId="{384D12E3-E919-4999-AD33-4D8F5548F77E}" destId="{4CFDE95A-F9A4-443C-B3ED-9B3FD6847FB8}" srcOrd="4" destOrd="0" presId="urn:microsoft.com/office/officeart/2005/8/layout/cycle2"/>
    <dgm:cxn modelId="{94E5CDA3-76DA-4FAB-A40C-C6F094A2D39C}" type="presParOf" srcId="{384D12E3-E919-4999-AD33-4D8F5548F77E}" destId="{3529B554-B0F0-4343-A8A3-D9E0F93F0B99}" srcOrd="5" destOrd="0" presId="urn:microsoft.com/office/officeart/2005/8/layout/cycle2"/>
    <dgm:cxn modelId="{35EDD427-7DDE-4EAC-B170-F2E78A2A7988}" type="presParOf" srcId="{3529B554-B0F0-4343-A8A3-D9E0F93F0B99}" destId="{B9B473DA-76BA-408D-AA35-D18BA1A9D946}" srcOrd="0" destOrd="0" presId="urn:microsoft.com/office/officeart/2005/8/layout/cycle2"/>
    <dgm:cxn modelId="{70A7BB6F-BE2C-4839-B196-1546EB66304D}" type="presParOf" srcId="{384D12E3-E919-4999-AD33-4D8F5548F77E}" destId="{728F96B8-4ADE-487A-B364-12537D872669}" srcOrd="6" destOrd="0" presId="urn:microsoft.com/office/officeart/2005/8/layout/cycle2"/>
    <dgm:cxn modelId="{A67BC42F-6F1D-49CA-87A0-DE025B6EE504}" type="presParOf" srcId="{384D12E3-E919-4999-AD33-4D8F5548F77E}" destId="{8A021E14-D989-4070-ACE1-4C3CF2953B8E}" srcOrd="7" destOrd="0" presId="urn:microsoft.com/office/officeart/2005/8/layout/cycle2"/>
    <dgm:cxn modelId="{94C01D34-24A9-474E-AFBF-7AA17FFC8BCE}" type="presParOf" srcId="{8A021E14-D989-4070-ACE1-4C3CF2953B8E}" destId="{A12720D6-2DE9-42E2-92DF-1713DA12DDEB}" srcOrd="0" destOrd="0" presId="urn:microsoft.com/office/officeart/2005/8/layout/cycle2"/>
    <dgm:cxn modelId="{095EA22F-B142-4E9E-ADBC-7F06B6650325}" type="presParOf" srcId="{384D12E3-E919-4999-AD33-4D8F5548F77E}" destId="{360742F5-94B0-4533-B46A-DD0521864A8E}" srcOrd="8" destOrd="0" presId="urn:microsoft.com/office/officeart/2005/8/layout/cycle2"/>
    <dgm:cxn modelId="{F412E50C-B80C-45A2-8130-6BA8FB65964C}" type="presParOf" srcId="{384D12E3-E919-4999-AD33-4D8F5548F77E}" destId="{707B9998-5BFA-4119-8D6E-679E8D2F3AC5}" srcOrd="9" destOrd="0" presId="urn:microsoft.com/office/officeart/2005/8/layout/cycle2"/>
    <dgm:cxn modelId="{B3A78A50-E45B-4A70-99FB-3C20C8ABE0F3}" type="presParOf" srcId="{707B9998-5BFA-4119-8D6E-679E8D2F3AC5}" destId="{7941C84F-F336-449A-995C-96C8ABC0517A}" srcOrd="0" destOrd="0" presId="urn:microsoft.com/office/officeart/2005/8/layout/cycle2"/>
    <dgm:cxn modelId="{1B285E6D-38C7-4FB5-8D11-440AE2DBDC4D}" type="presParOf" srcId="{384D12E3-E919-4999-AD33-4D8F5548F77E}" destId="{91A1EBB2-5946-4265-8C9C-394232735D8B}" srcOrd="10" destOrd="0" presId="urn:microsoft.com/office/officeart/2005/8/layout/cycle2"/>
    <dgm:cxn modelId="{A349294D-8459-4F13-A6D4-A46BB8FE2A45}" type="presParOf" srcId="{384D12E3-E919-4999-AD33-4D8F5548F77E}" destId="{E4905B6A-6B9A-4CC9-A792-5033BAB1C4FC}" srcOrd="11" destOrd="0" presId="urn:microsoft.com/office/officeart/2005/8/layout/cycle2"/>
    <dgm:cxn modelId="{22F777A9-1B8B-429A-83B7-DD3F996C92A8}" type="presParOf" srcId="{E4905B6A-6B9A-4CC9-A792-5033BAB1C4FC}" destId="{3F2F976D-3BB6-4849-992A-80AE49381BE8}"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C01CDF-66F4-4D0B-B20A-81A7B760FCAD}" type="doc">
      <dgm:prSet loTypeId="urn:microsoft.com/office/officeart/2008/layout/AlternatingHexagons" loCatId="list" qsTypeId="urn:microsoft.com/office/officeart/2005/8/quickstyle/3d3" qsCatId="3D" csTypeId="urn:microsoft.com/office/officeart/2005/8/colors/colorful5" csCatId="colorful" phldr="1"/>
      <dgm:spPr/>
      <dgm:t>
        <a:bodyPr/>
        <a:lstStyle/>
        <a:p>
          <a:endParaRPr lang="es-CO"/>
        </a:p>
      </dgm:t>
    </dgm:pt>
    <dgm:pt modelId="{539276B5-532C-4D67-8B98-7BFCED12A0C6}">
      <dgm:prSet phldrT="[Texto]"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CO" sz="1800" b="1" dirty="0"/>
            <a:t>Validación de Datos</a:t>
          </a:r>
        </a:p>
      </dgm:t>
    </dgm:pt>
    <dgm:pt modelId="{DEBF2CBC-4336-4559-9243-C37CBAAE1B05}" type="parTrans" cxnId="{EEF99828-D81E-493A-B909-E9D14E2C82B0}">
      <dgm:prSet/>
      <dgm:spPr/>
      <dgm:t>
        <a:bodyPr/>
        <a:lstStyle/>
        <a:p>
          <a:endParaRPr lang="es-CO" sz="1100"/>
        </a:p>
      </dgm:t>
    </dgm:pt>
    <dgm:pt modelId="{81519339-9F7D-4012-9A74-E4959563EC7D}" type="sibTrans" cxnId="{EEF99828-D81E-493A-B909-E9D14E2C82B0}">
      <dgm:prSet custT="1"/>
      <dgm:spPr>
        <a:solidFill>
          <a:srgbClr val="FF6C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CO" sz="1800" b="1" dirty="0"/>
            <a:t>Tabla Dinámica Juicios</a:t>
          </a:r>
        </a:p>
      </dgm:t>
    </dgm:pt>
    <dgm:pt modelId="{118EF403-4055-4D62-84ED-B07E88611928}">
      <dgm:prSet phldrT="[Texto]"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CO" sz="1800" b="1" dirty="0"/>
            <a:t>Registro fotográfico</a:t>
          </a:r>
        </a:p>
      </dgm:t>
    </dgm:pt>
    <dgm:pt modelId="{29395F78-F944-4979-BBEA-712667D9B623}" type="parTrans" cxnId="{3CCA5231-6DED-4F67-8294-AEBFDDDFB167}">
      <dgm:prSet/>
      <dgm:spPr/>
      <dgm:t>
        <a:bodyPr/>
        <a:lstStyle/>
        <a:p>
          <a:endParaRPr lang="es-CO" sz="1100"/>
        </a:p>
      </dgm:t>
    </dgm:pt>
    <dgm:pt modelId="{376AEAEB-66E4-48D0-B778-D2DCA96C1CF8}" type="sibTrans" cxnId="{3CCA5231-6DED-4F67-8294-AEBFDDDFB167}">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CO" sz="1800" b="1" dirty="0"/>
            <a:t>Formulario y lista de asistencia</a:t>
          </a:r>
        </a:p>
      </dgm:t>
    </dgm:pt>
    <dgm:pt modelId="{11E7527F-3A65-4DCB-81C8-A1A5C8C287FE}">
      <dgm:prSet phldrT="[Texto]"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CO" sz="1600" b="1" dirty="0"/>
            <a:t>Correo Electrónico Etapa Productiva aprendices  sin alternativa</a:t>
          </a:r>
        </a:p>
      </dgm:t>
    </dgm:pt>
    <dgm:pt modelId="{5E174725-E6FA-4DA3-BAD5-C4B93EEE8966}" type="parTrans" cxnId="{0DFC57AD-BEC3-40D9-B10A-13BF90DBB8CF}">
      <dgm:prSet/>
      <dgm:spPr/>
      <dgm:t>
        <a:bodyPr/>
        <a:lstStyle/>
        <a:p>
          <a:endParaRPr lang="es-CO" sz="1100"/>
        </a:p>
      </dgm:t>
    </dgm:pt>
    <dgm:pt modelId="{335242B5-89BF-454E-BE7D-38918EE5B621}" type="sibTrans" cxnId="{0DFC57AD-BEC3-40D9-B10A-13BF90DBB8CF}">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s-CO" sz="1600" b="1" dirty="0"/>
            <a:t>Correo electrónico deserciones y RAP pendientes </a:t>
          </a:r>
        </a:p>
      </dgm:t>
    </dgm:pt>
    <dgm:pt modelId="{D525B6D8-0669-4738-86F9-E13011DEE9F4}" type="pres">
      <dgm:prSet presAssocID="{A8C01CDF-66F4-4D0B-B20A-81A7B760FCAD}" presName="Name0" presStyleCnt="0">
        <dgm:presLayoutVars>
          <dgm:chMax/>
          <dgm:chPref/>
          <dgm:dir/>
          <dgm:animLvl val="lvl"/>
        </dgm:presLayoutVars>
      </dgm:prSet>
      <dgm:spPr/>
    </dgm:pt>
    <dgm:pt modelId="{05AA5BC4-9DE8-4757-8FBC-A176AC72D977}" type="pres">
      <dgm:prSet presAssocID="{539276B5-532C-4D67-8B98-7BFCED12A0C6}" presName="composite" presStyleCnt="0"/>
      <dgm:spPr/>
    </dgm:pt>
    <dgm:pt modelId="{B0360B92-6DCB-421E-9322-823CE78FBD3B}" type="pres">
      <dgm:prSet presAssocID="{539276B5-532C-4D67-8B98-7BFCED12A0C6}" presName="Parent1" presStyleLbl="node1" presStyleIdx="0" presStyleCnt="6" custLinFactNeighborY="0">
        <dgm:presLayoutVars>
          <dgm:chMax val="1"/>
          <dgm:chPref val="1"/>
          <dgm:bulletEnabled val="1"/>
        </dgm:presLayoutVars>
      </dgm:prSet>
      <dgm:spPr/>
    </dgm:pt>
    <dgm:pt modelId="{24140942-D2D2-406A-82F4-A9C9394A5484}" type="pres">
      <dgm:prSet presAssocID="{539276B5-532C-4D67-8B98-7BFCED12A0C6}" presName="Childtext1" presStyleLbl="revTx" presStyleIdx="0" presStyleCnt="3">
        <dgm:presLayoutVars>
          <dgm:chMax val="0"/>
          <dgm:chPref val="0"/>
          <dgm:bulletEnabled val="1"/>
        </dgm:presLayoutVars>
      </dgm:prSet>
      <dgm:spPr/>
    </dgm:pt>
    <dgm:pt modelId="{E016049B-2AB7-480D-9CAA-F70EA68C0651}" type="pres">
      <dgm:prSet presAssocID="{539276B5-532C-4D67-8B98-7BFCED12A0C6}" presName="BalanceSpacing" presStyleCnt="0"/>
      <dgm:spPr/>
    </dgm:pt>
    <dgm:pt modelId="{43B19999-EFDA-4D98-B7F5-03F977CEFC15}" type="pres">
      <dgm:prSet presAssocID="{539276B5-532C-4D67-8B98-7BFCED12A0C6}" presName="BalanceSpacing1" presStyleCnt="0"/>
      <dgm:spPr/>
    </dgm:pt>
    <dgm:pt modelId="{DBF9B43C-EFCD-4F94-B725-2C2B0F4DEABF}" type="pres">
      <dgm:prSet presAssocID="{81519339-9F7D-4012-9A74-E4959563EC7D}" presName="Accent1Text" presStyleLbl="node1" presStyleIdx="1" presStyleCnt="6" custLinFactNeighborY="0"/>
      <dgm:spPr/>
    </dgm:pt>
    <dgm:pt modelId="{DBD1D0CF-6249-4D3B-A0B7-88988B655299}" type="pres">
      <dgm:prSet presAssocID="{81519339-9F7D-4012-9A74-E4959563EC7D}" presName="spaceBetweenRectangles" presStyleCnt="0"/>
      <dgm:spPr/>
    </dgm:pt>
    <dgm:pt modelId="{D224B6E9-8288-41FE-8DAB-A038E18D527D}" type="pres">
      <dgm:prSet presAssocID="{118EF403-4055-4D62-84ED-B07E88611928}" presName="composite" presStyleCnt="0"/>
      <dgm:spPr/>
    </dgm:pt>
    <dgm:pt modelId="{375A3E3D-9692-4B9C-93CB-7E167D9C2D7E}" type="pres">
      <dgm:prSet presAssocID="{118EF403-4055-4D62-84ED-B07E88611928}" presName="Parent1" presStyleLbl="node1" presStyleIdx="2" presStyleCnt="6" custLinFactNeighborY="0">
        <dgm:presLayoutVars>
          <dgm:chMax val="1"/>
          <dgm:chPref val="1"/>
          <dgm:bulletEnabled val="1"/>
        </dgm:presLayoutVars>
      </dgm:prSet>
      <dgm:spPr/>
    </dgm:pt>
    <dgm:pt modelId="{F7A12A28-06EA-4456-B411-CB9E1B1CCB6F}" type="pres">
      <dgm:prSet presAssocID="{118EF403-4055-4D62-84ED-B07E88611928}" presName="Childtext1" presStyleLbl="revTx" presStyleIdx="1" presStyleCnt="3">
        <dgm:presLayoutVars>
          <dgm:chMax val="0"/>
          <dgm:chPref val="0"/>
          <dgm:bulletEnabled val="1"/>
        </dgm:presLayoutVars>
      </dgm:prSet>
      <dgm:spPr/>
    </dgm:pt>
    <dgm:pt modelId="{4EFB4717-E67F-4199-9DF2-09107695C0BF}" type="pres">
      <dgm:prSet presAssocID="{118EF403-4055-4D62-84ED-B07E88611928}" presName="BalanceSpacing" presStyleCnt="0"/>
      <dgm:spPr/>
    </dgm:pt>
    <dgm:pt modelId="{424DB608-8270-4680-BF14-6DAA3C6D1062}" type="pres">
      <dgm:prSet presAssocID="{118EF403-4055-4D62-84ED-B07E88611928}" presName="BalanceSpacing1" presStyleCnt="0"/>
      <dgm:spPr/>
    </dgm:pt>
    <dgm:pt modelId="{F97BF9BF-987F-4550-9F6B-4DB0A9BF7674}" type="pres">
      <dgm:prSet presAssocID="{376AEAEB-66E4-48D0-B778-D2DCA96C1CF8}" presName="Accent1Text" presStyleLbl="node1" presStyleIdx="3" presStyleCnt="6" custLinFactNeighborY="0"/>
      <dgm:spPr/>
    </dgm:pt>
    <dgm:pt modelId="{FA858A61-F02E-4FCE-887D-422758F5BED9}" type="pres">
      <dgm:prSet presAssocID="{376AEAEB-66E4-48D0-B778-D2DCA96C1CF8}" presName="spaceBetweenRectangles" presStyleCnt="0"/>
      <dgm:spPr/>
    </dgm:pt>
    <dgm:pt modelId="{BB75B2B6-49A8-40DE-986B-E6F290B611A2}" type="pres">
      <dgm:prSet presAssocID="{11E7527F-3A65-4DCB-81C8-A1A5C8C287FE}" presName="composite" presStyleCnt="0"/>
      <dgm:spPr/>
    </dgm:pt>
    <dgm:pt modelId="{7F2E3B29-4783-42F3-9E87-7F96AFDCA93A}" type="pres">
      <dgm:prSet presAssocID="{11E7527F-3A65-4DCB-81C8-A1A5C8C287FE}" presName="Parent1" presStyleLbl="node1" presStyleIdx="4" presStyleCnt="6" custLinFactNeighborY="0">
        <dgm:presLayoutVars>
          <dgm:chMax val="1"/>
          <dgm:chPref val="1"/>
          <dgm:bulletEnabled val="1"/>
        </dgm:presLayoutVars>
      </dgm:prSet>
      <dgm:spPr/>
    </dgm:pt>
    <dgm:pt modelId="{89AC41DC-4902-43D8-9ABE-BAD1E134F55B}" type="pres">
      <dgm:prSet presAssocID="{11E7527F-3A65-4DCB-81C8-A1A5C8C287FE}" presName="Childtext1" presStyleLbl="revTx" presStyleIdx="2" presStyleCnt="3">
        <dgm:presLayoutVars>
          <dgm:chMax val="0"/>
          <dgm:chPref val="0"/>
          <dgm:bulletEnabled val="1"/>
        </dgm:presLayoutVars>
      </dgm:prSet>
      <dgm:spPr/>
    </dgm:pt>
    <dgm:pt modelId="{9A079012-CE18-443F-AF88-515DF87ACDA9}" type="pres">
      <dgm:prSet presAssocID="{11E7527F-3A65-4DCB-81C8-A1A5C8C287FE}" presName="BalanceSpacing" presStyleCnt="0"/>
      <dgm:spPr/>
    </dgm:pt>
    <dgm:pt modelId="{CEFCE671-8F16-4CE4-AAF6-509329E9DDE7}" type="pres">
      <dgm:prSet presAssocID="{11E7527F-3A65-4DCB-81C8-A1A5C8C287FE}" presName="BalanceSpacing1" presStyleCnt="0"/>
      <dgm:spPr/>
    </dgm:pt>
    <dgm:pt modelId="{01932AB7-ED59-47B8-AA3E-FA7E2811BADB}" type="pres">
      <dgm:prSet presAssocID="{335242B5-89BF-454E-BE7D-38918EE5B621}" presName="Accent1Text" presStyleLbl="node1" presStyleIdx="5" presStyleCnt="6" custLinFactNeighborY="0"/>
      <dgm:spPr/>
    </dgm:pt>
  </dgm:ptLst>
  <dgm:cxnLst>
    <dgm:cxn modelId="{107F1815-2D9F-4E2E-94C7-E6078876622E}" type="presOf" srcId="{539276B5-532C-4D67-8B98-7BFCED12A0C6}" destId="{B0360B92-6DCB-421E-9322-823CE78FBD3B}" srcOrd="0" destOrd="0" presId="urn:microsoft.com/office/officeart/2008/layout/AlternatingHexagons"/>
    <dgm:cxn modelId="{2C9F9823-D6A7-4469-A24C-16BE0C189573}" type="presOf" srcId="{118EF403-4055-4D62-84ED-B07E88611928}" destId="{375A3E3D-9692-4B9C-93CB-7E167D9C2D7E}" srcOrd="0" destOrd="0" presId="urn:microsoft.com/office/officeart/2008/layout/AlternatingHexagons"/>
    <dgm:cxn modelId="{EEF99828-D81E-493A-B909-E9D14E2C82B0}" srcId="{A8C01CDF-66F4-4D0B-B20A-81A7B760FCAD}" destId="{539276B5-532C-4D67-8B98-7BFCED12A0C6}" srcOrd="0" destOrd="0" parTransId="{DEBF2CBC-4336-4559-9243-C37CBAAE1B05}" sibTransId="{81519339-9F7D-4012-9A74-E4959563EC7D}"/>
    <dgm:cxn modelId="{3CCA5231-6DED-4F67-8294-AEBFDDDFB167}" srcId="{A8C01CDF-66F4-4D0B-B20A-81A7B760FCAD}" destId="{118EF403-4055-4D62-84ED-B07E88611928}" srcOrd="1" destOrd="0" parTransId="{29395F78-F944-4979-BBEA-712667D9B623}" sibTransId="{376AEAEB-66E4-48D0-B778-D2DCA96C1CF8}"/>
    <dgm:cxn modelId="{08D48548-F8F8-40D1-B346-DD9A2E574154}" type="presOf" srcId="{376AEAEB-66E4-48D0-B778-D2DCA96C1CF8}" destId="{F97BF9BF-987F-4550-9F6B-4DB0A9BF7674}" srcOrd="0" destOrd="0" presId="urn:microsoft.com/office/officeart/2008/layout/AlternatingHexagons"/>
    <dgm:cxn modelId="{720C4B5A-EFA0-4A0E-927D-0770058EA3B1}" type="presOf" srcId="{335242B5-89BF-454E-BE7D-38918EE5B621}" destId="{01932AB7-ED59-47B8-AA3E-FA7E2811BADB}" srcOrd="0" destOrd="0" presId="urn:microsoft.com/office/officeart/2008/layout/AlternatingHexagons"/>
    <dgm:cxn modelId="{200E4A82-CF24-4198-8D7E-102EE5E7FBD0}" type="presOf" srcId="{A8C01CDF-66F4-4D0B-B20A-81A7B760FCAD}" destId="{D525B6D8-0669-4738-86F9-E13011DEE9F4}" srcOrd="0" destOrd="0" presId="urn:microsoft.com/office/officeart/2008/layout/AlternatingHexagons"/>
    <dgm:cxn modelId="{81BA2789-D816-4EEC-9D9A-145B4C40586D}" type="presOf" srcId="{81519339-9F7D-4012-9A74-E4959563EC7D}" destId="{DBF9B43C-EFCD-4F94-B725-2C2B0F4DEABF}" srcOrd="0" destOrd="0" presId="urn:microsoft.com/office/officeart/2008/layout/AlternatingHexagons"/>
    <dgm:cxn modelId="{0DFC57AD-BEC3-40D9-B10A-13BF90DBB8CF}" srcId="{A8C01CDF-66F4-4D0B-B20A-81A7B760FCAD}" destId="{11E7527F-3A65-4DCB-81C8-A1A5C8C287FE}" srcOrd="2" destOrd="0" parTransId="{5E174725-E6FA-4DA3-BAD5-C4B93EEE8966}" sibTransId="{335242B5-89BF-454E-BE7D-38918EE5B621}"/>
    <dgm:cxn modelId="{FF4DECB9-FE32-4634-93EE-F977DE436D54}" type="presOf" srcId="{11E7527F-3A65-4DCB-81C8-A1A5C8C287FE}" destId="{7F2E3B29-4783-42F3-9E87-7F96AFDCA93A}" srcOrd="0" destOrd="0" presId="urn:microsoft.com/office/officeart/2008/layout/AlternatingHexagons"/>
    <dgm:cxn modelId="{C5A954B6-9187-4C62-BC83-975CDD089226}" type="presParOf" srcId="{D525B6D8-0669-4738-86F9-E13011DEE9F4}" destId="{05AA5BC4-9DE8-4757-8FBC-A176AC72D977}" srcOrd="0" destOrd="0" presId="urn:microsoft.com/office/officeart/2008/layout/AlternatingHexagons"/>
    <dgm:cxn modelId="{098F777D-E48E-40C2-9563-A7A3151A560E}" type="presParOf" srcId="{05AA5BC4-9DE8-4757-8FBC-A176AC72D977}" destId="{B0360B92-6DCB-421E-9322-823CE78FBD3B}" srcOrd="0" destOrd="0" presId="urn:microsoft.com/office/officeart/2008/layout/AlternatingHexagons"/>
    <dgm:cxn modelId="{1E317942-598E-44E4-8B68-FD899BEA19DE}" type="presParOf" srcId="{05AA5BC4-9DE8-4757-8FBC-A176AC72D977}" destId="{24140942-D2D2-406A-82F4-A9C9394A5484}" srcOrd="1" destOrd="0" presId="urn:microsoft.com/office/officeart/2008/layout/AlternatingHexagons"/>
    <dgm:cxn modelId="{C0D65ACE-89BE-405E-98AD-707D6F5082C5}" type="presParOf" srcId="{05AA5BC4-9DE8-4757-8FBC-A176AC72D977}" destId="{E016049B-2AB7-480D-9CAA-F70EA68C0651}" srcOrd="2" destOrd="0" presId="urn:microsoft.com/office/officeart/2008/layout/AlternatingHexagons"/>
    <dgm:cxn modelId="{60006B23-97BD-4729-B29C-CE0786431F9F}" type="presParOf" srcId="{05AA5BC4-9DE8-4757-8FBC-A176AC72D977}" destId="{43B19999-EFDA-4D98-B7F5-03F977CEFC15}" srcOrd="3" destOrd="0" presId="urn:microsoft.com/office/officeart/2008/layout/AlternatingHexagons"/>
    <dgm:cxn modelId="{E494AE4C-9747-4CAC-BF25-C0E867C09D97}" type="presParOf" srcId="{05AA5BC4-9DE8-4757-8FBC-A176AC72D977}" destId="{DBF9B43C-EFCD-4F94-B725-2C2B0F4DEABF}" srcOrd="4" destOrd="0" presId="urn:microsoft.com/office/officeart/2008/layout/AlternatingHexagons"/>
    <dgm:cxn modelId="{8DC8C54A-2C78-417E-90D3-A1834F0D5F58}" type="presParOf" srcId="{D525B6D8-0669-4738-86F9-E13011DEE9F4}" destId="{DBD1D0CF-6249-4D3B-A0B7-88988B655299}" srcOrd="1" destOrd="0" presId="urn:microsoft.com/office/officeart/2008/layout/AlternatingHexagons"/>
    <dgm:cxn modelId="{23F052AC-1430-4ACE-BD4A-A17F84722CCD}" type="presParOf" srcId="{D525B6D8-0669-4738-86F9-E13011DEE9F4}" destId="{D224B6E9-8288-41FE-8DAB-A038E18D527D}" srcOrd="2" destOrd="0" presId="urn:microsoft.com/office/officeart/2008/layout/AlternatingHexagons"/>
    <dgm:cxn modelId="{929F1805-8DC7-4909-821F-319594198EC1}" type="presParOf" srcId="{D224B6E9-8288-41FE-8DAB-A038E18D527D}" destId="{375A3E3D-9692-4B9C-93CB-7E167D9C2D7E}" srcOrd="0" destOrd="0" presId="urn:microsoft.com/office/officeart/2008/layout/AlternatingHexagons"/>
    <dgm:cxn modelId="{E3D3E20D-63B5-4A79-95D0-FED04F4D51A9}" type="presParOf" srcId="{D224B6E9-8288-41FE-8DAB-A038E18D527D}" destId="{F7A12A28-06EA-4456-B411-CB9E1B1CCB6F}" srcOrd="1" destOrd="0" presId="urn:microsoft.com/office/officeart/2008/layout/AlternatingHexagons"/>
    <dgm:cxn modelId="{720EED22-3357-4758-8485-2202A1388402}" type="presParOf" srcId="{D224B6E9-8288-41FE-8DAB-A038E18D527D}" destId="{4EFB4717-E67F-4199-9DF2-09107695C0BF}" srcOrd="2" destOrd="0" presId="urn:microsoft.com/office/officeart/2008/layout/AlternatingHexagons"/>
    <dgm:cxn modelId="{8AD41A42-FFFF-42D3-A675-155694B0C22D}" type="presParOf" srcId="{D224B6E9-8288-41FE-8DAB-A038E18D527D}" destId="{424DB608-8270-4680-BF14-6DAA3C6D1062}" srcOrd="3" destOrd="0" presId="urn:microsoft.com/office/officeart/2008/layout/AlternatingHexagons"/>
    <dgm:cxn modelId="{5D10D902-1959-4CD6-8BC8-AA0EDC33ACDF}" type="presParOf" srcId="{D224B6E9-8288-41FE-8DAB-A038E18D527D}" destId="{F97BF9BF-987F-4550-9F6B-4DB0A9BF7674}" srcOrd="4" destOrd="0" presId="urn:microsoft.com/office/officeart/2008/layout/AlternatingHexagons"/>
    <dgm:cxn modelId="{9B35A5A0-8EFB-4153-93C1-B88C273ED149}" type="presParOf" srcId="{D525B6D8-0669-4738-86F9-E13011DEE9F4}" destId="{FA858A61-F02E-4FCE-887D-422758F5BED9}" srcOrd="3" destOrd="0" presId="urn:microsoft.com/office/officeart/2008/layout/AlternatingHexagons"/>
    <dgm:cxn modelId="{728BF788-A3BC-43F4-BCA1-309EE78C6250}" type="presParOf" srcId="{D525B6D8-0669-4738-86F9-E13011DEE9F4}" destId="{BB75B2B6-49A8-40DE-986B-E6F290B611A2}" srcOrd="4" destOrd="0" presId="urn:microsoft.com/office/officeart/2008/layout/AlternatingHexagons"/>
    <dgm:cxn modelId="{AFD3D214-DE5D-4E98-B710-ED7AC4021C5E}" type="presParOf" srcId="{BB75B2B6-49A8-40DE-986B-E6F290B611A2}" destId="{7F2E3B29-4783-42F3-9E87-7F96AFDCA93A}" srcOrd="0" destOrd="0" presId="urn:microsoft.com/office/officeart/2008/layout/AlternatingHexagons"/>
    <dgm:cxn modelId="{370CD7A6-D103-463E-827A-6A791589F8CF}" type="presParOf" srcId="{BB75B2B6-49A8-40DE-986B-E6F290B611A2}" destId="{89AC41DC-4902-43D8-9ABE-BAD1E134F55B}" srcOrd="1" destOrd="0" presId="urn:microsoft.com/office/officeart/2008/layout/AlternatingHexagons"/>
    <dgm:cxn modelId="{B99E30C6-D55E-4956-970A-2D9D307FD781}" type="presParOf" srcId="{BB75B2B6-49A8-40DE-986B-E6F290B611A2}" destId="{9A079012-CE18-443F-AF88-515DF87ACDA9}" srcOrd="2" destOrd="0" presId="urn:microsoft.com/office/officeart/2008/layout/AlternatingHexagons"/>
    <dgm:cxn modelId="{11EF2B93-2462-43E5-B209-9BC7EAF8E1BD}" type="presParOf" srcId="{BB75B2B6-49A8-40DE-986B-E6F290B611A2}" destId="{CEFCE671-8F16-4CE4-AAF6-509329E9DDE7}" srcOrd="3" destOrd="0" presId="urn:microsoft.com/office/officeart/2008/layout/AlternatingHexagons"/>
    <dgm:cxn modelId="{7613816B-8A89-436F-B8FA-33BD58678CB5}" type="presParOf" srcId="{BB75B2B6-49A8-40DE-986B-E6F290B611A2}" destId="{01932AB7-ED59-47B8-AA3E-FA7E2811BADB}" srcOrd="4" destOrd="0" presId="urn:microsoft.com/office/officeart/2008/layout/AlternatingHexagons"/>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C01CDF-66F4-4D0B-B20A-81A7B760FCAD}" type="doc">
      <dgm:prSet loTypeId="urn:microsoft.com/office/officeart/2008/layout/AlternatingHexagons" loCatId="list" qsTypeId="urn:microsoft.com/office/officeart/2005/8/quickstyle/simple1" qsCatId="simple" csTypeId="urn:microsoft.com/office/officeart/2005/8/colors/colorful4" csCatId="colorful" phldr="1"/>
      <dgm:spPr/>
      <dgm:t>
        <a:bodyPr/>
        <a:lstStyle/>
        <a:p>
          <a:endParaRPr lang="es-CO"/>
        </a:p>
      </dgm:t>
    </dgm:pt>
    <dgm:pt modelId="{B7BAAF18-3629-41FB-9965-E08E34C68F11}">
      <dgm:prSet phldrT="[Texto]" custT="1"/>
      <dgm:spPr>
        <a:scene3d>
          <a:camera prst="orthographicFront"/>
          <a:lightRig rig="threePt" dir="t"/>
        </a:scene3d>
        <a:sp3d>
          <a:bevelT w="152400" h="50800" prst="softRound"/>
          <a:bevelB prst="slope"/>
        </a:sp3d>
      </dgm:spPr>
      <dgm:t>
        <a:bodyPr/>
        <a:lstStyle/>
        <a:p>
          <a:r>
            <a:rPr lang="es-ES" sz="2400" b="1" dirty="0"/>
            <a:t>Formato F023</a:t>
          </a:r>
          <a:endParaRPr lang="es-CO" sz="2400" b="1" dirty="0"/>
        </a:p>
      </dgm:t>
    </dgm:pt>
    <dgm:pt modelId="{AF3C75D3-5485-4807-B8C9-E3F090EB5E2F}" type="parTrans" cxnId="{9F340051-D8F9-4BD3-9821-77BF2B34CE4F}">
      <dgm:prSet/>
      <dgm:spPr/>
      <dgm:t>
        <a:bodyPr/>
        <a:lstStyle/>
        <a:p>
          <a:endParaRPr lang="es-CO"/>
        </a:p>
      </dgm:t>
    </dgm:pt>
    <dgm:pt modelId="{C5F18F78-9659-4659-B61B-8077138B67F6}" type="sibTrans" cxnId="{9F340051-D8F9-4BD3-9821-77BF2B34CE4F}">
      <dgm:prSet custT="1"/>
      <dgm:spPr>
        <a:scene3d>
          <a:camera prst="orthographicFront"/>
          <a:lightRig rig="threePt" dir="t"/>
        </a:scene3d>
        <a:sp3d>
          <a:bevelT w="152400" h="50800" prst="softRound"/>
          <a:bevelB w="114300" prst="artDeco"/>
        </a:sp3d>
      </dgm:spPr>
      <dgm:t>
        <a:bodyPr/>
        <a:lstStyle/>
        <a:p>
          <a:r>
            <a:rPr lang="es-ES" sz="2800" b="1" dirty="0"/>
            <a:t>Lista de asistencia</a:t>
          </a:r>
          <a:endParaRPr lang="es-CO" sz="2800" b="1" dirty="0"/>
        </a:p>
      </dgm:t>
    </dgm:pt>
    <dgm:pt modelId="{5B5D950E-787E-4988-9DC7-2E6F3BAF2D00}">
      <dgm:prSet custT="1"/>
      <dgm:spPr>
        <a:scene3d>
          <a:camera prst="orthographicFront"/>
          <a:lightRig rig="threePt" dir="t"/>
        </a:scene3d>
        <a:sp3d>
          <a:bevelT w="114300" prst="hardEdge"/>
        </a:sp3d>
      </dgm:spPr>
      <dgm:t>
        <a:bodyPr/>
        <a:lstStyle/>
        <a:p>
          <a:r>
            <a:rPr lang="es-ES" sz="2800" b="1" dirty="0"/>
            <a:t>Share</a:t>
          </a:r>
        </a:p>
        <a:p>
          <a:r>
            <a:rPr lang="es-ES" sz="2800" b="1" dirty="0"/>
            <a:t>Point</a:t>
          </a:r>
          <a:endParaRPr lang="es-CO" sz="2800" b="1" dirty="0"/>
        </a:p>
      </dgm:t>
    </dgm:pt>
    <dgm:pt modelId="{31DC4036-8842-480F-8987-191FE7D85EDA}" type="parTrans" cxnId="{E4C85FAF-F24C-456A-8EF0-C8F7781E1B7F}">
      <dgm:prSet/>
      <dgm:spPr/>
      <dgm:t>
        <a:bodyPr/>
        <a:lstStyle/>
        <a:p>
          <a:endParaRPr lang="es-CO"/>
        </a:p>
      </dgm:t>
    </dgm:pt>
    <dgm:pt modelId="{A89230E0-5937-490E-8581-17D484679725}" type="sibTrans" cxnId="{E4C85FAF-F24C-456A-8EF0-C8F7781E1B7F}">
      <dgm:prSet/>
      <dgm:spPr>
        <a:scene3d>
          <a:camera prst="orthographicFront"/>
          <a:lightRig rig="threePt" dir="t"/>
        </a:scene3d>
        <a:sp3d>
          <a:bevelT prst="relaxedInset"/>
        </a:sp3d>
      </dgm:spPr>
      <dgm:t>
        <a:bodyPr/>
        <a:lstStyle/>
        <a:p>
          <a:r>
            <a:rPr lang="es-ES" b="1" dirty="0"/>
            <a:t>Grabación Reunión</a:t>
          </a:r>
          <a:endParaRPr lang="es-CO" b="1" dirty="0"/>
        </a:p>
      </dgm:t>
    </dgm:pt>
    <dgm:pt modelId="{D525B6D8-0669-4738-86F9-E13011DEE9F4}" type="pres">
      <dgm:prSet presAssocID="{A8C01CDF-66F4-4D0B-B20A-81A7B760FCAD}" presName="Name0" presStyleCnt="0">
        <dgm:presLayoutVars>
          <dgm:chMax/>
          <dgm:chPref/>
          <dgm:dir/>
          <dgm:animLvl val="lvl"/>
        </dgm:presLayoutVars>
      </dgm:prSet>
      <dgm:spPr/>
    </dgm:pt>
    <dgm:pt modelId="{5ABD472D-05AA-45E7-AB59-1796A0B0D277}" type="pres">
      <dgm:prSet presAssocID="{B7BAAF18-3629-41FB-9965-E08E34C68F11}" presName="composite" presStyleCnt="0"/>
      <dgm:spPr/>
    </dgm:pt>
    <dgm:pt modelId="{C6BFF47B-D8E2-457B-BE9D-340C2DB37C5F}" type="pres">
      <dgm:prSet presAssocID="{B7BAAF18-3629-41FB-9965-E08E34C68F11}" presName="Parent1" presStyleLbl="node1" presStyleIdx="0" presStyleCnt="4" custScaleX="106877" custScaleY="98093" custLinFactNeighborX="5319" custLinFactNeighborY="11357">
        <dgm:presLayoutVars>
          <dgm:chMax val="1"/>
          <dgm:chPref val="1"/>
          <dgm:bulletEnabled val="1"/>
        </dgm:presLayoutVars>
      </dgm:prSet>
      <dgm:spPr/>
    </dgm:pt>
    <dgm:pt modelId="{9F41B77C-FE4B-4C12-A27C-CDD600F2FC7D}" type="pres">
      <dgm:prSet presAssocID="{B7BAAF18-3629-41FB-9965-E08E34C68F11}" presName="Childtext1" presStyleLbl="revTx" presStyleIdx="0" presStyleCnt="2">
        <dgm:presLayoutVars>
          <dgm:chMax val="0"/>
          <dgm:chPref val="0"/>
          <dgm:bulletEnabled val="1"/>
        </dgm:presLayoutVars>
      </dgm:prSet>
      <dgm:spPr/>
    </dgm:pt>
    <dgm:pt modelId="{45846089-6B0E-49BD-9510-4DD238CD5A2A}" type="pres">
      <dgm:prSet presAssocID="{B7BAAF18-3629-41FB-9965-E08E34C68F11}" presName="BalanceSpacing" presStyleCnt="0"/>
      <dgm:spPr/>
    </dgm:pt>
    <dgm:pt modelId="{C2ABC170-AB3E-4CCC-9E56-E5F89F3D1B77}" type="pres">
      <dgm:prSet presAssocID="{B7BAAF18-3629-41FB-9965-E08E34C68F11}" presName="BalanceSpacing1" presStyleCnt="0"/>
      <dgm:spPr/>
    </dgm:pt>
    <dgm:pt modelId="{C99E2D43-57B7-40C3-AD1C-C8F3BC31E082}" type="pres">
      <dgm:prSet presAssocID="{C5F18F78-9659-4659-B61B-8077138B67F6}" presName="Accent1Text" presStyleLbl="node1" presStyleIdx="1" presStyleCnt="4" custScaleX="123639" custScaleY="100043" custLinFactNeighborX="-8723" custLinFactNeighborY="8176"/>
      <dgm:spPr/>
    </dgm:pt>
    <dgm:pt modelId="{4BA29902-0E33-400A-B819-6B45459AF5A5}" type="pres">
      <dgm:prSet presAssocID="{C5F18F78-9659-4659-B61B-8077138B67F6}" presName="spaceBetweenRectangles" presStyleCnt="0"/>
      <dgm:spPr/>
    </dgm:pt>
    <dgm:pt modelId="{6C125279-888F-4F7A-9D99-51ED12EEDA9E}" type="pres">
      <dgm:prSet presAssocID="{5B5D950E-787E-4988-9DC7-2E6F3BAF2D00}" presName="composite" presStyleCnt="0"/>
      <dgm:spPr/>
    </dgm:pt>
    <dgm:pt modelId="{2545C4BB-EA02-4FB6-A259-0FD05A9448A8}" type="pres">
      <dgm:prSet presAssocID="{5B5D950E-787E-4988-9DC7-2E6F3BAF2D00}" presName="Parent1" presStyleLbl="node1" presStyleIdx="2" presStyleCnt="4" custScaleX="115962" custLinFactNeighborX="-8995" custLinFactNeighborY="6724">
        <dgm:presLayoutVars>
          <dgm:chMax val="1"/>
          <dgm:chPref val="1"/>
          <dgm:bulletEnabled val="1"/>
        </dgm:presLayoutVars>
      </dgm:prSet>
      <dgm:spPr/>
    </dgm:pt>
    <dgm:pt modelId="{F1217CCF-831A-4C90-877A-B67358AAAAF0}" type="pres">
      <dgm:prSet presAssocID="{5B5D950E-787E-4988-9DC7-2E6F3BAF2D00}" presName="Childtext1" presStyleLbl="revTx" presStyleIdx="1" presStyleCnt="2">
        <dgm:presLayoutVars>
          <dgm:chMax val="0"/>
          <dgm:chPref val="0"/>
          <dgm:bulletEnabled val="1"/>
        </dgm:presLayoutVars>
      </dgm:prSet>
      <dgm:spPr/>
    </dgm:pt>
    <dgm:pt modelId="{079399C9-7FED-4F80-8CE1-0FAE679111C9}" type="pres">
      <dgm:prSet presAssocID="{5B5D950E-787E-4988-9DC7-2E6F3BAF2D00}" presName="BalanceSpacing" presStyleCnt="0"/>
      <dgm:spPr/>
    </dgm:pt>
    <dgm:pt modelId="{32C7A7ED-5560-409F-AF2E-5F6F4B1316D0}" type="pres">
      <dgm:prSet presAssocID="{5B5D950E-787E-4988-9DC7-2E6F3BAF2D00}" presName="BalanceSpacing1" presStyleCnt="0"/>
      <dgm:spPr/>
    </dgm:pt>
    <dgm:pt modelId="{550FAB76-116D-4A43-8AB3-4FD1FD7EAE26}" type="pres">
      <dgm:prSet presAssocID="{A89230E0-5937-490E-8581-17D484679725}" presName="Accent1Text" presStyleLbl="node1" presStyleIdx="3" presStyleCnt="4" custLinFactNeighborX="671" custLinFactNeighborY="8176"/>
      <dgm:spPr/>
    </dgm:pt>
  </dgm:ptLst>
  <dgm:cxnLst>
    <dgm:cxn modelId="{44CCE82F-DCBA-4550-AE6F-FE45E1D5AA5A}" type="presOf" srcId="{B7BAAF18-3629-41FB-9965-E08E34C68F11}" destId="{C6BFF47B-D8E2-457B-BE9D-340C2DB37C5F}" srcOrd="0" destOrd="0" presId="urn:microsoft.com/office/officeart/2008/layout/AlternatingHexagons"/>
    <dgm:cxn modelId="{3122F54C-FDB7-41BE-8205-16356C14FE50}" type="presOf" srcId="{A89230E0-5937-490E-8581-17D484679725}" destId="{550FAB76-116D-4A43-8AB3-4FD1FD7EAE26}" srcOrd="0" destOrd="0" presId="urn:microsoft.com/office/officeart/2008/layout/AlternatingHexagons"/>
    <dgm:cxn modelId="{9F340051-D8F9-4BD3-9821-77BF2B34CE4F}" srcId="{A8C01CDF-66F4-4D0B-B20A-81A7B760FCAD}" destId="{B7BAAF18-3629-41FB-9965-E08E34C68F11}" srcOrd="0" destOrd="0" parTransId="{AF3C75D3-5485-4807-B8C9-E3F090EB5E2F}" sibTransId="{C5F18F78-9659-4659-B61B-8077138B67F6}"/>
    <dgm:cxn modelId="{CCA79878-1A98-4915-8E62-99A7CE795367}" type="presOf" srcId="{C5F18F78-9659-4659-B61B-8077138B67F6}" destId="{C99E2D43-57B7-40C3-AD1C-C8F3BC31E082}" srcOrd="0" destOrd="0" presId="urn:microsoft.com/office/officeart/2008/layout/AlternatingHexagons"/>
    <dgm:cxn modelId="{200E4A82-CF24-4198-8D7E-102EE5E7FBD0}" type="presOf" srcId="{A8C01CDF-66F4-4D0B-B20A-81A7B760FCAD}" destId="{D525B6D8-0669-4738-86F9-E13011DEE9F4}" srcOrd="0" destOrd="0" presId="urn:microsoft.com/office/officeart/2008/layout/AlternatingHexagons"/>
    <dgm:cxn modelId="{062D7B9E-FE2D-48D4-94D6-08AD0EEA5CAC}" type="presOf" srcId="{5B5D950E-787E-4988-9DC7-2E6F3BAF2D00}" destId="{2545C4BB-EA02-4FB6-A259-0FD05A9448A8}" srcOrd="0" destOrd="0" presId="urn:microsoft.com/office/officeart/2008/layout/AlternatingHexagons"/>
    <dgm:cxn modelId="{E4C85FAF-F24C-456A-8EF0-C8F7781E1B7F}" srcId="{A8C01CDF-66F4-4D0B-B20A-81A7B760FCAD}" destId="{5B5D950E-787E-4988-9DC7-2E6F3BAF2D00}" srcOrd="1" destOrd="0" parTransId="{31DC4036-8842-480F-8987-191FE7D85EDA}" sibTransId="{A89230E0-5937-490E-8581-17D484679725}"/>
    <dgm:cxn modelId="{0FD2BB09-D6B9-405A-B827-165FB5A99F33}" type="presParOf" srcId="{D525B6D8-0669-4738-86F9-E13011DEE9F4}" destId="{5ABD472D-05AA-45E7-AB59-1796A0B0D277}" srcOrd="0" destOrd="0" presId="urn:microsoft.com/office/officeart/2008/layout/AlternatingHexagons"/>
    <dgm:cxn modelId="{E6D51C8B-D5DF-4770-B06F-1B7E07F0B545}" type="presParOf" srcId="{5ABD472D-05AA-45E7-AB59-1796A0B0D277}" destId="{C6BFF47B-D8E2-457B-BE9D-340C2DB37C5F}" srcOrd="0" destOrd="0" presId="urn:microsoft.com/office/officeart/2008/layout/AlternatingHexagons"/>
    <dgm:cxn modelId="{1C918F7E-21A6-4886-B026-0E4E54E38CF0}" type="presParOf" srcId="{5ABD472D-05AA-45E7-AB59-1796A0B0D277}" destId="{9F41B77C-FE4B-4C12-A27C-CDD600F2FC7D}" srcOrd="1" destOrd="0" presId="urn:microsoft.com/office/officeart/2008/layout/AlternatingHexagons"/>
    <dgm:cxn modelId="{0467A737-421B-4071-8699-37C2D77B9CD2}" type="presParOf" srcId="{5ABD472D-05AA-45E7-AB59-1796A0B0D277}" destId="{45846089-6B0E-49BD-9510-4DD238CD5A2A}" srcOrd="2" destOrd="0" presId="urn:microsoft.com/office/officeart/2008/layout/AlternatingHexagons"/>
    <dgm:cxn modelId="{B7815E23-2EB5-4DCD-9008-96615DD21A28}" type="presParOf" srcId="{5ABD472D-05AA-45E7-AB59-1796A0B0D277}" destId="{C2ABC170-AB3E-4CCC-9E56-E5F89F3D1B77}" srcOrd="3" destOrd="0" presId="urn:microsoft.com/office/officeart/2008/layout/AlternatingHexagons"/>
    <dgm:cxn modelId="{9173D552-6233-4FF7-A2D6-1487FC292259}" type="presParOf" srcId="{5ABD472D-05AA-45E7-AB59-1796A0B0D277}" destId="{C99E2D43-57B7-40C3-AD1C-C8F3BC31E082}" srcOrd="4" destOrd="0" presId="urn:microsoft.com/office/officeart/2008/layout/AlternatingHexagons"/>
    <dgm:cxn modelId="{C9BAB936-F0C3-4234-96A4-B1AAC7C89809}" type="presParOf" srcId="{D525B6D8-0669-4738-86F9-E13011DEE9F4}" destId="{4BA29902-0E33-400A-B819-6B45459AF5A5}" srcOrd="1" destOrd="0" presId="urn:microsoft.com/office/officeart/2008/layout/AlternatingHexagons"/>
    <dgm:cxn modelId="{53C71798-E2F8-4810-9BDB-54CFE0147683}" type="presParOf" srcId="{D525B6D8-0669-4738-86F9-E13011DEE9F4}" destId="{6C125279-888F-4F7A-9D99-51ED12EEDA9E}" srcOrd="2" destOrd="0" presId="urn:microsoft.com/office/officeart/2008/layout/AlternatingHexagons"/>
    <dgm:cxn modelId="{7761BE23-C0D4-4119-A6A9-81A34AA3AAD1}" type="presParOf" srcId="{6C125279-888F-4F7A-9D99-51ED12EEDA9E}" destId="{2545C4BB-EA02-4FB6-A259-0FD05A9448A8}" srcOrd="0" destOrd="0" presId="urn:microsoft.com/office/officeart/2008/layout/AlternatingHexagons"/>
    <dgm:cxn modelId="{8A19DFEA-1A19-4DD2-9A99-099709D65CC7}" type="presParOf" srcId="{6C125279-888F-4F7A-9D99-51ED12EEDA9E}" destId="{F1217CCF-831A-4C90-877A-B67358AAAAF0}" srcOrd="1" destOrd="0" presId="urn:microsoft.com/office/officeart/2008/layout/AlternatingHexagons"/>
    <dgm:cxn modelId="{55386FCE-4179-40BF-B5D2-3ECE83624673}" type="presParOf" srcId="{6C125279-888F-4F7A-9D99-51ED12EEDA9E}" destId="{079399C9-7FED-4F80-8CE1-0FAE679111C9}" srcOrd="2" destOrd="0" presId="urn:microsoft.com/office/officeart/2008/layout/AlternatingHexagons"/>
    <dgm:cxn modelId="{1E3854EB-8058-452F-B827-53A2B925A98B}" type="presParOf" srcId="{6C125279-888F-4F7A-9D99-51ED12EEDA9E}" destId="{32C7A7ED-5560-409F-AF2E-5F6F4B1316D0}" srcOrd="3" destOrd="0" presId="urn:microsoft.com/office/officeart/2008/layout/AlternatingHexagons"/>
    <dgm:cxn modelId="{416E619F-85F8-4AA5-89C7-567FC705F0F6}" type="presParOf" srcId="{6C125279-888F-4F7A-9D99-51ED12EEDA9E}" destId="{550FAB76-116D-4A43-8AB3-4FD1FD7EAE26}"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A9E703-D419-4926-AE70-0E6167654C0D}" type="doc">
      <dgm:prSet loTypeId="urn:microsoft.com/office/officeart/2016/7/layout/RepeatingBendingProcessNew" loCatId="process" qsTypeId="urn:microsoft.com/office/officeart/2005/8/quickstyle/3d3" qsCatId="3D" csTypeId="urn:microsoft.com/office/officeart/2005/8/colors/colorful5" csCatId="colorful" phldr="1"/>
      <dgm:spPr/>
      <dgm:t>
        <a:bodyPr/>
        <a:lstStyle/>
        <a:p>
          <a:endParaRPr lang="en-US"/>
        </a:p>
      </dgm:t>
    </dgm:pt>
    <dgm:pt modelId="{4A35DA59-A406-4362-A239-5D8A307C638D}">
      <dgm:prSet custT="1"/>
      <dgm:spPr/>
      <dgm:t>
        <a:bodyPr/>
        <a:lstStyle/>
        <a:p>
          <a:r>
            <a:rPr lang="es-CO" sz="1600" b="1" dirty="0">
              <a:solidFill>
                <a:schemeClr val="tx1"/>
              </a:solidFill>
            </a:rPr>
            <a:t>1</a:t>
          </a:r>
          <a:r>
            <a:rPr lang="es-CO" sz="1600" dirty="0">
              <a:solidFill>
                <a:schemeClr val="tx1"/>
              </a:solidFill>
            </a:rPr>
            <a:t>. Fotocopia del documento de identidad vigente. (150%)</a:t>
          </a:r>
          <a:endParaRPr lang="en-US" sz="1600" dirty="0">
            <a:solidFill>
              <a:schemeClr val="tx1"/>
            </a:solidFill>
          </a:endParaRPr>
        </a:p>
      </dgm:t>
    </dgm:pt>
    <dgm:pt modelId="{EE953EF0-C434-44E3-BD45-B600ACAAC36B}" type="parTrans" cxnId="{64B315EE-5D2E-4771-AAAF-3AA35A686B02}">
      <dgm:prSet/>
      <dgm:spPr/>
      <dgm:t>
        <a:bodyPr/>
        <a:lstStyle/>
        <a:p>
          <a:endParaRPr lang="en-US" sz="1600">
            <a:solidFill>
              <a:schemeClr val="tx1"/>
            </a:solidFill>
          </a:endParaRPr>
        </a:p>
      </dgm:t>
    </dgm:pt>
    <dgm:pt modelId="{D813D95E-B390-4382-A923-CD0EED0635B3}" type="sibTrans" cxnId="{64B315EE-5D2E-4771-AAAF-3AA35A686B02}">
      <dgm:prSet custT="1"/>
      <dgm:spPr/>
      <dgm:t>
        <a:bodyPr/>
        <a:lstStyle/>
        <a:p>
          <a:endParaRPr lang="en-US" sz="1600">
            <a:solidFill>
              <a:schemeClr val="tx1"/>
            </a:solidFill>
          </a:endParaRPr>
        </a:p>
      </dgm:t>
    </dgm:pt>
    <dgm:pt modelId="{2F5B07D9-034B-47AB-B4C4-A2F06356AA0B}">
      <dgm:prSet custT="1"/>
      <dgm:spPr/>
      <dgm:t>
        <a:bodyPr/>
        <a:lstStyle/>
        <a:p>
          <a:r>
            <a:rPr lang="es-CO" sz="1600" dirty="0">
              <a:solidFill>
                <a:schemeClr val="tx1"/>
              </a:solidFill>
            </a:rPr>
            <a:t>2. Fotografía carnet Sena destruido o carta donde indique su caso</a:t>
          </a:r>
          <a:endParaRPr lang="en-US" sz="1600" dirty="0">
            <a:solidFill>
              <a:schemeClr val="tx1"/>
            </a:solidFill>
          </a:endParaRPr>
        </a:p>
      </dgm:t>
    </dgm:pt>
    <dgm:pt modelId="{2F6F2240-217E-4383-A5C5-E5739467E659}" type="parTrans" cxnId="{03FBE62C-EB7F-4045-AC71-FDB7B602CD83}">
      <dgm:prSet/>
      <dgm:spPr/>
      <dgm:t>
        <a:bodyPr/>
        <a:lstStyle/>
        <a:p>
          <a:endParaRPr lang="en-US" sz="1600">
            <a:solidFill>
              <a:schemeClr val="tx1"/>
            </a:solidFill>
          </a:endParaRPr>
        </a:p>
      </dgm:t>
    </dgm:pt>
    <dgm:pt modelId="{D1AA77F9-FC2A-427A-BBF8-1D14E4549126}" type="sibTrans" cxnId="{03FBE62C-EB7F-4045-AC71-FDB7B602CD83}">
      <dgm:prSet custT="1"/>
      <dgm:spPr/>
      <dgm:t>
        <a:bodyPr/>
        <a:lstStyle/>
        <a:p>
          <a:endParaRPr lang="en-US" sz="1600">
            <a:solidFill>
              <a:schemeClr val="tx1"/>
            </a:solidFill>
          </a:endParaRPr>
        </a:p>
      </dgm:t>
    </dgm:pt>
    <dgm:pt modelId="{6D4A9950-8741-40C0-805A-A44F383EF622}">
      <dgm:prSet custT="1"/>
      <dgm:spPr/>
      <dgm:t>
        <a:bodyPr/>
        <a:lstStyle/>
        <a:p>
          <a:r>
            <a:rPr lang="es-CO" sz="1600" dirty="0">
              <a:solidFill>
                <a:schemeClr val="tx1"/>
              </a:solidFill>
            </a:rPr>
            <a:t>3. Certificado de la Agencia Pública de empleo SENA. Con datos actualizados</a:t>
          </a:r>
          <a:endParaRPr lang="en-US" sz="1600" dirty="0">
            <a:solidFill>
              <a:schemeClr val="tx1"/>
            </a:solidFill>
          </a:endParaRPr>
        </a:p>
      </dgm:t>
    </dgm:pt>
    <dgm:pt modelId="{37A71D54-556A-433E-8760-1193C9EDC8F0}" type="parTrans" cxnId="{62BFEB1A-4D97-4B97-9901-95AB7CE5DC04}">
      <dgm:prSet/>
      <dgm:spPr/>
      <dgm:t>
        <a:bodyPr/>
        <a:lstStyle/>
        <a:p>
          <a:endParaRPr lang="en-US" sz="1600">
            <a:solidFill>
              <a:schemeClr val="tx1"/>
            </a:solidFill>
          </a:endParaRPr>
        </a:p>
      </dgm:t>
    </dgm:pt>
    <dgm:pt modelId="{F50E82AE-D029-42FC-8FF9-EA4B81C6C482}" type="sibTrans" cxnId="{62BFEB1A-4D97-4B97-9901-95AB7CE5DC04}">
      <dgm:prSet custT="1"/>
      <dgm:spPr/>
      <dgm:t>
        <a:bodyPr/>
        <a:lstStyle/>
        <a:p>
          <a:endParaRPr lang="en-US" sz="1600">
            <a:solidFill>
              <a:schemeClr val="tx1"/>
            </a:solidFill>
          </a:endParaRPr>
        </a:p>
      </dgm:t>
    </dgm:pt>
    <dgm:pt modelId="{1201F0AE-1CAF-4303-BB18-B509B455E2C3}">
      <dgm:prSet custT="1"/>
      <dgm:spPr/>
      <dgm:t>
        <a:bodyPr/>
        <a:lstStyle/>
        <a:p>
          <a:r>
            <a:rPr lang="es-CO" sz="1600" dirty="0">
              <a:solidFill>
                <a:schemeClr val="tx1"/>
              </a:solidFill>
            </a:rPr>
            <a:t>4. Pantallazo de actualización de datos SENA Sofía. </a:t>
          </a:r>
          <a:endParaRPr lang="en-US" sz="1600" dirty="0">
            <a:solidFill>
              <a:schemeClr val="tx1"/>
            </a:solidFill>
          </a:endParaRPr>
        </a:p>
      </dgm:t>
    </dgm:pt>
    <dgm:pt modelId="{2195F0FB-6900-4CFF-9620-AE092688A329}" type="parTrans" cxnId="{87F6FBC6-E8BE-4543-B3C5-C26344FF611D}">
      <dgm:prSet/>
      <dgm:spPr/>
      <dgm:t>
        <a:bodyPr/>
        <a:lstStyle/>
        <a:p>
          <a:endParaRPr lang="en-US" sz="1600">
            <a:solidFill>
              <a:schemeClr val="tx1"/>
            </a:solidFill>
          </a:endParaRPr>
        </a:p>
      </dgm:t>
    </dgm:pt>
    <dgm:pt modelId="{575447F3-F2C0-4013-82C3-5E07F90874E5}" type="sibTrans" cxnId="{87F6FBC6-E8BE-4543-B3C5-C26344FF611D}">
      <dgm:prSet custT="1"/>
      <dgm:spPr/>
      <dgm:t>
        <a:bodyPr/>
        <a:lstStyle/>
        <a:p>
          <a:endParaRPr lang="en-US" sz="1600">
            <a:solidFill>
              <a:schemeClr val="tx1"/>
            </a:solidFill>
          </a:endParaRPr>
        </a:p>
      </dgm:t>
    </dgm:pt>
    <dgm:pt modelId="{3019CCF6-E41B-492D-BC6C-2613EF87BAC9}">
      <dgm:prSet custT="1"/>
      <dgm:spPr/>
      <dgm:t>
        <a:bodyPr/>
        <a:lstStyle/>
        <a:p>
          <a:r>
            <a:rPr lang="es-CO" sz="1600" dirty="0">
              <a:solidFill>
                <a:schemeClr val="tx1"/>
              </a:solidFill>
            </a:rPr>
            <a:t>5. Resultado de pruebas TYT o certificado de asistencia (Tecnólogos).</a:t>
          </a:r>
          <a:endParaRPr lang="en-US" sz="1600" dirty="0">
            <a:solidFill>
              <a:schemeClr val="tx1"/>
            </a:solidFill>
          </a:endParaRPr>
        </a:p>
      </dgm:t>
    </dgm:pt>
    <dgm:pt modelId="{40FE0B81-509E-4649-B6B7-6B7D501803C1}" type="parTrans" cxnId="{5DCE985C-D4D9-4E69-8CEC-2EA249EFAB46}">
      <dgm:prSet/>
      <dgm:spPr/>
      <dgm:t>
        <a:bodyPr/>
        <a:lstStyle/>
        <a:p>
          <a:endParaRPr lang="en-US" sz="1600">
            <a:solidFill>
              <a:schemeClr val="tx1"/>
            </a:solidFill>
          </a:endParaRPr>
        </a:p>
      </dgm:t>
    </dgm:pt>
    <dgm:pt modelId="{2E0C15A5-319C-4AF6-8BE5-1D5D86684D40}" type="sibTrans" cxnId="{5DCE985C-D4D9-4E69-8CEC-2EA249EFAB46}">
      <dgm:prSet custT="1"/>
      <dgm:spPr/>
      <dgm:t>
        <a:bodyPr/>
        <a:lstStyle/>
        <a:p>
          <a:endParaRPr lang="en-US" sz="1600">
            <a:solidFill>
              <a:schemeClr val="tx1"/>
            </a:solidFill>
          </a:endParaRPr>
        </a:p>
      </dgm:t>
    </dgm:pt>
    <dgm:pt modelId="{8089FB83-8BA0-4A5E-AA29-7E1CFDE42A84}">
      <dgm:prSet custT="1"/>
      <dgm:spPr/>
      <dgm:t>
        <a:bodyPr/>
        <a:lstStyle/>
        <a:p>
          <a:r>
            <a:rPr lang="es-CO" sz="1600" dirty="0">
              <a:solidFill>
                <a:schemeClr val="tx1"/>
              </a:solidFill>
            </a:rPr>
            <a:t>6. Pantallazo correo aprobación alternativa etapa productiva, (para los aprendices de vínculo laboral – Cámara de comercio y RUT ) </a:t>
          </a:r>
          <a:r>
            <a:rPr lang="es-ES" sz="1600" dirty="0">
              <a:solidFill>
                <a:schemeClr val="tx1"/>
              </a:solidFill>
            </a:rPr>
            <a:t> </a:t>
          </a:r>
          <a:endParaRPr lang="en-US" sz="1600" dirty="0">
            <a:solidFill>
              <a:schemeClr val="tx1"/>
            </a:solidFill>
          </a:endParaRPr>
        </a:p>
      </dgm:t>
    </dgm:pt>
    <dgm:pt modelId="{7F019124-E31F-45A0-B9CD-82ECE88FB9FE}" type="parTrans" cxnId="{7D28856B-016E-4CE6-B1E6-06F16221265A}">
      <dgm:prSet/>
      <dgm:spPr/>
      <dgm:t>
        <a:bodyPr/>
        <a:lstStyle/>
        <a:p>
          <a:endParaRPr lang="en-US" sz="1600">
            <a:solidFill>
              <a:schemeClr val="tx1"/>
            </a:solidFill>
          </a:endParaRPr>
        </a:p>
      </dgm:t>
    </dgm:pt>
    <dgm:pt modelId="{130E5244-FF42-483C-A4DB-550315101328}" type="sibTrans" cxnId="{7D28856B-016E-4CE6-B1E6-06F16221265A}">
      <dgm:prSet custT="1"/>
      <dgm:spPr/>
      <dgm:t>
        <a:bodyPr/>
        <a:lstStyle/>
        <a:p>
          <a:endParaRPr lang="en-US" sz="1600">
            <a:solidFill>
              <a:schemeClr val="tx1"/>
            </a:solidFill>
          </a:endParaRPr>
        </a:p>
      </dgm:t>
    </dgm:pt>
    <dgm:pt modelId="{3DA6DDF2-F22B-4035-8EA3-51DEA5A68D3D}">
      <dgm:prSet custT="1"/>
      <dgm:spPr/>
      <dgm:t>
        <a:bodyPr/>
        <a:lstStyle/>
        <a:p>
          <a:r>
            <a:rPr lang="es-CO" sz="1600" dirty="0">
              <a:solidFill>
                <a:schemeClr val="tx1"/>
              </a:solidFill>
            </a:rPr>
            <a:t>7. Certificación de la empresa con fechas de inicio y finalización etapa productiva.</a:t>
          </a:r>
          <a:endParaRPr lang="en-US" sz="1600" dirty="0">
            <a:solidFill>
              <a:schemeClr val="tx1"/>
            </a:solidFill>
          </a:endParaRPr>
        </a:p>
      </dgm:t>
    </dgm:pt>
    <dgm:pt modelId="{3B29B81D-4F1A-4FE3-86AA-4927C0EDECF2}" type="parTrans" cxnId="{C1EC4B75-8554-4131-BDB9-059C8C3EAC91}">
      <dgm:prSet/>
      <dgm:spPr/>
      <dgm:t>
        <a:bodyPr/>
        <a:lstStyle/>
        <a:p>
          <a:endParaRPr lang="en-US" sz="1600">
            <a:solidFill>
              <a:schemeClr val="tx1"/>
            </a:solidFill>
          </a:endParaRPr>
        </a:p>
      </dgm:t>
    </dgm:pt>
    <dgm:pt modelId="{C55B2FDD-C835-4CB3-937B-9BA7E16C7D0D}" type="sibTrans" cxnId="{C1EC4B75-8554-4131-BDB9-059C8C3EAC91}">
      <dgm:prSet custT="1"/>
      <dgm:spPr/>
      <dgm:t>
        <a:bodyPr/>
        <a:lstStyle/>
        <a:p>
          <a:endParaRPr lang="en-US" sz="1600">
            <a:solidFill>
              <a:schemeClr val="tx1"/>
            </a:solidFill>
          </a:endParaRPr>
        </a:p>
      </dgm:t>
    </dgm:pt>
    <dgm:pt modelId="{1B19E38A-EC28-438B-9912-4CC918E52E3F}">
      <dgm:prSet custT="1"/>
      <dgm:spPr/>
      <dgm:t>
        <a:bodyPr/>
        <a:lstStyle/>
        <a:p>
          <a:pPr>
            <a:lnSpc>
              <a:spcPct val="100000"/>
            </a:lnSpc>
            <a:spcAft>
              <a:spcPts val="0"/>
            </a:spcAft>
          </a:pPr>
          <a:r>
            <a:rPr lang="es-ES" sz="1600" dirty="0">
              <a:solidFill>
                <a:schemeClr val="tx1"/>
              </a:solidFill>
            </a:rPr>
            <a:t>8.Las bitácoras en orden cronológico, debidamente firmadas (versión 3).</a:t>
          </a:r>
        </a:p>
        <a:p>
          <a:pPr>
            <a:lnSpc>
              <a:spcPct val="100000"/>
            </a:lnSpc>
            <a:spcAft>
              <a:spcPts val="0"/>
            </a:spcAft>
          </a:pPr>
          <a:r>
            <a:rPr lang="es-ES" sz="1600" b="0" dirty="0">
              <a:solidFill>
                <a:schemeClr val="tx1"/>
              </a:solidFill>
              <a:latin typeface="+mn-lt"/>
            </a:rPr>
            <a:t>Práctica</a:t>
          </a:r>
          <a:r>
            <a:rPr lang="es-ES" sz="1600" dirty="0">
              <a:solidFill>
                <a:schemeClr val="tx1"/>
              </a:solidFill>
              <a:latin typeface="+mn-lt"/>
            </a:rPr>
            <a:t> de 6 M – 12 B</a:t>
          </a:r>
        </a:p>
        <a:p>
          <a:pPr>
            <a:lnSpc>
              <a:spcPct val="100000"/>
            </a:lnSpc>
            <a:spcAft>
              <a:spcPts val="0"/>
            </a:spcAft>
          </a:pPr>
          <a:r>
            <a:rPr lang="es-ES" sz="1600" b="0" dirty="0">
              <a:solidFill>
                <a:schemeClr val="tx1"/>
              </a:solidFill>
              <a:latin typeface="+mn-lt"/>
            </a:rPr>
            <a:t>Práctica</a:t>
          </a:r>
          <a:r>
            <a:rPr lang="es-ES" sz="1600" dirty="0">
              <a:solidFill>
                <a:schemeClr val="tx1"/>
              </a:solidFill>
              <a:latin typeface="+mn-lt"/>
            </a:rPr>
            <a:t> de 9 M – 18 B</a:t>
          </a:r>
        </a:p>
        <a:p>
          <a:pPr>
            <a:lnSpc>
              <a:spcPct val="100000"/>
            </a:lnSpc>
            <a:spcAft>
              <a:spcPts val="0"/>
            </a:spcAft>
          </a:pPr>
          <a:r>
            <a:rPr lang="es-ES" sz="1600" b="0" dirty="0">
              <a:solidFill>
                <a:schemeClr val="tx1"/>
              </a:solidFill>
              <a:latin typeface="+mn-lt"/>
            </a:rPr>
            <a:t>Práctica de </a:t>
          </a:r>
          <a:r>
            <a:rPr lang="es-ES" sz="1600" dirty="0">
              <a:solidFill>
                <a:schemeClr val="tx1"/>
              </a:solidFill>
              <a:latin typeface="+mn-lt"/>
            </a:rPr>
            <a:t>12 M- 24 B</a:t>
          </a:r>
        </a:p>
      </dgm:t>
    </dgm:pt>
    <dgm:pt modelId="{C7174AC0-653C-4FB6-8F7E-8294462F5F5E}" type="parTrans" cxnId="{E702FAD8-42D6-4246-B50B-B25257A5CF67}">
      <dgm:prSet/>
      <dgm:spPr/>
      <dgm:t>
        <a:bodyPr/>
        <a:lstStyle/>
        <a:p>
          <a:endParaRPr lang="es-ES"/>
        </a:p>
      </dgm:t>
    </dgm:pt>
    <dgm:pt modelId="{FC5FEF43-4C9C-4C74-B602-7A353AEEB347}" type="sibTrans" cxnId="{E702FAD8-42D6-4246-B50B-B25257A5CF67}">
      <dgm:prSet/>
      <dgm:spPr/>
      <dgm:t>
        <a:bodyPr/>
        <a:lstStyle/>
        <a:p>
          <a:endParaRPr lang="es-ES"/>
        </a:p>
      </dgm:t>
    </dgm:pt>
    <dgm:pt modelId="{39331D1E-2444-4C3A-8520-C55F0A6C4CF2}">
      <dgm:prSet custT="1"/>
      <dgm:spPr/>
      <dgm:t>
        <a:bodyPr/>
        <a:lstStyle/>
        <a:p>
          <a:r>
            <a:rPr lang="es-ES" sz="1600" dirty="0">
              <a:solidFill>
                <a:schemeClr val="tx1"/>
              </a:solidFill>
            </a:rPr>
            <a:t>9. Concertación de actividades, visita parcial y visita final, Debidamente firmados</a:t>
          </a:r>
          <a:r>
            <a:rPr lang="es-ES" sz="1200" b="1" dirty="0">
              <a:solidFill>
                <a:schemeClr val="tx1"/>
              </a:solidFill>
              <a:latin typeface="Century Gothic" panose="020B0502020202020204" pitchFamily="34" charset="0"/>
            </a:rPr>
            <a:t>. (F-023 – V 4 / v5)</a:t>
          </a:r>
          <a:endParaRPr lang="es-ES" sz="1200" dirty="0"/>
        </a:p>
      </dgm:t>
    </dgm:pt>
    <dgm:pt modelId="{DF24EF7A-EA15-4D5F-A9A8-455ABB320407}" type="sibTrans" cxnId="{46EAD6EA-F4CE-4905-AF05-BE7747E7C384}">
      <dgm:prSet/>
      <dgm:spPr/>
      <dgm:t>
        <a:bodyPr/>
        <a:lstStyle/>
        <a:p>
          <a:endParaRPr lang="es-ES"/>
        </a:p>
      </dgm:t>
    </dgm:pt>
    <dgm:pt modelId="{74DC28B5-224A-477A-81C9-A0636BB21001}" type="parTrans" cxnId="{46EAD6EA-F4CE-4905-AF05-BE7747E7C384}">
      <dgm:prSet/>
      <dgm:spPr/>
      <dgm:t>
        <a:bodyPr/>
        <a:lstStyle/>
        <a:p>
          <a:endParaRPr lang="es-ES"/>
        </a:p>
      </dgm:t>
    </dgm:pt>
    <dgm:pt modelId="{D4A0A211-1AF6-440D-8517-A08AA4BF3F39}" type="pres">
      <dgm:prSet presAssocID="{B3A9E703-D419-4926-AE70-0E6167654C0D}" presName="Name0" presStyleCnt="0">
        <dgm:presLayoutVars>
          <dgm:dir/>
          <dgm:resizeHandles val="exact"/>
        </dgm:presLayoutVars>
      </dgm:prSet>
      <dgm:spPr/>
    </dgm:pt>
    <dgm:pt modelId="{26B7E947-85AF-40D0-AFCD-63C94ECE3A7F}" type="pres">
      <dgm:prSet presAssocID="{4A35DA59-A406-4362-A239-5D8A307C638D}" presName="node" presStyleLbl="node1" presStyleIdx="0" presStyleCnt="9" custScaleX="109767" custLinFactNeighborY="26460">
        <dgm:presLayoutVars>
          <dgm:bulletEnabled val="1"/>
        </dgm:presLayoutVars>
      </dgm:prSet>
      <dgm:spPr/>
    </dgm:pt>
    <dgm:pt modelId="{67C691A5-E646-4B72-9BDC-899E01BF230D}" type="pres">
      <dgm:prSet presAssocID="{D813D95E-B390-4382-A923-CD0EED0635B3}" presName="sibTrans" presStyleLbl="sibTrans1D1" presStyleIdx="0" presStyleCnt="8"/>
      <dgm:spPr/>
    </dgm:pt>
    <dgm:pt modelId="{6CA3C23C-62B6-492C-8F0F-9AEFF687F46F}" type="pres">
      <dgm:prSet presAssocID="{D813D95E-B390-4382-A923-CD0EED0635B3}" presName="connectorText" presStyleLbl="sibTrans1D1" presStyleIdx="0" presStyleCnt="8"/>
      <dgm:spPr/>
    </dgm:pt>
    <dgm:pt modelId="{FFDC99CB-225E-4304-A877-FDAFA026E779}" type="pres">
      <dgm:prSet presAssocID="{2F5B07D9-034B-47AB-B4C4-A2F06356AA0B}" presName="node" presStyleLbl="node1" presStyleIdx="1" presStyleCnt="9" custScaleX="110581" custLinFactNeighborY="25413">
        <dgm:presLayoutVars>
          <dgm:bulletEnabled val="1"/>
        </dgm:presLayoutVars>
      </dgm:prSet>
      <dgm:spPr/>
    </dgm:pt>
    <dgm:pt modelId="{F461A865-1616-4A79-A4D3-DCEFCECD1BB1}" type="pres">
      <dgm:prSet presAssocID="{D1AA77F9-FC2A-427A-BBF8-1D14E4549126}" presName="sibTrans" presStyleLbl="sibTrans1D1" presStyleIdx="1" presStyleCnt="8"/>
      <dgm:spPr/>
    </dgm:pt>
    <dgm:pt modelId="{A81F9A10-57AC-4F18-8434-419B949F1AB7}" type="pres">
      <dgm:prSet presAssocID="{D1AA77F9-FC2A-427A-BBF8-1D14E4549126}" presName="connectorText" presStyleLbl="sibTrans1D1" presStyleIdx="1" presStyleCnt="8"/>
      <dgm:spPr/>
    </dgm:pt>
    <dgm:pt modelId="{4623ADEF-6738-4F91-8734-8A75CA3B72D7}" type="pres">
      <dgm:prSet presAssocID="{6D4A9950-8741-40C0-805A-A44F383EF622}" presName="node" presStyleLbl="node1" presStyleIdx="2" presStyleCnt="9" custScaleX="111128" custLinFactNeighborY="29101">
        <dgm:presLayoutVars>
          <dgm:bulletEnabled val="1"/>
        </dgm:presLayoutVars>
      </dgm:prSet>
      <dgm:spPr/>
    </dgm:pt>
    <dgm:pt modelId="{29C846C4-EC69-47C9-B2E9-2E63D92F8A4E}" type="pres">
      <dgm:prSet presAssocID="{F50E82AE-D029-42FC-8FF9-EA4B81C6C482}" presName="sibTrans" presStyleLbl="sibTrans1D1" presStyleIdx="2" presStyleCnt="8"/>
      <dgm:spPr/>
    </dgm:pt>
    <dgm:pt modelId="{79F3B3B9-E1F4-40D2-8C55-FEAC619661A2}" type="pres">
      <dgm:prSet presAssocID="{F50E82AE-D029-42FC-8FF9-EA4B81C6C482}" presName="connectorText" presStyleLbl="sibTrans1D1" presStyleIdx="2" presStyleCnt="8"/>
      <dgm:spPr/>
    </dgm:pt>
    <dgm:pt modelId="{949B8400-8BCA-4387-9B03-E845E4DA4AA9}" type="pres">
      <dgm:prSet presAssocID="{1201F0AE-1CAF-4303-BB18-B509B455E2C3}" presName="node" presStyleLbl="node1" presStyleIdx="3" presStyleCnt="9" custScaleX="104446" custLinFactNeighborY="31255">
        <dgm:presLayoutVars>
          <dgm:bulletEnabled val="1"/>
        </dgm:presLayoutVars>
      </dgm:prSet>
      <dgm:spPr/>
    </dgm:pt>
    <dgm:pt modelId="{8B3172E5-3729-48CD-9253-66183B06DD8A}" type="pres">
      <dgm:prSet presAssocID="{575447F3-F2C0-4013-82C3-5E07F90874E5}" presName="sibTrans" presStyleLbl="sibTrans1D1" presStyleIdx="3" presStyleCnt="8"/>
      <dgm:spPr/>
    </dgm:pt>
    <dgm:pt modelId="{AB2655C5-FF87-4BB3-B628-18D6F41FF533}" type="pres">
      <dgm:prSet presAssocID="{575447F3-F2C0-4013-82C3-5E07F90874E5}" presName="connectorText" presStyleLbl="sibTrans1D1" presStyleIdx="3" presStyleCnt="8"/>
      <dgm:spPr/>
    </dgm:pt>
    <dgm:pt modelId="{B7D00F38-5150-4F00-9DD0-CCA190F0D607}" type="pres">
      <dgm:prSet presAssocID="{3019CCF6-E41B-492D-BC6C-2613EF87BAC9}" presName="node" presStyleLbl="node1" presStyleIdx="4" presStyleCnt="9" custScaleX="108803" custScaleY="165145" custLinFactNeighborY="8416">
        <dgm:presLayoutVars>
          <dgm:bulletEnabled val="1"/>
        </dgm:presLayoutVars>
      </dgm:prSet>
      <dgm:spPr/>
    </dgm:pt>
    <dgm:pt modelId="{BAC8C80C-EDB3-4C87-BF5D-565626D2D8C8}" type="pres">
      <dgm:prSet presAssocID="{2E0C15A5-319C-4AF6-8BE5-1D5D86684D40}" presName="sibTrans" presStyleLbl="sibTrans1D1" presStyleIdx="4" presStyleCnt="8"/>
      <dgm:spPr/>
    </dgm:pt>
    <dgm:pt modelId="{FF67AC18-8C3D-4956-93F3-740AA36613B8}" type="pres">
      <dgm:prSet presAssocID="{2E0C15A5-319C-4AF6-8BE5-1D5D86684D40}" presName="connectorText" presStyleLbl="sibTrans1D1" presStyleIdx="4" presStyleCnt="8"/>
      <dgm:spPr/>
    </dgm:pt>
    <dgm:pt modelId="{2EFCBA5B-D4A4-4D5B-8C9F-9E6C3B80A2B8}" type="pres">
      <dgm:prSet presAssocID="{8089FB83-8BA0-4A5E-AA29-7E1CFDE42A84}" presName="node" presStyleLbl="node1" presStyleIdx="5" presStyleCnt="9" custScaleX="109965" custScaleY="169279" custLinFactNeighborY="5520">
        <dgm:presLayoutVars>
          <dgm:bulletEnabled val="1"/>
        </dgm:presLayoutVars>
      </dgm:prSet>
      <dgm:spPr/>
    </dgm:pt>
    <dgm:pt modelId="{D4A423D2-8700-407F-8F45-6B03BA9CF562}" type="pres">
      <dgm:prSet presAssocID="{130E5244-FF42-483C-A4DB-550315101328}" presName="sibTrans" presStyleLbl="sibTrans1D1" presStyleIdx="5" presStyleCnt="8"/>
      <dgm:spPr/>
    </dgm:pt>
    <dgm:pt modelId="{402828D9-99D2-4678-B21E-5471F7054D91}" type="pres">
      <dgm:prSet presAssocID="{130E5244-FF42-483C-A4DB-550315101328}" presName="connectorText" presStyleLbl="sibTrans1D1" presStyleIdx="5" presStyleCnt="8"/>
      <dgm:spPr/>
    </dgm:pt>
    <dgm:pt modelId="{6660A539-C70A-44B3-9F65-4A2C512BA3F6}" type="pres">
      <dgm:prSet presAssocID="{3DA6DDF2-F22B-4035-8EA3-51DEA5A68D3D}" presName="node" presStyleLbl="node1" presStyleIdx="6" presStyleCnt="9" custScaleX="111974" custScaleY="177040" custLinFactNeighborY="4444">
        <dgm:presLayoutVars>
          <dgm:bulletEnabled val="1"/>
        </dgm:presLayoutVars>
      </dgm:prSet>
      <dgm:spPr/>
    </dgm:pt>
    <dgm:pt modelId="{18C92A58-E83A-474F-8B32-6297D86D0614}" type="pres">
      <dgm:prSet presAssocID="{C55B2FDD-C835-4CB3-937B-9BA7E16C7D0D}" presName="sibTrans" presStyleLbl="sibTrans1D1" presStyleIdx="6" presStyleCnt="8"/>
      <dgm:spPr/>
    </dgm:pt>
    <dgm:pt modelId="{1387CC6F-A882-4B45-8A13-4AC1EFC3E6DA}" type="pres">
      <dgm:prSet presAssocID="{C55B2FDD-C835-4CB3-937B-9BA7E16C7D0D}" presName="connectorText" presStyleLbl="sibTrans1D1" presStyleIdx="6" presStyleCnt="8"/>
      <dgm:spPr/>
    </dgm:pt>
    <dgm:pt modelId="{E08BD480-B3AD-44FD-BD1F-D36A29181250}" type="pres">
      <dgm:prSet presAssocID="{1B19E38A-EC28-438B-9912-4CC918E52E3F}" presName="node" presStyleLbl="node1" presStyleIdx="7" presStyleCnt="9" custScaleX="106198" custScaleY="161555" custLinFactNeighborX="-2915" custLinFactNeighborY="4186">
        <dgm:presLayoutVars>
          <dgm:bulletEnabled val="1"/>
        </dgm:presLayoutVars>
      </dgm:prSet>
      <dgm:spPr/>
    </dgm:pt>
    <dgm:pt modelId="{0FF9E394-C537-48B7-9763-3868884E0130}" type="pres">
      <dgm:prSet presAssocID="{FC5FEF43-4C9C-4C74-B602-7A353AEEB347}" presName="sibTrans" presStyleLbl="sibTrans1D1" presStyleIdx="7" presStyleCnt="8"/>
      <dgm:spPr/>
    </dgm:pt>
    <dgm:pt modelId="{6147181F-F7B8-4BCD-9664-E9B5F95CE36B}" type="pres">
      <dgm:prSet presAssocID="{FC5FEF43-4C9C-4C74-B602-7A353AEEB347}" presName="connectorText" presStyleLbl="sibTrans1D1" presStyleIdx="7" presStyleCnt="8"/>
      <dgm:spPr/>
    </dgm:pt>
    <dgm:pt modelId="{D8DB3D20-C195-47F5-8A81-BF5CCE23B0AF}" type="pres">
      <dgm:prSet presAssocID="{39331D1E-2444-4C3A-8520-C55F0A6C4CF2}" presName="node" presStyleLbl="node1" presStyleIdx="8" presStyleCnt="9" custScaleX="112595" custScaleY="110252">
        <dgm:presLayoutVars>
          <dgm:bulletEnabled val="1"/>
        </dgm:presLayoutVars>
      </dgm:prSet>
      <dgm:spPr/>
    </dgm:pt>
  </dgm:ptLst>
  <dgm:cxnLst>
    <dgm:cxn modelId="{81F47E07-BAAE-426A-A976-911D23F4522A}" type="presOf" srcId="{39331D1E-2444-4C3A-8520-C55F0A6C4CF2}" destId="{D8DB3D20-C195-47F5-8A81-BF5CCE23B0AF}" srcOrd="0" destOrd="0" presId="urn:microsoft.com/office/officeart/2016/7/layout/RepeatingBendingProcessNew"/>
    <dgm:cxn modelId="{D5728318-BF11-4AD0-A624-DB43815FEB09}" type="presOf" srcId="{575447F3-F2C0-4013-82C3-5E07F90874E5}" destId="{8B3172E5-3729-48CD-9253-66183B06DD8A}" srcOrd="0" destOrd="0" presId="urn:microsoft.com/office/officeart/2016/7/layout/RepeatingBendingProcessNew"/>
    <dgm:cxn modelId="{62BFEB1A-4D97-4B97-9901-95AB7CE5DC04}" srcId="{B3A9E703-D419-4926-AE70-0E6167654C0D}" destId="{6D4A9950-8741-40C0-805A-A44F383EF622}" srcOrd="2" destOrd="0" parTransId="{37A71D54-556A-433E-8760-1193C9EDC8F0}" sibTransId="{F50E82AE-D029-42FC-8FF9-EA4B81C6C482}"/>
    <dgm:cxn modelId="{96CDDA25-A244-4FD6-A3E6-338C4C11FEA1}" type="presOf" srcId="{575447F3-F2C0-4013-82C3-5E07F90874E5}" destId="{AB2655C5-FF87-4BB3-B628-18D6F41FF533}" srcOrd="1" destOrd="0" presId="urn:microsoft.com/office/officeart/2016/7/layout/RepeatingBendingProcessNew"/>
    <dgm:cxn modelId="{03FBE62C-EB7F-4045-AC71-FDB7B602CD83}" srcId="{B3A9E703-D419-4926-AE70-0E6167654C0D}" destId="{2F5B07D9-034B-47AB-B4C4-A2F06356AA0B}" srcOrd="1" destOrd="0" parTransId="{2F6F2240-217E-4383-A5C5-E5739467E659}" sibTransId="{D1AA77F9-FC2A-427A-BBF8-1D14E4549126}"/>
    <dgm:cxn modelId="{5DCE985C-D4D9-4E69-8CEC-2EA249EFAB46}" srcId="{B3A9E703-D419-4926-AE70-0E6167654C0D}" destId="{3019CCF6-E41B-492D-BC6C-2613EF87BAC9}" srcOrd="4" destOrd="0" parTransId="{40FE0B81-509E-4649-B6B7-6B7D501803C1}" sibTransId="{2E0C15A5-319C-4AF6-8BE5-1D5D86684D40}"/>
    <dgm:cxn modelId="{C24D0F5F-B582-4F73-B0C0-3971AEDD04E6}" type="presOf" srcId="{8089FB83-8BA0-4A5E-AA29-7E1CFDE42A84}" destId="{2EFCBA5B-D4A4-4D5B-8C9F-9E6C3B80A2B8}" srcOrd="0" destOrd="0" presId="urn:microsoft.com/office/officeart/2016/7/layout/RepeatingBendingProcessNew"/>
    <dgm:cxn modelId="{6342F442-9CD0-44F4-9EBA-E77A9E430099}" type="presOf" srcId="{D813D95E-B390-4382-A923-CD0EED0635B3}" destId="{67C691A5-E646-4B72-9BDC-899E01BF230D}" srcOrd="0" destOrd="0" presId="urn:microsoft.com/office/officeart/2016/7/layout/RepeatingBendingProcessNew"/>
    <dgm:cxn modelId="{7D28856B-016E-4CE6-B1E6-06F16221265A}" srcId="{B3A9E703-D419-4926-AE70-0E6167654C0D}" destId="{8089FB83-8BA0-4A5E-AA29-7E1CFDE42A84}" srcOrd="5" destOrd="0" parTransId="{7F019124-E31F-45A0-B9CD-82ECE88FB9FE}" sibTransId="{130E5244-FF42-483C-A4DB-550315101328}"/>
    <dgm:cxn modelId="{C1EC4B75-8554-4131-BDB9-059C8C3EAC91}" srcId="{B3A9E703-D419-4926-AE70-0E6167654C0D}" destId="{3DA6DDF2-F22B-4035-8EA3-51DEA5A68D3D}" srcOrd="6" destOrd="0" parTransId="{3B29B81D-4F1A-4FE3-86AA-4927C0EDECF2}" sibTransId="{C55B2FDD-C835-4CB3-937B-9BA7E16C7D0D}"/>
    <dgm:cxn modelId="{AF36C15A-805E-4ED2-AE83-4712079D8B88}" type="presOf" srcId="{130E5244-FF42-483C-A4DB-550315101328}" destId="{D4A423D2-8700-407F-8F45-6B03BA9CF562}" srcOrd="0" destOrd="0" presId="urn:microsoft.com/office/officeart/2016/7/layout/RepeatingBendingProcessNew"/>
    <dgm:cxn modelId="{C1AC257B-EE3D-416B-9C35-79718ACC72B3}" type="presOf" srcId="{4A35DA59-A406-4362-A239-5D8A307C638D}" destId="{26B7E947-85AF-40D0-AFCD-63C94ECE3A7F}" srcOrd="0" destOrd="0" presId="urn:microsoft.com/office/officeart/2016/7/layout/RepeatingBendingProcessNew"/>
    <dgm:cxn modelId="{10FA747E-FF36-4522-A086-EAE5C1FC6152}" type="presOf" srcId="{C55B2FDD-C835-4CB3-937B-9BA7E16C7D0D}" destId="{1387CC6F-A882-4B45-8A13-4AC1EFC3E6DA}" srcOrd="1" destOrd="0" presId="urn:microsoft.com/office/officeart/2016/7/layout/RepeatingBendingProcessNew"/>
    <dgm:cxn modelId="{DAA02782-77CB-4624-8E29-738F05DD6FD5}" type="presOf" srcId="{2E0C15A5-319C-4AF6-8BE5-1D5D86684D40}" destId="{BAC8C80C-EDB3-4C87-BF5D-565626D2D8C8}" srcOrd="0" destOrd="0" presId="urn:microsoft.com/office/officeart/2016/7/layout/RepeatingBendingProcessNew"/>
    <dgm:cxn modelId="{37AD8C87-5B4B-4C7D-99D6-D4899ECFD843}" type="presOf" srcId="{6D4A9950-8741-40C0-805A-A44F383EF622}" destId="{4623ADEF-6738-4F91-8734-8A75CA3B72D7}" srcOrd="0" destOrd="0" presId="urn:microsoft.com/office/officeart/2016/7/layout/RepeatingBendingProcessNew"/>
    <dgm:cxn modelId="{9F739789-4162-431C-B8F8-C441B85965A6}" type="presOf" srcId="{3019CCF6-E41B-492D-BC6C-2613EF87BAC9}" destId="{B7D00F38-5150-4F00-9DD0-CCA190F0D607}" srcOrd="0" destOrd="0" presId="urn:microsoft.com/office/officeart/2016/7/layout/RepeatingBendingProcessNew"/>
    <dgm:cxn modelId="{0260FA8B-994F-46C9-8849-7B85DC29FAB7}" type="presOf" srcId="{130E5244-FF42-483C-A4DB-550315101328}" destId="{402828D9-99D2-4678-B21E-5471F7054D91}" srcOrd="1" destOrd="0" presId="urn:microsoft.com/office/officeart/2016/7/layout/RepeatingBendingProcessNew"/>
    <dgm:cxn modelId="{B2318595-EE04-4A24-9D2D-01E256C3BE57}" type="presOf" srcId="{D813D95E-B390-4382-A923-CD0EED0635B3}" destId="{6CA3C23C-62B6-492C-8F0F-9AEFF687F46F}" srcOrd="1" destOrd="0" presId="urn:microsoft.com/office/officeart/2016/7/layout/RepeatingBendingProcessNew"/>
    <dgm:cxn modelId="{57CF2797-14C4-4389-A02E-326BC1AB0B4E}" type="presOf" srcId="{3DA6DDF2-F22B-4035-8EA3-51DEA5A68D3D}" destId="{6660A539-C70A-44B3-9F65-4A2C512BA3F6}" srcOrd="0" destOrd="0" presId="urn:microsoft.com/office/officeart/2016/7/layout/RepeatingBendingProcessNew"/>
    <dgm:cxn modelId="{8D2A269E-E3B6-497A-887E-3AD7B6C322A0}" type="presOf" srcId="{FC5FEF43-4C9C-4C74-B602-7A353AEEB347}" destId="{0FF9E394-C537-48B7-9763-3868884E0130}" srcOrd="0" destOrd="0" presId="urn:microsoft.com/office/officeart/2016/7/layout/RepeatingBendingProcessNew"/>
    <dgm:cxn modelId="{88D539A2-D758-4D74-B5D6-FF93ABFD67B5}" type="presOf" srcId="{2F5B07D9-034B-47AB-B4C4-A2F06356AA0B}" destId="{FFDC99CB-225E-4304-A877-FDAFA026E779}" srcOrd="0" destOrd="0" presId="urn:microsoft.com/office/officeart/2016/7/layout/RepeatingBendingProcessNew"/>
    <dgm:cxn modelId="{64A1DAA7-1C11-4495-86E7-099E87A26E7A}" type="presOf" srcId="{FC5FEF43-4C9C-4C74-B602-7A353AEEB347}" destId="{6147181F-F7B8-4BCD-9664-E9B5F95CE36B}" srcOrd="1" destOrd="0" presId="urn:microsoft.com/office/officeart/2016/7/layout/RepeatingBendingProcessNew"/>
    <dgm:cxn modelId="{A809F3A7-9FA1-460A-A57F-C6BC3255DB9D}" type="presOf" srcId="{D1AA77F9-FC2A-427A-BBF8-1D14E4549126}" destId="{F461A865-1616-4A79-A4D3-DCEFCECD1BB1}" srcOrd="0" destOrd="0" presId="urn:microsoft.com/office/officeart/2016/7/layout/RepeatingBendingProcessNew"/>
    <dgm:cxn modelId="{507ACABD-8C59-44F2-8C5F-0040FAC993CD}" type="presOf" srcId="{2E0C15A5-319C-4AF6-8BE5-1D5D86684D40}" destId="{FF67AC18-8C3D-4956-93F3-740AA36613B8}" srcOrd="1" destOrd="0" presId="urn:microsoft.com/office/officeart/2016/7/layout/RepeatingBendingProcessNew"/>
    <dgm:cxn modelId="{7517F1C1-2E3A-44AD-82F7-EA830546322B}" type="presOf" srcId="{B3A9E703-D419-4926-AE70-0E6167654C0D}" destId="{D4A0A211-1AF6-440D-8517-A08AA4BF3F39}" srcOrd="0" destOrd="0" presId="urn:microsoft.com/office/officeart/2016/7/layout/RepeatingBendingProcessNew"/>
    <dgm:cxn modelId="{87F6FBC6-E8BE-4543-B3C5-C26344FF611D}" srcId="{B3A9E703-D419-4926-AE70-0E6167654C0D}" destId="{1201F0AE-1CAF-4303-BB18-B509B455E2C3}" srcOrd="3" destOrd="0" parTransId="{2195F0FB-6900-4CFF-9620-AE092688A329}" sibTransId="{575447F3-F2C0-4013-82C3-5E07F90874E5}"/>
    <dgm:cxn modelId="{0569F9D5-F096-4004-A364-CC446B904768}" type="presOf" srcId="{1B19E38A-EC28-438B-9912-4CC918E52E3F}" destId="{E08BD480-B3AD-44FD-BD1F-D36A29181250}" srcOrd="0" destOrd="0" presId="urn:microsoft.com/office/officeart/2016/7/layout/RepeatingBendingProcessNew"/>
    <dgm:cxn modelId="{E702FAD8-42D6-4246-B50B-B25257A5CF67}" srcId="{B3A9E703-D419-4926-AE70-0E6167654C0D}" destId="{1B19E38A-EC28-438B-9912-4CC918E52E3F}" srcOrd="7" destOrd="0" parTransId="{C7174AC0-653C-4FB6-8F7E-8294462F5F5E}" sibTransId="{FC5FEF43-4C9C-4C74-B602-7A353AEEB347}"/>
    <dgm:cxn modelId="{997E04E6-0BE6-4320-83EC-A81BC46F266C}" type="presOf" srcId="{1201F0AE-1CAF-4303-BB18-B509B455E2C3}" destId="{949B8400-8BCA-4387-9B03-E845E4DA4AA9}" srcOrd="0" destOrd="0" presId="urn:microsoft.com/office/officeart/2016/7/layout/RepeatingBendingProcessNew"/>
    <dgm:cxn modelId="{46EAD6EA-F4CE-4905-AF05-BE7747E7C384}" srcId="{B3A9E703-D419-4926-AE70-0E6167654C0D}" destId="{39331D1E-2444-4C3A-8520-C55F0A6C4CF2}" srcOrd="8" destOrd="0" parTransId="{74DC28B5-224A-477A-81C9-A0636BB21001}" sibTransId="{DF24EF7A-EA15-4D5F-A9A8-455ABB320407}"/>
    <dgm:cxn modelId="{64B315EE-5D2E-4771-AAAF-3AA35A686B02}" srcId="{B3A9E703-D419-4926-AE70-0E6167654C0D}" destId="{4A35DA59-A406-4362-A239-5D8A307C638D}" srcOrd="0" destOrd="0" parTransId="{EE953EF0-C434-44E3-BD45-B600ACAAC36B}" sibTransId="{D813D95E-B390-4382-A923-CD0EED0635B3}"/>
    <dgm:cxn modelId="{50EA6BF1-19B7-400C-BCCA-2D5BDD863208}" type="presOf" srcId="{F50E82AE-D029-42FC-8FF9-EA4B81C6C482}" destId="{79F3B3B9-E1F4-40D2-8C55-FEAC619661A2}" srcOrd="1" destOrd="0" presId="urn:microsoft.com/office/officeart/2016/7/layout/RepeatingBendingProcessNew"/>
    <dgm:cxn modelId="{2C4654F3-A227-45C7-BBB4-4D0FC45BBE63}" type="presOf" srcId="{D1AA77F9-FC2A-427A-BBF8-1D14E4549126}" destId="{A81F9A10-57AC-4F18-8434-419B949F1AB7}" srcOrd="1" destOrd="0" presId="urn:microsoft.com/office/officeart/2016/7/layout/RepeatingBendingProcessNew"/>
    <dgm:cxn modelId="{9CB1A2F5-42E2-4941-B3AD-93F2D7F1A520}" type="presOf" srcId="{F50E82AE-D029-42FC-8FF9-EA4B81C6C482}" destId="{29C846C4-EC69-47C9-B2E9-2E63D92F8A4E}" srcOrd="0" destOrd="0" presId="urn:microsoft.com/office/officeart/2016/7/layout/RepeatingBendingProcessNew"/>
    <dgm:cxn modelId="{CA69ECFE-3C6E-4B87-A1F3-CA46DA7BD18F}" type="presOf" srcId="{C55B2FDD-C835-4CB3-937B-9BA7E16C7D0D}" destId="{18C92A58-E83A-474F-8B32-6297D86D0614}" srcOrd="0" destOrd="0" presId="urn:microsoft.com/office/officeart/2016/7/layout/RepeatingBendingProcessNew"/>
    <dgm:cxn modelId="{9648CD0A-BCC9-4702-8982-ED1696B9461B}" type="presParOf" srcId="{D4A0A211-1AF6-440D-8517-A08AA4BF3F39}" destId="{26B7E947-85AF-40D0-AFCD-63C94ECE3A7F}" srcOrd="0" destOrd="0" presId="urn:microsoft.com/office/officeart/2016/7/layout/RepeatingBendingProcessNew"/>
    <dgm:cxn modelId="{C8D64C8D-8A51-49C2-AA1B-D244EE79B3D4}" type="presParOf" srcId="{D4A0A211-1AF6-440D-8517-A08AA4BF3F39}" destId="{67C691A5-E646-4B72-9BDC-899E01BF230D}" srcOrd="1" destOrd="0" presId="urn:microsoft.com/office/officeart/2016/7/layout/RepeatingBendingProcessNew"/>
    <dgm:cxn modelId="{E1552AF2-A0DC-465D-A475-0987D4B60986}" type="presParOf" srcId="{67C691A5-E646-4B72-9BDC-899E01BF230D}" destId="{6CA3C23C-62B6-492C-8F0F-9AEFF687F46F}" srcOrd="0" destOrd="0" presId="urn:microsoft.com/office/officeart/2016/7/layout/RepeatingBendingProcessNew"/>
    <dgm:cxn modelId="{B44B3122-E7EE-4DA2-BDDC-8F9006DEEA03}" type="presParOf" srcId="{D4A0A211-1AF6-440D-8517-A08AA4BF3F39}" destId="{FFDC99CB-225E-4304-A877-FDAFA026E779}" srcOrd="2" destOrd="0" presId="urn:microsoft.com/office/officeart/2016/7/layout/RepeatingBendingProcessNew"/>
    <dgm:cxn modelId="{DC0BA372-E04D-48E7-A574-2BB48C18567C}" type="presParOf" srcId="{D4A0A211-1AF6-440D-8517-A08AA4BF3F39}" destId="{F461A865-1616-4A79-A4D3-DCEFCECD1BB1}" srcOrd="3" destOrd="0" presId="urn:microsoft.com/office/officeart/2016/7/layout/RepeatingBendingProcessNew"/>
    <dgm:cxn modelId="{0A9E76CD-1DCE-4CAB-BA46-D1F3FB1091B8}" type="presParOf" srcId="{F461A865-1616-4A79-A4D3-DCEFCECD1BB1}" destId="{A81F9A10-57AC-4F18-8434-419B949F1AB7}" srcOrd="0" destOrd="0" presId="urn:microsoft.com/office/officeart/2016/7/layout/RepeatingBendingProcessNew"/>
    <dgm:cxn modelId="{DDA7B264-3A65-438E-8F80-7A7223CDBFC4}" type="presParOf" srcId="{D4A0A211-1AF6-440D-8517-A08AA4BF3F39}" destId="{4623ADEF-6738-4F91-8734-8A75CA3B72D7}" srcOrd="4" destOrd="0" presId="urn:microsoft.com/office/officeart/2016/7/layout/RepeatingBendingProcessNew"/>
    <dgm:cxn modelId="{417649E6-6BB9-4955-B6C7-1CB5E79E5032}" type="presParOf" srcId="{D4A0A211-1AF6-440D-8517-A08AA4BF3F39}" destId="{29C846C4-EC69-47C9-B2E9-2E63D92F8A4E}" srcOrd="5" destOrd="0" presId="urn:microsoft.com/office/officeart/2016/7/layout/RepeatingBendingProcessNew"/>
    <dgm:cxn modelId="{4D315C8D-68BD-435D-99DA-300950E103D6}" type="presParOf" srcId="{29C846C4-EC69-47C9-B2E9-2E63D92F8A4E}" destId="{79F3B3B9-E1F4-40D2-8C55-FEAC619661A2}" srcOrd="0" destOrd="0" presId="urn:microsoft.com/office/officeart/2016/7/layout/RepeatingBendingProcessNew"/>
    <dgm:cxn modelId="{9F06F671-D41C-4728-9E7B-7D4B077E10BC}" type="presParOf" srcId="{D4A0A211-1AF6-440D-8517-A08AA4BF3F39}" destId="{949B8400-8BCA-4387-9B03-E845E4DA4AA9}" srcOrd="6" destOrd="0" presId="urn:microsoft.com/office/officeart/2016/7/layout/RepeatingBendingProcessNew"/>
    <dgm:cxn modelId="{B4CC1DA7-78DE-4F78-8818-4BDFECB37D62}" type="presParOf" srcId="{D4A0A211-1AF6-440D-8517-A08AA4BF3F39}" destId="{8B3172E5-3729-48CD-9253-66183B06DD8A}" srcOrd="7" destOrd="0" presId="urn:microsoft.com/office/officeart/2016/7/layout/RepeatingBendingProcessNew"/>
    <dgm:cxn modelId="{4C70AE08-B3DF-4C6A-9B23-EFB496096BF2}" type="presParOf" srcId="{8B3172E5-3729-48CD-9253-66183B06DD8A}" destId="{AB2655C5-FF87-4BB3-B628-18D6F41FF533}" srcOrd="0" destOrd="0" presId="urn:microsoft.com/office/officeart/2016/7/layout/RepeatingBendingProcessNew"/>
    <dgm:cxn modelId="{4ED9AE2B-C9FB-4599-B7BD-56936BC0316D}" type="presParOf" srcId="{D4A0A211-1AF6-440D-8517-A08AA4BF3F39}" destId="{B7D00F38-5150-4F00-9DD0-CCA190F0D607}" srcOrd="8" destOrd="0" presId="urn:microsoft.com/office/officeart/2016/7/layout/RepeatingBendingProcessNew"/>
    <dgm:cxn modelId="{07EB5387-14AF-4D28-82AC-41C8E11199A5}" type="presParOf" srcId="{D4A0A211-1AF6-440D-8517-A08AA4BF3F39}" destId="{BAC8C80C-EDB3-4C87-BF5D-565626D2D8C8}" srcOrd="9" destOrd="0" presId="urn:microsoft.com/office/officeart/2016/7/layout/RepeatingBendingProcessNew"/>
    <dgm:cxn modelId="{E71B8547-C842-426C-B61F-4C06EFA01318}" type="presParOf" srcId="{BAC8C80C-EDB3-4C87-BF5D-565626D2D8C8}" destId="{FF67AC18-8C3D-4956-93F3-740AA36613B8}" srcOrd="0" destOrd="0" presId="urn:microsoft.com/office/officeart/2016/7/layout/RepeatingBendingProcessNew"/>
    <dgm:cxn modelId="{A5F4243B-1702-4905-A836-061FBBCE748F}" type="presParOf" srcId="{D4A0A211-1AF6-440D-8517-A08AA4BF3F39}" destId="{2EFCBA5B-D4A4-4D5B-8C9F-9E6C3B80A2B8}" srcOrd="10" destOrd="0" presId="urn:microsoft.com/office/officeart/2016/7/layout/RepeatingBendingProcessNew"/>
    <dgm:cxn modelId="{9DE37D2A-0613-4181-BE10-817B6B6192DA}" type="presParOf" srcId="{D4A0A211-1AF6-440D-8517-A08AA4BF3F39}" destId="{D4A423D2-8700-407F-8F45-6B03BA9CF562}" srcOrd="11" destOrd="0" presId="urn:microsoft.com/office/officeart/2016/7/layout/RepeatingBendingProcessNew"/>
    <dgm:cxn modelId="{E90A5F1D-CD5E-48E5-BF06-1B43023FE6F5}" type="presParOf" srcId="{D4A423D2-8700-407F-8F45-6B03BA9CF562}" destId="{402828D9-99D2-4678-B21E-5471F7054D91}" srcOrd="0" destOrd="0" presId="urn:microsoft.com/office/officeart/2016/7/layout/RepeatingBendingProcessNew"/>
    <dgm:cxn modelId="{BE172473-0B86-4BE3-AD88-B5A998BE594E}" type="presParOf" srcId="{D4A0A211-1AF6-440D-8517-A08AA4BF3F39}" destId="{6660A539-C70A-44B3-9F65-4A2C512BA3F6}" srcOrd="12" destOrd="0" presId="urn:microsoft.com/office/officeart/2016/7/layout/RepeatingBendingProcessNew"/>
    <dgm:cxn modelId="{577764B0-E0B2-45F5-AB6A-0B58C01E5FCB}" type="presParOf" srcId="{D4A0A211-1AF6-440D-8517-A08AA4BF3F39}" destId="{18C92A58-E83A-474F-8B32-6297D86D0614}" srcOrd="13" destOrd="0" presId="urn:microsoft.com/office/officeart/2016/7/layout/RepeatingBendingProcessNew"/>
    <dgm:cxn modelId="{83C8CDCC-553C-4419-B390-6B1CE61179D1}" type="presParOf" srcId="{18C92A58-E83A-474F-8B32-6297D86D0614}" destId="{1387CC6F-A882-4B45-8A13-4AC1EFC3E6DA}" srcOrd="0" destOrd="0" presId="urn:microsoft.com/office/officeart/2016/7/layout/RepeatingBendingProcessNew"/>
    <dgm:cxn modelId="{74B29ADA-13F2-44D5-8662-80A2DBA4DF5F}" type="presParOf" srcId="{D4A0A211-1AF6-440D-8517-A08AA4BF3F39}" destId="{E08BD480-B3AD-44FD-BD1F-D36A29181250}" srcOrd="14" destOrd="0" presId="urn:microsoft.com/office/officeart/2016/7/layout/RepeatingBendingProcessNew"/>
    <dgm:cxn modelId="{70EC1ABC-7A7D-4B00-8768-AE591C8DB87F}" type="presParOf" srcId="{D4A0A211-1AF6-440D-8517-A08AA4BF3F39}" destId="{0FF9E394-C537-48B7-9763-3868884E0130}" srcOrd="15" destOrd="0" presId="urn:microsoft.com/office/officeart/2016/7/layout/RepeatingBendingProcessNew"/>
    <dgm:cxn modelId="{B20AC662-4439-4953-99A3-55CA138BAAFE}" type="presParOf" srcId="{0FF9E394-C537-48B7-9763-3868884E0130}" destId="{6147181F-F7B8-4BCD-9664-E9B5F95CE36B}" srcOrd="0" destOrd="0" presId="urn:microsoft.com/office/officeart/2016/7/layout/RepeatingBendingProcessNew"/>
    <dgm:cxn modelId="{E4401E05-3FF8-4196-A371-CEF61BBA4B09}" type="presParOf" srcId="{D4A0A211-1AF6-440D-8517-A08AA4BF3F39}" destId="{D8DB3D20-C195-47F5-8A81-BF5CCE23B0AF}" srcOrd="16"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0073A6-BB4C-4C30-9343-3DD8EE0228D9}">
      <dsp:nvSpPr>
        <dsp:cNvPr id="0" name=""/>
        <dsp:cNvSpPr/>
      </dsp:nvSpPr>
      <dsp:spPr>
        <a:xfrm>
          <a:off x="4171220" y="-20628"/>
          <a:ext cx="1504659" cy="1348140"/>
        </a:xfrm>
        <a:prstGeom prst="ellipse">
          <a:avLst/>
        </a:prstGeom>
        <a:solidFill>
          <a:srgbClr val="14AC26"/>
        </a:solidFill>
        <a:ln w="12700" cap="flat" cmpd="sng" algn="ctr">
          <a:noFill/>
          <a:prstDash val="solid"/>
          <a:miter lim="800000"/>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ES" sz="1400" kern="1200" dirty="0"/>
            <a:t>Momento  1: Taller de vida Laboral </a:t>
          </a:r>
        </a:p>
      </dsp:txBody>
      <dsp:txXfrm>
        <a:off x="4391572" y="176803"/>
        <a:ext cx="1063955" cy="953278"/>
      </dsp:txXfrm>
    </dsp:sp>
    <dsp:sp modelId="{A5C64914-85D6-40E4-B1AF-F9EDA8C31C6E}">
      <dsp:nvSpPr>
        <dsp:cNvPr id="0" name=""/>
        <dsp:cNvSpPr/>
      </dsp:nvSpPr>
      <dsp:spPr>
        <a:xfrm rot="1742557">
          <a:off x="5649047" y="922446"/>
          <a:ext cx="286702" cy="426903"/>
        </a:xfrm>
        <a:prstGeom prst="rightArrow">
          <a:avLst>
            <a:gd name="adj1" fmla="val 60000"/>
            <a:gd name="adj2" fmla="val 50000"/>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ES" sz="1800" kern="1200"/>
        </a:p>
      </dsp:txBody>
      <dsp:txXfrm>
        <a:off x="5654455" y="986950"/>
        <a:ext cx="200691" cy="256141"/>
      </dsp:txXfrm>
    </dsp:sp>
    <dsp:sp modelId="{E4E6E250-C843-484F-A81B-D5D7301970DC}">
      <dsp:nvSpPr>
        <dsp:cNvPr id="0" name=""/>
        <dsp:cNvSpPr/>
      </dsp:nvSpPr>
      <dsp:spPr>
        <a:xfrm>
          <a:off x="5933369" y="967472"/>
          <a:ext cx="1397636" cy="1269489"/>
        </a:xfrm>
        <a:prstGeom prst="ellipse">
          <a:avLst/>
        </a:prstGeom>
        <a:solidFill>
          <a:srgbClr val="00B050"/>
        </a:solidFill>
        <a:ln w="12700" cap="flat" cmpd="sng" algn="ctr">
          <a:noFill/>
          <a:prstDash val="solid"/>
          <a:miter lim="800000"/>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ES" sz="1400" kern="1200" dirty="0"/>
            <a:t>Momento 2: Taller Bitácora </a:t>
          </a:r>
        </a:p>
      </dsp:txBody>
      <dsp:txXfrm>
        <a:off x="6138048" y="1153384"/>
        <a:ext cx="988278" cy="897665"/>
      </dsp:txXfrm>
    </dsp:sp>
    <dsp:sp modelId="{46A74914-4FBC-4AB2-8567-BE29E969C2ED}">
      <dsp:nvSpPr>
        <dsp:cNvPr id="0" name=""/>
        <dsp:cNvSpPr/>
      </dsp:nvSpPr>
      <dsp:spPr>
        <a:xfrm rot="5518269">
          <a:off x="6438363" y="2319154"/>
          <a:ext cx="323605" cy="426903"/>
        </a:xfrm>
        <a:prstGeom prst="rightArrow">
          <a:avLst>
            <a:gd name="adj1" fmla="val 60000"/>
            <a:gd name="adj2" fmla="val 50000"/>
          </a:avLst>
        </a:prstGeom>
        <a:solidFill>
          <a:srgbClr val="38AA0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ES" sz="1800" kern="1200"/>
        </a:p>
      </dsp:txBody>
      <dsp:txXfrm rot="10800000">
        <a:off x="6488573" y="2356023"/>
        <a:ext cx="226524" cy="256141"/>
      </dsp:txXfrm>
    </dsp:sp>
    <dsp:sp modelId="{4CFDE95A-F9A4-443C-B3ED-9B3FD6847FB8}">
      <dsp:nvSpPr>
        <dsp:cNvPr id="0" name=""/>
        <dsp:cNvSpPr/>
      </dsp:nvSpPr>
      <dsp:spPr>
        <a:xfrm>
          <a:off x="5834876" y="2846559"/>
          <a:ext cx="1464005" cy="1306424"/>
        </a:xfrm>
        <a:prstGeom prst="ellipse">
          <a:avLst/>
        </a:prstGeom>
        <a:solidFill>
          <a:srgbClr val="7030A0"/>
        </a:solidFill>
        <a:ln w="12700" cap="flat" cmpd="sng" algn="ctr">
          <a:noFill/>
          <a:prstDash val="solid"/>
          <a:miter lim="800000"/>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ES" sz="1400" kern="1200" dirty="0"/>
            <a:t>Momento 3:  Visita concertación de actividades </a:t>
          </a:r>
        </a:p>
      </dsp:txBody>
      <dsp:txXfrm>
        <a:off x="6049275" y="3037880"/>
        <a:ext cx="1035207" cy="923782"/>
      </dsp:txXfrm>
    </dsp:sp>
    <dsp:sp modelId="{3529B554-B0F0-4343-A8A3-D9E0F93F0B99}">
      <dsp:nvSpPr>
        <dsp:cNvPr id="0" name=""/>
        <dsp:cNvSpPr/>
      </dsp:nvSpPr>
      <dsp:spPr>
        <a:xfrm rot="9000000">
          <a:off x="5616114" y="3760160"/>
          <a:ext cx="260099" cy="426903"/>
        </a:xfrm>
        <a:prstGeom prst="rightArrow">
          <a:avLst>
            <a:gd name="adj1" fmla="val 60000"/>
            <a:gd name="adj2" fmla="val 50000"/>
          </a:avLst>
        </a:prstGeom>
        <a:solidFill>
          <a:srgbClr val="7030A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ES" sz="1800" kern="1200"/>
        </a:p>
      </dsp:txBody>
      <dsp:txXfrm rot="10800000">
        <a:off x="5688917" y="3826034"/>
        <a:ext cx="182069" cy="256141"/>
      </dsp:txXfrm>
    </dsp:sp>
    <dsp:sp modelId="{728F96B8-4ADE-487A-B364-12537D872669}">
      <dsp:nvSpPr>
        <dsp:cNvPr id="0" name=""/>
        <dsp:cNvSpPr/>
      </dsp:nvSpPr>
      <dsp:spPr>
        <a:xfrm>
          <a:off x="4200003" y="3816099"/>
          <a:ext cx="1447093" cy="1264897"/>
        </a:xfrm>
        <a:prstGeom prst="ellipse">
          <a:avLst/>
        </a:prstGeom>
        <a:solidFill>
          <a:schemeClr val="accent5">
            <a:lumMod val="50000"/>
          </a:schemeClr>
        </a:solidFill>
        <a:ln w="12700" cap="flat" cmpd="sng" algn="ctr">
          <a:noFill/>
          <a:prstDash val="solid"/>
          <a:miter lim="800000"/>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ES" sz="1400" kern="1200" dirty="0"/>
            <a:t>Momento 4:  Visita Evaluación Parcial</a:t>
          </a:r>
        </a:p>
      </dsp:txBody>
      <dsp:txXfrm>
        <a:off x="4411925" y="4001339"/>
        <a:ext cx="1023249" cy="894417"/>
      </dsp:txXfrm>
    </dsp:sp>
    <dsp:sp modelId="{8A021E14-D989-4070-ACE1-4C3CF2953B8E}">
      <dsp:nvSpPr>
        <dsp:cNvPr id="0" name=""/>
        <dsp:cNvSpPr/>
      </dsp:nvSpPr>
      <dsp:spPr>
        <a:xfrm rot="12600000">
          <a:off x="3977665" y="3765408"/>
          <a:ext cx="264718" cy="426903"/>
        </a:xfrm>
        <a:prstGeom prst="rightArrow">
          <a:avLst>
            <a:gd name="adj1" fmla="val 60000"/>
            <a:gd name="adj2" fmla="val 50000"/>
          </a:avLst>
        </a:prstGeom>
        <a:solidFill>
          <a:srgbClr val="00206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ES" sz="1800" kern="1200"/>
        </a:p>
      </dsp:txBody>
      <dsp:txXfrm rot="10800000">
        <a:off x="4051760" y="3870643"/>
        <a:ext cx="185303" cy="256141"/>
      </dsp:txXfrm>
    </dsp:sp>
    <dsp:sp modelId="{360742F5-94B0-4533-B46A-DD0521864A8E}">
      <dsp:nvSpPr>
        <dsp:cNvPr id="0" name=""/>
        <dsp:cNvSpPr/>
      </dsp:nvSpPr>
      <dsp:spPr>
        <a:xfrm>
          <a:off x="2550968" y="2867323"/>
          <a:ext cx="1458503" cy="1264897"/>
        </a:xfrm>
        <a:prstGeom prst="ellipse">
          <a:avLst/>
        </a:prstGeom>
        <a:solidFill>
          <a:schemeClr val="accent1">
            <a:hueOff val="0"/>
            <a:satOff val="0"/>
            <a:lumOff val="0"/>
            <a:alphaOff val="0"/>
          </a:schemeClr>
        </a:solidFill>
        <a:ln w="12700" cap="flat" cmpd="sng" algn="ctr">
          <a:noFill/>
          <a:prstDash val="solid"/>
          <a:miter lim="800000"/>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ES" sz="1400" kern="1200" dirty="0"/>
            <a:t>Momento 5: </a:t>
          </a:r>
        </a:p>
        <a:p>
          <a:pPr marL="0" lvl="0" indent="0" algn="ctr" defTabSz="622300">
            <a:lnSpc>
              <a:spcPct val="90000"/>
            </a:lnSpc>
            <a:spcBef>
              <a:spcPct val="0"/>
            </a:spcBef>
            <a:spcAft>
              <a:spcPct val="35000"/>
            </a:spcAft>
            <a:buNone/>
          </a:pPr>
          <a:r>
            <a:rPr lang="es-ES" sz="1400" kern="1200" dirty="0"/>
            <a:t>Evaluación Final </a:t>
          </a:r>
        </a:p>
      </dsp:txBody>
      <dsp:txXfrm>
        <a:off x="2764561" y="3052563"/>
        <a:ext cx="1031317" cy="894417"/>
      </dsp:txXfrm>
    </dsp:sp>
    <dsp:sp modelId="{707B9998-5BFA-4119-8D6E-679E8D2F3AC5}">
      <dsp:nvSpPr>
        <dsp:cNvPr id="0" name=""/>
        <dsp:cNvSpPr/>
      </dsp:nvSpPr>
      <dsp:spPr>
        <a:xfrm rot="16200000">
          <a:off x="3112566" y="2347033"/>
          <a:ext cx="335307" cy="426903"/>
        </a:xfrm>
        <a:prstGeom prst="rightArrow">
          <a:avLst>
            <a:gd name="adj1" fmla="val 60000"/>
            <a:gd name="adj2" fmla="val 50000"/>
          </a:avLst>
        </a:prstGeom>
        <a:solidFill>
          <a:schemeClr val="accent5">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ES" sz="1800" kern="1200"/>
        </a:p>
      </dsp:txBody>
      <dsp:txXfrm>
        <a:off x="3162862" y="2482710"/>
        <a:ext cx="234715" cy="256141"/>
      </dsp:txXfrm>
    </dsp:sp>
    <dsp:sp modelId="{91A1EBB2-5946-4265-8C9C-394232735D8B}">
      <dsp:nvSpPr>
        <dsp:cNvPr id="0" name=""/>
        <dsp:cNvSpPr/>
      </dsp:nvSpPr>
      <dsp:spPr>
        <a:xfrm>
          <a:off x="2566735" y="969769"/>
          <a:ext cx="1426969" cy="1264897"/>
        </a:xfrm>
        <a:prstGeom prst="ellipse">
          <a:avLst/>
        </a:prstGeom>
        <a:solidFill>
          <a:srgbClr val="FF6C00"/>
        </a:solidFill>
        <a:ln w="12700" cap="flat" cmpd="sng" algn="ctr">
          <a:noFill/>
          <a:prstDash val="solid"/>
          <a:miter lim="800000"/>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ES" sz="1400" kern="1200" dirty="0"/>
            <a:t>Momento 6: Depuración de aprendices  </a:t>
          </a:r>
        </a:p>
      </dsp:txBody>
      <dsp:txXfrm>
        <a:off x="2775710" y="1155009"/>
        <a:ext cx="1009019" cy="894417"/>
      </dsp:txXfrm>
    </dsp:sp>
    <dsp:sp modelId="{E4905B6A-6B9A-4CC9-A792-5033BAB1C4FC}">
      <dsp:nvSpPr>
        <dsp:cNvPr id="0" name=""/>
        <dsp:cNvSpPr/>
      </dsp:nvSpPr>
      <dsp:spPr>
        <a:xfrm rot="19800000">
          <a:off x="3952015" y="927929"/>
          <a:ext cx="252795" cy="426903"/>
        </a:xfrm>
        <a:prstGeom prst="rightArrow">
          <a:avLst>
            <a:gd name="adj1" fmla="val 60000"/>
            <a:gd name="adj2" fmla="val 50000"/>
          </a:avLst>
        </a:prstGeom>
        <a:solidFill>
          <a:schemeClr val="accent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ES" sz="1800" kern="1200"/>
        </a:p>
      </dsp:txBody>
      <dsp:txXfrm>
        <a:off x="3957095" y="1032270"/>
        <a:ext cx="176957" cy="2561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360B92-6DCB-421E-9322-823CE78FBD3B}">
      <dsp:nvSpPr>
        <dsp:cNvPr id="0" name=""/>
        <dsp:cNvSpPr/>
      </dsp:nvSpPr>
      <dsp:spPr>
        <a:xfrm rot="5400000">
          <a:off x="3307976" y="131781"/>
          <a:ext cx="2018772" cy="1756331"/>
        </a:xfrm>
        <a:prstGeom prst="hexagon">
          <a:avLst>
            <a:gd name="adj" fmla="val 25000"/>
            <a:gd name="vf" fmla="val 115470"/>
          </a:avLst>
        </a:prstGeom>
        <a:solidFill>
          <a:schemeClr val="accent5">
            <a:hueOff val="0"/>
            <a:satOff val="0"/>
            <a:lumOff val="0"/>
            <a:alphaOff val="0"/>
          </a:schemeClr>
        </a:soli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O" sz="1800" b="1" kern="1200" dirty="0"/>
            <a:t>Validación de Datos</a:t>
          </a:r>
        </a:p>
      </dsp:txBody>
      <dsp:txXfrm rot="-5400000">
        <a:off x="3712891" y="315153"/>
        <a:ext cx="1208941" cy="1389588"/>
      </dsp:txXfrm>
    </dsp:sp>
    <dsp:sp modelId="{24140942-D2D2-406A-82F4-A9C9394A5484}">
      <dsp:nvSpPr>
        <dsp:cNvPr id="0" name=""/>
        <dsp:cNvSpPr/>
      </dsp:nvSpPr>
      <dsp:spPr>
        <a:xfrm>
          <a:off x="5248824" y="404316"/>
          <a:ext cx="2252949" cy="12112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BF9B43C-EFCD-4F94-B725-2C2B0F4DEABF}">
      <dsp:nvSpPr>
        <dsp:cNvPr id="0" name=""/>
        <dsp:cNvSpPr/>
      </dsp:nvSpPr>
      <dsp:spPr>
        <a:xfrm rot="5400000">
          <a:off x="1411138" y="131781"/>
          <a:ext cx="2018772" cy="1756331"/>
        </a:xfrm>
        <a:prstGeom prst="hexagon">
          <a:avLst>
            <a:gd name="adj" fmla="val 25000"/>
            <a:gd name="vf" fmla="val 115470"/>
          </a:avLst>
        </a:prstGeom>
        <a:solidFill>
          <a:srgbClr val="FF6C00"/>
        </a:soli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s-CO" sz="1800" b="1" kern="1200" dirty="0"/>
            <a:t>Tabla Dinámica Juicios</a:t>
          </a:r>
        </a:p>
      </dsp:txBody>
      <dsp:txXfrm rot="-5400000">
        <a:off x="1816053" y="315153"/>
        <a:ext cx="1208941" cy="1389588"/>
      </dsp:txXfrm>
    </dsp:sp>
    <dsp:sp modelId="{375A3E3D-9692-4B9C-93CB-7E167D9C2D7E}">
      <dsp:nvSpPr>
        <dsp:cNvPr id="0" name=""/>
        <dsp:cNvSpPr/>
      </dsp:nvSpPr>
      <dsp:spPr>
        <a:xfrm rot="5400000">
          <a:off x="2355923" y="1845315"/>
          <a:ext cx="2018772" cy="1756331"/>
        </a:xfrm>
        <a:prstGeom prst="hexagon">
          <a:avLst>
            <a:gd name="adj" fmla="val 25000"/>
            <a:gd name="vf" fmla="val 115470"/>
          </a:avLst>
        </a:prstGeom>
        <a:solidFill>
          <a:schemeClr val="accent5">
            <a:hueOff val="-2703417"/>
            <a:satOff val="-6968"/>
            <a:lumOff val="-4706"/>
            <a:alphaOff val="0"/>
          </a:schemeClr>
        </a:soli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O" sz="1800" b="1" kern="1200" dirty="0"/>
            <a:t>Registro fotográfico</a:t>
          </a:r>
        </a:p>
      </dsp:txBody>
      <dsp:txXfrm rot="-5400000">
        <a:off x="2760838" y="2028687"/>
        <a:ext cx="1208941" cy="1389588"/>
      </dsp:txXfrm>
    </dsp:sp>
    <dsp:sp modelId="{F7A12A28-06EA-4456-B411-CB9E1B1CCB6F}">
      <dsp:nvSpPr>
        <dsp:cNvPr id="0" name=""/>
        <dsp:cNvSpPr/>
      </dsp:nvSpPr>
      <dsp:spPr>
        <a:xfrm>
          <a:off x="234194" y="2117849"/>
          <a:ext cx="2180273" cy="12112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97BF9BF-987F-4550-9F6B-4DB0A9BF7674}">
      <dsp:nvSpPr>
        <dsp:cNvPr id="0" name=""/>
        <dsp:cNvSpPr/>
      </dsp:nvSpPr>
      <dsp:spPr>
        <a:xfrm rot="5400000">
          <a:off x="4252761" y="1845315"/>
          <a:ext cx="2018772" cy="1756331"/>
        </a:xfrm>
        <a:prstGeom prst="hexagon">
          <a:avLst>
            <a:gd name="adj" fmla="val 25000"/>
            <a:gd name="vf" fmla="val 115470"/>
          </a:avLst>
        </a:prstGeom>
        <a:solidFill>
          <a:schemeClr val="accent5">
            <a:hueOff val="-4055126"/>
            <a:satOff val="-10451"/>
            <a:lumOff val="-7059"/>
            <a:alphaOff val="0"/>
          </a:schemeClr>
        </a:soli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s-CO" sz="1800" b="1" kern="1200" dirty="0"/>
            <a:t>Formulario y lista de asistencia</a:t>
          </a:r>
        </a:p>
      </dsp:txBody>
      <dsp:txXfrm rot="-5400000">
        <a:off x="4657676" y="2028687"/>
        <a:ext cx="1208941" cy="1389588"/>
      </dsp:txXfrm>
    </dsp:sp>
    <dsp:sp modelId="{7F2E3B29-4783-42F3-9E87-7F96AFDCA93A}">
      <dsp:nvSpPr>
        <dsp:cNvPr id="0" name=""/>
        <dsp:cNvSpPr/>
      </dsp:nvSpPr>
      <dsp:spPr>
        <a:xfrm rot="5400000">
          <a:off x="3307976" y="3558849"/>
          <a:ext cx="2018772" cy="1756331"/>
        </a:xfrm>
        <a:prstGeom prst="hexagon">
          <a:avLst>
            <a:gd name="adj" fmla="val 25000"/>
            <a:gd name="vf" fmla="val 115470"/>
          </a:avLst>
        </a:prstGeom>
        <a:solidFill>
          <a:schemeClr val="accent5">
            <a:hueOff val="-5406834"/>
            <a:satOff val="-13935"/>
            <a:lumOff val="-9412"/>
            <a:alphaOff val="0"/>
          </a:schemeClr>
        </a:soli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b="1" kern="1200" dirty="0"/>
            <a:t>Correo Electrónico Etapa Productiva aprendices  sin alternativa</a:t>
          </a:r>
        </a:p>
      </dsp:txBody>
      <dsp:txXfrm rot="-5400000">
        <a:off x="3712891" y="3742221"/>
        <a:ext cx="1208941" cy="1389588"/>
      </dsp:txXfrm>
    </dsp:sp>
    <dsp:sp modelId="{89AC41DC-4902-43D8-9ABE-BAD1E134F55B}">
      <dsp:nvSpPr>
        <dsp:cNvPr id="0" name=""/>
        <dsp:cNvSpPr/>
      </dsp:nvSpPr>
      <dsp:spPr>
        <a:xfrm>
          <a:off x="5248824" y="3831383"/>
          <a:ext cx="2252949" cy="12112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1932AB7-ED59-47B8-AA3E-FA7E2811BADB}">
      <dsp:nvSpPr>
        <dsp:cNvPr id="0" name=""/>
        <dsp:cNvSpPr/>
      </dsp:nvSpPr>
      <dsp:spPr>
        <a:xfrm rot="5400000">
          <a:off x="1411138" y="3558849"/>
          <a:ext cx="2018772" cy="1756331"/>
        </a:xfrm>
        <a:prstGeom prst="hexagon">
          <a:avLst>
            <a:gd name="adj" fmla="val 25000"/>
            <a:gd name="vf" fmla="val 115470"/>
          </a:avLst>
        </a:prstGeom>
        <a:solidFill>
          <a:schemeClr val="accent5">
            <a:hueOff val="-6758543"/>
            <a:satOff val="-17419"/>
            <a:lumOff val="-11765"/>
            <a:alphaOff val="0"/>
          </a:schemeClr>
        </a:soli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s-CO" sz="1600" b="1" kern="1200" dirty="0"/>
            <a:t>Correo electrónico deserciones y RAP pendientes </a:t>
          </a:r>
        </a:p>
      </dsp:txBody>
      <dsp:txXfrm rot="-5400000">
        <a:off x="1816053" y="3742221"/>
        <a:ext cx="1208941" cy="13895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BFF47B-D8E2-457B-BE9D-340C2DB37C5F}">
      <dsp:nvSpPr>
        <dsp:cNvPr id="0" name=""/>
        <dsp:cNvSpPr/>
      </dsp:nvSpPr>
      <dsp:spPr>
        <a:xfrm rot="5400000">
          <a:off x="3534389" y="1034909"/>
          <a:ext cx="2194060" cy="2079764"/>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w="152400" h="50800" prst="softRound"/>
          <a:bevelB prst="slope"/>
        </a:sp3d>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1" kern="1200" dirty="0"/>
            <a:t>Formato F023</a:t>
          </a:r>
          <a:endParaRPr lang="es-CO" sz="2400" b="1" kern="1200" dirty="0"/>
        </a:p>
      </dsp:txBody>
      <dsp:txXfrm rot="-5400000">
        <a:off x="3929136" y="1333913"/>
        <a:ext cx="1404566" cy="1481756"/>
      </dsp:txXfrm>
    </dsp:sp>
    <dsp:sp modelId="{9F41B77C-FE4B-4C12-A27C-CDD600F2FC7D}">
      <dsp:nvSpPr>
        <dsp:cNvPr id="0" name=""/>
        <dsp:cNvSpPr/>
      </dsp:nvSpPr>
      <dsp:spPr>
        <a:xfrm>
          <a:off x="5559935" y="1149753"/>
          <a:ext cx="2496173" cy="1342028"/>
        </a:xfrm>
        <a:prstGeom prst="rect">
          <a:avLst/>
        </a:prstGeom>
        <a:noFill/>
        <a:ln>
          <a:noFill/>
        </a:ln>
        <a:effectLst/>
      </dsp:spPr>
      <dsp:style>
        <a:lnRef idx="0">
          <a:scrgbClr r="0" g="0" b="0"/>
        </a:lnRef>
        <a:fillRef idx="0">
          <a:scrgbClr r="0" g="0" b="0"/>
        </a:fillRef>
        <a:effectRef idx="0">
          <a:scrgbClr r="0" g="0" b="0"/>
        </a:effectRef>
        <a:fontRef idx="minor"/>
      </dsp:style>
    </dsp:sp>
    <dsp:sp modelId="{C99E2D43-57B7-40C3-AD1C-C8F3BC31E082}">
      <dsp:nvSpPr>
        <dsp:cNvPr id="0" name=""/>
        <dsp:cNvSpPr/>
      </dsp:nvSpPr>
      <dsp:spPr>
        <a:xfrm rot="5400000">
          <a:off x="1137714" y="800669"/>
          <a:ext cx="2237676" cy="2405943"/>
        </a:xfrm>
        <a:prstGeom prst="hexagon">
          <a:avLst>
            <a:gd name="adj" fmla="val 25000"/>
            <a:gd name="vf" fmla="val 115470"/>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w="152400" h="50800" prst="softRound"/>
          <a:bevelB w="114300" prst="artDeco"/>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es-ES" sz="2800" b="1" kern="1200" dirty="0"/>
            <a:t>Lista de asistencia</a:t>
          </a:r>
          <a:endParaRPr lang="es-CO" sz="2800" b="1" kern="1200" dirty="0"/>
        </a:p>
      </dsp:txBody>
      <dsp:txXfrm rot="-5400000">
        <a:off x="1454571" y="1257749"/>
        <a:ext cx="1603962" cy="1491784"/>
      </dsp:txXfrm>
    </dsp:sp>
    <dsp:sp modelId="{2545C4BB-EA02-4FB6-A259-0FD05A9448A8}">
      <dsp:nvSpPr>
        <dsp:cNvPr id="0" name=""/>
        <dsp:cNvSpPr/>
      </dsp:nvSpPr>
      <dsp:spPr>
        <a:xfrm rot="5400000">
          <a:off x="2179685" y="2741892"/>
          <a:ext cx="2236714" cy="2256553"/>
        </a:xfrm>
        <a:prstGeom prst="hexagon">
          <a:avLst>
            <a:gd name="adj" fmla="val 25000"/>
            <a:gd name="vf" fmla="val 115470"/>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w="114300" prst="hardEdge"/>
        </a:sp3d>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b="1" kern="1200" dirty="0"/>
            <a:t>Share</a:t>
          </a:r>
        </a:p>
        <a:p>
          <a:pPr marL="0" lvl="0" indent="0" algn="ctr" defTabSz="1244600">
            <a:lnSpc>
              <a:spcPct val="90000"/>
            </a:lnSpc>
            <a:spcBef>
              <a:spcPct val="0"/>
            </a:spcBef>
            <a:spcAft>
              <a:spcPct val="35000"/>
            </a:spcAft>
            <a:buNone/>
          </a:pPr>
          <a:r>
            <a:rPr lang="es-ES" sz="2800" b="1" kern="1200" dirty="0"/>
            <a:t>Point</a:t>
          </a:r>
          <a:endParaRPr lang="es-CO" sz="2800" b="1" kern="1200" dirty="0"/>
        </a:p>
      </dsp:txBody>
      <dsp:txXfrm rot="-5400000">
        <a:off x="2545858" y="3124597"/>
        <a:ext cx="1504369" cy="1491142"/>
      </dsp:txXfrm>
    </dsp:sp>
    <dsp:sp modelId="{F1217CCF-831A-4C90-877A-B67358AAAAF0}">
      <dsp:nvSpPr>
        <dsp:cNvPr id="0" name=""/>
        <dsp:cNvSpPr/>
      </dsp:nvSpPr>
      <dsp:spPr>
        <a:xfrm>
          <a:off x="3935" y="3048757"/>
          <a:ext cx="2415652" cy="1342028"/>
        </a:xfrm>
        <a:prstGeom prst="rect">
          <a:avLst/>
        </a:prstGeom>
        <a:noFill/>
        <a:ln>
          <a:noFill/>
        </a:ln>
        <a:effectLst/>
      </dsp:spPr>
      <dsp:style>
        <a:lnRef idx="0">
          <a:scrgbClr r="0" g="0" b="0"/>
        </a:lnRef>
        <a:fillRef idx="0">
          <a:scrgbClr r="0" g="0" b="0"/>
        </a:fillRef>
        <a:effectRef idx="0">
          <a:scrgbClr r="0" g="0" b="0"/>
        </a:effectRef>
        <a:fontRef idx="minor"/>
      </dsp:style>
    </dsp:sp>
    <dsp:sp modelId="{550FAB76-116D-4A43-8AB3-4FD1FD7EAE26}">
      <dsp:nvSpPr>
        <dsp:cNvPr id="0" name=""/>
        <dsp:cNvSpPr/>
      </dsp:nvSpPr>
      <dsp:spPr>
        <a:xfrm rot="5400000">
          <a:off x="4469397" y="2929675"/>
          <a:ext cx="2236714" cy="1945942"/>
        </a:xfrm>
        <a:prstGeom prst="hexagon">
          <a:avLst>
            <a:gd name="adj" fmla="val 25000"/>
            <a:gd name="vf" fmla="val 11547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relaxedInse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es-ES" sz="2400" b="1" kern="1200" dirty="0"/>
            <a:t>Grabación Reunión</a:t>
          </a:r>
          <a:endParaRPr lang="es-CO" sz="2400" b="1" kern="1200" dirty="0"/>
        </a:p>
      </dsp:txBody>
      <dsp:txXfrm rot="-5400000">
        <a:off x="4918026" y="3132844"/>
        <a:ext cx="1339456" cy="15396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C691A5-E646-4B72-9BDC-899E01BF230D}">
      <dsp:nvSpPr>
        <dsp:cNvPr id="0" name=""/>
        <dsp:cNvSpPr/>
      </dsp:nvSpPr>
      <dsp:spPr>
        <a:xfrm>
          <a:off x="2374467" y="844339"/>
          <a:ext cx="419920" cy="91440"/>
        </a:xfrm>
        <a:custGeom>
          <a:avLst/>
          <a:gdLst/>
          <a:ahLst/>
          <a:cxnLst/>
          <a:rect l="0" t="0" r="0" b="0"/>
          <a:pathLst>
            <a:path>
              <a:moveTo>
                <a:pt x="0" y="58025"/>
              </a:moveTo>
              <a:lnTo>
                <a:pt x="227060" y="58025"/>
              </a:lnTo>
              <a:lnTo>
                <a:pt x="227060" y="45720"/>
              </a:lnTo>
              <a:lnTo>
                <a:pt x="419920" y="45720"/>
              </a:lnTo>
            </a:path>
          </a:pathLst>
        </a:custGeom>
        <a:noFill/>
        <a:ln w="6350" cap="flat" cmpd="sng" algn="ctr">
          <a:solidFill>
            <a:schemeClr val="accent5">
              <a:hueOff val="0"/>
              <a:satOff val="0"/>
              <a:lumOff val="0"/>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2573160" y="887804"/>
        <a:ext cx="22534" cy="4509"/>
      </dsp:txXfrm>
    </dsp:sp>
    <dsp:sp modelId="{26B7E947-85AF-40D0-AFCD-63C94ECE3A7F}">
      <dsp:nvSpPr>
        <dsp:cNvPr id="0" name=""/>
        <dsp:cNvSpPr/>
      </dsp:nvSpPr>
      <dsp:spPr>
        <a:xfrm>
          <a:off x="226168" y="314728"/>
          <a:ext cx="2150099" cy="1175270"/>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982" tIns="100750" rIns="95982" bIns="100750" numCol="1" spcCol="1270" anchor="ctr" anchorCtr="0">
          <a:noAutofit/>
        </a:bodyPr>
        <a:lstStyle/>
        <a:p>
          <a:pPr marL="0" lvl="0" indent="0" algn="ctr" defTabSz="711200">
            <a:lnSpc>
              <a:spcPct val="90000"/>
            </a:lnSpc>
            <a:spcBef>
              <a:spcPct val="0"/>
            </a:spcBef>
            <a:spcAft>
              <a:spcPct val="35000"/>
            </a:spcAft>
            <a:buNone/>
          </a:pPr>
          <a:r>
            <a:rPr lang="es-CO" sz="1600" b="1" kern="1200" dirty="0">
              <a:solidFill>
                <a:schemeClr val="tx1"/>
              </a:solidFill>
            </a:rPr>
            <a:t>1</a:t>
          </a:r>
          <a:r>
            <a:rPr lang="es-CO" sz="1600" kern="1200" dirty="0">
              <a:solidFill>
                <a:schemeClr val="tx1"/>
              </a:solidFill>
            </a:rPr>
            <a:t>. Fotocopia del documento de identidad vigente. (150%)</a:t>
          </a:r>
          <a:endParaRPr lang="en-US" sz="1600" kern="1200" dirty="0">
            <a:solidFill>
              <a:schemeClr val="tx1"/>
            </a:solidFill>
          </a:endParaRPr>
        </a:p>
      </dsp:txBody>
      <dsp:txXfrm>
        <a:off x="226168" y="314728"/>
        <a:ext cx="2150099" cy="1175270"/>
      </dsp:txXfrm>
    </dsp:sp>
    <dsp:sp modelId="{F461A865-1616-4A79-A4D3-DCEFCECD1BB1}">
      <dsp:nvSpPr>
        <dsp:cNvPr id="0" name=""/>
        <dsp:cNvSpPr/>
      </dsp:nvSpPr>
      <dsp:spPr>
        <a:xfrm>
          <a:off x="4991031" y="844339"/>
          <a:ext cx="419920" cy="91440"/>
        </a:xfrm>
        <a:custGeom>
          <a:avLst/>
          <a:gdLst/>
          <a:ahLst/>
          <a:cxnLst/>
          <a:rect l="0" t="0" r="0" b="0"/>
          <a:pathLst>
            <a:path>
              <a:moveTo>
                <a:pt x="0" y="45720"/>
              </a:moveTo>
              <a:lnTo>
                <a:pt x="227060" y="45720"/>
              </a:lnTo>
              <a:lnTo>
                <a:pt x="227060" y="89063"/>
              </a:lnTo>
              <a:lnTo>
                <a:pt x="419920" y="89063"/>
              </a:lnTo>
            </a:path>
          </a:pathLst>
        </a:custGeom>
        <a:noFill/>
        <a:ln w="6350" cap="flat" cmpd="sng" algn="ctr">
          <a:solidFill>
            <a:schemeClr val="accent5">
              <a:hueOff val="-965506"/>
              <a:satOff val="-2488"/>
              <a:lumOff val="-1681"/>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5189676" y="887804"/>
        <a:ext cx="22630" cy="4509"/>
      </dsp:txXfrm>
    </dsp:sp>
    <dsp:sp modelId="{FFDC99CB-225E-4304-A877-FDAFA026E779}">
      <dsp:nvSpPr>
        <dsp:cNvPr id="0" name=""/>
        <dsp:cNvSpPr/>
      </dsp:nvSpPr>
      <dsp:spPr>
        <a:xfrm>
          <a:off x="2826788" y="302423"/>
          <a:ext cx="2166043" cy="1175270"/>
        </a:xfrm>
        <a:prstGeom prst="rect">
          <a:avLst/>
        </a:prstGeom>
        <a:solidFill>
          <a:schemeClr val="accent5">
            <a:hueOff val="-844818"/>
            <a:satOff val="-2177"/>
            <a:lumOff val="-147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982" tIns="100750" rIns="95982" bIns="100750"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2. Fotografía carnet Sena destruido o carta donde indique su caso</a:t>
          </a:r>
          <a:endParaRPr lang="en-US" sz="1600" kern="1200" dirty="0">
            <a:solidFill>
              <a:schemeClr val="tx1"/>
            </a:solidFill>
          </a:endParaRPr>
        </a:p>
      </dsp:txBody>
      <dsp:txXfrm>
        <a:off x="2826788" y="302423"/>
        <a:ext cx="2166043" cy="1175270"/>
      </dsp:txXfrm>
    </dsp:sp>
    <dsp:sp modelId="{29C846C4-EC69-47C9-B2E9-2E63D92F8A4E}">
      <dsp:nvSpPr>
        <dsp:cNvPr id="0" name=""/>
        <dsp:cNvSpPr/>
      </dsp:nvSpPr>
      <dsp:spPr>
        <a:xfrm>
          <a:off x="7618310" y="887683"/>
          <a:ext cx="419920" cy="91440"/>
        </a:xfrm>
        <a:custGeom>
          <a:avLst/>
          <a:gdLst/>
          <a:ahLst/>
          <a:cxnLst/>
          <a:rect l="0" t="0" r="0" b="0"/>
          <a:pathLst>
            <a:path>
              <a:moveTo>
                <a:pt x="0" y="45720"/>
              </a:moveTo>
              <a:lnTo>
                <a:pt x="227060" y="45720"/>
              </a:lnTo>
              <a:lnTo>
                <a:pt x="227060" y="71035"/>
              </a:lnTo>
              <a:lnTo>
                <a:pt x="419920" y="71035"/>
              </a:lnTo>
            </a:path>
          </a:pathLst>
        </a:custGeom>
        <a:noFill/>
        <a:ln w="6350" cap="flat" cmpd="sng" algn="ctr">
          <a:solidFill>
            <a:schemeClr val="accent5">
              <a:hueOff val="-1931012"/>
              <a:satOff val="-4977"/>
              <a:lumOff val="-3361"/>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7816989" y="931148"/>
        <a:ext cx="22561" cy="4509"/>
      </dsp:txXfrm>
    </dsp:sp>
    <dsp:sp modelId="{4623ADEF-6738-4F91-8734-8A75CA3B72D7}">
      <dsp:nvSpPr>
        <dsp:cNvPr id="0" name=""/>
        <dsp:cNvSpPr/>
      </dsp:nvSpPr>
      <dsp:spPr>
        <a:xfrm>
          <a:off x="5443352" y="345767"/>
          <a:ext cx="2176758" cy="1175270"/>
        </a:xfrm>
        <a:prstGeom prst="rect">
          <a:avLst/>
        </a:prstGeom>
        <a:solidFill>
          <a:schemeClr val="accent5">
            <a:hueOff val="-1689636"/>
            <a:satOff val="-4355"/>
            <a:lumOff val="-294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982" tIns="100750" rIns="95982" bIns="100750"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3. Certificado de la Agencia Pública de empleo SENA. Con datos actualizados</a:t>
          </a:r>
          <a:endParaRPr lang="en-US" sz="1600" kern="1200" dirty="0">
            <a:solidFill>
              <a:schemeClr val="tx1"/>
            </a:solidFill>
          </a:endParaRPr>
        </a:p>
      </dsp:txBody>
      <dsp:txXfrm>
        <a:off x="5443352" y="345767"/>
        <a:ext cx="2176758" cy="1175270"/>
      </dsp:txXfrm>
    </dsp:sp>
    <dsp:sp modelId="{8B3172E5-3729-48CD-9253-66183B06DD8A}">
      <dsp:nvSpPr>
        <dsp:cNvPr id="0" name=""/>
        <dsp:cNvSpPr/>
      </dsp:nvSpPr>
      <dsp:spPr>
        <a:xfrm>
          <a:off x="1291776" y="1544553"/>
          <a:ext cx="7801789" cy="221399"/>
        </a:xfrm>
        <a:custGeom>
          <a:avLst/>
          <a:gdLst/>
          <a:ahLst/>
          <a:cxnLst/>
          <a:rect l="0" t="0" r="0" b="0"/>
          <a:pathLst>
            <a:path>
              <a:moveTo>
                <a:pt x="7801789" y="0"/>
              </a:moveTo>
              <a:lnTo>
                <a:pt x="7801789" y="127799"/>
              </a:lnTo>
              <a:lnTo>
                <a:pt x="0" y="127799"/>
              </a:lnTo>
              <a:lnTo>
                <a:pt x="0" y="221399"/>
              </a:lnTo>
            </a:path>
          </a:pathLst>
        </a:custGeom>
        <a:noFill/>
        <a:ln w="6350" cap="flat" cmpd="sng" algn="ctr">
          <a:solidFill>
            <a:schemeClr val="accent5">
              <a:hueOff val="-2896518"/>
              <a:satOff val="-7465"/>
              <a:lumOff val="-5042"/>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4997525" y="1652998"/>
        <a:ext cx="390292" cy="4509"/>
      </dsp:txXfrm>
    </dsp:sp>
    <dsp:sp modelId="{949B8400-8BCA-4387-9B03-E845E4DA4AA9}">
      <dsp:nvSpPr>
        <dsp:cNvPr id="0" name=""/>
        <dsp:cNvSpPr/>
      </dsp:nvSpPr>
      <dsp:spPr>
        <a:xfrm>
          <a:off x="8070630" y="371083"/>
          <a:ext cx="2045872" cy="1175270"/>
        </a:xfrm>
        <a:prstGeom prst="rect">
          <a:avLst/>
        </a:prstGeom>
        <a:solidFill>
          <a:schemeClr val="accent5">
            <a:hueOff val="-2534453"/>
            <a:satOff val="-6532"/>
            <a:lumOff val="-441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982" tIns="100750" rIns="95982" bIns="100750"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4. Pantallazo de actualización de datos SENA Sofía. </a:t>
          </a:r>
          <a:endParaRPr lang="en-US" sz="1600" kern="1200" dirty="0">
            <a:solidFill>
              <a:schemeClr val="tx1"/>
            </a:solidFill>
          </a:endParaRPr>
        </a:p>
      </dsp:txBody>
      <dsp:txXfrm>
        <a:off x="8070630" y="371083"/>
        <a:ext cx="2045872" cy="1175270"/>
      </dsp:txXfrm>
    </dsp:sp>
    <dsp:sp modelId="{BAC8C80C-EDB3-4C87-BF5D-565626D2D8C8}">
      <dsp:nvSpPr>
        <dsp:cNvPr id="0" name=""/>
        <dsp:cNvSpPr/>
      </dsp:nvSpPr>
      <dsp:spPr>
        <a:xfrm>
          <a:off x="2355585" y="2689048"/>
          <a:ext cx="419920" cy="91440"/>
        </a:xfrm>
        <a:custGeom>
          <a:avLst/>
          <a:gdLst/>
          <a:ahLst/>
          <a:cxnLst/>
          <a:rect l="0" t="0" r="0" b="0"/>
          <a:pathLst>
            <a:path>
              <a:moveTo>
                <a:pt x="0" y="79755"/>
              </a:moveTo>
              <a:lnTo>
                <a:pt x="227060" y="79755"/>
              </a:lnTo>
              <a:lnTo>
                <a:pt x="227060" y="45720"/>
              </a:lnTo>
              <a:lnTo>
                <a:pt x="419920" y="45720"/>
              </a:lnTo>
            </a:path>
          </a:pathLst>
        </a:custGeom>
        <a:noFill/>
        <a:ln w="6350" cap="flat" cmpd="sng" algn="ctr">
          <a:solidFill>
            <a:schemeClr val="accent5">
              <a:hueOff val="-3862025"/>
              <a:satOff val="-9954"/>
              <a:lumOff val="-6723"/>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2554250" y="2732513"/>
        <a:ext cx="22590" cy="4509"/>
      </dsp:txXfrm>
    </dsp:sp>
    <dsp:sp modelId="{B7D00F38-5150-4F00-9DD0-CCA190F0D607}">
      <dsp:nvSpPr>
        <dsp:cNvPr id="0" name=""/>
        <dsp:cNvSpPr/>
      </dsp:nvSpPr>
      <dsp:spPr>
        <a:xfrm>
          <a:off x="226168" y="1798353"/>
          <a:ext cx="2131216" cy="1940900"/>
        </a:xfrm>
        <a:prstGeom prst="rect">
          <a:avLst/>
        </a:prstGeom>
        <a:solidFill>
          <a:schemeClr val="accent5">
            <a:hueOff val="-3379271"/>
            <a:satOff val="-8710"/>
            <a:lumOff val="-5883"/>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982" tIns="100750" rIns="95982" bIns="100750"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5. Resultado de pruebas TYT o certificado de asistencia (Tecnólogos).</a:t>
          </a:r>
          <a:endParaRPr lang="en-US" sz="1600" kern="1200" dirty="0">
            <a:solidFill>
              <a:schemeClr val="tx1"/>
            </a:solidFill>
          </a:endParaRPr>
        </a:p>
      </dsp:txBody>
      <dsp:txXfrm>
        <a:off x="226168" y="1798353"/>
        <a:ext cx="2131216" cy="1940900"/>
      </dsp:txXfrm>
    </dsp:sp>
    <dsp:sp modelId="{D4A423D2-8700-407F-8F45-6B03BA9CF562}">
      <dsp:nvSpPr>
        <dsp:cNvPr id="0" name=""/>
        <dsp:cNvSpPr/>
      </dsp:nvSpPr>
      <dsp:spPr>
        <a:xfrm>
          <a:off x="4960082" y="2676402"/>
          <a:ext cx="419920" cy="91440"/>
        </a:xfrm>
        <a:custGeom>
          <a:avLst/>
          <a:gdLst/>
          <a:ahLst/>
          <a:cxnLst/>
          <a:rect l="0" t="0" r="0" b="0"/>
          <a:pathLst>
            <a:path>
              <a:moveTo>
                <a:pt x="0" y="58365"/>
              </a:moveTo>
              <a:lnTo>
                <a:pt x="227060" y="58365"/>
              </a:lnTo>
              <a:lnTo>
                <a:pt x="227060" y="45720"/>
              </a:lnTo>
              <a:lnTo>
                <a:pt x="419920" y="45720"/>
              </a:lnTo>
            </a:path>
          </a:pathLst>
        </a:custGeom>
        <a:noFill/>
        <a:ln w="6350" cap="flat" cmpd="sng" algn="ctr">
          <a:solidFill>
            <a:schemeClr val="accent5">
              <a:hueOff val="-4827531"/>
              <a:satOff val="-12442"/>
              <a:lumOff val="-8404"/>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5158775" y="2719867"/>
        <a:ext cx="22534" cy="4509"/>
      </dsp:txXfrm>
    </dsp:sp>
    <dsp:sp modelId="{2EFCBA5B-D4A4-4D5B-8C9F-9E6C3B80A2B8}">
      <dsp:nvSpPr>
        <dsp:cNvPr id="0" name=""/>
        <dsp:cNvSpPr/>
      </dsp:nvSpPr>
      <dsp:spPr>
        <a:xfrm>
          <a:off x="2807905" y="1740024"/>
          <a:ext cx="2153977" cy="1989486"/>
        </a:xfrm>
        <a:prstGeom prst="rect">
          <a:avLst/>
        </a:prstGeom>
        <a:solidFill>
          <a:schemeClr val="accent5">
            <a:hueOff val="-4224089"/>
            <a:satOff val="-10887"/>
            <a:lumOff val="-7353"/>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982" tIns="100750" rIns="95982" bIns="100750"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6. Pantallazo correo aprobación alternativa etapa productiva, (para los aprendices de vínculo laboral – Cámara de comercio y RUT ) </a:t>
          </a:r>
          <a:r>
            <a:rPr lang="es-ES" sz="1600" kern="1200" dirty="0">
              <a:solidFill>
                <a:schemeClr val="tx1"/>
              </a:solidFill>
            </a:rPr>
            <a:t> </a:t>
          </a:r>
          <a:endParaRPr lang="en-US" sz="1600" kern="1200" dirty="0">
            <a:solidFill>
              <a:schemeClr val="tx1"/>
            </a:solidFill>
          </a:endParaRPr>
        </a:p>
      </dsp:txBody>
      <dsp:txXfrm>
        <a:off x="2807905" y="1740024"/>
        <a:ext cx="2153977" cy="1989486"/>
      </dsp:txXfrm>
    </dsp:sp>
    <dsp:sp modelId="{18C92A58-E83A-474F-8B32-6297D86D0614}">
      <dsp:nvSpPr>
        <dsp:cNvPr id="0" name=""/>
        <dsp:cNvSpPr/>
      </dsp:nvSpPr>
      <dsp:spPr>
        <a:xfrm>
          <a:off x="7603932" y="2673369"/>
          <a:ext cx="362821" cy="91440"/>
        </a:xfrm>
        <a:custGeom>
          <a:avLst/>
          <a:gdLst/>
          <a:ahLst/>
          <a:cxnLst/>
          <a:rect l="0" t="0" r="0" b="0"/>
          <a:pathLst>
            <a:path>
              <a:moveTo>
                <a:pt x="0" y="48752"/>
              </a:moveTo>
              <a:lnTo>
                <a:pt x="198510" y="48752"/>
              </a:lnTo>
              <a:lnTo>
                <a:pt x="198510" y="45720"/>
              </a:lnTo>
              <a:lnTo>
                <a:pt x="362821" y="45720"/>
              </a:lnTo>
            </a:path>
          </a:pathLst>
        </a:custGeom>
        <a:noFill/>
        <a:ln w="6350" cap="flat" cmpd="sng" algn="ctr">
          <a:solidFill>
            <a:schemeClr val="accent5">
              <a:hueOff val="-5793037"/>
              <a:satOff val="-14931"/>
              <a:lumOff val="-10084"/>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endParaRPr>
        </a:p>
      </dsp:txBody>
      <dsp:txXfrm>
        <a:off x="7775507" y="2716835"/>
        <a:ext cx="19671" cy="4509"/>
      </dsp:txXfrm>
    </dsp:sp>
    <dsp:sp modelId="{6660A539-C70A-44B3-9F65-4A2C512BA3F6}">
      <dsp:nvSpPr>
        <dsp:cNvPr id="0" name=""/>
        <dsp:cNvSpPr/>
      </dsp:nvSpPr>
      <dsp:spPr>
        <a:xfrm>
          <a:off x="5412403" y="1681772"/>
          <a:ext cx="2193329" cy="2080699"/>
        </a:xfrm>
        <a:prstGeom prst="rect">
          <a:avLst/>
        </a:prstGeom>
        <a:solidFill>
          <a:schemeClr val="accent5">
            <a:hueOff val="-5068907"/>
            <a:satOff val="-13064"/>
            <a:lumOff val="-882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982" tIns="100750" rIns="95982" bIns="100750" numCol="1" spcCol="1270" anchor="ctr" anchorCtr="0">
          <a:noAutofit/>
        </a:bodyPr>
        <a:lstStyle/>
        <a:p>
          <a:pPr marL="0" lvl="0" indent="0" algn="ctr" defTabSz="711200">
            <a:lnSpc>
              <a:spcPct val="90000"/>
            </a:lnSpc>
            <a:spcBef>
              <a:spcPct val="0"/>
            </a:spcBef>
            <a:spcAft>
              <a:spcPct val="35000"/>
            </a:spcAft>
            <a:buNone/>
          </a:pPr>
          <a:r>
            <a:rPr lang="es-CO" sz="1600" kern="1200" dirty="0">
              <a:solidFill>
                <a:schemeClr val="tx1"/>
              </a:solidFill>
            </a:rPr>
            <a:t>7. Certificación de la empresa con fechas de inicio y finalización etapa productiva.</a:t>
          </a:r>
          <a:endParaRPr lang="en-US" sz="1600" kern="1200" dirty="0">
            <a:solidFill>
              <a:schemeClr val="tx1"/>
            </a:solidFill>
          </a:endParaRPr>
        </a:p>
      </dsp:txBody>
      <dsp:txXfrm>
        <a:off x="5412403" y="1681772"/>
        <a:ext cx="2193329" cy="2080699"/>
      </dsp:txXfrm>
    </dsp:sp>
    <dsp:sp modelId="{0FF9E394-C537-48B7-9763-3868884E0130}">
      <dsp:nvSpPr>
        <dsp:cNvPr id="0" name=""/>
        <dsp:cNvSpPr/>
      </dsp:nvSpPr>
      <dsp:spPr>
        <a:xfrm>
          <a:off x="1328915" y="3666644"/>
          <a:ext cx="7710334" cy="461718"/>
        </a:xfrm>
        <a:custGeom>
          <a:avLst/>
          <a:gdLst/>
          <a:ahLst/>
          <a:cxnLst/>
          <a:rect l="0" t="0" r="0" b="0"/>
          <a:pathLst>
            <a:path>
              <a:moveTo>
                <a:pt x="7710334" y="0"/>
              </a:moveTo>
              <a:lnTo>
                <a:pt x="7710334" y="247959"/>
              </a:lnTo>
              <a:lnTo>
                <a:pt x="0" y="247959"/>
              </a:lnTo>
              <a:lnTo>
                <a:pt x="0" y="461718"/>
              </a:lnTo>
            </a:path>
          </a:pathLst>
        </a:custGeom>
        <a:noFill/>
        <a:ln w="6350" cap="flat" cmpd="sng" algn="ctr">
          <a:solidFill>
            <a:schemeClr val="accent5">
              <a:hueOff val="-6758543"/>
              <a:satOff val="-17419"/>
              <a:lumOff val="-11765"/>
              <a:alphaOff val="0"/>
            </a:schemeClr>
          </a:solidFill>
          <a:prstDash val="solid"/>
          <a:miter lim="800000"/>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ES" sz="500" kern="1200"/>
        </a:p>
      </dsp:txBody>
      <dsp:txXfrm>
        <a:off x="4990931" y="3895248"/>
        <a:ext cx="386301" cy="4509"/>
      </dsp:txXfrm>
    </dsp:sp>
    <dsp:sp modelId="{E08BD480-B3AD-44FD-BD1F-D36A29181250}">
      <dsp:nvSpPr>
        <dsp:cNvPr id="0" name=""/>
        <dsp:cNvSpPr/>
      </dsp:nvSpPr>
      <dsp:spPr>
        <a:xfrm>
          <a:off x="7999154" y="1769735"/>
          <a:ext cx="2080190" cy="1898708"/>
        </a:xfrm>
        <a:prstGeom prst="rect">
          <a:avLst/>
        </a:prstGeom>
        <a:solidFill>
          <a:schemeClr val="accent5">
            <a:hueOff val="-5913725"/>
            <a:satOff val="-15242"/>
            <a:lumOff val="-1029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982" tIns="100750" rIns="95982" bIns="100750" numCol="1" spcCol="1270" anchor="ctr" anchorCtr="0">
          <a:noAutofit/>
        </a:bodyPr>
        <a:lstStyle/>
        <a:p>
          <a:pPr marL="0" lvl="0" indent="0" algn="ctr" defTabSz="711200">
            <a:lnSpc>
              <a:spcPct val="100000"/>
            </a:lnSpc>
            <a:spcBef>
              <a:spcPct val="0"/>
            </a:spcBef>
            <a:spcAft>
              <a:spcPts val="0"/>
            </a:spcAft>
            <a:buNone/>
          </a:pPr>
          <a:r>
            <a:rPr lang="es-ES" sz="1600" kern="1200" dirty="0">
              <a:solidFill>
                <a:schemeClr val="tx1"/>
              </a:solidFill>
            </a:rPr>
            <a:t>8.Las bitácoras en orden cronológico, debidamente firmadas (versión 3).</a:t>
          </a:r>
        </a:p>
        <a:p>
          <a:pPr marL="0" lvl="0" indent="0" algn="ctr" defTabSz="711200">
            <a:lnSpc>
              <a:spcPct val="100000"/>
            </a:lnSpc>
            <a:spcBef>
              <a:spcPct val="0"/>
            </a:spcBef>
            <a:spcAft>
              <a:spcPts val="0"/>
            </a:spcAft>
            <a:buNone/>
          </a:pPr>
          <a:r>
            <a:rPr lang="es-ES" sz="1600" b="0" kern="1200" dirty="0">
              <a:solidFill>
                <a:schemeClr val="tx1"/>
              </a:solidFill>
              <a:latin typeface="+mn-lt"/>
            </a:rPr>
            <a:t>Práctica</a:t>
          </a:r>
          <a:r>
            <a:rPr lang="es-ES" sz="1600" kern="1200" dirty="0">
              <a:solidFill>
                <a:schemeClr val="tx1"/>
              </a:solidFill>
              <a:latin typeface="+mn-lt"/>
            </a:rPr>
            <a:t> de 6 M – 12 B</a:t>
          </a:r>
        </a:p>
        <a:p>
          <a:pPr marL="0" lvl="0" indent="0" algn="ctr" defTabSz="711200">
            <a:lnSpc>
              <a:spcPct val="100000"/>
            </a:lnSpc>
            <a:spcBef>
              <a:spcPct val="0"/>
            </a:spcBef>
            <a:spcAft>
              <a:spcPts val="0"/>
            </a:spcAft>
            <a:buNone/>
          </a:pPr>
          <a:r>
            <a:rPr lang="es-ES" sz="1600" b="0" kern="1200" dirty="0">
              <a:solidFill>
                <a:schemeClr val="tx1"/>
              </a:solidFill>
              <a:latin typeface="+mn-lt"/>
            </a:rPr>
            <a:t>Práctica</a:t>
          </a:r>
          <a:r>
            <a:rPr lang="es-ES" sz="1600" kern="1200" dirty="0">
              <a:solidFill>
                <a:schemeClr val="tx1"/>
              </a:solidFill>
              <a:latin typeface="+mn-lt"/>
            </a:rPr>
            <a:t> de 9 M – 18 B</a:t>
          </a:r>
        </a:p>
        <a:p>
          <a:pPr marL="0" lvl="0" indent="0" algn="ctr" defTabSz="711200">
            <a:lnSpc>
              <a:spcPct val="100000"/>
            </a:lnSpc>
            <a:spcBef>
              <a:spcPct val="0"/>
            </a:spcBef>
            <a:spcAft>
              <a:spcPts val="0"/>
            </a:spcAft>
            <a:buNone/>
          </a:pPr>
          <a:r>
            <a:rPr lang="es-ES" sz="1600" b="0" kern="1200" dirty="0">
              <a:solidFill>
                <a:schemeClr val="tx1"/>
              </a:solidFill>
              <a:latin typeface="+mn-lt"/>
            </a:rPr>
            <a:t>Práctica de </a:t>
          </a:r>
          <a:r>
            <a:rPr lang="es-ES" sz="1600" kern="1200" dirty="0">
              <a:solidFill>
                <a:schemeClr val="tx1"/>
              </a:solidFill>
              <a:latin typeface="+mn-lt"/>
            </a:rPr>
            <a:t>12 M- 24 B</a:t>
          </a:r>
        </a:p>
      </dsp:txBody>
      <dsp:txXfrm>
        <a:off x="7999154" y="1769735"/>
        <a:ext cx="2080190" cy="1898708"/>
      </dsp:txXfrm>
    </dsp:sp>
    <dsp:sp modelId="{D8DB3D20-C195-47F5-8A81-BF5CCE23B0AF}">
      <dsp:nvSpPr>
        <dsp:cNvPr id="0" name=""/>
        <dsp:cNvSpPr/>
      </dsp:nvSpPr>
      <dsp:spPr>
        <a:xfrm>
          <a:off x="226168" y="4160763"/>
          <a:ext cx="2205493" cy="1295759"/>
        </a:xfrm>
        <a:prstGeom prst="rect">
          <a:avLst/>
        </a:prstGeom>
        <a:solidFill>
          <a:schemeClr val="accent5">
            <a:hueOff val="-6758543"/>
            <a:satOff val="-17419"/>
            <a:lumOff val="-1176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5982" tIns="100750" rIns="95982" bIns="100750" numCol="1" spcCol="1270" anchor="ctr" anchorCtr="0">
          <a:noAutofit/>
        </a:bodyPr>
        <a:lstStyle/>
        <a:p>
          <a:pPr marL="0" lvl="0" indent="0" algn="ctr" defTabSz="711200">
            <a:lnSpc>
              <a:spcPct val="90000"/>
            </a:lnSpc>
            <a:spcBef>
              <a:spcPct val="0"/>
            </a:spcBef>
            <a:spcAft>
              <a:spcPct val="35000"/>
            </a:spcAft>
            <a:buNone/>
          </a:pPr>
          <a:r>
            <a:rPr lang="es-ES" sz="1600" kern="1200" dirty="0">
              <a:solidFill>
                <a:schemeClr val="tx1"/>
              </a:solidFill>
            </a:rPr>
            <a:t>9. Concertación de actividades, visita parcial y visita final, Debidamente firmados</a:t>
          </a:r>
          <a:r>
            <a:rPr lang="es-ES" sz="1200" b="1" kern="1200" dirty="0">
              <a:solidFill>
                <a:schemeClr val="tx1"/>
              </a:solidFill>
              <a:latin typeface="Century Gothic" panose="020B0502020202020204" pitchFamily="34" charset="0"/>
            </a:rPr>
            <a:t>. (F-023 – V 4 / v5)</a:t>
          </a:r>
          <a:endParaRPr lang="es-ES" sz="1200" kern="1200" dirty="0"/>
        </a:p>
      </dsp:txBody>
      <dsp:txXfrm>
        <a:off x="226168" y="4160763"/>
        <a:ext cx="2205493" cy="1295759"/>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8/06/2025</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8/06/2025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5416207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8/06/2025</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314565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8/06/2025</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01.%20FORMATOS%20TALLERES%20M%201%20Y%202/MOMENTO%201/01.%20PRESENTACI&#211;N%20MOMENTO%201%20GC_F_004%20V10.pptx" TargetMode="External"/><Relationship Id="rId7"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slide" Target="slide2.xml"/><Relationship Id="rId4" Type="http://schemas.openxmlformats.org/officeDocument/2006/relationships/hyperlink" Target="../01.%20FORMATOS%20TALLERES%20M%201%20Y%202/MOMENTO%201/Caprendizaje.docx"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hyperlink" Target="../01.%20FORMATOS%20TALLERES%20M%201%20Y%202/MOMENTO%201/GFPI-F-165V3FormatoSeleccionModificacionAlternativaparadesarrollarlaEtapaProductiva.xlsx" TargetMode="External"/><Relationship Id="rId3" Type="http://schemas.openxmlformats.org/officeDocument/2006/relationships/hyperlink" Target="../01.%20FORMATOS%20TALLERES%20M%201%20Y%202/MOMENTO%201/01.%20%20PRESENTACION%20MOMENTO2%20GC_F_004_%20V102.pptx" TargetMode="External"/><Relationship Id="rId7" Type="http://schemas.openxmlformats.org/officeDocument/2006/relationships/hyperlink" Target="../01.%20FORMATOS%20TALLERES%20M%201%20Y%202/MOMENTO%201/Caprendizaje.docx" TargetMode="Externa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01.%20FORMATOS%20TALLERES%20M%201%20Y%202/MOMENTO%201/GFPI-F-147V4FormatoBitacoraSeguimientoEtapaProductiva%20actualizada.xlsx" TargetMode="Externa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9.png"/><Relationship Id="rId7" Type="http://schemas.openxmlformats.org/officeDocument/2006/relationships/diagramColors" Target="../diagrams/colors2.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mailto:masgomez@sena.edu.co" TargetMode="Externa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hyperlink" Target="../01.%20FORMATOS%20TALLERES%20M%201%20Y%202/MOMENTO%201/GFPI-F-023V5FormatoPlaneacionSeguimientoyEvaluacionEtapaProductiva.xlsx" TargetMode="Externa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hyperlink" Target="../01.%20FORMATOS%20TALLERES%20M%201%20Y%202/MOMENTO%201/01.%20PRESENTACION%20MOMENTO%203.pptx" TargetMode="Externa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hyperlink" Target="../01.%20FORMATOS%20TALLERES%20M%201%20Y%202/MOMENTO%201/GFPI-F-023V5FormatoPlaneacionSeguimientoyEvaluacionEtapaProductiva.xlsx" TargetMode="Externa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hyperlink" Target="../01.%20FORMATOS%20TALLERES%20M%201%20Y%202/MOMENTO%201/01.%20PROCEDIMIENTO%20MOMENTO%205%20CERTIFCACI&#211;N%20(1).pptx" TargetMode="Externa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10" Type="http://schemas.openxmlformats.org/officeDocument/2006/relationships/image" Target="../media/image14.png"/><Relationship Id="rId4" Type="http://schemas.openxmlformats.org/officeDocument/2006/relationships/diagramLayout" Target="../diagrams/layout4.xml"/><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4B3F2113-E973-79B3-A08C-76BED3E9B1BD}"/>
              </a:ext>
            </a:extLst>
          </p:cNvPr>
          <p:cNvSpPr txBox="1"/>
          <p:nvPr/>
        </p:nvSpPr>
        <p:spPr>
          <a:xfrm>
            <a:off x="898723" y="593525"/>
            <a:ext cx="8784010" cy="55092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prstClr val="black">
                    <a:lumMod val="75000"/>
                    <a:lumOff val="25000"/>
                  </a:prstClr>
                </a:solidFill>
                <a:effectLst/>
                <a:uLnTx/>
                <a:uFillTx/>
                <a:latin typeface="Work Sans Bold Roman" pitchFamily="2" charset="77"/>
                <a:ea typeface="+mn-ea"/>
                <a:cs typeface="+mn-cs"/>
              </a:rPr>
              <a:t>Planeación,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prstClr val="black">
                    <a:lumMod val="75000"/>
                    <a:lumOff val="25000"/>
                  </a:prstClr>
                </a:solidFill>
                <a:effectLst/>
                <a:uLnTx/>
                <a:uFillTx/>
                <a:latin typeface="Work Sans Bold Roman" pitchFamily="2" charset="77"/>
                <a:ea typeface="+mn-ea"/>
                <a:cs typeface="+mn-cs"/>
              </a:rPr>
              <a:t>Seguimiento y Evaluación Etapa Productiva</a:t>
            </a:r>
          </a:p>
          <a:p>
            <a:pPr>
              <a:defRPr/>
            </a:pPr>
            <a:r>
              <a:rPr lang="es-ES" sz="5400" b="1" dirty="0">
                <a:solidFill>
                  <a:prstClr val="black">
                    <a:lumMod val="75000"/>
                    <a:lumOff val="25000"/>
                  </a:prstClr>
                </a:solidFill>
                <a:latin typeface="Work Sans Bold Roman" pitchFamily="2" charset="77"/>
              </a:rPr>
              <a:t>Gestión 2025</a:t>
            </a:r>
          </a:p>
          <a:p>
            <a:pPr>
              <a:defRPr/>
            </a:pPr>
            <a:r>
              <a:rPr lang="es-ES" sz="5400" b="1" dirty="0">
                <a:solidFill>
                  <a:prstClr val="black">
                    <a:lumMod val="75000"/>
                    <a:lumOff val="25000"/>
                  </a:prstClr>
                </a:solidFill>
                <a:latin typeface="Work Sans Bold Roman" pitchFamily="2" charset="77"/>
              </a:rPr>
              <a:t>Proceso de Etapa productiva</a:t>
            </a:r>
          </a:p>
          <a:p>
            <a:pPr>
              <a:defRPr/>
            </a:pPr>
            <a:endParaRPr lang="es-ES" sz="5400" b="1" dirty="0">
              <a:solidFill>
                <a:prstClr val="black">
                  <a:lumMod val="75000"/>
                  <a:lumOff val="25000"/>
                </a:prstClr>
              </a:solidFill>
              <a:latin typeface="Work Sans Bold Roman"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2800" b="1" dirty="0">
                <a:solidFill>
                  <a:srgbClr val="38AA00"/>
                </a:solidFill>
                <a:latin typeface="Work Sans Light" pitchFamily="2" charset="77"/>
              </a:rPr>
              <a:t>Centro de Servicios Financieros</a:t>
            </a:r>
          </a:p>
        </p:txBody>
      </p:sp>
    </p:spTree>
    <p:extLst>
      <p:ext uri="{BB962C8B-B14F-4D97-AF65-F5344CB8AC3E}">
        <p14:creationId xmlns:p14="http://schemas.microsoft.com/office/powerpoint/2010/main" val="3409726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CE6F55B-23E7-C675-1731-F09BDD2C6C5F}"/>
            </a:ext>
          </a:extLst>
        </p:cNvPr>
        <p:cNvGrpSpPr/>
        <p:nvPr/>
      </p:nvGrpSpPr>
      <p:grpSpPr>
        <a:xfrm>
          <a:off x="0" y="0"/>
          <a:ext cx="0" cy="0"/>
          <a:chOff x="0" y="0"/>
          <a:chExt cx="0" cy="0"/>
        </a:xfrm>
      </p:grpSpPr>
      <p:sp>
        <p:nvSpPr>
          <p:cNvPr id="2" name="CuadroTexto 1"/>
          <p:cNvSpPr txBox="1"/>
          <p:nvPr/>
        </p:nvSpPr>
        <p:spPr>
          <a:xfrm>
            <a:off x="1459832" y="433143"/>
            <a:ext cx="9143999" cy="923330"/>
          </a:xfrm>
          <a:prstGeom prst="rect">
            <a:avLst/>
          </a:prstGeom>
          <a:noFill/>
        </p:spPr>
        <p:txBody>
          <a:bodyPr wrap="square" rtlCol="0">
            <a:spAutoFit/>
          </a:bodyPr>
          <a:lstStyle/>
          <a:p>
            <a:pPr algn="ctr"/>
            <a:r>
              <a:rPr lang="es-ES" sz="3600" b="1" dirty="0">
                <a:latin typeface="Verdana" panose="020B0604030504040204" pitchFamily="34" charset="0"/>
                <a:ea typeface="Verdana" panose="020B0604030504040204" pitchFamily="34" charset="0"/>
              </a:rPr>
              <a:t>PROCESO DE ETAPA PRODUCTIVA </a:t>
            </a:r>
          </a:p>
          <a:p>
            <a:pPr algn="ctr"/>
            <a:r>
              <a:rPr lang="es-ES" b="1" dirty="0">
                <a:solidFill>
                  <a:srgbClr val="127422"/>
                </a:solidFill>
                <a:latin typeface="Verdana" panose="020B0604030504040204" pitchFamily="34" charset="0"/>
                <a:ea typeface="Verdana" panose="020B0604030504040204" pitchFamily="34" charset="0"/>
              </a:rPr>
              <a:t>Momentos </a:t>
            </a:r>
            <a:endParaRPr lang="en-US" b="1" dirty="0">
              <a:solidFill>
                <a:srgbClr val="127422"/>
              </a:solidFill>
              <a:latin typeface="Verdana" panose="020B0604030504040204" pitchFamily="34" charset="0"/>
              <a:ea typeface="Verdana" panose="020B0604030504040204" pitchFamily="34" charset="0"/>
            </a:endParaRPr>
          </a:p>
        </p:txBody>
      </p:sp>
      <p:graphicFrame>
        <p:nvGraphicFramePr>
          <p:cNvPr id="3" name="Diagrama 2"/>
          <p:cNvGraphicFramePr/>
          <p:nvPr>
            <p:extLst>
              <p:ext uri="{D42A27DB-BD31-4B8C-83A1-F6EECF244321}">
                <p14:modId xmlns:p14="http://schemas.microsoft.com/office/powerpoint/2010/main" val="3086583538"/>
              </p:ext>
            </p:extLst>
          </p:nvPr>
        </p:nvGraphicFramePr>
        <p:xfrm>
          <a:off x="3157321" y="1356473"/>
          <a:ext cx="9849851" cy="50603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Imagen 3"/>
          <p:cNvPicPr>
            <a:picLocks noChangeAspect="1"/>
          </p:cNvPicPr>
          <p:nvPr/>
        </p:nvPicPr>
        <p:blipFill>
          <a:blip r:embed="rId8"/>
          <a:stretch>
            <a:fillRect/>
          </a:stretch>
        </p:blipFill>
        <p:spPr>
          <a:xfrm>
            <a:off x="7271050" y="2911120"/>
            <a:ext cx="1634755" cy="1634755"/>
          </a:xfrm>
          <a:prstGeom prst="rect">
            <a:avLst/>
          </a:prstGeom>
        </p:spPr>
      </p:pic>
      <p:pic>
        <p:nvPicPr>
          <p:cNvPr id="5" name="Imagen 4"/>
          <p:cNvPicPr>
            <a:picLocks noChangeAspect="1"/>
          </p:cNvPicPr>
          <p:nvPr/>
        </p:nvPicPr>
        <p:blipFill rotWithShape="1">
          <a:blip r:embed="rId9"/>
          <a:srcRect l="20014" t="26339" r="41232" b="5089"/>
          <a:stretch/>
        </p:blipFill>
        <p:spPr>
          <a:xfrm>
            <a:off x="875211" y="1781182"/>
            <a:ext cx="3914914" cy="3894630"/>
          </a:xfrm>
          <a:prstGeom prst="rect">
            <a:avLst/>
          </a:prstGeom>
        </p:spPr>
      </p:pic>
    </p:spTree>
    <p:extLst>
      <p:ext uri="{BB962C8B-B14F-4D97-AF65-F5344CB8AC3E}">
        <p14:creationId xmlns:p14="http://schemas.microsoft.com/office/powerpoint/2010/main" val="218916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99741BC-1390-9A2A-8697-69041BE37BF9}"/>
            </a:ext>
          </a:extLst>
        </p:cNvPr>
        <p:cNvGrpSpPr/>
        <p:nvPr/>
      </p:nvGrpSpPr>
      <p:grpSpPr>
        <a:xfrm>
          <a:off x="0" y="0"/>
          <a:ext cx="0" cy="0"/>
          <a:chOff x="0" y="0"/>
          <a:chExt cx="0" cy="0"/>
        </a:xfrm>
      </p:grpSpPr>
      <p:grpSp>
        <p:nvGrpSpPr>
          <p:cNvPr id="15" name="Grupo 14">
            <a:extLst>
              <a:ext uri="{FF2B5EF4-FFF2-40B4-BE49-F238E27FC236}">
                <a16:creationId xmlns:a16="http://schemas.microsoft.com/office/drawing/2014/main" id="{B75D2387-3BA0-F76F-B256-19B6C570A67B}"/>
              </a:ext>
            </a:extLst>
          </p:cNvPr>
          <p:cNvGrpSpPr/>
          <p:nvPr/>
        </p:nvGrpSpPr>
        <p:grpSpPr>
          <a:xfrm>
            <a:off x="318386" y="1636673"/>
            <a:ext cx="3019120" cy="894375"/>
            <a:chOff x="3108" y="-867"/>
            <a:chExt cx="3867569" cy="1381989"/>
          </a:xfrm>
          <a:solidFill>
            <a:srgbClr val="00B050"/>
          </a:solidFill>
        </p:grpSpPr>
        <p:sp>
          <p:nvSpPr>
            <p:cNvPr id="16" name="Rectángulo: esquinas redondeadas 15">
              <a:extLst>
                <a:ext uri="{FF2B5EF4-FFF2-40B4-BE49-F238E27FC236}">
                  <a16:creationId xmlns:a16="http://schemas.microsoft.com/office/drawing/2014/main" id="{91AD5C81-631C-B3F6-7790-8CEE35EE3F6B}"/>
                </a:ext>
              </a:extLst>
            </p:cNvPr>
            <p:cNvSpPr/>
            <p:nvPr/>
          </p:nvSpPr>
          <p:spPr>
            <a:xfrm>
              <a:off x="3108" y="168613"/>
              <a:ext cx="3453774" cy="1212509"/>
            </a:xfrm>
            <a:prstGeom prst="roundRect">
              <a:avLst>
                <a:gd name="adj" fmla="val 10000"/>
              </a:avLst>
            </a:prstGeom>
            <a:grpFill/>
          </p:spPr>
          <p:style>
            <a:lnRef idx="1">
              <a:schemeClr val="accent6"/>
            </a:lnRef>
            <a:fillRef idx="2">
              <a:schemeClr val="accent6"/>
            </a:fillRef>
            <a:effectRef idx="1">
              <a:schemeClr val="accent6"/>
            </a:effectRef>
            <a:fontRef idx="minor">
              <a:schemeClr val="dk1"/>
            </a:fontRef>
          </p:style>
          <p:txBody>
            <a:bodyPr/>
            <a:lstStyle/>
            <a:p>
              <a:endParaRPr lang="es-ES" dirty="0"/>
            </a:p>
          </p:txBody>
        </p:sp>
        <p:sp>
          <p:nvSpPr>
            <p:cNvPr id="17" name="Rectángulo: esquinas redondeadas 4">
              <a:extLst>
                <a:ext uri="{FF2B5EF4-FFF2-40B4-BE49-F238E27FC236}">
                  <a16:creationId xmlns:a16="http://schemas.microsoft.com/office/drawing/2014/main" id="{158486B1-6F53-E9EF-1EFB-49B2D7A8B6D3}"/>
                </a:ext>
              </a:extLst>
            </p:cNvPr>
            <p:cNvSpPr txBox="1"/>
            <p:nvPr/>
          </p:nvSpPr>
          <p:spPr>
            <a:xfrm>
              <a:off x="3108" y="-867"/>
              <a:ext cx="3867569" cy="98797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sz="2000" b="1" kern="1200" dirty="0"/>
                <a:t>Preparación del taller</a:t>
              </a:r>
            </a:p>
          </p:txBody>
        </p:sp>
      </p:grpSp>
      <p:sp>
        <p:nvSpPr>
          <p:cNvPr id="4" name="Título 1">
            <a:extLst>
              <a:ext uri="{FF2B5EF4-FFF2-40B4-BE49-F238E27FC236}">
                <a16:creationId xmlns:a16="http://schemas.microsoft.com/office/drawing/2014/main" id="{E69F7D54-284D-2E0C-2C8F-C71200A8EA10}"/>
              </a:ext>
            </a:extLst>
          </p:cNvPr>
          <p:cNvSpPr txBox="1">
            <a:spLocks/>
          </p:cNvSpPr>
          <p:nvPr/>
        </p:nvSpPr>
        <p:spPr>
          <a:xfrm>
            <a:off x="591318" y="33908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chemeClr val="bg1"/>
                </a:solidFill>
                <a:latin typeface="Verdana" panose="020B0604030504040204" pitchFamily="34" charset="0"/>
                <a:ea typeface="Verdana" panose="020B0604030504040204" pitchFamily="34" charset="0"/>
              </a:rPr>
              <a:t>Momento 1 – Taller Vida </a:t>
            </a:r>
            <a:r>
              <a:rPr lang="es-ES" b="1" dirty="0">
                <a:solidFill>
                  <a:schemeClr val="bg1"/>
                </a:solidFill>
                <a:latin typeface="Verdana" panose="020B0604030504040204" pitchFamily="34" charset="0"/>
                <a:ea typeface="Verdana" panose="020B0604030504040204" pitchFamily="34" charset="0"/>
                <a:hlinkClick r:id="rId3" action="ppaction://hlinkpres?slideindex=1&amp;slidetitle="/>
              </a:rPr>
              <a:t>Laboral</a:t>
            </a:r>
            <a:endParaRPr lang="es-ES" b="1" dirty="0">
              <a:solidFill>
                <a:schemeClr val="bg1"/>
              </a:solidFill>
              <a:latin typeface="Verdana" panose="020B0604030504040204" pitchFamily="34" charset="0"/>
              <a:ea typeface="Verdana" panose="020B0604030504040204" pitchFamily="34" charset="0"/>
            </a:endParaRPr>
          </a:p>
        </p:txBody>
      </p:sp>
      <p:sp>
        <p:nvSpPr>
          <p:cNvPr id="5" name="Rectángulo: esquinas redondeadas 4">
            <a:extLst>
              <a:ext uri="{FF2B5EF4-FFF2-40B4-BE49-F238E27FC236}">
                <a16:creationId xmlns:a16="http://schemas.microsoft.com/office/drawing/2014/main" id="{6C959238-CB04-B52C-7FB3-B36676E909D7}"/>
              </a:ext>
            </a:extLst>
          </p:cNvPr>
          <p:cNvSpPr/>
          <p:nvPr/>
        </p:nvSpPr>
        <p:spPr>
          <a:xfrm>
            <a:off x="305380" y="2429081"/>
            <a:ext cx="2501048" cy="2593231"/>
          </a:xfrm>
          <a:prstGeom prst="roundRect">
            <a:avLst>
              <a:gd name="adj" fmla="val 10000"/>
            </a:avLst>
          </a:prstGeom>
        </p:spPr>
        <p:style>
          <a:lnRef idx="2">
            <a:schemeClr val="accent6"/>
          </a:lnRef>
          <a:fillRef idx="1">
            <a:schemeClr val="lt1"/>
          </a:fillRef>
          <a:effectRef idx="0">
            <a:schemeClr val="accent6"/>
          </a:effectRef>
          <a:fontRef idx="minor">
            <a:schemeClr val="dk1"/>
          </a:fontRef>
        </p:style>
        <p:txBody>
          <a:bodyPr/>
          <a:lstStyle/>
          <a:p>
            <a:endParaRPr lang="es-CO"/>
          </a:p>
        </p:txBody>
      </p:sp>
      <p:sp>
        <p:nvSpPr>
          <p:cNvPr id="6" name="CuadroTexto 5">
            <a:extLst>
              <a:ext uri="{FF2B5EF4-FFF2-40B4-BE49-F238E27FC236}">
                <a16:creationId xmlns:a16="http://schemas.microsoft.com/office/drawing/2014/main" id="{229100F5-D824-787F-289F-FF7ADB170D08}"/>
              </a:ext>
            </a:extLst>
          </p:cNvPr>
          <p:cNvSpPr txBox="1"/>
          <p:nvPr/>
        </p:nvSpPr>
        <p:spPr>
          <a:xfrm>
            <a:off x="380844" y="2572051"/>
            <a:ext cx="2425584" cy="1717393"/>
          </a:xfrm>
          <a:prstGeom prst="rect">
            <a:avLst/>
          </a:prstGeom>
          <a:noFill/>
        </p:spPr>
        <p:txBody>
          <a:bodyPr wrap="square">
            <a:spAutoFit/>
          </a:bodyPr>
          <a:lstStyle/>
          <a:p>
            <a:pPr marL="228600" lvl="1" indent="-228600" algn="l" defTabSz="1155700">
              <a:lnSpc>
                <a:spcPct val="90000"/>
              </a:lnSpc>
              <a:spcBef>
                <a:spcPct val="0"/>
              </a:spcBef>
              <a:spcAft>
                <a:spcPct val="15000"/>
              </a:spcAft>
              <a:buChar char="•"/>
            </a:pPr>
            <a:r>
              <a:rPr lang="es-CO" sz="1600" kern="1200" dirty="0">
                <a:solidFill>
                  <a:schemeClr val="tx1"/>
                </a:solidFill>
              </a:rPr>
              <a:t>Programación del Taller (</a:t>
            </a:r>
            <a:r>
              <a:rPr lang="es-CO" sz="1600" b="1" kern="1200" dirty="0">
                <a:solidFill>
                  <a:srgbClr val="FF0000"/>
                </a:solidFill>
              </a:rPr>
              <a:t>Instructor de lectiva</a:t>
            </a:r>
            <a:r>
              <a:rPr lang="es-CO" sz="1600" kern="1200" dirty="0">
                <a:solidFill>
                  <a:schemeClr val="tx1"/>
                </a:solidFill>
              </a:rPr>
              <a:t>)</a:t>
            </a:r>
          </a:p>
          <a:p>
            <a:pPr marL="228600" lvl="1" indent="-228600" algn="l" defTabSz="1155700">
              <a:lnSpc>
                <a:spcPct val="90000"/>
              </a:lnSpc>
              <a:spcBef>
                <a:spcPct val="0"/>
              </a:spcBef>
              <a:spcAft>
                <a:spcPct val="15000"/>
              </a:spcAft>
              <a:buChar char="•"/>
            </a:pPr>
            <a:r>
              <a:rPr lang="es-CO" sz="1600" kern="1200" dirty="0">
                <a:solidFill>
                  <a:schemeClr val="tx1"/>
                </a:solidFill>
              </a:rPr>
              <a:t>Agendamiento,  programación y notificación de la </a:t>
            </a:r>
            <a:r>
              <a:rPr lang="es-CO" sz="1600" b="1" kern="1200" dirty="0">
                <a:solidFill>
                  <a:srgbClr val="FF0000"/>
                </a:solidFill>
              </a:rPr>
              <a:t>sesión presencial.</a:t>
            </a:r>
          </a:p>
          <a:p>
            <a:pPr marL="228600" lvl="1" indent="-228600" algn="l" defTabSz="1155700">
              <a:lnSpc>
                <a:spcPct val="90000"/>
              </a:lnSpc>
              <a:spcBef>
                <a:spcPct val="0"/>
              </a:spcBef>
              <a:spcAft>
                <a:spcPct val="15000"/>
              </a:spcAft>
              <a:buChar char="•"/>
            </a:pPr>
            <a:r>
              <a:rPr lang="es-CO" sz="1600" kern="1200" dirty="0">
                <a:solidFill>
                  <a:schemeClr val="tx1"/>
                </a:solidFill>
              </a:rPr>
              <a:t>Preparación del tema</a:t>
            </a:r>
          </a:p>
        </p:txBody>
      </p:sp>
      <p:sp>
        <p:nvSpPr>
          <p:cNvPr id="7" name="Flecha: a la derecha 6">
            <a:extLst>
              <a:ext uri="{FF2B5EF4-FFF2-40B4-BE49-F238E27FC236}">
                <a16:creationId xmlns:a16="http://schemas.microsoft.com/office/drawing/2014/main" id="{7E22DD75-63D6-03E0-E0B4-F9C7209C2F6E}"/>
              </a:ext>
            </a:extLst>
          </p:cNvPr>
          <p:cNvSpPr/>
          <p:nvPr/>
        </p:nvSpPr>
        <p:spPr>
          <a:xfrm>
            <a:off x="2962520" y="2027535"/>
            <a:ext cx="440098" cy="235363"/>
          </a:xfrm>
          <a:prstGeom prst="rightArrow">
            <a:avLst>
              <a:gd name="adj1" fmla="val 60000"/>
              <a:gd name="adj2" fmla="val 50000"/>
            </a:avLst>
          </a:prstGeom>
        </p:spPr>
        <p:style>
          <a:lnRef idx="1">
            <a:schemeClr val="accent6"/>
          </a:lnRef>
          <a:fillRef idx="2">
            <a:schemeClr val="accent6"/>
          </a:fillRef>
          <a:effectRef idx="1">
            <a:schemeClr val="accent6"/>
          </a:effectRef>
          <a:fontRef idx="minor">
            <a:schemeClr val="dk1"/>
          </a:fontRef>
        </p:style>
        <p:txBody>
          <a:bodyPr/>
          <a:lstStyle/>
          <a:p>
            <a:endParaRPr lang="es-CO"/>
          </a:p>
        </p:txBody>
      </p:sp>
      <p:sp>
        <p:nvSpPr>
          <p:cNvPr id="8" name="Rectángulo: esquinas redondeadas 4">
            <a:extLst>
              <a:ext uri="{FF2B5EF4-FFF2-40B4-BE49-F238E27FC236}">
                <a16:creationId xmlns:a16="http://schemas.microsoft.com/office/drawing/2014/main" id="{CB3BFB22-79F4-E0FF-F5AC-C0695D62B938}"/>
              </a:ext>
            </a:extLst>
          </p:cNvPr>
          <p:cNvSpPr txBox="1"/>
          <p:nvPr/>
        </p:nvSpPr>
        <p:spPr>
          <a:xfrm>
            <a:off x="3498031" y="1620664"/>
            <a:ext cx="2418153" cy="864208"/>
          </a:xfrm>
          <a:prstGeom prst="rect">
            <a:avLst/>
          </a:prstGeom>
          <a:solidFill>
            <a:srgbClr val="FF6C00"/>
          </a:solidFill>
        </p:spPr>
        <p:style>
          <a:lnRef idx="1">
            <a:schemeClr val="accent2"/>
          </a:lnRef>
          <a:fillRef idx="2">
            <a:schemeClr val="accent2"/>
          </a:fillRef>
          <a:effectRef idx="1">
            <a:schemeClr val="accent2"/>
          </a:effectRef>
          <a:fontRef idx="minor">
            <a:schemeClr val="dk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sz="2000" b="1" dirty="0">
                <a:solidFill>
                  <a:schemeClr val="lt1"/>
                </a:solidFill>
              </a:rPr>
              <a:t>Diagnostico estado académico y de EP</a:t>
            </a:r>
          </a:p>
        </p:txBody>
      </p:sp>
      <p:sp>
        <p:nvSpPr>
          <p:cNvPr id="9" name="Flecha: a la derecha 8">
            <a:extLst>
              <a:ext uri="{FF2B5EF4-FFF2-40B4-BE49-F238E27FC236}">
                <a16:creationId xmlns:a16="http://schemas.microsoft.com/office/drawing/2014/main" id="{B220EB60-36AC-017A-8286-4EEB4117B7C3}"/>
              </a:ext>
            </a:extLst>
          </p:cNvPr>
          <p:cNvSpPr/>
          <p:nvPr/>
        </p:nvSpPr>
        <p:spPr>
          <a:xfrm>
            <a:off x="5929704" y="2062771"/>
            <a:ext cx="440098" cy="235363"/>
          </a:xfrm>
          <a:prstGeom prst="rightArrow">
            <a:avLst>
              <a:gd name="adj1" fmla="val 60000"/>
              <a:gd name="adj2" fmla="val 50000"/>
            </a:avLst>
          </a:prstGeom>
        </p:spPr>
        <p:style>
          <a:lnRef idx="1">
            <a:schemeClr val="accent2"/>
          </a:lnRef>
          <a:fillRef idx="2">
            <a:schemeClr val="accent2"/>
          </a:fillRef>
          <a:effectRef idx="1">
            <a:schemeClr val="accent2"/>
          </a:effectRef>
          <a:fontRef idx="minor">
            <a:schemeClr val="dk1"/>
          </a:fontRef>
        </p:style>
        <p:txBody>
          <a:bodyPr/>
          <a:lstStyle/>
          <a:p>
            <a:endParaRPr lang="es-ES" dirty="0"/>
          </a:p>
        </p:txBody>
      </p:sp>
      <p:sp>
        <p:nvSpPr>
          <p:cNvPr id="10" name="Rectángulo: esquinas redondeadas 9">
            <a:extLst>
              <a:ext uri="{FF2B5EF4-FFF2-40B4-BE49-F238E27FC236}">
                <a16:creationId xmlns:a16="http://schemas.microsoft.com/office/drawing/2014/main" id="{F6D5CE6B-3ABE-0692-ADC8-C59A62873D7D}"/>
              </a:ext>
            </a:extLst>
          </p:cNvPr>
          <p:cNvSpPr/>
          <p:nvPr/>
        </p:nvSpPr>
        <p:spPr>
          <a:xfrm>
            <a:off x="6440461" y="1620664"/>
            <a:ext cx="2392071" cy="952884"/>
          </a:xfrm>
          <a:prstGeom prst="roundRect">
            <a:avLst>
              <a:gd name="adj" fmla="val 10000"/>
            </a:avLst>
          </a:prstGeom>
          <a:solidFill>
            <a:srgbClr val="7030A0"/>
          </a:solidFill>
        </p:spPr>
        <p:style>
          <a:lnRef idx="1">
            <a:schemeClr val="accent4"/>
          </a:lnRef>
          <a:fillRef idx="2">
            <a:schemeClr val="accent4"/>
          </a:fillRef>
          <a:effectRef idx="1">
            <a:schemeClr val="accent4"/>
          </a:effectRef>
          <a:fontRef idx="minor">
            <a:schemeClr val="dk1"/>
          </a:fontRef>
        </p:style>
        <p:txBody>
          <a:bodyPr/>
          <a:lstStyle/>
          <a:p>
            <a:r>
              <a:rPr lang="es-ES" sz="2000" b="1" dirty="0">
                <a:solidFill>
                  <a:schemeClr val="lt1"/>
                </a:solidFill>
              </a:rPr>
              <a:t>Desarrollo del Taller</a:t>
            </a:r>
          </a:p>
        </p:txBody>
      </p:sp>
      <p:sp>
        <p:nvSpPr>
          <p:cNvPr id="11" name="Flecha: a la derecha 10">
            <a:extLst>
              <a:ext uri="{FF2B5EF4-FFF2-40B4-BE49-F238E27FC236}">
                <a16:creationId xmlns:a16="http://schemas.microsoft.com/office/drawing/2014/main" id="{7DFFE390-20A5-6C9E-E64D-55D642B681FF}"/>
              </a:ext>
            </a:extLst>
          </p:cNvPr>
          <p:cNvSpPr/>
          <p:nvPr/>
        </p:nvSpPr>
        <p:spPr>
          <a:xfrm>
            <a:off x="8873911" y="2011547"/>
            <a:ext cx="440098" cy="235363"/>
          </a:xfrm>
          <a:prstGeom prst="rightArrow">
            <a:avLst>
              <a:gd name="adj1" fmla="val 60000"/>
              <a:gd name="adj2" fmla="val 50000"/>
            </a:avLst>
          </a:prstGeom>
        </p:spPr>
        <p:style>
          <a:lnRef idx="1">
            <a:schemeClr val="accent4"/>
          </a:lnRef>
          <a:fillRef idx="2">
            <a:schemeClr val="accent4"/>
          </a:fillRef>
          <a:effectRef idx="1">
            <a:schemeClr val="accent4"/>
          </a:effectRef>
          <a:fontRef idx="minor">
            <a:schemeClr val="dk1"/>
          </a:fontRef>
        </p:style>
        <p:txBody>
          <a:bodyPr/>
          <a:lstStyle/>
          <a:p>
            <a:endParaRPr lang="es-ES" dirty="0"/>
          </a:p>
        </p:txBody>
      </p:sp>
      <p:grpSp>
        <p:nvGrpSpPr>
          <p:cNvPr id="12" name="Grupo 11">
            <a:extLst>
              <a:ext uri="{FF2B5EF4-FFF2-40B4-BE49-F238E27FC236}">
                <a16:creationId xmlns:a16="http://schemas.microsoft.com/office/drawing/2014/main" id="{87CB6979-D5EC-A31B-2011-29ACC2167751}"/>
              </a:ext>
            </a:extLst>
          </p:cNvPr>
          <p:cNvGrpSpPr/>
          <p:nvPr/>
        </p:nvGrpSpPr>
        <p:grpSpPr>
          <a:xfrm>
            <a:off x="9482955" y="1620663"/>
            <a:ext cx="2302046" cy="802226"/>
            <a:chOff x="18822489" y="-37998"/>
            <a:chExt cx="3905119" cy="1672899"/>
          </a:xfrm>
        </p:grpSpPr>
        <p:sp>
          <p:nvSpPr>
            <p:cNvPr id="13" name="Rectángulo: esquinas redondeadas 12">
              <a:extLst>
                <a:ext uri="{FF2B5EF4-FFF2-40B4-BE49-F238E27FC236}">
                  <a16:creationId xmlns:a16="http://schemas.microsoft.com/office/drawing/2014/main" id="{3B745748-9371-4962-48C2-68878D74C806}"/>
                </a:ext>
              </a:extLst>
            </p:cNvPr>
            <p:cNvSpPr/>
            <p:nvPr/>
          </p:nvSpPr>
          <p:spPr>
            <a:xfrm>
              <a:off x="18822489" y="168613"/>
              <a:ext cx="3905119" cy="1466288"/>
            </a:xfrm>
            <a:prstGeom prst="roundRect">
              <a:avLst>
                <a:gd name="adj" fmla="val 10000"/>
              </a:avLst>
            </a:prstGeom>
            <a:solidFill>
              <a:schemeClr val="accent5">
                <a:lumMod val="50000"/>
              </a:schemeClr>
            </a:solidFill>
          </p:spPr>
          <p:style>
            <a:lnRef idx="1">
              <a:schemeClr val="accent1"/>
            </a:lnRef>
            <a:fillRef idx="2">
              <a:schemeClr val="accent1"/>
            </a:fillRef>
            <a:effectRef idx="1">
              <a:schemeClr val="accent1"/>
            </a:effectRef>
            <a:fontRef idx="minor">
              <a:schemeClr val="dk1"/>
            </a:fontRef>
          </p:style>
          <p:txBody>
            <a:bodyPr/>
            <a:lstStyle/>
            <a:p>
              <a:endParaRPr lang="es-CO"/>
            </a:p>
          </p:txBody>
        </p:sp>
        <p:sp>
          <p:nvSpPr>
            <p:cNvPr id="14" name="Rectángulo: esquinas redondeadas 4">
              <a:extLst>
                <a:ext uri="{FF2B5EF4-FFF2-40B4-BE49-F238E27FC236}">
                  <a16:creationId xmlns:a16="http://schemas.microsoft.com/office/drawing/2014/main" id="{3BDD38C1-1131-CC9D-3FE9-EDFEC9B5AE5D}"/>
                </a:ext>
              </a:extLst>
            </p:cNvPr>
            <p:cNvSpPr txBox="1"/>
            <p:nvPr/>
          </p:nvSpPr>
          <p:spPr>
            <a:xfrm>
              <a:off x="18822489" y="-37998"/>
              <a:ext cx="3858018" cy="1320249"/>
            </a:xfrm>
            <a:prstGeom prst="rect">
              <a:avLst/>
            </a:prstGeom>
            <a:solidFill>
              <a:schemeClr val="accent5">
                <a:lumMod val="50000"/>
              </a:schemeClr>
            </a:solidFill>
            <a:ln>
              <a:solidFill>
                <a:schemeClr val="accent5">
                  <a:lumMod val="50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sz="2000" b="1" dirty="0"/>
                <a:t>Posterior al Taller</a:t>
              </a:r>
            </a:p>
          </p:txBody>
        </p:sp>
      </p:grpSp>
      <p:grpSp>
        <p:nvGrpSpPr>
          <p:cNvPr id="18" name="Grupo 17">
            <a:extLst>
              <a:ext uri="{FF2B5EF4-FFF2-40B4-BE49-F238E27FC236}">
                <a16:creationId xmlns:a16="http://schemas.microsoft.com/office/drawing/2014/main" id="{D9BFB899-A238-F848-3811-14141371AC2F}"/>
              </a:ext>
            </a:extLst>
          </p:cNvPr>
          <p:cNvGrpSpPr/>
          <p:nvPr/>
        </p:nvGrpSpPr>
        <p:grpSpPr>
          <a:xfrm>
            <a:off x="3456392" y="2506657"/>
            <a:ext cx="2694064" cy="2798773"/>
            <a:chOff x="7260529" y="3289630"/>
            <a:chExt cx="2333028" cy="3515639"/>
          </a:xfrm>
        </p:grpSpPr>
        <p:sp>
          <p:nvSpPr>
            <p:cNvPr id="19" name="Rectángulo: esquinas redondeadas 18">
              <a:extLst>
                <a:ext uri="{FF2B5EF4-FFF2-40B4-BE49-F238E27FC236}">
                  <a16:creationId xmlns:a16="http://schemas.microsoft.com/office/drawing/2014/main" id="{0617B2B3-1E03-8AF5-61B5-F928CF063FFA}"/>
                </a:ext>
              </a:extLst>
            </p:cNvPr>
            <p:cNvSpPr/>
            <p:nvPr/>
          </p:nvSpPr>
          <p:spPr>
            <a:xfrm>
              <a:off x="7260529" y="3289630"/>
              <a:ext cx="2177289" cy="3335304"/>
            </a:xfrm>
            <a:prstGeom prst="roundRect">
              <a:avLst>
                <a:gd name="adj" fmla="val 10000"/>
              </a:avLst>
            </a:pr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ES" dirty="0"/>
            </a:p>
          </p:txBody>
        </p:sp>
        <p:sp>
          <p:nvSpPr>
            <p:cNvPr id="20" name="Rectángulo: esquinas redondeadas 4">
              <a:extLst>
                <a:ext uri="{FF2B5EF4-FFF2-40B4-BE49-F238E27FC236}">
                  <a16:creationId xmlns:a16="http://schemas.microsoft.com/office/drawing/2014/main" id="{7D00DF89-39D6-E1DA-8DA3-ECB1B254D795}"/>
                </a:ext>
              </a:extLst>
            </p:cNvPr>
            <p:cNvSpPr txBox="1"/>
            <p:nvPr/>
          </p:nvSpPr>
          <p:spPr>
            <a:xfrm>
              <a:off x="7265088" y="3354247"/>
              <a:ext cx="2328469" cy="345102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84912" tIns="184912" rIns="184912" bIns="184912" numCol="1" spcCol="1270" anchor="t" anchorCtr="0">
              <a:noAutofit/>
            </a:bodyPr>
            <a:lstStyle/>
            <a:p>
              <a:pPr marL="228600" lvl="1" indent="-228600" defTabSz="1155700">
                <a:lnSpc>
                  <a:spcPct val="90000"/>
                </a:lnSpc>
                <a:spcBef>
                  <a:spcPct val="0"/>
                </a:spcBef>
                <a:spcAft>
                  <a:spcPct val="15000"/>
                </a:spcAft>
                <a:buFontTx/>
                <a:buChar char="•"/>
              </a:pPr>
              <a:r>
                <a:rPr lang="es-CO" sz="1600" dirty="0">
                  <a:solidFill>
                    <a:schemeClr val="tx1"/>
                  </a:solidFill>
                </a:rPr>
                <a:t>Formato validación de datos.</a:t>
              </a:r>
            </a:p>
            <a:p>
              <a:pPr marL="228600" lvl="1" indent="-228600" algn="l" defTabSz="1155700">
                <a:lnSpc>
                  <a:spcPct val="90000"/>
                </a:lnSpc>
                <a:spcBef>
                  <a:spcPct val="0"/>
                </a:spcBef>
                <a:spcAft>
                  <a:spcPct val="15000"/>
                </a:spcAft>
                <a:buChar char="•"/>
              </a:pPr>
              <a:r>
                <a:rPr lang="es-CO" sz="1600" b="1" dirty="0">
                  <a:solidFill>
                    <a:srgbClr val="FF0000"/>
                  </a:solidFill>
                </a:rPr>
                <a:t>Verificación del estado académico de los aprendices y posibles deserciones. (Sofia Plus)</a:t>
              </a:r>
            </a:p>
            <a:p>
              <a:pPr marL="228600" lvl="1" indent="-228600" algn="l" defTabSz="1155700">
                <a:lnSpc>
                  <a:spcPct val="90000"/>
                </a:lnSpc>
                <a:spcBef>
                  <a:spcPct val="0"/>
                </a:spcBef>
                <a:spcAft>
                  <a:spcPct val="15000"/>
                </a:spcAft>
                <a:buChar char="•"/>
              </a:pPr>
              <a:r>
                <a:rPr lang="es-CO" sz="1600" dirty="0">
                  <a:solidFill>
                    <a:schemeClr val="tx1"/>
                  </a:solidFill>
                </a:rPr>
                <a:t>Validación alternativa de etapa productiva (</a:t>
              </a:r>
              <a:r>
                <a:rPr lang="es-CO" sz="1600" dirty="0">
                  <a:solidFill>
                    <a:schemeClr val="accent1">
                      <a:lumMod val="75000"/>
                    </a:schemeClr>
                  </a:solidFill>
                  <a:hlinkClick r:id="rId4" action="ppaction://hlinkfile"/>
                </a:rPr>
                <a:t>Caprendizaje</a:t>
              </a:r>
              <a:r>
                <a:rPr lang="es-CO" sz="1600" dirty="0">
                  <a:solidFill>
                    <a:schemeClr val="tx1"/>
                  </a:solidFill>
                </a:rPr>
                <a:t>)</a:t>
              </a:r>
            </a:p>
          </p:txBody>
        </p:sp>
      </p:grpSp>
      <p:grpSp>
        <p:nvGrpSpPr>
          <p:cNvPr id="21" name="Grupo 20">
            <a:extLst>
              <a:ext uri="{FF2B5EF4-FFF2-40B4-BE49-F238E27FC236}">
                <a16:creationId xmlns:a16="http://schemas.microsoft.com/office/drawing/2014/main" id="{2AEA49C5-D341-C145-82C1-810E407D877D}"/>
              </a:ext>
            </a:extLst>
          </p:cNvPr>
          <p:cNvGrpSpPr/>
          <p:nvPr/>
        </p:nvGrpSpPr>
        <p:grpSpPr>
          <a:xfrm>
            <a:off x="6291667" y="2371884"/>
            <a:ext cx="2682076" cy="2788699"/>
            <a:chOff x="12786040" y="418756"/>
            <a:chExt cx="3905119" cy="6666074"/>
          </a:xfrm>
        </p:grpSpPr>
        <p:sp>
          <p:nvSpPr>
            <p:cNvPr id="22" name="Rectángulo: esquinas redondeadas 21">
              <a:extLst>
                <a:ext uri="{FF2B5EF4-FFF2-40B4-BE49-F238E27FC236}">
                  <a16:creationId xmlns:a16="http://schemas.microsoft.com/office/drawing/2014/main" id="{FA196489-5815-206F-5DFE-83AEDF339CE7}"/>
                </a:ext>
              </a:extLst>
            </p:cNvPr>
            <p:cNvSpPr/>
            <p:nvPr/>
          </p:nvSpPr>
          <p:spPr>
            <a:xfrm>
              <a:off x="12786040" y="418756"/>
              <a:ext cx="3905119" cy="6666074"/>
            </a:xfrm>
            <a:prstGeom prst="roundRect">
              <a:avLst>
                <a:gd name="adj" fmla="val 10000"/>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O"/>
            </a:p>
          </p:txBody>
        </p:sp>
        <p:sp>
          <p:nvSpPr>
            <p:cNvPr id="23" name="Rectángulo: esquinas redondeadas 4">
              <a:extLst>
                <a:ext uri="{FF2B5EF4-FFF2-40B4-BE49-F238E27FC236}">
                  <a16:creationId xmlns:a16="http://schemas.microsoft.com/office/drawing/2014/main" id="{EB947798-D283-2DDD-99F8-9A67688C1998}"/>
                </a:ext>
              </a:extLst>
            </p:cNvPr>
            <p:cNvSpPr txBox="1"/>
            <p:nvPr/>
          </p:nvSpPr>
          <p:spPr>
            <a:xfrm>
              <a:off x="12939807" y="552071"/>
              <a:ext cx="3676366" cy="643732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84912" tIns="184912" rIns="184912" bIns="184912" numCol="1" spcCol="1270" anchor="t" anchorCtr="0">
              <a:noAutofit/>
            </a:bodyPr>
            <a:lstStyle/>
            <a:p>
              <a:pPr marL="228600" lvl="1" indent="-228600" algn="l" defTabSz="1155700">
                <a:lnSpc>
                  <a:spcPct val="90000"/>
                </a:lnSpc>
                <a:spcBef>
                  <a:spcPct val="0"/>
                </a:spcBef>
                <a:spcAft>
                  <a:spcPct val="15000"/>
                </a:spcAft>
                <a:buChar char="•"/>
              </a:pPr>
              <a:r>
                <a:rPr lang="es-CO" sz="1600" kern="1200" dirty="0">
                  <a:solidFill>
                    <a:schemeClr val="tx1"/>
                  </a:solidFill>
                </a:rPr>
                <a:t>Presentación del Instructor.</a:t>
              </a:r>
            </a:p>
            <a:p>
              <a:pPr marL="228600" lvl="1" indent="-228600" algn="l" defTabSz="1155700">
                <a:lnSpc>
                  <a:spcPct val="90000"/>
                </a:lnSpc>
                <a:spcBef>
                  <a:spcPct val="0"/>
                </a:spcBef>
                <a:spcAft>
                  <a:spcPct val="15000"/>
                </a:spcAft>
                <a:buChar char="•"/>
              </a:pPr>
              <a:r>
                <a:rPr lang="es-CO" sz="1600" kern="1200" dirty="0">
                  <a:solidFill>
                    <a:schemeClr val="tx1"/>
                  </a:solidFill>
                </a:rPr>
                <a:t>Validación posibles deserciones.</a:t>
              </a:r>
            </a:p>
            <a:p>
              <a:pPr marL="228600" lvl="1" indent="-228600" algn="l" defTabSz="1155700">
                <a:lnSpc>
                  <a:spcPct val="90000"/>
                </a:lnSpc>
                <a:spcBef>
                  <a:spcPct val="0"/>
                </a:spcBef>
                <a:spcAft>
                  <a:spcPct val="15000"/>
                </a:spcAft>
                <a:buChar char="•"/>
              </a:pPr>
              <a:r>
                <a:rPr lang="es-CO" sz="1600" kern="1200" dirty="0">
                  <a:solidFill>
                    <a:schemeClr val="tx1"/>
                  </a:solidFill>
                </a:rPr>
                <a:t>Desarrollo del tema (presentación)</a:t>
              </a:r>
            </a:p>
            <a:p>
              <a:pPr marL="228600" lvl="1" indent="-228600" algn="l" defTabSz="1155700">
                <a:lnSpc>
                  <a:spcPct val="90000"/>
                </a:lnSpc>
                <a:spcBef>
                  <a:spcPct val="0"/>
                </a:spcBef>
                <a:spcAft>
                  <a:spcPct val="15000"/>
                </a:spcAft>
                <a:buChar char="•"/>
              </a:pPr>
              <a:r>
                <a:rPr lang="es-CO" sz="1600" kern="1200" dirty="0">
                  <a:solidFill>
                    <a:schemeClr val="tx1"/>
                  </a:solidFill>
                </a:rPr>
                <a:t>Toma de lista de asistencia </a:t>
              </a:r>
              <a:endParaRPr lang="es-CO" sz="1600" kern="1200" dirty="0">
                <a:solidFill>
                  <a:schemeClr val="tx1"/>
                </a:solidFill>
                <a:cs typeface="Calibri"/>
              </a:endParaRPr>
            </a:p>
            <a:p>
              <a:pPr marL="228600" lvl="1" indent="-228600" algn="l" defTabSz="1155700">
                <a:lnSpc>
                  <a:spcPct val="90000"/>
                </a:lnSpc>
                <a:spcBef>
                  <a:spcPct val="0"/>
                </a:spcBef>
                <a:spcAft>
                  <a:spcPct val="15000"/>
                </a:spcAft>
                <a:buChar char="•"/>
              </a:pPr>
              <a:r>
                <a:rPr lang="es-CO" sz="1600" kern="1200" dirty="0">
                  <a:solidFill>
                    <a:schemeClr val="tx1"/>
                  </a:solidFill>
                </a:rPr>
                <a:t>Espacio para preguntas y aclaración de dudas</a:t>
              </a:r>
            </a:p>
            <a:p>
              <a:pPr marL="228600" lvl="1" indent="-228600" algn="l" defTabSz="1155700">
                <a:lnSpc>
                  <a:spcPct val="90000"/>
                </a:lnSpc>
                <a:spcBef>
                  <a:spcPct val="0"/>
                </a:spcBef>
                <a:spcAft>
                  <a:spcPct val="15000"/>
                </a:spcAft>
                <a:buChar char="•"/>
              </a:pPr>
              <a:endParaRPr lang="es-CO" kern="1200" dirty="0">
                <a:solidFill>
                  <a:schemeClr val="tx1"/>
                </a:solidFill>
              </a:endParaRPr>
            </a:p>
            <a:p>
              <a:pPr marL="228600" lvl="1" indent="-228600" algn="l" defTabSz="1155700">
                <a:lnSpc>
                  <a:spcPct val="90000"/>
                </a:lnSpc>
                <a:spcBef>
                  <a:spcPct val="0"/>
                </a:spcBef>
                <a:spcAft>
                  <a:spcPct val="15000"/>
                </a:spcAft>
                <a:buChar char="•"/>
              </a:pPr>
              <a:endParaRPr lang="es-CO" kern="1200" dirty="0">
                <a:solidFill>
                  <a:schemeClr val="tx1"/>
                </a:solidFill>
              </a:endParaRPr>
            </a:p>
            <a:p>
              <a:pPr marL="228600" lvl="1" indent="-228600" algn="l" defTabSz="1155700">
                <a:lnSpc>
                  <a:spcPct val="90000"/>
                </a:lnSpc>
                <a:spcBef>
                  <a:spcPct val="0"/>
                </a:spcBef>
                <a:spcAft>
                  <a:spcPct val="15000"/>
                </a:spcAft>
                <a:buChar char="•"/>
              </a:pPr>
              <a:endParaRPr lang="es-CO" sz="2000" kern="1200" dirty="0">
                <a:solidFill>
                  <a:schemeClr val="tx1"/>
                </a:solidFill>
              </a:endParaRPr>
            </a:p>
            <a:p>
              <a:pPr marL="228600" lvl="1" indent="-228600" algn="l" defTabSz="1155700">
                <a:lnSpc>
                  <a:spcPct val="90000"/>
                </a:lnSpc>
                <a:spcBef>
                  <a:spcPct val="0"/>
                </a:spcBef>
                <a:spcAft>
                  <a:spcPct val="15000"/>
                </a:spcAft>
                <a:buChar char="•"/>
              </a:pPr>
              <a:endParaRPr lang="es-CO" sz="2600" kern="1200" dirty="0"/>
            </a:p>
          </p:txBody>
        </p:sp>
      </p:grpSp>
      <p:grpSp>
        <p:nvGrpSpPr>
          <p:cNvPr id="24" name="Grupo 23">
            <a:extLst>
              <a:ext uri="{FF2B5EF4-FFF2-40B4-BE49-F238E27FC236}">
                <a16:creationId xmlns:a16="http://schemas.microsoft.com/office/drawing/2014/main" id="{EFB5F844-52E4-9F33-DD04-A64085ED9A01}"/>
              </a:ext>
            </a:extLst>
          </p:cNvPr>
          <p:cNvGrpSpPr/>
          <p:nvPr/>
        </p:nvGrpSpPr>
        <p:grpSpPr>
          <a:xfrm>
            <a:off x="9426781" y="2374232"/>
            <a:ext cx="2509757" cy="3256775"/>
            <a:chOff x="19212476" y="-1641460"/>
            <a:chExt cx="4133873" cy="7888412"/>
          </a:xfrm>
        </p:grpSpPr>
        <p:sp>
          <p:nvSpPr>
            <p:cNvPr id="25" name="Rectángulo: esquinas redondeadas 24">
              <a:extLst>
                <a:ext uri="{FF2B5EF4-FFF2-40B4-BE49-F238E27FC236}">
                  <a16:creationId xmlns:a16="http://schemas.microsoft.com/office/drawing/2014/main" id="{75D45F8B-445C-B161-781D-CB67B4DF7065}"/>
                </a:ext>
              </a:extLst>
            </p:cNvPr>
            <p:cNvSpPr/>
            <p:nvPr/>
          </p:nvSpPr>
          <p:spPr>
            <a:xfrm>
              <a:off x="19212476" y="-1641460"/>
              <a:ext cx="3905119" cy="6740311"/>
            </a:xfrm>
            <a:prstGeom prst="roundRect">
              <a:avLst>
                <a:gd name="adj" fmla="val 10000"/>
              </a:avLst>
            </a:pr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O"/>
            </a:p>
          </p:txBody>
        </p:sp>
        <p:sp>
          <p:nvSpPr>
            <p:cNvPr id="26" name="Rectángulo: esquinas redondeadas 4">
              <a:extLst>
                <a:ext uri="{FF2B5EF4-FFF2-40B4-BE49-F238E27FC236}">
                  <a16:creationId xmlns:a16="http://schemas.microsoft.com/office/drawing/2014/main" id="{ABD10E4F-91F4-8EE8-0F80-944AAA9EE29E}"/>
                </a:ext>
              </a:extLst>
            </p:cNvPr>
            <p:cNvSpPr txBox="1"/>
            <p:nvPr/>
          </p:nvSpPr>
          <p:spPr>
            <a:xfrm>
              <a:off x="19425854" y="-1300406"/>
              <a:ext cx="3920495" cy="754735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0688" tIns="170688" rIns="170688" bIns="170688" numCol="1" spcCol="1270" anchor="t" anchorCtr="0">
              <a:noAutofit/>
            </a:bodyPr>
            <a:lstStyle/>
            <a:p>
              <a:pPr marL="228600" lvl="1" indent="-228600" algn="l" defTabSz="1066800">
                <a:lnSpc>
                  <a:spcPct val="90000"/>
                </a:lnSpc>
                <a:spcBef>
                  <a:spcPct val="0"/>
                </a:spcBef>
                <a:spcAft>
                  <a:spcPct val="15000"/>
                </a:spcAft>
                <a:buChar char="•"/>
              </a:pPr>
              <a:r>
                <a:rPr lang="es-CO" sz="1400" dirty="0">
                  <a:solidFill>
                    <a:schemeClr val="tx1"/>
                  </a:solidFill>
                </a:rPr>
                <a:t>Lista</a:t>
              </a:r>
              <a:r>
                <a:rPr lang="es-CO" sz="1400" kern="1200" dirty="0">
                  <a:solidFill>
                    <a:schemeClr val="tx1"/>
                  </a:solidFill>
                </a:rPr>
                <a:t> de asistencia.</a:t>
              </a:r>
            </a:p>
            <a:p>
              <a:pPr marL="228600" lvl="1" indent="-228600" algn="l" defTabSz="1066800">
                <a:lnSpc>
                  <a:spcPct val="90000"/>
                </a:lnSpc>
                <a:spcBef>
                  <a:spcPct val="0"/>
                </a:spcBef>
                <a:spcAft>
                  <a:spcPct val="15000"/>
                </a:spcAft>
                <a:buChar char="•"/>
              </a:pPr>
              <a:r>
                <a:rPr lang="es-CO" sz="1400" kern="1200" dirty="0">
                  <a:solidFill>
                    <a:schemeClr val="tx1"/>
                  </a:solidFill>
                </a:rPr>
                <a:t>Direccionamiento informe posibles deserciones.</a:t>
              </a:r>
            </a:p>
            <a:p>
              <a:pPr marL="228600" lvl="1" indent="-228600" algn="l" defTabSz="1066800">
                <a:lnSpc>
                  <a:spcPct val="90000"/>
                </a:lnSpc>
                <a:spcBef>
                  <a:spcPct val="0"/>
                </a:spcBef>
                <a:spcAft>
                  <a:spcPct val="15000"/>
                </a:spcAft>
                <a:buChar char="•"/>
              </a:pPr>
              <a:r>
                <a:rPr lang="es-CO" sz="1400" kern="1200" dirty="0">
                  <a:solidFill>
                    <a:schemeClr val="tx1"/>
                  </a:solidFill>
                </a:rPr>
                <a:t>Direccionamiento informe aprendices sin contrato de aprendizaje.</a:t>
              </a:r>
            </a:p>
            <a:p>
              <a:pPr marL="228600" lvl="1" indent="-228600" algn="l" defTabSz="1066800">
                <a:lnSpc>
                  <a:spcPct val="90000"/>
                </a:lnSpc>
                <a:spcBef>
                  <a:spcPct val="0"/>
                </a:spcBef>
                <a:spcAft>
                  <a:spcPct val="15000"/>
                </a:spcAft>
                <a:buChar char="•"/>
              </a:pPr>
              <a:r>
                <a:rPr lang="es-CO" sz="1400" kern="1200" dirty="0">
                  <a:solidFill>
                    <a:schemeClr val="tx1"/>
                  </a:solidFill>
                </a:rPr>
                <a:t>Organizar expediente de la ficha con evidencia* Acta con evidencia*</a:t>
              </a:r>
            </a:p>
            <a:p>
              <a:pPr marL="228600" lvl="1" indent="-228600" algn="l" defTabSz="1066800">
                <a:lnSpc>
                  <a:spcPct val="90000"/>
                </a:lnSpc>
                <a:spcBef>
                  <a:spcPct val="0"/>
                </a:spcBef>
                <a:spcAft>
                  <a:spcPct val="15000"/>
                </a:spcAft>
                <a:buChar char="•"/>
              </a:pPr>
              <a:r>
                <a:rPr lang="es-CO" sz="1400" kern="1200" dirty="0">
                  <a:solidFill>
                    <a:schemeClr val="tx1"/>
                  </a:solidFill>
                </a:rPr>
                <a:t>Subir evidencia del taller M1 al </a:t>
              </a:r>
              <a:r>
                <a:rPr lang="es-CO" sz="1400" dirty="0">
                  <a:solidFill>
                    <a:schemeClr val="tx1"/>
                  </a:solidFill>
                </a:rPr>
                <a:t>SharePoint</a:t>
              </a:r>
              <a:r>
                <a:rPr lang="es-CO" sz="1400" kern="1200" dirty="0">
                  <a:solidFill>
                    <a:schemeClr val="tx1"/>
                  </a:solidFill>
                </a:rPr>
                <a:t>.</a:t>
              </a:r>
              <a:endParaRPr lang="es-CO" sz="1400" kern="1200" dirty="0">
                <a:solidFill>
                  <a:schemeClr val="tx1"/>
                </a:solidFill>
                <a:cs typeface="Calibri"/>
              </a:endParaRPr>
            </a:p>
            <a:p>
              <a:pPr marL="228600" lvl="1" indent="-228600" algn="l" defTabSz="1066800">
                <a:lnSpc>
                  <a:spcPct val="90000"/>
                </a:lnSpc>
                <a:spcBef>
                  <a:spcPct val="0"/>
                </a:spcBef>
                <a:spcAft>
                  <a:spcPct val="15000"/>
                </a:spcAft>
                <a:buChar char="•"/>
              </a:pPr>
              <a:endParaRPr lang="es-CO" sz="2400" kern="1200" dirty="0">
                <a:solidFill>
                  <a:schemeClr val="bg1">
                    <a:lumMod val="75000"/>
                    <a:lumOff val="25000"/>
                  </a:schemeClr>
                </a:solidFill>
              </a:endParaRPr>
            </a:p>
          </p:txBody>
        </p:sp>
      </p:grpSp>
      <p:sp>
        <p:nvSpPr>
          <p:cNvPr id="30" name="CuadroTexto 5">
            <a:extLst>
              <a:ext uri="{FF2B5EF4-FFF2-40B4-BE49-F238E27FC236}">
                <a16:creationId xmlns:a16="http://schemas.microsoft.com/office/drawing/2014/main" id="{C731CC3D-09E0-453F-83FC-6617B0CE7E84}"/>
              </a:ext>
            </a:extLst>
          </p:cNvPr>
          <p:cNvSpPr txBox="1"/>
          <p:nvPr/>
        </p:nvSpPr>
        <p:spPr>
          <a:xfrm>
            <a:off x="5545139" y="5714145"/>
            <a:ext cx="6021219" cy="830997"/>
          </a:xfrm>
          <a:prstGeom prst="rect">
            <a:avLst/>
          </a:prstGeom>
          <a:noFill/>
        </p:spPr>
        <p:txBody>
          <a:bodyPr wrap="square" rtlCol="0">
            <a:spAutoFit/>
          </a:bodyPr>
          <a:lstStyle/>
          <a:p>
            <a:r>
              <a:rPr lang="es-CO" sz="2400"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Cuatro </a:t>
            </a:r>
            <a:r>
              <a:rPr lang="es-CO" sz="2400" b="1"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(4) meses antes de finalizar la </a:t>
            </a:r>
          </a:p>
          <a:p>
            <a:r>
              <a:rPr lang="es-CO" sz="2400" b="1"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etapa </a:t>
            </a:r>
            <a:r>
              <a:rPr lang="es-CO" sz="2400" b="1"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hlinkClick r:id="rId5" action="ppaction://hlinksldjump"/>
              </a:rPr>
              <a:t>lectiva</a:t>
            </a:r>
            <a:r>
              <a:rPr lang="es-CO" sz="2400" b="1" dirty="0">
                <a:solidFill>
                  <a:schemeClr val="bg1">
                    <a:lumMod val="65000"/>
                    <a:lumOff val="35000"/>
                  </a:schemeClr>
                </a:solidFill>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a:t>
            </a:r>
          </a:p>
        </p:txBody>
      </p:sp>
      <p:grpSp>
        <p:nvGrpSpPr>
          <p:cNvPr id="31" name="Group 9">
            <a:extLst>
              <a:ext uri="{FF2B5EF4-FFF2-40B4-BE49-F238E27FC236}">
                <a16:creationId xmlns:a16="http://schemas.microsoft.com/office/drawing/2014/main" id="{CA5FED1D-997B-C6E6-B779-032135E9DC57}"/>
              </a:ext>
            </a:extLst>
          </p:cNvPr>
          <p:cNvGrpSpPr>
            <a:grpSpLocks/>
          </p:cNvGrpSpPr>
          <p:nvPr/>
        </p:nvGrpSpPr>
        <p:grpSpPr bwMode="auto">
          <a:xfrm rot="4976862" flipH="1">
            <a:off x="5034123" y="5664323"/>
            <a:ext cx="493705" cy="600302"/>
            <a:chOff x="1944" y="1111"/>
            <a:chExt cx="204" cy="196"/>
          </a:xfrm>
        </p:grpSpPr>
        <p:pic>
          <p:nvPicPr>
            <p:cNvPr id="32" name="Picture 10" descr="circuler_1">
              <a:extLst>
                <a:ext uri="{FF2B5EF4-FFF2-40B4-BE49-F238E27FC236}">
                  <a16:creationId xmlns:a16="http://schemas.microsoft.com/office/drawing/2014/main" id="{B4670D6A-7701-5492-38F8-FEAA341184D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flipH="1">
              <a:off x="1961" y="1124"/>
              <a:ext cx="174" cy="172"/>
            </a:xfrm>
            <a:prstGeom prst="rect">
              <a:avLst/>
            </a:prstGeom>
            <a:noFill/>
            <a:extLst>
              <a:ext uri="{909E8E84-426E-40DD-AFC4-6F175D3DCCD1}">
                <a14:hiddenFill xmlns:a14="http://schemas.microsoft.com/office/drawing/2010/main">
                  <a:solidFill>
                    <a:srgbClr val="FFFFFF"/>
                  </a:solidFill>
                </a14:hiddenFill>
              </a:ext>
            </a:extLst>
          </p:spPr>
        </p:pic>
        <p:sp>
          <p:nvSpPr>
            <p:cNvPr id="33" name="Oval 11">
              <a:extLst>
                <a:ext uri="{FF2B5EF4-FFF2-40B4-BE49-F238E27FC236}">
                  <a16:creationId xmlns:a16="http://schemas.microsoft.com/office/drawing/2014/main" id="{3513F246-C376-255C-EFDE-D2BD5FC50220}"/>
                </a:ext>
              </a:extLst>
            </p:cNvPr>
            <p:cNvSpPr>
              <a:spLocks noChangeArrowheads="1"/>
            </p:cNvSpPr>
            <p:nvPr/>
          </p:nvSpPr>
          <p:spPr bwMode="gray">
            <a:xfrm flipH="1">
              <a:off x="1962" y="1124"/>
              <a:ext cx="173" cy="172"/>
            </a:xfrm>
            <a:prstGeom prst="ellipse">
              <a:avLst/>
            </a:prstGeom>
            <a:solidFill>
              <a:srgbClr val="FF00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nvGrpSpPr>
            <p:cNvPr id="34" name="Group 12">
              <a:extLst>
                <a:ext uri="{FF2B5EF4-FFF2-40B4-BE49-F238E27FC236}">
                  <a16:creationId xmlns:a16="http://schemas.microsoft.com/office/drawing/2014/main" id="{325CE6CB-F93A-97AE-3FF2-BD52037246D5}"/>
                </a:ext>
              </a:extLst>
            </p:cNvPr>
            <p:cNvGrpSpPr>
              <a:grpSpLocks/>
            </p:cNvGrpSpPr>
            <p:nvPr/>
          </p:nvGrpSpPr>
          <p:grpSpPr bwMode="auto">
            <a:xfrm rot="1297425" flipV="1">
              <a:off x="1971" y="1258"/>
              <a:ext cx="151" cy="37"/>
              <a:chOff x="2532" y="1051"/>
              <a:chExt cx="893" cy="246"/>
            </a:xfrm>
          </p:grpSpPr>
          <p:grpSp>
            <p:nvGrpSpPr>
              <p:cNvPr id="37" name="Group 13">
                <a:extLst>
                  <a:ext uri="{FF2B5EF4-FFF2-40B4-BE49-F238E27FC236}">
                    <a16:creationId xmlns:a16="http://schemas.microsoft.com/office/drawing/2014/main" id="{02776740-FAF1-38A8-3A8A-909D16088B7D}"/>
                  </a:ext>
                </a:extLst>
              </p:cNvPr>
              <p:cNvGrpSpPr>
                <a:grpSpLocks/>
              </p:cNvGrpSpPr>
              <p:nvPr/>
            </p:nvGrpSpPr>
            <p:grpSpPr bwMode="auto">
              <a:xfrm>
                <a:off x="2532" y="1051"/>
                <a:ext cx="743" cy="185"/>
                <a:chOff x="1565" y="2568"/>
                <a:chExt cx="1118" cy="279"/>
              </a:xfrm>
            </p:grpSpPr>
            <p:sp>
              <p:nvSpPr>
                <p:cNvPr id="43" name="AutoShape 14">
                  <a:extLst>
                    <a:ext uri="{FF2B5EF4-FFF2-40B4-BE49-F238E27FC236}">
                      <a16:creationId xmlns:a16="http://schemas.microsoft.com/office/drawing/2014/main" id="{44D53B6D-3DCB-58B0-7815-8A291B62E244}"/>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4" name="AutoShape 15">
                  <a:extLst>
                    <a:ext uri="{FF2B5EF4-FFF2-40B4-BE49-F238E27FC236}">
                      <a16:creationId xmlns:a16="http://schemas.microsoft.com/office/drawing/2014/main" id="{1DE2DB5E-9C4A-964A-241D-1ED8A497199F}"/>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5" name="AutoShape 16">
                  <a:extLst>
                    <a:ext uri="{FF2B5EF4-FFF2-40B4-BE49-F238E27FC236}">
                      <a16:creationId xmlns:a16="http://schemas.microsoft.com/office/drawing/2014/main" id="{02CA5C3F-B27D-6915-E262-C785E6F9861A}"/>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6" name="AutoShape 17">
                  <a:extLst>
                    <a:ext uri="{FF2B5EF4-FFF2-40B4-BE49-F238E27FC236}">
                      <a16:creationId xmlns:a16="http://schemas.microsoft.com/office/drawing/2014/main" id="{3E774766-C430-403A-5BCE-CCA37D5AFB02}"/>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nvGrpSpPr>
              <p:cNvPr id="38" name="Group 18">
                <a:extLst>
                  <a:ext uri="{FF2B5EF4-FFF2-40B4-BE49-F238E27FC236}">
                    <a16:creationId xmlns:a16="http://schemas.microsoft.com/office/drawing/2014/main" id="{5EB33971-69AE-F536-13F4-65DC4DAC1F34}"/>
                  </a:ext>
                </a:extLst>
              </p:cNvPr>
              <p:cNvGrpSpPr>
                <a:grpSpLocks/>
              </p:cNvGrpSpPr>
              <p:nvPr/>
            </p:nvGrpSpPr>
            <p:grpSpPr bwMode="auto">
              <a:xfrm rot="1353540">
                <a:off x="2682" y="1111"/>
                <a:ext cx="743" cy="186"/>
                <a:chOff x="1565" y="2568"/>
                <a:chExt cx="1118" cy="279"/>
              </a:xfrm>
            </p:grpSpPr>
            <p:sp>
              <p:nvSpPr>
                <p:cNvPr id="39" name="AutoShape 19">
                  <a:extLst>
                    <a:ext uri="{FF2B5EF4-FFF2-40B4-BE49-F238E27FC236}">
                      <a16:creationId xmlns:a16="http://schemas.microsoft.com/office/drawing/2014/main" id="{8083676E-81EF-54DF-641A-A469C2F1C82F}"/>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0" name="AutoShape 20">
                  <a:extLst>
                    <a:ext uri="{FF2B5EF4-FFF2-40B4-BE49-F238E27FC236}">
                      <a16:creationId xmlns:a16="http://schemas.microsoft.com/office/drawing/2014/main" id="{2C39836D-8F66-AD9F-EE63-9780AACBBE67}"/>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1" name="AutoShape 21">
                  <a:extLst>
                    <a:ext uri="{FF2B5EF4-FFF2-40B4-BE49-F238E27FC236}">
                      <a16:creationId xmlns:a16="http://schemas.microsoft.com/office/drawing/2014/main" id="{48AB7119-2BE5-480C-636A-E405C35A4F57}"/>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2" name="AutoShape 22">
                  <a:extLst>
                    <a:ext uri="{FF2B5EF4-FFF2-40B4-BE49-F238E27FC236}">
                      <a16:creationId xmlns:a16="http://schemas.microsoft.com/office/drawing/2014/main" id="{5878CB05-809F-D8E0-29C2-F7F1C73E9B16}"/>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sp>
          <p:nvSpPr>
            <p:cNvPr id="35" name="Arc 23">
              <a:extLst>
                <a:ext uri="{FF2B5EF4-FFF2-40B4-BE49-F238E27FC236}">
                  <a16:creationId xmlns:a16="http://schemas.microsoft.com/office/drawing/2014/main" id="{08B74409-0731-4590-DA5F-A7D1D25389F0}"/>
                </a:ext>
              </a:extLst>
            </p:cNvPr>
            <p:cNvSpPr>
              <a:spLocks/>
            </p:cNvSpPr>
            <p:nvPr/>
          </p:nvSpPr>
          <p:spPr bwMode="gray">
            <a:xfrm rot="25447716">
              <a:off x="1948" y="1107"/>
              <a:ext cx="196" cy="204"/>
            </a:xfrm>
            <a:custGeom>
              <a:avLst/>
              <a:gdLst>
                <a:gd name="G0" fmla="+- 21600 0 0"/>
                <a:gd name="G1" fmla="+- 21600 0 0"/>
                <a:gd name="G2" fmla="+- 21600 0 0"/>
                <a:gd name="T0" fmla="*/ 3603 w 43200"/>
                <a:gd name="T1" fmla="*/ 33545 h 43155"/>
                <a:gd name="T2" fmla="*/ 22996 w 43200"/>
                <a:gd name="T3" fmla="*/ 43155 h 43155"/>
                <a:gd name="T4" fmla="*/ 21600 w 43200"/>
                <a:gd name="T5" fmla="*/ 21600 h 43155"/>
              </a:gdLst>
              <a:ahLst/>
              <a:cxnLst>
                <a:cxn ang="0">
                  <a:pos x="T0" y="T1"/>
                </a:cxn>
                <a:cxn ang="0">
                  <a:pos x="T2" y="T3"/>
                </a:cxn>
                <a:cxn ang="0">
                  <a:pos x="T4" y="T5"/>
                </a:cxn>
              </a:cxnLst>
              <a:rect l="0" t="0" r="r" b="b"/>
              <a:pathLst>
                <a:path w="43200" h="43155" fill="none"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path>
                <a:path w="43200" h="43155" stroke="0"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lnTo>
                    <a:pt x="21600" y="21600"/>
                  </a:lnTo>
                  <a:close/>
                </a:path>
              </a:pathLst>
            </a:custGeom>
            <a:noFill/>
            <a:ln w="12700">
              <a:solidFill>
                <a:srgbClr val="000000"/>
              </a:solidFill>
              <a:prstDash val="sysDot"/>
              <a:round/>
              <a:headEnd/>
              <a:tailEnd type="triangle" w="sm" len="sm"/>
            </a:ln>
            <a:effectLst/>
            <a:extLst>
              <a:ext uri="{909E8E84-426E-40DD-AFC4-6F175D3DCCD1}">
                <a14:hiddenFill xmlns:a14="http://schemas.microsoft.com/office/drawing/2010/main">
                  <a:solidFill>
                    <a:srgbClr val="00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pic>
          <p:nvPicPr>
            <p:cNvPr id="36" name="Picture 24" descr="light_shadow1">
              <a:extLst>
                <a:ext uri="{FF2B5EF4-FFF2-40B4-BE49-F238E27FC236}">
                  <a16:creationId xmlns:a16="http://schemas.microsoft.com/office/drawing/2014/main" id="{E5673B31-9775-DC76-5434-714E08C26E3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t="23740"/>
            <a:stretch>
              <a:fillRect/>
            </a:stretch>
          </p:blipFill>
          <p:spPr bwMode="gray">
            <a:xfrm rot="2569845" flipH="1">
              <a:off x="2015" y="1139"/>
              <a:ext cx="129" cy="84"/>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Flecha derecha 1"/>
          <p:cNvSpPr/>
          <p:nvPr/>
        </p:nvSpPr>
        <p:spPr>
          <a:xfrm rot="16200000">
            <a:off x="4546191" y="5123182"/>
            <a:ext cx="758245" cy="42367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4885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1BF1E08-918B-6CFA-2D8C-4E71BF366DD4}"/>
            </a:ext>
          </a:extLst>
        </p:cNvPr>
        <p:cNvGrpSpPr/>
        <p:nvPr/>
      </p:nvGrpSpPr>
      <p:grpSpPr>
        <a:xfrm>
          <a:off x="0" y="0"/>
          <a:ext cx="0" cy="0"/>
          <a:chOff x="0" y="0"/>
          <a:chExt cx="0" cy="0"/>
        </a:xfrm>
      </p:grpSpPr>
      <p:pic>
        <p:nvPicPr>
          <p:cNvPr id="58" name="Picture 27" descr="1">
            <a:extLst>
              <a:ext uri="{FF2B5EF4-FFF2-40B4-BE49-F238E27FC236}">
                <a16:creationId xmlns:a16="http://schemas.microsoft.com/office/drawing/2014/main" id="{395CA80D-F16A-F9EB-768A-7E0E8F720DF6}"/>
              </a:ext>
            </a:extLst>
          </p:cNvPr>
          <p:cNvPicPr>
            <a:picLocks noChangeAspect="1" noChangeArrowheads="1"/>
          </p:cNvPicPr>
          <p:nvPr/>
        </p:nvPicPr>
        <p:blipFill>
          <a:blip r:embed="rId3">
            <a:lum bright="-6000" contrast="24000"/>
          </a:blip>
          <a:srcRect l="42606" t="64474" r="19473"/>
          <a:stretch>
            <a:fillRect/>
          </a:stretch>
        </p:blipFill>
        <p:spPr bwMode="auto">
          <a:xfrm>
            <a:off x="11301759" y="5946805"/>
            <a:ext cx="915364" cy="1096969"/>
          </a:xfrm>
          <a:prstGeom prst="rect">
            <a:avLst/>
          </a:prstGeom>
          <a:noFill/>
        </p:spPr>
      </p:pic>
      <p:cxnSp>
        <p:nvCxnSpPr>
          <p:cNvPr id="59" name="Conector recto 58">
            <a:extLst>
              <a:ext uri="{FF2B5EF4-FFF2-40B4-BE49-F238E27FC236}">
                <a16:creationId xmlns:a16="http://schemas.microsoft.com/office/drawing/2014/main" id="{A0DF6F59-8AD3-7B84-8BA0-E6F6F92788B8}"/>
              </a:ext>
            </a:extLst>
          </p:cNvPr>
          <p:cNvCxnSpPr>
            <a:cxnSpLocks/>
            <a:endCxn id="60" idx="1"/>
          </p:cNvCxnSpPr>
          <p:nvPr/>
        </p:nvCxnSpPr>
        <p:spPr>
          <a:xfrm>
            <a:off x="2817363" y="2176745"/>
            <a:ext cx="1388255"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0" name="CuadroTexto 59">
            <a:extLst>
              <a:ext uri="{FF2B5EF4-FFF2-40B4-BE49-F238E27FC236}">
                <a16:creationId xmlns:a16="http://schemas.microsoft.com/office/drawing/2014/main" id="{80F6FE11-2ECF-C6C4-E81F-1FBF970057D5}"/>
              </a:ext>
            </a:extLst>
          </p:cNvPr>
          <p:cNvSpPr txBox="1"/>
          <p:nvPr/>
        </p:nvSpPr>
        <p:spPr>
          <a:xfrm>
            <a:off x="4205618" y="1966111"/>
            <a:ext cx="1044244" cy="4212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943239" rtl="0" fontAlgn="auto" latinLnBrk="0" hangingPunct="0">
              <a:lnSpc>
                <a:spcPct val="100000"/>
              </a:lnSpc>
              <a:spcBef>
                <a:spcPts val="0"/>
              </a:spcBef>
              <a:spcAft>
                <a:spcPts val="0"/>
              </a:spcAft>
              <a:buClrTx/>
              <a:buSzTx/>
              <a:buFontTx/>
              <a:buNone/>
              <a:tabLst/>
            </a:pPr>
            <a:r>
              <a:rPr kumimoji="0" lang="es-CO" i="0" u="none" strike="noStrike" cap="none" spc="0" normalizeH="0" baseline="0" dirty="0">
                <a:ln>
                  <a:noFill/>
                </a:ln>
                <a:effectLst/>
                <a:uFillTx/>
                <a:latin typeface="Arial" panose="020B0604020202020204" pitchFamily="34" charset="0"/>
                <a:cs typeface="Arial" panose="020B0604020202020204" pitchFamily="34" charset="0"/>
                <a:sym typeface="Helvetica Neue"/>
              </a:rPr>
              <a:t>6 Meses</a:t>
            </a:r>
            <a:endParaRPr kumimoji="0" lang="es-CO" sz="2400" i="0" u="none" strike="noStrike" cap="none" spc="0" normalizeH="0" baseline="0" dirty="0">
              <a:ln>
                <a:noFill/>
              </a:ln>
              <a:effectLst/>
              <a:uFillTx/>
              <a:latin typeface="Arial" panose="020B0604020202020204" pitchFamily="34" charset="0"/>
              <a:cs typeface="Arial" panose="020B0604020202020204" pitchFamily="34" charset="0"/>
              <a:sym typeface="Helvetica Neue"/>
            </a:endParaRPr>
          </a:p>
        </p:txBody>
      </p:sp>
      <p:cxnSp>
        <p:nvCxnSpPr>
          <p:cNvPr id="61" name="Conector recto 60">
            <a:extLst>
              <a:ext uri="{FF2B5EF4-FFF2-40B4-BE49-F238E27FC236}">
                <a16:creationId xmlns:a16="http://schemas.microsoft.com/office/drawing/2014/main" id="{698EA27D-04CA-2B34-1F0E-3F33CD82074F}"/>
              </a:ext>
            </a:extLst>
          </p:cNvPr>
          <p:cNvCxnSpPr>
            <a:cxnSpLocks/>
          </p:cNvCxnSpPr>
          <p:nvPr/>
        </p:nvCxnSpPr>
        <p:spPr>
          <a:xfrm>
            <a:off x="5249862" y="2176745"/>
            <a:ext cx="1302877"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Conector recto 61">
            <a:extLst>
              <a:ext uri="{FF2B5EF4-FFF2-40B4-BE49-F238E27FC236}">
                <a16:creationId xmlns:a16="http://schemas.microsoft.com/office/drawing/2014/main" id="{C8607DE9-49B4-CC3A-7336-2D3CC4C4DA4F}"/>
              </a:ext>
            </a:extLst>
          </p:cNvPr>
          <p:cNvCxnSpPr>
            <a:cxnSpLocks/>
          </p:cNvCxnSpPr>
          <p:nvPr/>
        </p:nvCxnSpPr>
        <p:spPr>
          <a:xfrm flipV="1">
            <a:off x="2462197" y="2176745"/>
            <a:ext cx="0" cy="1465357"/>
          </a:xfrm>
          <a:prstGeom prst="line">
            <a:avLst/>
          </a:prstGeom>
          <a:noFill/>
          <a:ln w="47625" cap="flat">
            <a:solidFill>
              <a:schemeClr val="accent4">
                <a:lumMod val="60000"/>
                <a:lumOff val="4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63" name="Conector recto 62">
            <a:extLst>
              <a:ext uri="{FF2B5EF4-FFF2-40B4-BE49-F238E27FC236}">
                <a16:creationId xmlns:a16="http://schemas.microsoft.com/office/drawing/2014/main" id="{E4770724-5F5F-A095-E227-F138EF8A0154}"/>
              </a:ext>
            </a:extLst>
          </p:cNvPr>
          <p:cNvCxnSpPr>
            <a:cxnSpLocks/>
          </p:cNvCxnSpPr>
          <p:nvPr/>
        </p:nvCxnSpPr>
        <p:spPr>
          <a:xfrm flipV="1">
            <a:off x="6758278" y="2176745"/>
            <a:ext cx="0" cy="1465357"/>
          </a:xfrm>
          <a:prstGeom prst="line">
            <a:avLst/>
          </a:prstGeom>
          <a:noFill/>
          <a:ln w="47625" cap="flat">
            <a:solidFill>
              <a:srgbClr val="FFC000"/>
            </a:solidFill>
            <a:prstDash val="solid"/>
            <a:miter lim="400000"/>
          </a:ln>
          <a:effectLst/>
          <a:sp3d/>
        </p:spPr>
        <p:style>
          <a:lnRef idx="0">
            <a:scrgbClr r="0" g="0" b="0"/>
          </a:lnRef>
          <a:fillRef idx="0">
            <a:scrgbClr r="0" g="0" b="0"/>
          </a:fillRef>
          <a:effectRef idx="0">
            <a:scrgbClr r="0" g="0" b="0"/>
          </a:effectRef>
          <a:fontRef idx="none"/>
        </p:style>
      </p:cxnSp>
      <p:sp>
        <p:nvSpPr>
          <p:cNvPr id="64" name="Rectángulo 63">
            <a:extLst>
              <a:ext uri="{FF2B5EF4-FFF2-40B4-BE49-F238E27FC236}">
                <a16:creationId xmlns:a16="http://schemas.microsoft.com/office/drawing/2014/main" id="{62CC3E30-4394-3C85-3992-B7BE1FC7EC13}"/>
              </a:ext>
            </a:extLst>
          </p:cNvPr>
          <p:cNvSpPr/>
          <p:nvPr/>
        </p:nvSpPr>
        <p:spPr>
          <a:xfrm>
            <a:off x="175818" y="3642102"/>
            <a:ext cx="2286379" cy="309966"/>
          </a:xfrm>
          <a:prstGeom prst="rect">
            <a:avLst/>
          </a:prstGeom>
          <a:solidFill>
            <a:srgbClr val="00B050"/>
          </a:solidFill>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65" name="Rectángulo 64">
            <a:extLst>
              <a:ext uri="{FF2B5EF4-FFF2-40B4-BE49-F238E27FC236}">
                <a16:creationId xmlns:a16="http://schemas.microsoft.com/office/drawing/2014/main" id="{3B53B47E-9CC5-5E1E-ABB3-37F6B73CB753}"/>
              </a:ext>
            </a:extLst>
          </p:cNvPr>
          <p:cNvSpPr/>
          <p:nvPr/>
        </p:nvSpPr>
        <p:spPr>
          <a:xfrm>
            <a:off x="2462197" y="3642103"/>
            <a:ext cx="2030539" cy="309965"/>
          </a:xfrm>
          <a:prstGeom prst="rect">
            <a:avLst/>
          </a:prstGeom>
          <a:solidFill>
            <a:srgbClr val="FF6C00"/>
          </a:solidFill>
          <a:ln/>
        </p:spPr>
        <p:style>
          <a:lnRef idx="1">
            <a:schemeClr val="accent4"/>
          </a:lnRef>
          <a:fillRef idx="2">
            <a:schemeClr val="accent4"/>
          </a:fillRef>
          <a:effectRef idx="1">
            <a:schemeClr val="accent4"/>
          </a:effectRef>
          <a:fontRef idx="minor">
            <a:schemeClr val="dk1"/>
          </a:fontRef>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66" name="Rectángulo 65">
            <a:extLst>
              <a:ext uri="{FF2B5EF4-FFF2-40B4-BE49-F238E27FC236}">
                <a16:creationId xmlns:a16="http://schemas.microsoft.com/office/drawing/2014/main" id="{486C6FA5-05F2-2C18-33C0-4702E6F588C8}"/>
              </a:ext>
            </a:extLst>
          </p:cNvPr>
          <p:cNvSpPr/>
          <p:nvPr/>
        </p:nvSpPr>
        <p:spPr>
          <a:xfrm>
            <a:off x="4492736" y="3642102"/>
            <a:ext cx="2265542" cy="309955"/>
          </a:xfrm>
          <a:prstGeom prst="rect">
            <a:avLst/>
          </a:prstGeom>
          <a:solidFill>
            <a:schemeClr val="accent5">
              <a:lumMod val="50000"/>
            </a:schemeClr>
          </a:solidFill>
          <a:ln/>
        </p:spPr>
        <p:style>
          <a:lnRef idx="1">
            <a:schemeClr val="accent2"/>
          </a:lnRef>
          <a:fillRef idx="2">
            <a:schemeClr val="accent2"/>
          </a:fillRef>
          <a:effectRef idx="1">
            <a:schemeClr val="accent2"/>
          </a:effectRef>
          <a:fontRef idx="minor">
            <a:schemeClr val="dk1"/>
          </a:fontRef>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67" name="CuadroTexto 66">
            <a:extLst>
              <a:ext uri="{FF2B5EF4-FFF2-40B4-BE49-F238E27FC236}">
                <a16:creationId xmlns:a16="http://schemas.microsoft.com/office/drawing/2014/main" id="{3C164B8E-20DA-23D5-D0D6-39A18C4CFA9E}"/>
              </a:ext>
            </a:extLst>
          </p:cNvPr>
          <p:cNvSpPr txBox="1"/>
          <p:nvPr/>
        </p:nvSpPr>
        <p:spPr>
          <a:xfrm>
            <a:off x="6803913" y="2131410"/>
            <a:ext cx="1404335" cy="5136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943239" rtl="0" fontAlgn="auto" latinLnBrk="0" hangingPunct="0">
              <a:lnSpc>
                <a:spcPct val="100000"/>
              </a:lnSpc>
              <a:spcBef>
                <a:spcPts val="0"/>
              </a:spcBef>
              <a:spcAft>
                <a:spcPts val="0"/>
              </a:spcAft>
              <a:buClrTx/>
              <a:buSzTx/>
              <a:buFontTx/>
              <a:buNone/>
              <a:tabLst/>
            </a:pPr>
            <a:r>
              <a:rPr lang="es-CO" sz="1200" b="1" dirty="0">
                <a:latin typeface="Arial" panose="020B0604020202020204" pitchFamily="34" charset="0"/>
                <a:cs typeface="Arial" panose="020B0604020202020204" pitchFamily="34" charset="0"/>
              </a:rPr>
              <a:t>Finaliza</a:t>
            </a:r>
            <a:r>
              <a:rPr kumimoji="0" lang="es-CO" sz="1200" b="1" i="0" u="none" strike="noStrike" cap="none" spc="0" normalizeH="0" baseline="0" dirty="0">
                <a:ln>
                  <a:noFill/>
                </a:ln>
                <a:effectLst/>
                <a:uFillTx/>
                <a:latin typeface="Arial" panose="020B0604020202020204" pitchFamily="34" charset="0"/>
                <a:cs typeface="Arial" panose="020B0604020202020204" pitchFamily="34" charset="0"/>
                <a:sym typeface="Helvetica Neue"/>
              </a:rPr>
              <a:t> Etapa Productiva Ficha</a:t>
            </a:r>
          </a:p>
        </p:txBody>
      </p:sp>
      <p:sp>
        <p:nvSpPr>
          <p:cNvPr id="68" name="Triángulo isósceles 67">
            <a:extLst>
              <a:ext uri="{FF2B5EF4-FFF2-40B4-BE49-F238E27FC236}">
                <a16:creationId xmlns:a16="http://schemas.microsoft.com/office/drawing/2014/main" id="{BCCD75CB-6A46-BF37-9790-5F1124335A9F}"/>
              </a:ext>
            </a:extLst>
          </p:cNvPr>
          <p:cNvSpPr/>
          <p:nvPr/>
        </p:nvSpPr>
        <p:spPr>
          <a:xfrm rot="5400000">
            <a:off x="6630685" y="3538947"/>
            <a:ext cx="703618" cy="448434"/>
          </a:xfrm>
          <a:prstGeom prst="triangle">
            <a:avLst/>
          </a:prstGeom>
          <a:solidFill>
            <a:schemeClr val="accent5">
              <a:lumMod val="50000"/>
            </a:schemeClr>
          </a:solidFill>
          <a:ln/>
        </p:spPr>
        <p:style>
          <a:lnRef idx="1">
            <a:schemeClr val="accent2"/>
          </a:lnRef>
          <a:fillRef idx="2">
            <a:schemeClr val="accent2"/>
          </a:fillRef>
          <a:effectRef idx="1">
            <a:schemeClr val="accent2"/>
          </a:effectRef>
          <a:fontRef idx="minor">
            <a:schemeClr val="dk1"/>
          </a:fontRef>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9" name="CuadroTexto 68">
            <a:extLst>
              <a:ext uri="{FF2B5EF4-FFF2-40B4-BE49-F238E27FC236}">
                <a16:creationId xmlns:a16="http://schemas.microsoft.com/office/drawing/2014/main" id="{34E6FD17-8D95-32D5-144B-C8BB265189FC}"/>
              </a:ext>
            </a:extLst>
          </p:cNvPr>
          <p:cNvSpPr txBox="1"/>
          <p:nvPr/>
        </p:nvSpPr>
        <p:spPr>
          <a:xfrm>
            <a:off x="2445074" y="2230346"/>
            <a:ext cx="1443443" cy="461665"/>
          </a:xfrm>
          <a:prstGeom prst="rect">
            <a:avLst/>
          </a:prstGeom>
          <a:noFill/>
        </p:spPr>
        <p:txBody>
          <a:bodyPr wrap="square">
            <a:spAutoFit/>
          </a:bodyPr>
          <a:lstStyle/>
          <a:p>
            <a:pPr marL="0" marR="0" indent="0" algn="l" defTabSz="943239" rtl="0" fontAlgn="auto" latinLnBrk="0" hangingPunct="0">
              <a:lnSpc>
                <a:spcPct val="100000"/>
              </a:lnSpc>
              <a:spcBef>
                <a:spcPts val="0"/>
              </a:spcBef>
              <a:spcAft>
                <a:spcPts val="0"/>
              </a:spcAft>
              <a:buClrTx/>
              <a:buSzTx/>
              <a:buFontTx/>
              <a:buNone/>
              <a:tabLst/>
            </a:pPr>
            <a:r>
              <a:rPr lang="es-CO" sz="1200" b="1" dirty="0">
                <a:latin typeface="Arial" panose="020B0604020202020204" pitchFamily="34" charset="0"/>
                <a:cs typeface="Arial" panose="020B0604020202020204" pitchFamily="34" charset="0"/>
                <a:sym typeface="Helvetica Neue"/>
              </a:rPr>
              <a:t>Inicio Etapa Productiva Ficha</a:t>
            </a:r>
          </a:p>
        </p:txBody>
      </p:sp>
      <p:cxnSp>
        <p:nvCxnSpPr>
          <p:cNvPr id="70" name="Conector recto 69">
            <a:extLst>
              <a:ext uri="{FF2B5EF4-FFF2-40B4-BE49-F238E27FC236}">
                <a16:creationId xmlns:a16="http://schemas.microsoft.com/office/drawing/2014/main" id="{D2D84FE6-3601-36F4-F547-B47DCCD9FC87}"/>
              </a:ext>
            </a:extLst>
          </p:cNvPr>
          <p:cNvCxnSpPr>
            <a:cxnSpLocks/>
          </p:cNvCxnSpPr>
          <p:nvPr/>
        </p:nvCxnSpPr>
        <p:spPr>
          <a:xfrm flipV="1">
            <a:off x="175818" y="3642102"/>
            <a:ext cx="0" cy="1669577"/>
          </a:xfrm>
          <a:prstGeom prst="line">
            <a:avLst/>
          </a:prstGeom>
          <a:noFill/>
          <a:ln w="47625" cap="flat">
            <a:solidFill>
              <a:schemeClr val="accent6">
                <a:lumMod val="60000"/>
                <a:lumOff val="40000"/>
              </a:schemeClr>
            </a:solidFill>
            <a:prstDash val="solid"/>
            <a:miter lim="400000"/>
          </a:ln>
          <a:effectLst/>
          <a:sp3d/>
        </p:spPr>
        <p:style>
          <a:lnRef idx="0">
            <a:scrgbClr r="0" g="0" b="0"/>
          </a:lnRef>
          <a:fillRef idx="0">
            <a:scrgbClr r="0" g="0" b="0"/>
          </a:fillRef>
          <a:effectRef idx="0">
            <a:scrgbClr r="0" g="0" b="0"/>
          </a:effectRef>
          <a:fontRef idx="none"/>
        </p:style>
      </p:cxnSp>
      <p:sp>
        <p:nvSpPr>
          <p:cNvPr id="71" name="CuadroTexto 70">
            <a:extLst>
              <a:ext uri="{FF2B5EF4-FFF2-40B4-BE49-F238E27FC236}">
                <a16:creationId xmlns:a16="http://schemas.microsoft.com/office/drawing/2014/main" id="{2DD2554E-CDC8-CABE-0C23-097EE0789FF3}"/>
              </a:ext>
            </a:extLst>
          </p:cNvPr>
          <p:cNvSpPr txBox="1"/>
          <p:nvPr/>
        </p:nvSpPr>
        <p:spPr>
          <a:xfrm>
            <a:off x="2453356" y="3946735"/>
            <a:ext cx="2018543" cy="6367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lang="es-CO" sz="1600" dirty="0">
                <a:solidFill>
                  <a:srgbClr val="FF6D00"/>
                </a:solidFill>
              </a:rPr>
              <a:t>I</a:t>
            </a:r>
            <a:r>
              <a:rPr kumimoji="0" lang="es-CO" sz="1600" b="1" i="0" u="none" strike="noStrike" cap="none" spc="0" normalizeH="0" baseline="0" dirty="0">
                <a:ln>
                  <a:noFill/>
                </a:ln>
                <a:solidFill>
                  <a:srgbClr val="FF6D00"/>
                </a:solidFill>
                <a:effectLst/>
                <a:uFillTx/>
                <a:latin typeface="Helvetica Neue"/>
                <a:ea typeface="Helvetica Neue"/>
                <a:cs typeface="Helvetica Neue"/>
                <a:sym typeface="Helvetica Neue"/>
              </a:rPr>
              <a:t> Trimestre Productiva</a:t>
            </a:r>
          </a:p>
        </p:txBody>
      </p:sp>
      <p:cxnSp>
        <p:nvCxnSpPr>
          <p:cNvPr id="72" name="Conector recto 71">
            <a:extLst>
              <a:ext uri="{FF2B5EF4-FFF2-40B4-BE49-F238E27FC236}">
                <a16:creationId xmlns:a16="http://schemas.microsoft.com/office/drawing/2014/main" id="{34303922-E6E1-75A6-71BC-0E75ED5732E4}"/>
              </a:ext>
            </a:extLst>
          </p:cNvPr>
          <p:cNvCxnSpPr>
            <a:cxnSpLocks/>
          </p:cNvCxnSpPr>
          <p:nvPr/>
        </p:nvCxnSpPr>
        <p:spPr>
          <a:xfrm flipV="1">
            <a:off x="4492736" y="3642102"/>
            <a:ext cx="0" cy="1669577"/>
          </a:xfrm>
          <a:prstGeom prst="line">
            <a:avLst/>
          </a:prstGeom>
          <a:noFill/>
          <a:ln w="47625" cap="flat">
            <a:solidFill>
              <a:schemeClr val="accent6">
                <a:lumMod val="60000"/>
                <a:lumOff val="40000"/>
              </a:schemeClr>
            </a:solidFill>
            <a:prstDash val="solid"/>
            <a:miter lim="400000"/>
          </a:ln>
          <a:effectLst/>
          <a:sp3d/>
        </p:spPr>
        <p:style>
          <a:lnRef idx="0">
            <a:scrgbClr r="0" g="0" b="0"/>
          </a:lnRef>
          <a:fillRef idx="0">
            <a:scrgbClr r="0" g="0" b="0"/>
          </a:fillRef>
          <a:effectRef idx="0">
            <a:scrgbClr r="0" g="0" b="0"/>
          </a:effectRef>
          <a:fontRef idx="none"/>
        </p:style>
      </p:cxnSp>
      <p:sp>
        <p:nvSpPr>
          <p:cNvPr id="73" name="CuadroTexto 72">
            <a:extLst>
              <a:ext uri="{FF2B5EF4-FFF2-40B4-BE49-F238E27FC236}">
                <a16:creationId xmlns:a16="http://schemas.microsoft.com/office/drawing/2014/main" id="{C0539150-2286-14FA-E51C-A5AFD1E3429B}"/>
              </a:ext>
            </a:extLst>
          </p:cNvPr>
          <p:cNvSpPr txBox="1"/>
          <p:nvPr/>
        </p:nvSpPr>
        <p:spPr>
          <a:xfrm>
            <a:off x="4471897" y="3946735"/>
            <a:ext cx="2265542" cy="6367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lang="es-CO" sz="1600" dirty="0">
                <a:solidFill>
                  <a:srgbClr val="FF0000"/>
                </a:solidFill>
              </a:rPr>
              <a:t>II</a:t>
            </a:r>
            <a:r>
              <a:rPr kumimoji="0" lang="es-CO" sz="1600" b="1" i="0" u="none" strike="noStrike" cap="none" spc="0" normalizeH="0" baseline="0" dirty="0">
                <a:ln>
                  <a:noFill/>
                </a:ln>
                <a:solidFill>
                  <a:srgbClr val="FF0000"/>
                </a:solidFill>
                <a:effectLst/>
                <a:uFillTx/>
                <a:latin typeface="Helvetica Neue"/>
                <a:ea typeface="Helvetica Neue"/>
                <a:cs typeface="Helvetica Neue"/>
                <a:sym typeface="Helvetica Neue"/>
              </a:rPr>
              <a:t> Trimestre Productiva</a:t>
            </a:r>
          </a:p>
        </p:txBody>
      </p:sp>
      <p:sp>
        <p:nvSpPr>
          <p:cNvPr id="74" name="CuadroTexto 73">
            <a:extLst>
              <a:ext uri="{FF2B5EF4-FFF2-40B4-BE49-F238E27FC236}">
                <a16:creationId xmlns:a16="http://schemas.microsoft.com/office/drawing/2014/main" id="{0EC888D1-718D-43D1-E7FA-89A218D9329F}"/>
              </a:ext>
            </a:extLst>
          </p:cNvPr>
          <p:cNvSpPr txBox="1"/>
          <p:nvPr/>
        </p:nvSpPr>
        <p:spPr>
          <a:xfrm>
            <a:off x="196656" y="4613412"/>
            <a:ext cx="1415166" cy="6982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943239" rtl="0" fontAlgn="auto" latinLnBrk="0" hangingPunct="0">
              <a:lnSpc>
                <a:spcPct val="100000"/>
              </a:lnSpc>
              <a:spcBef>
                <a:spcPts val="0"/>
              </a:spcBef>
              <a:spcAft>
                <a:spcPts val="0"/>
              </a:spcAft>
              <a:buClrTx/>
              <a:buSzTx/>
              <a:buFontTx/>
              <a:buNone/>
              <a:tabLst/>
            </a:pPr>
            <a:r>
              <a:rPr lang="es-CO" sz="1200" b="1" dirty="0">
                <a:latin typeface="Arial" panose="020B0604020202020204" pitchFamily="34" charset="0"/>
                <a:cs typeface="Arial" panose="020B0604020202020204" pitchFamily="34" charset="0"/>
                <a:sym typeface="Helvetica Neue"/>
              </a:rPr>
              <a:t>Inicio Etapa Productiva</a:t>
            </a:r>
          </a:p>
          <a:p>
            <a:pPr marL="0" marR="0" indent="0" algn="l" defTabSz="943239" rtl="0" fontAlgn="auto" latinLnBrk="0" hangingPunct="0">
              <a:lnSpc>
                <a:spcPct val="100000"/>
              </a:lnSpc>
              <a:spcBef>
                <a:spcPts val="0"/>
              </a:spcBef>
              <a:spcAft>
                <a:spcPts val="0"/>
              </a:spcAft>
              <a:buClrTx/>
              <a:buSzTx/>
              <a:buFontTx/>
              <a:buNone/>
              <a:tabLst/>
            </a:pPr>
            <a:r>
              <a:rPr lang="es-CO" sz="1200" b="1" dirty="0">
                <a:latin typeface="Arial" panose="020B0604020202020204" pitchFamily="34" charset="0"/>
                <a:cs typeface="Arial" panose="020B0604020202020204" pitchFamily="34" charset="0"/>
              </a:rPr>
              <a:t>Alternancia</a:t>
            </a:r>
            <a:endParaRPr lang="es-CO" sz="1200" b="1" dirty="0">
              <a:latin typeface="Arial" panose="020B0604020202020204" pitchFamily="34" charset="0"/>
              <a:cs typeface="Arial" panose="020B0604020202020204" pitchFamily="34" charset="0"/>
              <a:sym typeface="Helvetica Neue"/>
            </a:endParaRPr>
          </a:p>
        </p:txBody>
      </p:sp>
      <p:cxnSp>
        <p:nvCxnSpPr>
          <p:cNvPr id="75" name="Conector recto 74">
            <a:extLst>
              <a:ext uri="{FF2B5EF4-FFF2-40B4-BE49-F238E27FC236}">
                <a16:creationId xmlns:a16="http://schemas.microsoft.com/office/drawing/2014/main" id="{90CDD6F3-30B8-E022-220F-6BA668E119FA}"/>
              </a:ext>
            </a:extLst>
          </p:cNvPr>
          <p:cNvCxnSpPr>
            <a:cxnSpLocks/>
          </p:cNvCxnSpPr>
          <p:nvPr/>
        </p:nvCxnSpPr>
        <p:spPr>
          <a:xfrm>
            <a:off x="312093" y="5444305"/>
            <a:ext cx="1388255"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6" name="CuadroTexto 75">
            <a:extLst>
              <a:ext uri="{FF2B5EF4-FFF2-40B4-BE49-F238E27FC236}">
                <a16:creationId xmlns:a16="http://schemas.microsoft.com/office/drawing/2014/main" id="{951867A9-4376-2099-450C-D8FA27307107}"/>
              </a:ext>
            </a:extLst>
          </p:cNvPr>
          <p:cNvSpPr txBox="1"/>
          <p:nvPr/>
        </p:nvSpPr>
        <p:spPr>
          <a:xfrm>
            <a:off x="1700348" y="5199792"/>
            <a:ext cx="1044244" cy="4212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943239" rtl="0" fontAlgn="auto" latinLnBrk="0" hangingPunct="0">
              <a:lnSpc>
                <a:spcPct val="100000"/>
              </a:lnSpc>
              <a:spcBef>
                <a:spcPts val="0"/>
              </a:spcBef>
              <a:spcAft>
                <a:spcPts val="0"/>
              </a:spcAft>
              <a:buClrTx/>
              <a:buSzTx/>
              <a:buFontTx/>
              <a:buNone/>
              <a:tabLst/>
            </a:pPr>
            <a:r>
              <a:rPr kumimoji="0" lang="es-CO" i="0" u="none" strike="noStrike" cap="none" spc="0" normalizeH="0" baseline="0" dirty="0">
                <a:ln>
                  <a:noFill/>
                </a:ln>
                <a:effectLst/>
                <a:uFillTx/>
                <a:latin typeface="Arial" panose="020B0604020202020204" pitchFamily="34" charset="0"/>
                <a:cs typeface="Arial" panose="020B0604020202020204" pitchFamily="34" charset="0"/>
                <a:sym typeface="Helvetica Neue"/>
              </a:rPr>
              <a:t>6 Meses</a:t>
            </a:r>
            <a:endParaRPr kumimoji="0" lang="es-CO" sz="2400" i="0" u="none" strike="noStrike" cap="none" spc="0" normalizeH="0" baseline="0" dirty="0">
              <a:ln>
                <a:noFill/>
              </a:ln>
              <a:effectLst/>
              <a:uFillTx/>
              <a:latin typeface="Arial" panose="020B0604020202020204" pitchFamily="34" charset="0"/>
              <a:cs typeface="Arial" panose="020B0604020202020204" pitchFamily="34" charset="0"/>
              <a:sym typeface="Helvetica Neue"/>
            </a:endParaRPr>
          </a:p>
        </p:txBody>
      </p:sp>
      <p:cxnSp>
        <p:nvCxnSpPr>
          <p:cNvPr id="77" name="Conector recto 76">
            <a:extLst>
              <a:ext uri="{FF2B5EF4-FFF2-40B4-BE49-F238E27FC236}">
                <a16:creationId xmlns:a16="http://schemas.microsoft.com/office/drawing/2014/main" id="{EA1627EF-0199-5E7C-37EB-AFCF753160A4}"/>
              </a:ext>
            </a:extLst>
          </p:cNvPr>
          <p:cNvCxnSpPr>
            <a:cxnSpLocks/>
          </p:cNvCxnSpPr>
          <p:nvPr/>
        </p:nvCxnSpPr>
        <p:spPr>
          <a:xfrm>
            <a:off x="2768499" y="5444305"/>
            <a:ext cx="1388255"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8" name="CuadroTexto 77">
            <a:extLst>
              <a:ext uri="{FF2B5EF4-FFF2-40B4-BE49-F238E27FC236}">
                <a16:creationId xmlns:a16="http://schemas.microsoft.com/office/drawing/2014/main" id="{AD89A1EA-BE57-AC1D-A23A-C33FBD99587A}"/>
              </a:ext>
            </a:extLst>
          </p:cNvPr>
          <p:cNvSpPr txBox="1"/>
          <p:nvPr/>
        </p:nvSpPr>
        <p:spPr>
          <a:xfrm>
            <a:off x="4565739" y="4506097"/>
            <a:ext cx="1717352" cy="8829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l" defTabSz="943239" rtl="0" fontAlgn="auto" latinLnBrk="0" hangingPunct="0">
              <a:lnSpc>
                <a:spcPct val="100000"/>
              </a:lnSpc>
              <a:spcBef>
                <a:spcPts val="0"/>
              </a:spcBef>
              <a:spcAft>
                <a:spcPts val="0"/>
              </a:spcAft>
              <a:buClrTx/>
              <a:buSzTx/>
              <a:buFontTx/>
              <a:buNone/>
              <a:tabLst/>
            </a:pPr>
            <a:r>
              <a:rPr lang="es-CO" sz="1200" b="1" dirty="0">
                <a:latin typeface="Arial" panose="020B0604020202020204" pitchFamily="34" charset="0"/>
                <a:cs typeface="Arial" panose="020B0604020202020204" pitchFamily="34" charset="0"/>
              </a:rPr>
              <a:t>Finaliza</a:t>
            </a:r>
            <a:r>
              <a:rPr kumimoji="0" lang="es-CO" sz="2400" b="1" i="0" u="none" strike="noStrike" cap="none" spc="0" normalizeH="0" baseline="0" dirty="0">
                <a:ln>
                  <a:noFill/>
                </a:ln>
                <a:solidFill>
                  <a:schemeClr val="bg1">
                    <a:lumMod val="65000"/>
                    <a:lumOff val="35000"/>
                  </a:schemeClr>
                </a:solidFill>
                <a:effectLst/>
                <a:uFillTx/>
                <a:latin typeface="Arial" panose="020B0604020202020204" pitchFamily="34" charset="0"/>
                <a:cs typeface="Arial" panose="020B0604020202020204" pitchFamily="34" charset="0"/>
                <a:sym typeface="Helvetica Neue"/>
              </a:rPr>
              <a:t> </a:t>
            </a:r>
            <a:r>
              <a:rPr lang="es-CO" sz="1200" b="1" dirty="0">
                <a:latin typeface="Arial" panose="020B0604020202020204" pitchFamily="34" charset="0"/>
                <a:cs typeface="Arial" panose="020B0604020202020204" pitchFamily="34" charset="0"/>
                <a:sym typeface="Helvetica Neue"/>
              </a:rPr>
              <a:t>Etapa Productiva</a:t>
            </a:r>
          </a:p>
          <a:p>
            <a:pPr marL="0" marR="0" indent="0" algn="l" defTabSz="943239" rtl="0" fontAlgn="auto" latinLnBrk="0" hangingPunct="0">
              <a:lnSpc>
                <a:spcPct val="100000"/>
              </a:lnSpc>
              <a:spcBef>
                <a:spcPts val="0"/>
              </a:spcBef>
              <a:spcAft>
                <a:spcPts val="0"/>
              </a:spcAft>
              <a:buClrTx/>
              <a:buSzTx/>
              <a:buFontTx/>
              <a:buNone/>
              <a:tabLst/>
            </a:pPr>
            <a:r>
              <a:rPr lang="es-CO" sz="1200" b="1" dirty="0">
                <a:latin typeface="Arial" panose="020B0604020202020204" pitchFamily="34" charset="0"/>
                <a:cs typeface="Arial" panose="020B0604020202020204" pitchFamily="34" charset="0"/>
              </a:rPr>
              <a:t>Alternancia</a:t>
            </a:r>
            <a:endParaRPr lang="es-CO" sz="1200" b="1" dirty="0">
              <a:latin typeface="Arial" panose="020B0604020202020204" pitchFamily="34" charset="0"/>
              <a:cs typeface="Arial" panose="020B0604020202020204" pitchFamily="34" charset="0"/>
              <a:sym typeface="Helvetica Neue"/>
            </a:endParaRPr>
          </a:p>
        </p:txBody>
      </p:sp>
      <p:sp>
        <p:nvSpPr>
          <p:cNvPr id="79" name="Título">
            <a:extLst>
              <a:ext uri="{FF2B5EF4-FFF2-40B4-BE49-F238E27FC236}">
                <a16:creationId xmlns:a16="http://schemas.microsoft.com/office/drawing/2014/main" id="{5931D65A-E3D0-2682-ACC1-052159162869}"/>
              </a:ext>
            </a:extLst>
          </p:cNvPr>
          <p:cNvSpPr txBox="1"/>
          <p:nvPr/>
        </p:nvSpPr>
        <p:spPr>
          <a:xfrm>
            <a:off x="7580618" y="3148821"/>
            <a:ext cx="4611382" cy="986558"/>
          </a:xfrm>
          <a:prstGeom prst="rect">
            <a:avLst/>
          </a:prstGeom>
          <a:ln w="12700">
            <a:miter lim="400000"/>
          </a:ln>
          <a:extLst>
            <a:ext uri="{C572A759-6A51-4108-AA02-DFA0A04FC94B}">
              <ma14:wrappingTextBoxFlag xmlns:ma14="http://schemas.microsoft.com/office/mac/drawingml/2011/main" xmlns="" val="1"/>
            </a:ext>
          </a:extLst>
        </p:spPr>
        <p:txBody>
          <a:bodyPr lIns="71437" tIns="71437" rIns="71437" bIns="71437" anchor="b">
            <a:normAutofit lnSpcReduction="10000"/>
          </a:bodyPr>
          <a:lstStyle>
            <a:lvl1pPr marL="38100" marR="38100" indent="12700">
              <a:lnSpc>
                <a:spcPct val="80000"/>
              </a:lnSpc>
              <a:spcBef>
                <a:spcPts val="100"/>
              </a:spcBef>
              <a:defRPr sz="10000">
                <a:latin typeface="Calibri"/>
                <a:ea typeface="Calibri"/>
                <a:cs typeface="Calibri"/>
                <a:sym typeface="Calibri"/>
              </a:defRPr>
            </a:lvl1pPr>
          </a:lstStyle>
          <a:p>
            <a:pPr algn="r"/>
            <a:r>
              <a:rPr lang="es-CO" sz="3600" b="1" dirty="0">
                <a:solidFill>
                  <a:schemeClr val="tx1">
                    <a:lumMod val="75000"/>
                    <a:lumOff val="25000"/>
                  </a:schemeClr>
                </a:solidFill>
              </a:rPr>
              <a:t>Alternancia</a:t>
            </a:r>
          </a:p>
          <a:p>
            <a:pPr algn="r"/>
            <a:r>
              <a:rPr lang="es-CO" sz="3600" b="1" dirty="0">
                <a:solidFill>
                  <a:schemeClr val="tx1">
                    <a:lumMod val="75000"/>
                    <a:lumOff val="25000"/>
                  </a:schemeClr>
                </a:solidFill>
              </a:rPr>
              <a:t> Vinculación Laboral</a:t>
            </a:r>
            <a:endParaRPr sz="3600" b="1" dirty="0">
              <a:solidFill>
                <a:schemeClr val="tx1">
                  <a:lumMod val="75000"/>
                  <a:lumOff val="25000"/>
                </a:schemeClr>
              </a:solidFill>
            </a:endParaRPr>
          </a:p>
        </p:txBody>
      </p:sp>
      <p:sp>
        <p:nvSpPr>
          <p:cNvPr id="80" name="AutoShape 3">
            <a:extLst>
              <a:ext uri="{FF2B5EF4-FFF2-40B4-BE49-F238E27FC236}">
                <a16:creationId xmlns:a16="http://schemas.microsoft.com/office/drawing/2014/main" id="{8C66039E-6243-E9B1-14C5-7CD569DE9D95}"/>
              </a:ext>
            </a:extLst>
          </p:cNvPr>
          <p:cNvSpPr>
            <a:spLocks noChangeArrowheads="1"/>
          </p:cNvSpPr>
          <p:nvPr/>
        </p:nvSpPr>
        <p:spPr bwMode="gray">
          <a:xfrm>
            <a:off x="7842787" y="4068085"/>
            <a:ext cx="4173396" cy="975266"/>
          </a:xfrm>
          <a:prstGeom prst="roundRect">
            <a:avLst>
              <a:gd name="adj" fmla="val 16667"/>
            </a:avLst>
          </a:prstGeom>
          <a:solidFill>
            <a:srgbClr val="FFFFFF">
              <a:alpha val="50000"/>
            </a:srgbClr>
          </a:solidFill>
          <a:ln w="12700" algn="ctr">
            <a:solidFill>
              <a:srgbClr val="000000"/>
            </a:solidFill>
            <a:prstDash val="dash"/>
            <a:round/>
            <a:headEnd/>
            <a:tailEnd/>
          </a:ln>
          <a:effectLst/>
        </p:spPr>
        <p:txBody>
          <a:bodyPr wrap="none" anchor="ctr"/>
          <a:lstStyle/>
          <a:p>
            <a:endParaRPr lang="es-CO"/>
          </a:p>
        </p:txBody>
      </p:sp>
      <p:sp>
        <p:nvSpPr>
          <p:cNvPr id="81" name="CuadroTexto 80">
            <a:extLst>
              <a:ext uri="{FF2B5EF4-FFF2-40B4-BE49-F238E27FC236}">
                <a16:creationId xmlns:a16="http://schemas.microsoft.com/office/drawing/2014/main" id="{44ED0B47-B2E6-6468-AD0F-74DE379E0917}"/>
              </a:ext>
            </a:extLst>
          </p:cNvPr>
          <p:cNvSpPr txBox="1"/>
          <p:nvPr/>
        </p:nvSpPr>
        <p:spPr>
          <a:xfrm>
            <a:off x="7886453" y="4060180"/>
            <a:ext cx="4350946" cy="9752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s-ES" dirty="0">
                <a:solidFill>
                  <a:schemeClr val="tx1">
                    <a:lumMod val="75000"/>
                    <a:lumOff val="25000"/>
                  </a:schemeClr>
                </a:solidFill>
              </a:rPr>
              <a:t>La fecha de vinculación en la empresa debe ser superior a la fecha de inicio de la formación</a:t>
            </a:r>
            <a:endParaRPr lang="es-CO" dirty="0">
              <a:solidFill>
                <a:schemeClr val="tx1">
                  <a:lumMod val="75000"/>
                  <a:lumOff val="25000"/>
                </a:schemeClr>
              </a:solidFill>
            </a:endParaRPr>
          </a:p>
        </p:txBody>
      </p:sp>
      <p:sp>
        <p:nvSpPr>
          <p:cNvPr id="82" name="AutoShape 3">
            <a:extLst>
              <a:ext uri="{FF2B5EF4-FFF2-40B4-BE49-F238E27FC236}">
                <a16:creationId xmlns:a16="http://schemas.microsoft.com/office/drawing/2014/main" id="{0BA5B76E-9AC5-784A-F5AE-338B8FCABA9F}"/>
              </a:ext>
            </a:extLst>
          </p:cNvPr>
          <p:cNvSpPr>
            <a:spLocks noChangeArrowheads="1"/>
          </p:cNvSpPr>
          <p:nvPr/>
        </p:nvSpPr>
        <p:spPr bwMode="gray">
          <a:xfrm rot="16200000">
            <a:off x="7075259" y="4422076"/>
            <a:ext cx="338807" cy="448435"/>
          </a:xfrm>
          <a:prstGeom prst="downArrow">
            <a:avLst>
              <a:gd name="adj1" fmla="val 58889"/>
              <a:gd name="adj2" fmla="val 60000"/>
            </a:avLst>
          </a:prstGeom>
          <a:solidFill>
            <a:srgbClr val="FF6D00"/>
          </a:solidFill>
          <a:ln w="19050">
            <a:solidFill>
              <a:srgbClr val="FFFFFF"/>
            </a:solidFill>
            <a:miter lim="800000"/>
            <a:headEnd/>
            <a:tailEnd/>
          </a:ln>
          <a:effectLst>
            <a:outerShdw dist="35921" dir="2700000" algn="ctr" rotWithShape="0">
              <a:schemeClr val="bg2"/>
            </a:outerShdw>
          </a:effectLst>
        </p:spPr>
        <p:txBody>
          <a:bodyPr wrap="none" anchor="ctr"/>
          <a:lstStyle/>
          <a:p>
            <a:endParaRPr lang="es-CO"/>
          </a:p>
        </p:txBody>
      </p:sp>
      <p:sp>
        <p:nvSpPr>
          <p:cNvPr id="83" name="AutoShape 3">
            <a:extLst>
              <a:ext uri="{FF2B5EF4-FFF2-40B4-BE49-F238E27FC236}">
                <a16:creationId xmlns:a16="http://schemas.microsoft.com/office/drawing/2014/main" id="{F450EB22-E3BF-73E5-2A04-99B53807A0A5}"/>
              </a:ext>
            </a:extLst>
          </p:cNvPr>
          <p:cNvSpPr>
            <a:spLocks noChangeArrowheads="1"/>
          </p:cNvSpPr>
          <p:nvPr/>
        </p:nvSpPr>
        <p:spPr bwMode="gray">
          <a:xfrm>
            <a:off x="7468880" y="5199792"/>
            <a:ext cx="4129893" cy="1035257"/>
          </a:xfrm>
          <a:prstGeom prst="roundRect">
            <a:avLst>
              <a:gd name="adj" fmla="val 16667"/>
            </a:avLst>
          </a:prstGeom>
          <a:solidFill>
            <a:srgbClr val="FFFFFF">
              <a:alpha val="50000"/>
            </a:srgbClr>
          </a:solidFill>
          <a:ln w="12700" algn="ctr">
            <a:solidFill>
              <a:srgbClr val="000000"/>
            </a:solidFill>
            <a:prstDash val="dash"/>
            <a:round/>
            <a:headEnd/>
            <a:tailEnd/>
          </a:ln>
          <a:effectLst/>
        </p:spPr>
        <p:txBody>
          <a:bodyPr wrap="none" anchor="ctr"/>
          <a:lstStyle/>
          <a:p>
            <a:endParaRPr lang="es-CO" dirty="0"/>
          </a:p>
        </p:txBody>
      </p:sp>
      <p:sp>
        <p:nvSpPr>
          <p:cNvPr id="84" name="CuadroTexto 83">
            <a:extLst>
              <a:ext uri="{FF2B5EF4-FFF2-40B4-BE49-F238E27FC236}">
                <a16:creationId xmlns:a16="http://schemas.microsoft.com/office/drawing/2014/main" id="{9F51DE97-9BB5-B444-429E-D1C9B216F949}"/>
              </a:ext>
            </a:extLst>
          </p:cNvPr>
          <p:cNvSpPr txBox="1"/>
          <p:nvPr/>
        </p:nvSpPr>
        <p:spPr>
          <a:xfrm>
            <a:off x="7580618" y="5368286"/>
            <a:ext cx="3933936" cy="6982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s-ES" dirty="0">
                <a:solidFill>
                  <a:schemeClr val="tx1">
                    <a:lumMod val="75000"/>
                    <a:lumOff val="25000"/>
                  </a:schemeClr>
                </a:solidFill>
              </a:rPr>
              <a:t>Se debe solicitar previa autorización a la Coordinación Académica del Centro</a:t>
            </a:r>
            <a:endParaRPr lang="es-CO" dirty="0">
              <a:solidFill>
                <a:schemeClr val="tx1">
                  <a:lumMod val="75000"/>
                  <a:lumOff val="25000"/>
                </a:schemeClr>
              </a:solidFill>
            </a:endParaRPr>
          </a:p>
        </p:txBody>
      </p:sp>
      <p:sp>
        <p:nvSpPr>
          <p:cNvPr id="85" name="AutoShape 3">
            <a:extLst>
              <a:ext uri="{FF2B5EF4-FFF2-40B4-BE49-F238E27FC236}">
                <a16:creationId xmlns:a16="http://schemas.microsoft.com/office/drawing/2014/main" id="{F3327268-D08D-66ED-1692-783C6400DED2}"/>
              </a:ext>
            </a:extLst>
          </p:cNvPr>
          <p:cNvSpPr>
            <a:spLocks noChangeArrowheads="1"/>
          </p:cNvSpPr>
          <p:nvPr/>
        </p:nvSpPr>
        <p:spPr bwMode="gray">
          <a:xfrm rot="16200000">
            <a:off x="6991040" y="5553230"/>
            <a:ext cx="338807" cy="448435"/>
          </a:xfrm>
          <a:prstGeom prst="downArrow">
            <a:avLst>
              <a:gd name="adj1" fmla="val 58889"/>
              <a:gd name="adj2" fmla="val 60000"/>
            </a:avLst>
          </a:prstGeom>
          <a:solidFill>
            <a:srgbClr val="FF6D00"/>
          </a:solidFill>
          <a:ln w="19050">
            <a:solidFill>
              <a:srgbClr val="FFFFFF"/>
            </a:solidFill>
            <a:miter lim="800000"/>
            <a:headEnd/>
            <a:tailEnd/>
          </a:ln>
          <a:effectLst>
            <a:outerShdw dist="35921" dir="2700000" algn="ctr" rotWithShape="0">
              <a:schemeClr val="bg2"/>
            </a:outerShdw>
          </a:effectLst>
        </p:spPr>
        <p:txBody>
          <a:bodyPr wrap="none" anchor="ctr"/>
          <a:lstStyle/>
          <a:p>
            <a:endParaRPr lang="es-CO"/>
          </a:p>
        </p:txBody>
      </p:sp>
      <p:sp>
        <p:nvSpPr>
          <p:cNvPr id="86" name="Título 1">
            <a:extLst>
              <a:ext uri="{FF2B5EF4-FFF2-40B4-BE49-F238E27FC236}">
                <a16:creationId xmlns:a16="http://schemas.microsoft.com/office/drawing/2014/main" id="{D1AE7E05-D19B-D2EF-0E1E-13FF40F1B818}"/>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b="1" dirty="0">
                <a:solidFill>
                  <a:schemeClr val="tx1">
                    <a:lumMod val="95000"/>
                    <a:lumOff val="5000"/>
                  </a:schemeClr>
                </a:solidFill>
                <a:latin typeface="Verdana" panose="020B0604030504040204" pitchFamily="34" charset="0"/>
                <a:ea typeface="Verdana" panose="020B0604030504040204" pitchFamily="34" charset="0"/>
              </a:rPr>
              <a:t>Alternancia – Contrato Laboral</a:t>
            </a:r>
          </a:p>
        </p:txBody>
      </p:sp>
    </p:spTree>
    <p:extLst>
      <p:ext uri="{BB962C8B-B14F-4D97-AF65-F5344CB8AC3E}">
        <p14:creationId xmlns:p14="http://schemas.microsoft.com/office/powerpoint/2010/main" val="207120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5" name="Grupo 14">
            <a:extLst>
              <a:ext uri="{FF2B5EF4-FFF2-40B4-BE49-F238E27FC236}">
                <a16:creationId xmlns:a16="http://schemas.microsoft.com/office/drawing/2014/main" id="{7DA6E7DD-433A-2A15-B91B-A648231A985C}"/>
              </a:ext>
            </a:extLst>
          </p:cNvPr>
          <p:cNvGrpSpPr/>
          <p:nvPr/>
        </p:nvGrpSpPr>
        <p:grpSpPr>
          <a:xfrm>
            <a:off x="123847" y="1625899"/>
            <a:ext cx="3019120" cy="934508"/>
            <a:chOff x="3108" y="-867"/>
            <a:chExt cx="3867569" cy="1381989"/>
          </a:xfrm>
          <a:solidFill>
            <a:srgbClr val="38AA00"/>
          </a:solidFill>
        </p:grpSpPr>
        <p:sp>
          <p:nvSpPr>
            <p:cNvPr id="16" name="Rectángulo: esquinas redondeadas 15">
              <a:extLst>
                <a:ext uri="{FF2B5EF4-FFF2-40B4-BE49-F238E27FC236}">
                  <a16:creationId xmlns:a16="http://schemas.microsoft.com/office/drawing/2014/main" id="{EDC6A001-EE96-AE4A-08FC-6CFBA86EE837}"/>
                </a:ext>
              </a:extLst>
            </p:cNvPr>
            <p:cNvSpPr/>
            <p:nvPr/>
          </p:nvSpPr>
          <p:spPr>
            <a:xfrm>
              <a:off x="3108" y="168613"/>
              <a:ext cx="3453774" cy="1212509"/>
            </a:xfrm>
            <a:prstGeom prst="roundRect">
              <a:avLst>
                <a:gd name="adj" fmla="val 10000"/>
              </a:avLst>
            </a:prstGeom>
            <a:solidFill>
              <a:srgbClr val="00B050"/>
            </a:solidFill>
          </p:spPr>
          <p:style>
            <a:lnRef idx="1">
              <a:schemeClr val="accent6"/>
            </a:lnRef>
            <a:fillRef idx="2">
              <a:schemeClr val="accent6"/>
            </a:fillRef>
            <a:effectRef idx="1">
              <a:schemeClr val="accent6"/>
            </a:effectRef>
            <a:fontRef idx="minor">
              <a:schemeClr val="dk1"/>
            </a:fontRef>
          </p:style>
          <p:txBody>
            <a:bodyPr/>
            <a:lstStyle/>
            <a:p>
              <a:endParaRPr lang="es-ES" dirty="0"/>
            </a:p>
          </p:txBody>
        </p:sp>
        <p:sp>
          <p:nvSpPr>
            <p:cNvPr id="17" name="Rectángulo: esquinas redondeadas 4">
              <a:extLst>
                <a:ext uri="{FF2B5EF4-FFF2-40B4-BE49-F238E27FC236}">
                  <a16:creationId xmlns:a16="http://schemas.microsoft.com/office/drawing/2014/main" id="{533B95F0-F598-9193-0C82-F964095B04E8}"/>
                </a:ext>
              </a:extLst>
            </p:cNvPr>
            <p:cNvSpPr txBox="1"/>
            <p:nvPr/>
          </p:nvSpPr>
          <p:spPr>
            <a:xfrm>
              <a:off x="3108" y="-867"/>
              <a:ext cx="3867569" cy="987972"/>
            </a:xfrm>
            <a:prstGeom prst="rect">
              <a:avLst/>
            </a:prstGeom>
            <a:solidFill>
              <a:srgbClr val="00B050"/>
            </a:solidFill>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sz="2000" b="1" kern="1200" dirty="0"/>
                <a:t>Preparación del taller</a:t>
              </a:r>
            </a:p>
          </p:txBody>
        </p:sp>
      </p:grpSp>
      <p:sp>
        <p:nvSpPr>
          <p:cNvPr id="4" name="Título 1">
            <a:extLst>
              <a:ext uri="{FF2B5EF4-FFF2-40B4-BE49-F238E27FC236}">
                <a16:creationId xmlns:a16="http://schemas.microsoft.com/office/drawing/2014/main" id="{46FD4F0D-BBF1-5D87-82C3-D37C01D3A637}"/>
              </a:ext>
            </a:extLst>
          </p:cNvPr>
          <p:cNvSpPr txBox="1">
            <a:spLocks/>
          </p:cNvSpPr>
          <p:nvPr/>
        </p:nvSpPr>
        <p:spPr>
          <a:xfrm>
            <a:off x="632302" y="27645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chemeClr val="bg1"/>
                </a:solidFill>
                <a:latin typeface="Verdana" panose="020B0604030504040204" pitchFamily="34" charset="0"/>
                <a:ea typeface="Verdana" panose="020B0604030504040204" pitchFamily="34" charset="0"/>
              </a:rPr>
              <a:t>Momento 2 – Taller </a:t>
            </a:r>
            <a:r>
              <a:rPr lang="es-ES" b="1" dirty="0">
                <a:solidFill>
                  <a:schemeClr val="bg1"/>
                </a:solidFill>
                <a:latin typeface="Verdana" panose="020B0604030504040204" pitchFamily="34" charset="0"/>
                <a:ea typeface="Verdana" panose="020B0604030504040204" pitchFamily="34" charset="0"/>
                <a:hlinkClick r:id="rId3" action="ppaction://hlinkpres?slideindex=1&amp;slidetitle="/>
              </a:rPr>
              <a:t>Bitácoras</a:t>
            </a:r>
            <a:endParaRPr lang="es-ES" b="1" dirty="0">
              <a:solidFill>
                <a:schemeClr val="bg1"/>
              </a:solidFill>
              <a:latin typeface="Verdana" panose="020B0604030504040204" pitchFamily="34" charset="0"/>
              <a:ea typeface="Verdana" panose="020B0604030504040204" pitchFamily="34" charset="0"/>
            </a:endParaRPr>
          </a:p>
        </p:txBody>
      </p:sp>
      <p:sp>
        <p:nvSpPr>
          <p:cNvPr id="5" name="Rectángulo: esquinas redondeadas 4">
            <a:extLst>
              <a:ext uri="{FF2B5EF4-FFF2-40B4-BE49-F238E27FC236}">
                <a16:creationId xmlns:a16="http://schemas.microsoft.com/office/drawing/2014/main" id="{56B82D60-BC1A-B058-D551-A0F387D369E8}"/>
              </a:ext>
            </a:extLst>
          </p:cNvPr>
          <p:cNvSpPr/>
          <p:nvPr/>
        </p:nvSpPr>
        <p:spPr>
          <a:xfrm>
            <a:off x="305380" y="2429081"/>
            <a:ext cx="2501048" cy="2593231"/>
          </a:xfrm>
          <a:prstGeom prst="roundRect">
            <a:avLst>
              <a:gd name="adj" fmla="val 10000"/>
            </a:avLst>
          </a:prstGeom>
        </p:spPr>
        <p:style>
          <a:lnRef idx="2">
            <a:schemeClr val="accent6"/>
          </a:lnRef>
          <a:fillRef idx="1">
            <a:schemeClr val="lt1"/>
          </a:fillRef>
          <a:effectRef idx="0">
            <a:schemeClr val="accent6"/>
          </a:effectRef>
          <a:fontRef idx="minor">
            <a:schemeClr val="dk1"/>
          </a:fontRef>
        </p:style>
        <p:txBody>
          <a:bodyPr/>
          <a:lstStyle/>
          <a:p>
            <a:endParaRPr lang="es-CO"/>
          </a:p>
        </p:txBody>
      </p:sp>
      <p:sp>
        <p:nvSpPr>
          <p:cNvPr id="6" name="CuadroTexto 5">
            <a:extLst>
              <a:ext uri="{FF2B5EF4-FFF2-40B4-BE49-F238E27FC236}">
                <a16:creationId xmlns:a16="http://schemas.microsoft.com/office/drawing/2014/main" id="{F2715E00-AB3E-EE81-12E7-2A96D87F4EC9}"/>
              </a:ext>
            </a:extLst>
          </p:cNvPr>
          <p:cNvSpPr txBox="1"/>
          <p:nvPr/>
        </p:nvSpPr>
        <p:spPr>
          <a:xfrm>
            <a:off x="380844" y="2572051"/>
            <a:ext cx="2425584" cy="1975926"/>
          </a:xfrm>
          <a:prstGeom prst="rect">
            <a:avLst/>
          </a:prstGeom>
          <a:noFill/>
        </p:spPr>
        <p:txBody>
          <a:bodyPr wrap="square">
            <a:spAutoFit/>
          </a:bodyPr>
          <a:lstStyle/>
          <a:p>
            <a:pPr marL="228600" lvl="1" indent="-228600" algn="l" defTabSz="1155700">
              <a:lnSpc>
                <a:spcPct val="90000"/>
              </a:lnSpc>
              <a:spcBef>
                <a:spcPct val="0"/>
              </a:spcBef>
              <a:spcAft>
                <a:spcPct val="15000"/>
              </a:spcAft>
              <a:buChar char="•"/>
            </a:pPr>
            <a:r>
              <a:rPr lang="es-CO" sz="1600" kern="1200" dirty="0">
                <a:solidFill>
                  <a:schemeClr val="tx1"/>
                </a:solidFill>
              </a:rPr>
              <a:t>Programación del Taller (</a:t>
            </a:r>
            <a:r>
              <a:rPr lang="es-CO" sz="1600" b="1" kern="1200" dirty="0">
                <a:solidFill>
                  <a:srgbClr val="FF0000"/>
                </a:solidFill>
              </a:rPr>
              <a:t>Instructor de lectiva</a:t>
            </a:r>
            <a:r>
              <a:rPr lang="es-CO" sz="1600" kern="1200" dirty="0">
                <a:solidFill>
                  <a:schemeClr val="tx1"/>
                </a:solidFill>
              </a:rPr>
              <a:t>)</a:t>
            </a:r>
          </a:p>
          <a:p>
            <a:pPr marL="228600" lvl="1" indent="-228600" algn="l" defTabSz="1155700">
              <a:lnSpc>
                <a:spcPct val="90000"/>
              </a:lnSpc>
              <a:spcBef>
                <a:spcPct val="0"/>
              </a:spcBef>
              <a:spcAft>
                <a:spcPct val="15000"/>
              </a:spcAft>
              <a:buChar char="•"/>
            </a:pPr>
            <a:r>
              <a:rPr lang="es-CO" sz="1600" kern="1200" dirty="0">
                <a:solidFill>
                  <a:schemeClr val="tx1"/>
                </a:solidFill>
              </a:rPr>
              <a:t>Agendamiento,  programación y notificación de la </a:t>
            </a:r>
            <a:r>
              <a:rPr lang="es-CO" sz="1600" b="1" kern="1200" dirty="0">
                <a:solidFill>
                  <a:srgbClr val="FF0000"/>
                </a:solidFill>
              </a:rPr>
              <a:t>sesión presencial.</a:t>
            </a:r>
          </a:p>
          <a:p>
            <a:pPr marL="228600" lvl="1" indent="-228600" algn="l" defTabSz="1155700">
              <a:lnSpc>
                <a:spcPct val="90000"/>
              </a:lnSpc>
              <a:spcBef>
                <a:spcPct val="0"/>
              </a:spcBef>
              <a:spcAft>
                <a:spcPct val="15000"/>
              </a:spcAft>
              <a:buChar char="•"/>
            </a:pPr>
            <a:r>
              <a:rPr lang="es-CO" sz="1600" kern="1200" dirty="0">
                <a:solidFill>
                  <a:schemeClr val="tx1"/>
                </a:solidFill>
              </a:rPr>
              <a:t>Preparación del tema</a:t>
            </a:r>
          </a:p>
          <a:p>
            <a:pPr marL="228600" lvl="1" indent="-228600" algn="l" defTabSz="1155700">
              <a:lnSpc>
                <a:spcPct val="90000"/>
              </a:lnSpc>
              <a:spcBef>
                <a:spcPct val="0"/>
              </a:spcBef>
              <a:spcAft>
                <a:spcPct val="15000"/>
              </a:spcAft>
              <a:buChar char="•"/>
            </a:pPr>
            <a:r>
              <a:rPr lang="es-CO" sz="1600" dirty="0"/>
              <a:t>Preparación del Acta </a:t>
            </a:r>
            <a:endParaRPr lang="es-CO" sz="1600" kern="1200" dirty="0">
              <a:solidFill>
                <a:schemeClr val="tx1"/>
              </a:solidFill>
            </a:endParaRPr>
          </a:p>
        </p:txBody>
      </p:sp>
      <p:sp>
        <p:nvSpPr>
          <p:cNvPr id="7" name="Flecha: a la derecha 6">
            <a:extLst>
              <a:ext uri="{FF2B5EF4-FFF2-40B4-BE49-F238E27FC236}">
                <a16:creationId xmlns:a16="http://schemas.microsoft.com/office/drawing/2014/main" id="{AA9694C3-516C-D440-377E-6278EEDE1AFA}"/>
              </a:ext>
            </a:extLst>
          </p:cNvPr>
          <p:cNvSpPr/>
          <p:nvPr/>
        </p:nvSpPr>
        <p:spPr>
          <a:xfrm>
            <a:off x="2962520" y="2027535"/>
            <a:ext cx="440098" cy="235363"/>
          </a:xfrm>
          <a:prstGeom prst="rightArrow">
            <a:avLst>
              <a:gd name="adj1" fmla="val 60000"/>
              <a:gd name="adj2" fmla="val 50000"/>
            </a:avLst>
          </a:prstGeom>
        </p:spPr>
        <p:style>
          <a:lnRef idx="1">
            <a:schemeClr val="accent6"/>
          </a:lnRef>
          <a:fillRef idx="2">
            <a:schemeClr val="accent6"/>
          </a:fillRef>
          <a:effectRef idx="1">
            <a:schemeClr val="accent6"/>
          </a:effectRef>
          <a:fontRef idx="minor">
            <a:schemeClr val="dk1"/>
          </a:fontRef>
        </p:style>
        <p:txBody>
          <a:bodyPr/>
          <a:lstStyle/>
          <a:p>
            <a:endParaRPr lang="es-CO"/>
          </a:p>
        </p:txBody>
      </p:sp>
      <p:sp>
        <p:nvSpPr>
          <p:cNvPr id="8" name="Rectángulo: esquinas redondeadas 4">
            <a:extLst>
              <a:ext uri="{FF2B5EF4-FFF2-40B4-BE49-F238E27FC236}">
                <a16:creationId xmlns:a16="http://schemas.microsoft.com/office/drawing/2014/main" id="{EA739393-8B44-45D7-6E48-54F3CDE4893F}"/>
              </a:ext>
            </a:extLst>
          </p:cNvPr>
          <p:cNvSpPr txBox="1"/>
          <p:nvPr/>
        </p:nvSpPr>
        <p:spPr>
          <a:xfrm>
            <a:off x="3498031" y="1622952"/>
            <a:ext cx="2392071" cy="921278"/>
          </a:xfrm>
          <a:prstGeom prst="rect">
            <a:avLst/>
          </a:prstGeom>
          <a:solidFill>
            <a:srgbClr val="FF6C00"/>
          </a:solidFill>
        </p:spPr>
        <p:style>
          <a:lnRef idx="1">
            <a:schemeClr val="accent2"/>
          </a:lnRef>
          <a:fillRef idx="2">
            <a:schemeClr val="accent2"/>
          </a:fillRef>
          <a:effectRef idx="1">
            <a:schemeClr val="accent2"/>
          </a:effectRef>
          <a:fontRef idx="minor">
            <a:schemeClr val="dk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sz="2000" b="1" dirty="0">
                <a:solidFill>
                  <a:schemeClr val="lt1"/>
                </a:solidFill>
              </a:rPr>
              <a:t>Diagnostico estado académico y de EP</a:t>
            </a:r>
          </a:p>
        </p:txBody>
      </p:sp>
      <p:sp>
        <p:nvSpPr>
          <p:cNvPr id="9" name="Flecha: a la derecha 8">
            <a:extLst>
              <a:ext uri="{FF2B5EF4-FFF2-40B4-BE49-F238E27FC236}">
                <a16:creationId xmlns:a16="http://schemas.microsoft.com/office/drawing/2014/main" id="{56196798-A48A-2C06-A483-55BBE17CA7C1}"/>
              </a:ext>
            </a:extLst>
          </p:cNvPr>
          <p:cNvSpPr/>
          <p:nvPr/>
        </p:nvSpPr>
        <p:spPr>
          <a:xfrm>
            <a:off x="5929704" y="2062771"/>
            <a:ext cx="440098" cy="235363"/>
          </a:xfrm>
          <a:prstGeom prst="rightArrow">
            <a:avLst>
              <a:gd name="adj1" fmla="val 60000"/>
              <a:gd name="adj2" fmla="val 50000"/>
            </a:avLst>
          </a:prstGeom>
        </p:spPr>
        <p:style>
          <a:lnRef idx="1">
            <a:schemeClr val="accent2"/>
          </a:lnRef>
          <a:fillRef idx="2">
            <a:schemeClr val="accent2"/>
          </a:fillRef>
          <a:effectRef idx="1">
            <a:schemeClr val="accent2"/>
          </a:effectRef>
          <a:fontRef idx="minor">
            <a:schemeClr val="dk1"/>
          </a:fontRef>
        </p:style>
        <p:txBody>
          <a:bodyPr/>
          <a:lstStyle/>
          <a:p>
            <a:endParaRPr lang="es-ES" dirty="0"/>
          </a:p>
        </p:txBody>
      </p:sp>
      <p:sp>
        <p:nvSpPr>
          <p:cNvPr id="10" name="Rectángulo: esquinas redondeadas 9">
            <a:extLst>
              <a:ext uri="{FF2B5EF4-FFF2-40B4-BE49-F238E27FC236}">
                <a16:creationId xmlns:a16="http://schemas.microsoft.com/office/drawing/2014/main" id="{C7EB3993-B527-3559-DC62-DEAA6A28C5B7}"/>
              </a:ext>
            </a:extLst>
          </p:cNvPr>
          <p:cNvSpPr/>
          <p:nvPr/>
        </p:nvSpPr>
        <p:spPr>
          <a:xfrm>
            <a:off x="6440461" y="1641632"/>
            <a:ext cx="2392071" cy="931915"/>
          </a:xfrm>
          <a:prstGeom prst="roundRect">
            <a:avLst>
              <a:gd name="adj" fmla="val 10000"/>
            </a:avLst>
          </a:prstGeom>
          <a:solidFill>
            <a:srgbClr val="7030A0"/>
          </a:solidFill>
        </p:spPr>
        <p:style>
          <a:lnRef idx="1">
            <a:schemeClr val="accent4"/>
          </a:lnRef>
          <a:fillRef idx="2">
            <a:schemeClr val="accent4"/>
          </a:fillRef>
          <a:effectRef idx="1">
            <a:schemeClr val="accent4"/>
          </a:effectRef>
          <a:fontRef idx="minor">
            <a:schemeClr val="dk1"/>
          </a:fontRef>
        </p:style>
        <p:txBody>
          <a:bodyPr/>
          <a:lstStyle/>
          <a:p>
            <a:r>
              <a:rPr lang="es-ES" sz="2000" b="1" dirty="0">
                <a:solidFill>
                  <a:schemeClr val="lt1"/>
                </a:solidFill>
              </a:rPr>
              <a:t>Desarrollo del Taller</a:t>
            </a:r>
          </a:p>
        </p:txBody>
      </p:sp>
      <p:sp>
        <p:nvSpPr>
          <p:cNvPr id="11" name="Flecha: a la derecha 10">
            <a:extLst>
              <a:ext uri="{FF2B5EF4-FFF2-40B4-BE49-F238E27FC236}">
                <a16:creationId xmlns:a16="http://schemas.microsoft.com/office/drawing/2014/main" id="{C24D7F3A-6498-76FC-463D-7BC2D636850B}"/>
              </a:ext>
            </a:extLst>
          </p:cNvPr>
          <p:cNvSpPr/>
          <p:nvPr/>
        </p:nvSpPr>
        <p:spPr>
          <a:xfrm>
            <a:off x="8873911" y="2011547"/>
            <a:ext cx="440098" cy="235363"/>
          </a:xfrm>
          <a:prstGeom prst="rightArrow">
            <a:avLst>
              <a:gd name="adj1" fmla="val 60000"/>
              <a:gd name="adj2" fmla="val 50000"/>
            </a:avLst>
          </a:prstGeom>
        </p:spPr>
        <p:style>
          <a:lnRef idx="1">
            <a:schemeClr val="accent4"/>
          </a:lnRef>
          <a:fillRef idx="2">
            <a:schemeClr val="accent4"/>
          </a:fillRef>
          <a:effectRef idx="1">
            <a:schemeClr val="accent4"/>
          </a:effectRef>
          <a:fontRef idx="minor">
            <a:schemeClr val="dk1"/>
          </a:fontRef>
        </p:style>
        <p:txBody>
          <a:bodyPr/>
          <a:lstStyle/>
          <a:p>
            <a:endParaRPr lang="es-ES" dirty="0"/>
          </a:p>
        </p:txBody>
      </p:sp>
      <p:grpSp>
        <p:nvGrpSpPr>
          <p:cNvPr id="12" name="Grupo 11">
            <a:extLst>
              <a:ext uri="{FF2B5EF4-FFF2-40B4-BE49-F238E27FC236}">
                <a16:creationId xmlns:a16="http://schemas.microsoft.com/office/drawing/2014/main" id="{E8754372-D748-6340-E8A9-CCB6414EA330}"/>
              </a:ext>
            </a:extLst>
          </p:cNvPr>
          <p:cNvGrpSpPr/>
          <p:nvPr/>
        </p:nvGrpSpPr>
        <p:grpSpPr>
          <a:xfrm>
            <a:off x="9431785" y="1682168"/>
            <a:ext cx="2226262" cy="955001"/>
            <a:chOff x="18822489" y="63223"/>
            <a:chExt cx="3905119" cy="1571678"/>
          </a:xfrm>
        </p:grpSpPr>
        <p:sp>
          <p:nvSpPr>
            <p:cNvPr id="13" name="Rectángulo: esquinas redondeadas 12">
              <a:extLst>
                <a:ext uri="{FF2B5EF4-FFF2-40B4-BE49-F238E27FC236}">
                  <a16:creationId xmlns:a16="http://schemas.microsoft.com/office/drawing/2014/main" id="{FCA192F3-24F5-B268-9CFD-5F9023D2E869}"/>
                </a:ext>
              </a:extLst>
            </p:cNvPr>
            <p:cNvSpPr/>
            <p:nvPr/>
          </p:nvSpPr>
          <p:spPr>
            <a:xfrm>
              <a:off x="18822489" y="168613"/>
              <a:ext cx="3905119" cy="1466288"/>
            </a:xfrm>
            <a:prstGeom prst="roundRect">
              <a:avLst>
                <a:gd name="adj" fmla="val 10000"/>
              </a:avLst>
            </a:prstGeom>
            <a:solidFill>
              <a:schemeClr val="accent5">
                <a:lumMod val="50000"/>
              </a:schemeClr>
            </a:solidFill>
          </p:spPr>
          <p:style>
            <a:lnRef idx="1">
              <a:schemeClr val="accent1"/>
            </a:lnRef>
            <a:fillRef idx="2">
              <a:schemeClr val="accent1"/>
            </a:fillRef>
            <a:effectRef idx="1">
              <a:schemeClr val="accent1"/>
            </a:effectRef>
            <a:fontRef idx="minor">
              <a:schemeClr val="dk1"/>
            </a:fontRef>
          </p:style>
          <p:txBody>
            <a:bodyPr/>
            <a:lstStyle/>
            <a:p>
              <a:endParaRPr lang="es-CO"/>
            </a:p>
          </p:txBody>
        </p:sp>
        <p:sp>
          <p:nvSpPr>
            <p:cNvPr id="14" name="Rectángulo: esquinas redondeadas 4">
              <a:extLst>
                <a:ext uri="{FF2B5EF4-FFF2-40B4-BE49-F238E27FC236}">
                  <a16:creationId xmlns:a16="http://schemas.microsoft.com/office/drawing/2014/main" id="{E85932EA-A339-F08C-C22B-E9E0EA9C69C9}"/>
                </a:ext>
              </a:extLst>
            </p:cNvPr>
            <p:cNvSpPr txBox="1"/>
            <p:nvPr/>
          </p:nvSpPr>
          <p:spPr>
            <a:xfrm>
              <a:off x="18822489" y="63223"/>
              <a:ext cx="3905119" cy="1082916"/>
            </a:xfrm>
            <a:prstGeom prst="rect">
              <a:avLst/>
            </a:prstGeom>
            <a:solidFill>
              <a:schemeClr val="accent5">
                <a:lumMod val="50000"/>
              </a:schemeClr>
            </a:solidFill>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sz="2000" b="1" dirty="0"/>
                <a:t>Posterior al Taller</a:t>
              </a:r>
            </a:p>
          </p:txBody>
        </p:sp>
      </p:grpSp>
      <p:grpSp>
        <p:nvGrpSpPr>
          <p:cNvPr id="21" name="Grupo 20">
            <a:extLst>
              <a:ext uri="{FF2B5EF4-FFF2-40B4-BE49-F238E27FC236}">
                <a16:creationId xmlns:a16="http://schemas.microsoft.com/office/drawing/2014/main" id="{53BE8B73-4B28-CE8A-9606-D318F97037F9}"/>
              </a:ext>
            </a:extLst>
          </p:cNvPr>
          <p:cNvGrpSpPr/>
          <p:nvPr/>
        </p:nvGrpSpPr>
        <p:grpSpPr>
          <a:xfrm>
            <a:off x="6291667" y="2311024"/>
            <a:ext cx="2743845" cy="3127707"/>
            <a:chOff x="12786040" y="158238"/>
            <a:chExt cx="3995055" cy="6984396"/>
          </a:xfrm>
        </p:grpSpPr>
        <p:sp>
          <p:nvSpPr>
            <p:cNvPr id="22" name="Rectángulo: esquinas redondeadas 21">
              <a:extLst>
                <a:ext uri="{FF2B5EF4-FFF2-40B4-BE49-F238E27FC236}">
                  <a16:creationId xmlns:a16="http://schemas.microsoft.com/office/drawing/2014/main" id="{44A950BF-510E-90D0-FDB0-804B320EABE2}"/>
                </a:ext>
              </a:extLst>
            </p:cNvPr>
            <p:cNvSpPr/>
            <p:nvPr/>
          </p:nvSpPr>
          <p:spPr>
            <a:xfrm>
              <a:off x="12786040" y="476561"/>
              <a:ext cx="3905119" cy="6666073"/>
            </a:xfrm>
            <a:prstGeom prst="roundRect">
              <a:avLst>
                <a:gd name="adj" fmla="val 10000"/>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O"/>
            </a:p>
          </p:txBody>
        </p:sp>
        <p:sp>
          <p:nvSpPr>
            <p:cNvPr id="23" name="Rectángulo: esquinas redondeadas 4">
              <a:extLst>
                <a:ext uri="{FF2B5EF4-FFF2-40B4-BE49-F238E27FC236}">
                  <a16:creationId xmlns:a16="http://schemas.microsoft.com/office/drawing/2014/main" id="{E3B5BA97-665E-012B-9AA0-F623CE7F6804}"/>
                </a:ext>
              </a:extLst>
            </p:cNvPr>
            <p:cNvSpPr txBox="1"/>
            <p:nvPr/>
          </p:nvSpPr>
          <p:spPr>
            <a:xfrm>
              <a:off x="13104729" y="158238"/>
              <a:ext cx="3676366" cy="643732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84912" tIns="184912" rIns="184912" bIns="184912" numCol="1" spcCol="1270" anchor="t" anchorCtr="0">
              <a:noAutofit/>
            </a:bodyPr>
            <a:lstStyle/>
            <a:p>
              <a:pPr marL="228600" lvl="1" indent="-228600" algn="l" defTabSz="1155700">
                <a:lnSpc>
                  <a:spcPct val="90000"/>
                </a:lnSpc>
                <a:spcBef>
                  <a:spcPct val="0"/>
                </a:spcBef>
                <a:spcAft>
                  <a:spcPct val="15000"/>
                </a:spcAft>
                <a:buChar char="•"/>
              </a:pPr>
              <a:r>
                <a:rPr lang="es-CO" sz="1600" kern="1200" dirty="0">
                  <a:solidFill>
                    <a:schemeClr val="tx1"/>
                  </a:solidFill>
                </a:rPr>
                <a:t>Presentación del Instructor.</a:t>
              </a:r>
            </a:p>
            <a:p>
              <a:pPr marL="228600" lvl="1" indent="-228600" algn="l" defTabSz="1155700">
                <a:lnSpc>
                  <a:spcPct val="90000"/>
                </a:lnSpc>
                <a:spcBef>
                  <a:spcPct val="0"/>
                </a:spcBef>
                <a:spcAft>
                  <a:spcPct val="15000"/>
                </a:spcAft>
                <a:buChar char="•"/>
              </a:pPr>
              <a:r>
                <a:rPr lang="es-CO" sz="1600" kern="1200" dirty="0">
                  <a:solidFill>
                    <a:schemeClr val="tx1"/>
                  </a:solidFill>
                </a:rPr>
                <a:t>Validación posibles deserciones.</a:t>
              </a:r>
            </a:p>
            <a:p>
              <a:pPr marL="228600" lvl="1" indent="-228600" algn="l" defTabSz="1155700">
                <a:lnSpc>
                  <a:spcPct val="90000"/>
                </a:lnSpc>
                <a:spcBef>
                  <a:spcPct val="0"/>
                </a:spcBef>
                <a:spcAft>
                  <a:spcPct val="15000"/>
                </a:spcAft>
                <a:buChar char="•"/>
              </a:pPr>
              <a:r>
                <a:rPr lang="es-CO" sz="1600" kern="1200" dirty="0">
                  <a:solidFill>
                    <a:schemeClr val="tx1"/>
                  </a:solidFill>
                </a:rPr>
                <a:t>Desarrollo del tema (presentación – </a:t>
              </a:r>
              <a:r>
                <a:rPr lang="es-CO" sz="1600" b="1" kern="1200" dirty="0">
                  <a:solidFill>
                    <a:srgbClr val="FF0000"/>
                  </a:solidFill>
                  <a:hlinkClick r:id="rId4" action="ppaction://hlinkfile"/>
                </a:rPr>
                <a:t>diligenciamiento de la bitácora</a:t>
              </a:r>
              <a:r>
                <a:rPr lang="es-CO" sz="1600" kern="1200" dirty="0">
                  <a:solidFill>
                    <a:schemeClr val="tx1"/>
                  </a:solidFill>
                </a:rPr>
                <a:t>)</a:t>
              </a:r>
            </a:p>
            <a:p>
              <a:pPr marL="228600" lvl="1" indent="-228600" algn="l" defTabSz="1155700">
                <a:lnSpc>
                  <a:spcPct val="90000"/>
                </a:lnSpc>
                <a:spcBef>
                  <a:spcPct val="0"/>
                </a:spcBef>
                <a:spcAft>
                  <a:spcPct val="15000"/>
                </a:spcAft>
                <a:buChar char="•"/>
              </a:pPr>
              <a:r>
                <a:rPr lang="es-CO" sz="1600" kern="1200" dirty="0">
                  <a:solidFill>
                    <a:schemeClr val="tx1"/>
                  </a:solidFill>
                </a:rPr>
                <a:t>Toma de lista de asistencia </a:t>
              </a:r>
              <a:endParaRPr lang="es-CO" sz="1600" kern="1200" dirty="0">
                <a:solidFill>
                  <a:schemeClr val="tx1"/>
                </a:solidFill>
                <a:cs typeface="Calibri"/>
              </a:endParaRPr>
            </a:p>
            <a:p>
              <a:pPr marL="228600" lvl="1" indent="-228600" algn="l" defTabSz="1155700">
                <a:lnSpc>
                  <a:spcPct val="90000"/>
                </a:lnSpc>
                <a:spcBef>
                  <a:spcPct val="0"/>
                </a:spcBef>
                <a:spcAft>
                  <a:spcPct val="15000"/>
                </a:spcAft>
                <a:buChar char="•"/>
              </a:pPr>
              <a:r>
                <a:rPr lang="es-CO" sz="1600" kern="1200" dirty="0">
                  <a:solidFill>
                    <a:schemeClr val="tx1"/>
                  </a:solidFill>
                </a:rPr>
                <a:t>Espacio para preguntas y aclaración de dudas.</a:t>
              </a:r>
              <a:endParaRPr lang="es-CO" kern="1200" dirty="0">
                <a:solidFill>
                  <a:schemeClr val="tx1"/>
                </a:solidFill>
              </a:endParaRPr>
            </a:p>
            <a:p>
              <a:pPr marL="228600" lvl="1" indent="-228600" algn="l" defTabSz="1155700">
                <a:lnSpc>
                  <a:spcPct val="90000"/>
                </a:lnSpc>
                <a:spcBef>
                  <a:spcPct val="0"/>
                </a:spcBef>
                <a:spcAft>
                  <a:spcPct val="15000"/>
                </a:spcAft>
                <a:buChar char="•"/>
              </a:pPr>
              <a:endParaRPr lang="es-CO" kern="1200" dirty="0">
                <a:solidFill>
                  <a:schemeClr val="tx1"/>
                </a:solidFill>
              </a:endParaRPr>
            </a:p>
            <a:p>
              <a:pPr marL="228600" lvl="1" indent="-228600" algn="l" defTabSz="1155700">
                <a:lnSpc>
                  <a:spcPct val="90000"/>
                </a:lnSpc>
                <a:spcBef>
                  <a:spcPct val="0"/>
                </a:spcBef>
                <a:spcAft>
                  <a:spcPct val="15000"/>
                </a:spcAft>
                <a:buChar char="•"/>
              </a:pPr>
              <a:endParaRPr lang="es-CO" sz="2000" kern="1200" dirty="0">
                <a:solidFill>
                  <a:schemeClr val="tx1"/>
                </a:solidFill>
              </a:endParaRPr>
            </a:p>
            <a:p>
              <a:pPr marL="228600" lvl="1" indent="-228600" algn="l" defTabSz="1155700">
                <a:lnSpc>
                  <a:spcPct val="90000"/>
                </a:lnSpc>
                <a:spcBef>
                  <a:spcPct val="0"/>
                </a:spcBef>
                <a:spcAft>
                  <a:spcPct val="15000"/>
                </a:spcAft>
                <a:buChar char="•"/>
              </a:pPr>
              <a:endParaRPr lang="es-CO" sz="2600" kern="1200" dirty="0"/>
            </a:p>
          </p:txBody>
        </p:sp>
      </p:grpSp>
      <p:grpSp>
        <p:nvGrpSpPr>
          <p:cNvPr id="24" name="Grupo 23">
            <a:extLst>
              <a:ext uri="{FF2B5EF4-FFF2-40B4-BE49-F238E27FC236}">
                <a16:creationId xmlns:a16="http://schemas.microsoft.com/office/drawing/2014/main" id="{7AE0462D-C1FD-55D0-BABC-F4E9467D51D0}"/>
              </a:ext>
            </a:extLst>
          </p:cNvPr>
          <p:cNvGrpSpPr/>
          <p:nvPr/>
        </p:nvGrpSpPr>
        <p:grpSpPr>
          <a:xfrm>
            <a:off x="9254391" y="2572051"/>
            <a:ext cx="2648851" cy="3094332"/>
            <a:chOff x="19212476" y="-139478"/>
            <a:chExt cx="4133873" cy="7396695"/>
          </a:xfrm>
        </p:grpSpPr>
        <p:sp>
          <p:nvSpPr>
            <p:cNvPr id="25" name="Rectángulo: esquinas redondeadas 24">
              <a:extLst>
                <a:ext uri="{FF2B5EF4-FFF2-40B4-BE49-F238E27FC236}">
                  <a16:creationId xmlns:a16="http://schemas.microsoft.com/office/drawing/2014/main" id="{8A8D3A0E-6DB5-F202-95B6-A8C667236A0E}"/>
                </a:ext>
              </a:extLst>
            </p:cNvPr>
            <p:cNvSpPr/>
            <p:nvPr/>
          </p:nvSpPr>
          <p:spPr>
            <a:xfrm>
              <a:off x="19212476" y="-139478"/>
              <a:ext cx="3905119" cy="6203060"/>
            </a:xfrm>
            <a:prstGeom prst="roundRect">
              <a:avLst>
                <a:gd name="adj" fmla="val 10000"/>
              </a:avLst>
            </a:pr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O"/>
            </a:p>
          </p:txBody>
        </p:sp>
        <p:sp>
          <p:nvSpPr>
            <p:cNvPr id="26" name="Rectángulo: esquinas redondeadas 4">
              <a:extLst>
                <a:ext uri="{FF2B5EF4-FFF2-40B4-BE49-F238E27FC236}">
                  <a16:creationId xmlns:a16="http://schemas.microsoft.com/office/drawing/2014/main" id="{790BBCF7-FE56-E493-CDF0-90BEB5934DB5}"/>
                </a:ext>
              </a:extLst>
            </p:cNvPr>
            <p:cNvSpPr txBox="1"/>
            <p:nvPr/>
          </p:nvSpPr>
          <p:spPr>
            <a:xfrm>
              <a:off x="19441230" y="-139478"/>
              <a:ext cx="3905119" cy="739669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0688" tIns="170688" rIns="170688" bIns="170688" numCol="1" spcCol="1270" anchor="t" anchorCtr="0">
              <a:noAutofit/>
            </a:bodyPr>
            <a:lstStyle/>
            <a:p>
              <a:pPr marL="228600" lvl="1" indent="-228600" algn="l" defTabSz="1066800">
                <a:lnSpc>
                  <a:spcPct val="90000"/>
                </a:lnSpc>
                <a:spcBef>
                  <a:spcPct val="0"/>
                </a:spcBef>
                <a:spcAft>
                  <a:spcPct val="15000"/>
                </a:spcAft>
                <a:buChar char="•"/>
              </a:pPr>
              <a:r>
                <a:rPr lang="es-CO" sz="1400" dirty="0">
                  <a:solidFill>
                    <a:schemeClr val="tx1"/>
                  </a:solidFill>
                </a:rPr>
                <a:t>Lista</a:t>
              </a:r>
              <a:r>
                <a:rPr lang="es-CO" sz="1400" kern="1200" dirty="0">
                  <a:solidFill>
                    <a:schemeClr val="tx1"/>
                  </a:solidFill>
                </a:rPr>
                <a:t> de asistencia.</a:t>
              </a:r>
            </a:p>
            <a:p>
              <a:pPr marL="228600" lvl="1" indent="-228600" algn="l" defTabSz="1066800">
                <a:lnSpc>
                  <a:spcPct val="90000"/>
                </a:lnSpc>
                <a:spcBef>
                  <a:spcPct val="0"/>
                </a:spcBef>
                <a:spcAft>
                  <a:spcPct val="15000"/>
                </a:spcAft>
                <a:buChar char="•"/>
              </a:pPr>
              <a:r>
                <a:rPr lang="es-CO" sz="1400" kern="1200" dirty="0">
                  <a:solidFill>
                    <a:schemeClr val="tx1"/>
                  </a:solidFill>
                </a:rPr>
                <a:t>Direccionamiento informe posibles deserciones.</a:t>
              </a:r>
            </a:p>
            <a:p>
              <a:pPr marL="228600" lvl="1" indent="-228600" algn="l" defTabSz="1066800">
                <a:lnSpc>
                  <a:spcPct val="90000"/>
                </a:lnSpc>
                <a:spcBef>
                  <a:spcPct val="0"/>
                </a:spcBef>
                <a:spcAft>
                  <a:spcPct val="15000"/>
                </a:spcAft>
                <a:buChar char="•"/>
              </a:pPr>
              <a:r>
                <a:rPr lang="es-CO" sz="1400" kern="1200" dirty="0">
                  <a:solidFill>
                    <a:schemeClr val="tx1"/>
                  </a:solidFill>
                </a:rPr>
                <a:t>Direccionamiento informe aprendices sin contrato de aprendizaje.</a:t>
              </a:r>
            </a:p>
            <a:p>
              <a:pPr marL="228600" lvl="1" indent="-228600" algn="l" defTabSz="1066800">
                <a:lnSpc>
                  <a:spcPct val="90000"/>
                </a:lnSpc>
                <a:spcBef>
                  <a:spcPct val="0"/>
                </a:spcBef>
                <a:spcAft>
                  <a:spcPct val="15000"/>
                </a:spcAft>
                <a:buChar char="•"/>
              </a:pPr>
              <a:r>
                <a:rPr lang="es-CO" sz="1400" kern="1200" dirty="0">
                  <a:solidFill>
                    <a:schemeClr val="tx1"/>
                  </a:solidFill>
                </a:rPr>
                <a:t>Organizar expediente de la ficha con evidencia</a:t>
              </a:r>
            </a:p>
            <a:p>
              <a:pPr marL="228600" lvl="1" indent="-228600" algn="l" defTabSz="1066800">
                <a:lnSpc>
                  <a:spcPct val="90000"/>
                </a:lnSpc>
                <a:spcBef>
                  <a:spcPct val="0"/>
                </a:spcBef>
                <a:spcAft>
                  <a:spcPct val="15000"/>
                </a:spcAft>
                <a:buChar char="•"/>
              </a:pPr>
              <a:r>
                <a:rPr lang="es-CO" sz="1400" kern="1200" dirty="0">
                  <a:solidFill>
                    <a:schemeClr val="tx1"/>
                  </a:solidFill>
                </a:rPr>
                <a:t>Subir evidencia del taller M2 al </a:t>
              </a:r>
              <a:r>
                <a:rPr lang="es-CO" sz="1400" dirty="0">
                  <a:solidFill>
                    <a:schemeClr val="tx1"/>
                  </a:solidFill>
                </a:rPr>
                <a:t>SharePoint</a:t>
              </a:r>
              <a:r>
                <a:rPr lang="es-CO" sz="1400" kern="1200" dirty="0">
                  <a:solidFill>
                    <a:schemeClr val="tx1"/>
                  </a:solidFill>
                </a:rPr>
                <a:t>.</a:t>
              </a:r>
              <a:endParaRPr lang="es-CO" sz="1400" kern="1200" dirty="0">
                <a:solidFill>
                  <a:schemeClr val="tx1"/>
                </a:solidFill>
                <a:cs typeface="Calibri"/>
              </a:endParaRPr>
            </a:p>
            <a:p>
              <a:pPr marL="228600" lvl="1" indent="-228600" algn="l" defTabSz="1066800">
                <a:lnSpc>
                  <a:spcPct val="90000"/>
                </a:lnSpc>
                <a:spcBef>
                  <a:spcPct val="0"/>
                </a:spcBef>
                <a:spcAft>
                  <a:spcPct val="15000"/>
                </a:spcAft>
                <a:buChar char="•"/>
              </a:pPr>
              <a:endParaRPr lang="es-CO" sz="2400" kern="1200" dirty="0">
                <a:solidFill>
                  <a:schemeClr val="bg1">
                    <a:lumMod val="75000"/>
                    <a:lumOff val="25000"/>
                  </a:schemeClr>
                </a:solidFill>
              </a:endParaRPr>
            </a:p>
          </p:txBody>
        </p:sp>
      </p:grpSp>
      <p:sp>
        <p:nvSpPr>
          <p:cNvPr id="30" name="CuadroTexto 5">
            <a:extLst>
              <a:ext uri="{FF2B5EF4-FFF2-40B4-BE49-F238E27FC236}">
                <a16:creationId xmlns:a16="http://schemas.microsoft.com/office/drawing/2014/main" id="{1B47C92F-653F-8CB3-F97D-976CFABD52B2}"/>
              </a:ext>
            </a:extLst>
          </p:cNvPr>
          <p:cNvSpPr txBox="1"/>
          <p:nvPr/>
        </p:nvSpPr>
        <p:spPr>
          <a:xfrm>
            <a:off x="5512525" y="5714144"/>
            <a:ext cx="10305270" cy="1323439"/>
          </a:xfrm>
          <a:prstGeom prst="rect">
            <a:avLst/>
          </a:prstGeom>
          <a:noFill/>
        </p:spPr>
        <p:txBody>
          <a:bodyPr wrap="square" rtlCol="0">
            <a:spAutoFit/>
          </a:bodyPr>
          <a:lstStyle/>
          <a:p>
            <a:r>
              <a:rPr lang="es-CO" sz="2400"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Quince </a:t>
            </a:r>
            <a:r>
              <a:rPr lang="es-CO" sz="2400" b="1"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(15) días antes de finalizar la </a:t>
            </a:r>
          </a:p>
          <a:p>
            <a:r>
              <a:rPr lang="es-CO" sz="2400" b="1"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etapa lectiva</a:t>
            </a:r>
            <a:r>
              <a:rPr lang="es-CO" sz="2400" b="1" dirty="0">
                <a:solidFill>
                  <a:schemeClr val="bg1">
                    <a:lumMod val="65000"/>
                    <a:lumOff val="35000"/>
                  </a:schemeClr>
                </a:solidFill>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a:t>
            </a:r>
          </a:p>
          <a:p>
            <a:endParaRPr lang="es-CO" sz="3200" b="1" dirty="0">
              <a:solidFill>
                <a:schemeClr val="bg1">
                  <a:lumMod val="65000"/>
                  <a:lumOff val="35000"/>
                </a:schemeClr>
              </a:solidFill>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endParaRPr>
          </a:p>
        </p:txBody>
      </p:sp>
      <p:grpSp>
        <p:nvGrpSpPr>
          <p:cNvPr id="31" name="Group 9">
            <a:extLst>
              <a:ext uri="{FF2B5EF4-FFF2-40B4-BE49-F238E27FC236}">
                <a16:creationId xmlns:a16="http://schemas.microsoft.com/office/drawing/2014/main" id="{1FAF9298-AA74-51A6-7B91-F1892F10E611}"/>
              </a:ext>
            </a:extLst>
          </p:cNvPr>
          <p:cNvGrpSpPr>
            <a:grpSpLocks/>
          </p:cNvGrpSpPr>
          <p:nvPr/>
        </p:nvGrpSpPr>
        <p:grpSpPr bwMode="auto">
          <a:xfrm rot="4976862" flipH="1">
            <a:off x="5034123" y="5664323"/>
            <a:ext cx="493705" cy="600302"/>
            <a:chOff x="1944" y="1111"/>
            <a:chExt cx="204" cy="196"/>
          </a:xfrm>
        </p:grpSpPr>
        <p:pic>
          <p:nvPicPr>
            <p:cNvPr id="32" name="Picture 10" descr="circuler_1">
              <a:extLst>
                <a:ext uri="{FF2B5EF4-FFF2-40B4-BE49-F238E27FC236}">
                  <a16:creationId xmlns:a16="http://schemas.microsoft.com/office/drawing/2014/main" id="{AFD27BCC-C86B-A068-BAC7-2C087CA791E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flipH="1">
              <a:off x="1961" y="1124"/>
              <a:ext cx="174" cy="172"/>
            </a:xfrm>
            <a:prstGeom prst="rect">
              <a:avLst/>
            </a:prstGeom>
            <a:noFill/>
            <a:extLst>
              <a:ext uri="{909E8E84-426E-40DD-AFC4-6F175D3DCCD1}">
                <a14:hiddenFill xmlns:a14="http://schemas.microsoft.com/office/drawing/2010/main">
                  <a:solidFill>
                    <a:srgbClr val="FFFFFF"/>
                  </a:solidFill>
                </a14:hiddenFill>
              </a:ext>
            </a:extLst>
          </p:spPr>
        </p:pic>
        <p:sp>
          <p:nvSpPr>
            <p:cNvPr id="33" name="Oval 11">
              <a:extLst>
                <a:ext uri="{FF2B5EF4-FFF2-40B4-BE49-F238E27FC236}">
                  <a16:creationId xmlns:a16="http://schemas.microsoft.com/office/drawing/2014/main" id="{947FCA05-9599-6B96-895C-E0A3BE3ECB34}"/>
                </a:ext>
              </a:extLst>
            </p:cNvPr>
            <p:cNvSpPr>
              <a:spLocks noChangeArrowheads="1"/>
            </p:cNvSpPr>
            <p:nvPr/>
          </p:nvSpPr>
          <p:spPr bwMode="gray">
            <a:xfrm flipH="1">
              <a:off x="1962" y="1124"/>
              <a:ext cx="173" cy="172"/>
            </a:xfrm>
            <a:prstGeom prst="ellipse">
              <a:avLst/>
            </a:prstGeom>
            <a:solidFill>
              <a:srgbClr val="FF00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nvGrpSpPr>
            <p:cNvPr id="34" name="Group 12">
              <a:extLst>
                <a:ext uri="{FF2B5EF4-FFF2-40B4-BE49-F238E27FC236}">
                  <a16:creationId xmlns:a16="http://schemas.microsoft.com/office/drawing/2014/main" id="{7E229E0A-03FC-D0FE-C10A-A8539C26EE31}"/>
                </a:ext>
              </a:extLst>
            </p:cNvPr>
            <p:cNvGrpSpPr>
              <a:grpSpLocks/>
            </p:cNvGrpSpPr>
            <p:nvPr/>
          </p:nvGrpSpPr>
          <p:grpSpPr bwMode="auto">
            <a:xfrm rot="1297425" flipV="1">
              <a:off x="1971" y="1258"/>
              <a:ext cx="151" cy="37"/>
              <a:chOff x="2532" y="1051"/>
              <a:chExt cx="893" cy="246"/>
            </a:xfrm>
          </p:grpSpPr>
          <p:grpSp>
            <p:nvGrpSpPr>
              <p:cNvPr id="37" name="Group 13">
                <a:extLst>
                  <a:ext uri="{FF2B5EF4-FFF2-40B4-BE49-F238E27FC236}">
                    <a16:creationId xmlns:a16="http://schemas.microsoft.com/office/drawing/2014/main" id="{4977839B-B460-0327-3452-E53D606F8AA8}"/>
                  </a:ext>
                </a:extLst>
              </p:cNvPr>
              <p:cNvGrpSpPr>
                <a:grpSpLocks/>
              </p:cNvGrpSpPr>
              <p:nvPr/>
            </p:nvGrpSpPr>
            <p:grpSpPr bwMode="auto">
              <a:xfrm>
                <a:off x="2532" y="1051"/>
                <a:ext cx="743" cy="185"/>
                <a:chOff x="1565" y="2568"/>
                <a:chExt cx="1118" cy="279"/>
              </a:xfrm>
            </p:grpSpPr>
            <p:sp>
              <p:nvSpPr>
                <p:cNvPr id="43" name="AutoShape 14">
                  <a:extLst>
                    <a:ext uri="{FF2B5EF4-FFF2-40B4-BE49-F238E27FC236}">
                      <a16:creationId xmlns:a16="http://schemas.microsoft.com/office/drawing/2014/main" id="{2E2EA5E7-5DF6-67CD-DEC0-AA0CA2983363}"/>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4" name="AutoShape 15">
                  <a:extLst>
                    <a:ext uri="{FF2B5EF4-FFF2-40B4-BE49-F238E27FC236}">
                      <a16:creationId xmlns:a16="http://schemas.microsoft.com/office/drawing/2014/main" id="{2534680E-EADC-A5F1-D9C8-2F934D557C66}"/>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5" name="AutoShape 16">
                  <a:extLst>
                    <a:ext uri="{FF2B5EF4-FFF2-40B4-BE49-F238E27FC236}">
                      <a16:creationId xmlns:a16="http://schemas.microsoft.com/office/drawing/2014/main" id="{B772794A-C35B-757A-5B72-30CBF85E81B8}"/>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6" name="AutoShape 17">
                  <a:extLst>
                    <a:ext uri="{FF2B5EF4-FFF2-40B4-BE49-F238E27FC236}">
                      <a16:creationId xmlns:a16="http://schemas.microsoft.com/office/drawing/2014/main" id="{EB39DD36-1E92-EABC-081F-F91DCBB94C41}"/>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nvGrpSpPr>
              <p:cNvPr id="38" name="Group 18">
                <a:extLst>
                  <a:ext uri="{FF2B5EF4-FFF2-40B4-BE49-F238E27FC236}">
                    <a16:creationId xmlns:a16="http://schemas.microsoft.com/office/drawing/2014/main" id="{DA80D5E0-5B83-FBAF-64C8-FA71658E7C4B}"/>
                  </a:ext>
                </a:extLst>
              </p:cNvPr>
              <p:cNvGrpSpPr>
                <a:grpSpLocks/>
              </p:cNvGrpSpPr>
              <p:nvPr/>
            </p:nvGrpSpPr>
            <p:grpSpPr bwMode="auto">
              <a:xfrm rot="1353540">
                <a:off x="2682" y="1111"/>
                <a:ext cx="743" cy="186"/>
                <a:chOff x="1565" y="2568"/>
                <a:chExt cx="1118" cy="279"/>
              </a:xfrm>
            </p:grpSpPr>
            <p:sp>
              <p:nvSpPr>
                <p:cNvPr id="39" name="AutoShape 19">
                  <a:extLst>
                    <a:ext uri="{FF2B5EF4-FFF2-40B4-BE49-F238E27FC236}">
                      <a16:creationId xmlns:a16="http://schemas.microsoft.com/office/drawing/2014/main" id="{8B2AC641-91D8-2DDC-09BB-46CDD2071127}"/>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0" name="AutoShape 20">
                  <a:extLst>
                    <a:ext uri="{FF2B5EF4-FFF2-40B4-BE49-F238E27FC236}">
                      <a16:creationId xmlns:a16="http://schemas.microsoft.com/office/drawing/2014/main" id="{C556B263-E38D-38CD-7749-18CCB28C3997}"/>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1" name="AutoShape 21">
                  <a:extLst>
                    <a:ext uri="{FF2B5EF4-FFF2-40B4-BE49-F238E27FC236}">
                      <a16:creationId xmlns:a16="http://schemas.microsoft.com/office/drawing/2014/main" id="{B5F4A6DD-F501-9AA6-1545-8A1F46C96BA9}"/>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2" name="AutoShape 22">
                  <a:extLst>
                    <a:ext uri="{FF2B5EF4-FFF2-40B4-BE49-F238E27FC236}">
                      <a16:creationId xmlns:a16="http://schemas.microsoft.com/office/drawing/2014/main" id="{BB5944F1-799A-C238-15B9-5DB72518F59B}"/>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sp>
          <p:nvSpPr>
            <p:cNvPr id="35" name="Arc 23">
              <a:extLst>
                <a:ext uri="{FF2B5EF4-FFF2-40B4-BE49-F238E27FC236}">
                  <a16:creationId xmlns:a16="http://schemas.microsoft.com/office/drawing/2014/main" id="{65C01818-4F89-4420-3A70-D7F13D64C2B3}"/>
                </a:ext>
              </a:extLst>
            </p:cNvPr>
            <p:cNvSpPr>
              <a:spLocks/>
            </p:cNvSpPr>
            <p:nvPr/>
          </p:nvSpPr>
          <p:spPr bwMode="gray">
            <a:xfrm rot="25447716">
              <a:off x="1948" y="1107"/>
              <a:ext cx="196" cy="204"/>
            </a:xfrm>
            <a:custGeom>
              <a:avLst/>
              <a:gdLst>
                <a:gd name="G0" fmla="+- 21600 0 0"/>
                <a:gd name="G1" fmla="+- 21600 0 0"/>
                <a:gd name="G2" fmla="+- 21600 0 0"/>
                <a:gd name="T0" fmla="*/ 3603 w 43200"/>
                <a:gd name="T1" fmla="*/ 33545 h 43155"/>
                <a:gd name="T2" fmla="*/ 22996 w 43200"/>
                <a:gd name="T3" fmla="*/ 43155 h 43155"/>
                <a:gd name="T4" fmla="*/ 21600 w 43200"/>
                <a:gd name="T5" fmla="*/ 21600 h 43155"/>
              </a:gdLst>
              <a:ahLst/>
              <a:cxnLst>
                <a:cxn ang="0">
                  <a:pos x="T0" y="T1"/>
                </a:cxn>
                <a:cxn ang="0">
                  <a:pos x="T2" y="T3"/>
                </a:cxn>
                <a:cxn ang="0">
                  <a:pos x="T4" y="T5"/>
                </a:cxn>
              </a:cxnLst>
              <a:rect l="0" t="0" r="r" b="b"/>
              <a:pathLst>
                <a:path w="43200" h="43155" fill="none"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path>
                <a:path w="43200" h="43155" stroke="0"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lnTo>
                    <a:pt x="21600" y="21600"/>
                  </a:lnTo>
                  <a:close/>
                </a:path>
              </a:pathLst>
            </a:custGeom>
            <a:noFill/>
            <a:ln w="12700">
              <a:solidFill>
                <a:srgbClr val="000000"/>
              </a:solidFill>
              <a:prstDash val="sysDot"/>
              <a:round/>
              <a:headEnd/>
              <a:tailEnd type="triangle" w="sm" len="sm"/>
            </a:ln>
            <a:effectLst/>
            <a:extLst>
              <a:ext uri="{909E8E84-426E-40DD-AFC4-6F175D3DCCD1}">
                <a14:hiddenFill xmlns:a14="http://schemas.microsoft.com/office/drawing/2010/main">
                  <a:solidFill>
                    <a:srgbClr val="00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pic>
          <p:nvPicPr>
            <p:cNvPr id="36" name="Picture 24" descr="light_shadow1">
              <a:extLst>
                <a:ext uri="{FF2B5EF4-FFF2-40B4-BE49-F238E27FC236}">
                  <a16:creationId xmlns:a16="http://schemas.microsoft.com/office/drawing/2014/main" id="{C30D953C-B493-F833-9842-249355341EE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t="23740"/>
            <a:stretch>
              <a:fillRect/>
            </a:stretch>
          </p:blipFill>
          <p:spPr bwMode="gray">
            <a:xfrm rot="2569845" flipH="1">
              <a:off x="2015" y="1139"/>
              <a:ext cx="129" cy="8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7" name="Grupo 46">
            <a:extLst>
              <a:ext uri="{FF2B5EF4-FFF2-40B4-BE49-F238E27FC236}">
                <a16:creationId xmlns:a16="http://schemas.microsoft.com/office/drawing/2014/main" id="{7711FC31-725B-6316-6D54-EB05B8E84C9C}"/>
              </a:ext>
            </a:extLst>
          </p:cNvPr>
          <p:cNvGrpSpPr/>
          <p:nvPr/>
        </p:nvGrpSpPr>
        <p:grpSpPr>
          <a:xfrm>
            <a:off x="3346251" y="2688415"/>
            <a:ext cx="2933692" cy="5012638"/>
            <a:chOff x="7260529" y="3289630"/>
            <a:chExt cx="2613605" cy="6600388"/>
          </a:xfrm>
        </p:grpSpPr>
        <p:sp>
          <p:nvSpPr>
            <p:cNvPr id="48" name="Rectángulo: esquinas redondeadas 47">
              <a:extLst>
                <a:ext uri="{FF2B5EF4-FFF2-40B4-BE49-F238E27FC236}">
                  <a16:creationId xmlns:a16="http://schemas.microsoft.com/office/drawing/2014/main" id="{4BCC9F20-D21B-8E6E-429B-86508B50E8A3}"/>
                </a:ext>
              </a:extLst>
            </p:cNvPr>
            <p:cNvSpPr/>
            <p:nvPr/>
          </p:nvSpPr>
          <p:spPr>
            <a:xfrm>
              <a:off x="7260529" y="3289630"/>
              <a:ext cx="2266298" cy="3571342"/>
            </a:xfrm>
            <a:prstGeom prst="roundRect">
              <a:avLst>
                <a:gd name="adj" fmla="val 10000"/>
              </a:avLst>
            </a:pr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ES" dirty="0"/>
            </a:p>
          </p:txBody>
        </p:sp>
        <p:sp>
          <p:nvSpPr>
            <p:cNvPr id="49" name="Rectángulo: esquinas redondeadas 4">
              <a:extLst>
                <a:ext uri="{FF2B5EF4-FFF2-40B4-BE49-F238E27FC236}">
                  <a16:creationId xmlns:a16="http://schemas.microsoft.com/office/drawing/2014/main" id="{20886656-F282-BE6D-C6F8-DFEBFCE3B530}"/>
                </a:ext>
              </a:extLst>
            </p:cNvPr>
            <p:cNvSpPr txBox="1"/>
            <p:nvPr/>
          </p:nvSpPr>
          <p:spPr>
            <a:xfrm>
              <a:off x="7297624" y="3452698"/>
              <a:ext cx="2576510" cy="643732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84912" tIns="184912" rIns="184912" bIns="184912" numCol="1" spcCol="1270" anchor="t" anchorCtr="0">
              <a:noAutofit/>
            </a:bodyPr>
            <a:lstStyle/>
            <a:p>
              <a:pPr marL="228600" lvl="1" indent="-228600" algn="l" defTabSz="1155700">
                <a:lnSpc>
                  <a:spcPct val="90000"/>
                </a:lnSpc>
                <a:spcBef>
                  <a:spcPct val="0"/>
                </a:spcBef>
                <a:spcAft>
                  <a:spcPct val="15000"/>
                </a:spcAft>
                <a:buChar char="•"/>
              </a:pPr>
              <a:r>
                <a:rPr lang="es-ES" sz="1600" b="1" dirty="0">
                  <a:solidFill>
                    <a:srgbClr val="FF0000"/>
                  </a:solidFill>
                </a:rPr>
                <a:t>Verificación del estado académico de los aprendices y posibles deserciones. (Sofia Plus)</a:t>
              </a:r>
            </a:p>
            <a:p>
              <a:pPr marL="228600" lvl="1" indent="-228600" algn="l" defTabSz="1155700">
                <a:lnSpc>
                  <a:spcPct val="90000"/>
                </a:lnSpc>
                <a:spcBef>
                  <a:spcPct val="0"/>
                </a:spcBef>
                <a:spcAft>
                  <a:spcPct val="15000"/>
                </a:spcAft>
                <a:buChar char="•"/>
              </a:pPr>
              <a:r>
                <a:rPr lang="es-ES" sz="1600" dirty="0">
                  <a:solidFill>
                    <a:schemeClr val="tx1"/>
                  </a:solidFill>
                </a:rPr>
                <a:t>Validación alternativa de etapa productiva (</a:t>
              </a:r>
              <a:r>
                <a:rPr lang="es-ES" sz="1600" b="1" dirty="0">
                  <a:solidFill>
                    <a:srgbClr val="FF0000"/>
                  </a:solidFill>
                  <a:hlinkClick r:id="rId7" action="ppaction://hlinkfile"/>
                </a:rPr>
                <a:t>Caprendizaje</a:t>
              </a:r>
              <a:r>
                <a:rPr lang="es-ES" sz="1600" b="1" dirty="0">
                  <a:solidFill>
                    <a:schemeClr val="tx1"/>
                  </a:solidFill>
                </a:rPr>
                <a:t>) </a:t>
              </a:r>
            </a:p>
            <a:p>
              <a:pPr marL="228600" lvl="1" indent="-228600" algn="l" defTabSz="1155700">
                <a:lnSpc>
                  <a:spcPct val="90000"/>
                </a:lnSpc>
                <a:spcBef>
                  <a:spcPct val="0"/>
                </a:spcBef>
                <a:spcAft>
                  <a:spcPct val="15000"/>
                </a:spcAft>
                <a:buChar char="•"/>
              </a:pPr>
              <a:r>
                <a:rPr lang="es-ES" sz="1600" dirty="0">
                  <a:solidFill>
                    <a:schemeClr val="tx1"/>
                  </a:solidFill>
                </a:rPr>
                <a:t>Diligenciar</a:t>
              </a:r>
              <a:r>
                <a:rPr lang="es-ES" sz="1600" b="1" dirty="0">
                  <a:solidFill>
                    <a:schemeClr val="tx1"/>
                  </a:solidFill>
                  <a:hlinkClick r:id="rId8" action="ppaction://hlinkfile"/>
                </a:rPr>
                <a:t> </a:t>
              </a:r>
              <a:r>
                <a:rPr lang="es-ES" sz="1600" b="1" dirty="0">
                  <a:solidFill>
                    <a:schemeClr val="accent1">
                      <a:lumMod val="75000"/>
                    </a:schemeClr>
                  </a:solidFill>
                  <a:hlinkClick r:id="rId8" action="ppaction://hlinkfile"/>
                </a:rPr>
                <a:t>F165 </a:t>
              </a:r>
              <a:endParaRPr lang="es-ES" sz="1600" b="1" dirty="0">
                <a:solidFill>
                  <a:schemeClr val="accent1">
                    <a:lumMod val="75000"/>
                  </a:schemeClr>
                </a:solidFill>
              </a:endParaRPr>
            </a:p>
            <a:p>
              <a:pPr marL="0" lvl="1" algn="l" defTabSz="1155700">
                <a:lnSpc>
                  <a:spcPct val="90000"/>
                </a:lnSpc>
                <a:spcBef>
                  <a:spcPct val="0"/>
                </a:spcBef>
                <a:spcAft>
                  <a:spcPct val="15000"/>
                </a:spcAft>
              </a:pPr>
              <a:r>
                <a:rPr lang="es-ES" sz="1600" dirty="0">
                  <a:solidFill>
                    <a:schemeClr val="tx1"/>
                  </a:solidFill>
                </a:rPr>
                <a:t>Formato</a:t>
              </a:r>
              <a:r>
                <a:rPr lang="es-ES" sz="1600" b="1" dirty="0">
                  <a:solidFill>
                    <a:schemeClr val="tx1"/>
                  </a:solidFill>
                </a:rPr>
                <a:t> </a:t>
              </a:r>
              <a:r>
                <a:rPr lang="es-ES" sz="1600" dirty="0">
                  <a:solidFill>
                    <a:schemeClr val="tx1"/>
                  </a:solidFill>
                </a:rPr>
                <a:t>Alternativa Etapa </a:t>
              </a:r>
              <a:r>
                <a:rPr lang="es-ES" sz="1600" b="1" dirty="0">
                  <a:solidFill>
                    <a:srgbClr val="FF0000"/>
                  </a:solidFill>
                </a:rPr>
                <a:t> </a:t>
              </a:r>
              <a:r>
                <a:rPr lang="es-ES" sz="1600" dirty="0">
                  <a:solidFill>
                    <a:schemeClr val="tx1"/>
                  </a:solidFill>
                </a:rPr>
                <a:t>Productiva </a:t>
              </a:r>
            </a:p>
          </p:txBody>
        </p:sp>
      </p:grpSp>
      <p:sp>
        <p:nvSpPr>
          <p:cNvPr id="2" name="Flecha derecha 1"/>
          <p:cNvSpPr/>
          <p:nvPr/>
        </p:nvSpPr>
        <p:spPr>
          <a:xfrm rot="16200000">
            <a:off x="4387517" y="5537331"/>
            <a:ext cx="716293" cy="44521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9292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E698FA2-EFC5-053D-528D-D7F7509A1331}"/>
            </a:ext>
          </a:extLst>
        </p:cNvPr>
        <p:cNvGrpSpPr/>
        <p:nvPr/>
      </p:nvGrpSpPr>
      <p:grpSpPr>
        <a:xfrm>
          <a:off x="0" y="0"/>
          <a:ext cx="0" cy="0"/>
          <a:chOff x="0" y="0"/>
          <a:chExt cx="0" cy="0"/>
        </a:xfrm>
      </p:grpSpPr>
      <p:pic>
        <p:nvPicPr>
          <p:cNvPr id="58" name="Picture 27" descr="1">
            <a:extLst>
              <a:ext uri="{FF2B5EF4-FFF2-40B4-BE49-F238E27FC236}">
                <a16:creationId xmlns:a16="http://schemas.microsoft.com/office/drawing/2014/main" id="{EB657E9B-90A0-5B8D-1CBF-683A8C809A06}"/>
              </a:ext>
            </a:extLst>
          </p:cNvPr>
          <p:cNvPicPr>
            <a:picLocks noChangeAspect="1" noChangeArrowheads="1"/>
          </p:cNvPicPr>
          <p:nvPr/>
        </p:nvPicPr>
        <p:blipFill>
          <a:blip r:embed="rId3">
            <a:lum bright="-6000" contrast="24000"/>
          </a:blip>
          <a:srcRect l="42606" t="64474" r="19473"/>
          <a:stretch>
            <a:fillRect/>
          </a:stretch>
        </p:blipFill>
        <p:spPr bwMode="auto">
          <a:xfrm>
            <a:off x="11301759" y="5946805"/>
            <a:ext cx="915364" cy="1096969"/>
          </a:xfrm>
          <a:prstGeom prst="rect">
            <a:avLst/>
          </a:prstGeom>
          <a:noFill/>
        </p:spPr>
      </p:pic>
      <p:graphicFrame>
        <p:nvGraphicFramePr>
          <p:cNvPr id="2" name="Diagrama 1">
            <a:extLst>
              <a:ext uri="{FF2B5EF4-FFF2-40B4-BE49-F238E27FC236}">
                <a16:creationId xmlns:a16="http://schemas.microsoft.com/office/drawing/2014/main" id="{7EAE6036-D6CF-35FF-228A-3476F5D222AE}"/>
              </a:ext>
            </a:extLst>
          </p:cNvPr>
          <p:cNvGraphicFramePr/>
          <p:nvPr>
            <p:extLst>
              <p:ext uri="{D42A27DB-BD31-4B8C-83A1-F6EECF244321}">
                <p14:modId xmlns:p14="http://schemas.microsoft.com/office/powerpoint/2010/main" val="709281949"/>
              </p:ext>
            </p:extLst>
          </p:nvPr>
        </p:nvGraphicFramePr>
        <p:xfrm>
          <a:off x="5477655" y="1206542"/>
          <a:ext cx="7735968" cy="54469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3" name="Grupo 2">
            <a:extLst>
              <a:ext uri="{FF2B5EF4-FFF2-40B4-BE49-F238E27FC236}">
                <a16:creationId xmlns:a16="http://schemas.microsoft.com/office/drawing/2014/main" id="{F506D3EB-10F7-C016-4951-26ABBE633106}"/>
              </a:ext>
            </a:extLst>
          </p:cNvPr>
          <p:cNvGrpSpPr/>
          <p:nvPr/>
        </p:nvGrpSpPr>
        <p:grpSpPr>
          <a:xfrm>
            <a:off x="6093695" y="2883039"/>
            <a:ext cx="1718723" cy="1996351"/>
            <a:chOff x="-4617760" y="-3251699"/>
            <a:chExt cx="2950372" cy="4017256"/>
          </a:xfrm>
          <a:solidFill>
            <a:srgbClr val="7030A0"/>
          </a:solidFill>
          <a:scene3d>
            <a:camera prst="orthographicFront">
              <a:rot lat="0" lon="0" rev="0"/>
            </a:camera>
            <a:lightRig rig="balanced" dir="t">
              <a:rot lat="0" lon="0" rev="8700000"/>
            </a:lightRig>
          </a:scene3d>
        </p:grpSpPr>
        <p:sp>
          <p:nvSpPr>
            <p:cNvPr id="4" name="Hexágono 3">
              <a:extLst>
                <a:ext uri="{FF2B5EF4-FFF2-40B4-BE49-F238E27FC236}">
                  <a16:creationId xmlns:a16="http://schemas.microsoft.com/office/drawing/2014/main" id="{EA4F0C37-8618-D51E-DA91-E61D610BC8B5}"/>
                </a:ext>
              </a:extLst>
            </p:cNvPr>
            <p:cNvSpPr/>
            <p:nvPr/>
          </p:nvSpPr>
          <p:spPr>
            <a:xfrm rot="5400000">
              <a:off x="-5151202" y="-2718257"/>
              <a:ext cx="4017256" cy="2950372"/>
            </a:xfrm>
            <a:prstGeom prst="hexagon">
              <a:avLst>
                <a:gd name="adj" fmla="val 25000"/>
                <a:gd name="vf" fmla="val 115470"/>
              </a:avLst>
            </a:prstGeom>
            <a:grpFill/>
            <a:ln>
              <a:noFill/>
            </a:ln>
            <a:effectLst>
              <a:outerShdw blurRad="44450" dist="27940" dir="5400000" algn="ctr">
                <a:srgbClr val="000000">
                  <a:alpha val="32000"/>
                </a:srgbClr>
              </a:outerShdw>
            </a:effectLst>
            <a:sp3d>
              <a:bevelT w="190500" h="38100"/>
            </a:sp3d>
          </p:spPr>
          <p:style>
            <a:lnRef idx="1">
              <a:schemeClr val="accent6"/>
            </a:lnRef>
            <a:fillRef idx="2">
              <a:schemeClr val="accent6"/>
            </a:fillRef>
            <a:effectRef idx="1">
              <a:schemeClr val="accent6"/>
            </a:effectRef>
            <a:fontRef idx="minor">
              <a:schemeClr val="dk1"/>
            </a:fontRef>
          </p:style>
          <p:txBody>
            <a:bodyPr/>
            <a:lstStyle/>
            <a:p>
              <a:endParaRPr lang="es-ES" dirty="0"/>
            </a:p>
          </p:txBody>
        </p:sp>
        <p:sp>
          <p:nvSpPr>
            <p:cNvPr id="5" name="Hexágono 4">
              <a:extLst>
                <a:ext uri="{FF2B5EF4-FFF2-40B4-BE49-F238E27FC236}">
                  <a16:creationId xmlns:a16="http://schemas.microsoft.com/office/drawing/2014/main" id="{98678F61-A4B1-C7AB-7878-79ACD4CE7588}"/>
                </a:ext>
              </a:extLst>
            </p:cNvPr>
            <p:cNvSpPr txBox="1"/>
            <p:nvPr/>
          </p:nvSpPr>
          <p:spPr>
            <a:xfrm>
              <a:off x="-4248126" y="-2437342"/>
              <a:ext cx="2167821" cy="2528030"/>
            </a:xfrm>
            <a:prstGeom prst="rect">
              <a:avLst/>
            </a:prstGeom>
            <a:grpFill/>
            <a:ln>
              <a:noFill/>
            </a:ln>
            <a:effectLst>
              <a:outerShdw blurRad="44450" dist="27940" dir="5400000" algn="ctr">
                <a:srgbClr val="000000">
                  <a:alpha val="32000"/>
                </a:srgbClr>
              </a:outerShdw>
            </a:effectLst>
            <a:sp3d>
              <a:bevelT w="190500" h="38100"/>
            </a:sp3d>
          </p:spPr>
          <p:style>
            <a:lnRef idx="0">
              <a:scrgbClr r="0" g="0" b="0"/>
            </a:lnRef>
            <a:fillRef idx="0">
              <a:scrgbClr r="0" g="0" b="0"/>
            </a:fillRef>
            <a:effectRef idx="0">
              <a:scrgbClr r="0" g="0" b="0"/>
            </a:effectRef>
            <a:fontRef idx="minor">
              <a:schemeClr val="lt1"/>
            </a:fontRef>
          </p:style>
          <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s-CO" sz="2000" b="1" kern="1200" dirty="0"/>
                <a:t>Acta Talleres</a:t>
              </a:r>
            </a:p>
          </p:txBody>
        </p:sp>
      </p:grpSp>
      <p:sp>
        <p:nvSpPr>
          <p:cNvPr id="6" name="Título 1">
            <a:extLst>
              <a:ext uri="{FF2B5EF4-FFF2-40B4-BE49-F238E27FC236}">
                <a16:creationId xmlns:a16="http://schemas.microsoft.com/office/drawing/2014/main" id="{88C0FF9D-0606-0C6F-7349-B2F49FBCD333}"/>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b="1" dirty="0">
                <a:solidFill>
                  <a:schemeClr val="tx1">
                    <a:lumMod val="95000"/>
                    <a:lumOff val="5000"/>
                  </a:schemeClr>
                </a:solidFill>
                <a:latin typeface="Verdana" panose="020B0604030504040204" pitchFamily="34" charset="0"/>
                <a:ea typeface="Verdana" panose="020B0604030504040204" pitchFamily="34" charset="0"/>
              </a:rPr>
              <a:t>Evidencias M1 y M2</a:t>
            </a:r>
          </a:p>
        </p:txBody>
      </p:sp>
      <p:grpSp>
        <p:nvGrpSpPr>
          <p:cNvPr id="7" name="Google Shape;439;p28">
            <a:extLst>
              <a:ext uri="{FF2B5EF4-FFF2-40B4-BE49-F238E27FC236}">
                <a16:creationId xmlns:a16="http://schemas.microsoft.com/office/drawing/2014/main" id="{1F8A2F4E-2829-84F4-BBF4-7AF45BB299B3}"/>
              </a:ext>
            </a:extLst>
          </p:cNvPr>
          <p:cNvGrpSpPr/>
          <p:nvPr/>
        </p:nvGrpSpPr>
        <p:grpSpPr>
          <a:xfrm>
            <a:off x="276493" y="1613057"/>
            <a:ext cx="5509182" cy="4536313"/>
            <a:chOff x="0" y="982900"/>
            <a:chExt cx="4600713" cy="3725949"/>
          </a:xfrm>
        </p:grpSpPr>
        <p:grpSp>
          <p:nvGrpSpPr>
            <p:cNvPr id="8" name="Google Shape;440;p28">
              <a:extLst>
                <a:ext uri="{FF2B5EF4-FFF2-40B4-BE49-F238E27FC236}">
                  <a16:creationId xmlns:a16="http://schemas.microsoft.com/office/drawing/2014/main" id="{0F407F9E-50E6-C047-65BB-A532AB601A18}"/>
                </a:ext>
              </a:extLst>
            </p:cNvPr>
            <p:cNvGrpSpPr/>
            <p:nvPr/>
          </p:nvGrpSpPr>
          <p:grpSpPr>
            <a:xfrm>
              <a:off x="411576" y="982900"/>
              <a:ext cx="2215031" cy="3182370"/>
              <a:chOff x="624596" y="982906"/>
              <a:chExt cx="2002016" cy="3182370"/>
            </a:xfrm>
          </p:grpSpPr>
          <p:sp>
            <p:nvSpPr>
              <p:cNvPr id="101" name="Google Shape;441;p28">
                <a:extLst>
                  <a:ext uri="{FF2B5EF4-FFF2-40B4-BE49-F238E27FC236}">
                    <a16:creationId xmlns:a16="http://schemas.microsoft.com/office/drawing/2014/main" id="{1FA8FB10-3E1E-1582-C0D8-8F60374A9461}"/>
                  </a:ext>
                </a:extLst>
              </p:cNvPr>
              <p:cNvSpPr/>
              <p:nvPr/>
            </p:nvSpPr>
            <p:spPr>
              <a:xfrm>
                <a:off x="692212" y="1143376"/>
                <a:ext cx="1934400" cy="3021900"/>
              </a:xfrm>
              <a:prstGeom prst="roundRect">
                <a:avLst>
                  <a:gd name="adj" fmla="val 4313"/>
                </a:avLst>
              </a:prstGeom>
              <a:solidFill>
                <a:srgbClr val="FFF2CC"/>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2" name="Google Shape;442;p28">
                <a:extLst>
                  <a:ext uri="{FF2B5EF4-FFF2-40B4-BE49-F238E27FC236}">
                    <a16:creationId xmlns:a16="http://schemas.microsoft.com/office/drawing/2014/main" id="{033A9655-A017-9B0D-2ECA-FA1077DA22E6}"/>
                  </a:ext>
                </a:extLst>
              </p:cNvPr>
              <p:cNvSpPr/>
              <p:nvPr/>
            </p:nvSpPr>
            <p:spPr>
              <a:xfrm>
                <a:off x="624596" y="982906"/>
                <a:ext cx="1881817" cy="2984405"/>
              </a:xfrm>
              <a:custGeom>
                <a:avLst/>
                <a:gdLst/>
                <a:ahLst/>
                <a:cxnLst/>
                <a:rect l="l" t="t" r="r" b="b"/>
                <a:pathLst>
                  <a:path w="53747" h="74336" extrusionOk="0">
                    <a:moveTo>
                      <a:pt x="52246" y="65"/>
                    </a:moveTo>
                    <a:cubicBezTo>
                      <a:pt x="53040" y="65"/>
                      <a:pt x="53682" y="711"/>
                      <a:pt x="53682" y="1501"/>
                    </a:cubicBezTo>
                    <a:lnTo>
                      <a:pt x="53682" y="72835"/>
                    </a:lnTo>
                    <a:cubicBezTo>
                      <a:pt x="53682" y="73625"/>
                      <a:pt x="53040" y="74268"/>
                      <a:pt x="52246" y="74268"/>
                    </a:cubicBezTo>
                    <a:lnTo>
                      <a:pt x="1501" y="74268"/>
                    </a:lnTo>
                    <a:cubicBezTo>
                      <a:pt x="711" y="74268"/>
                      <a:pt x="65" y="73625"/>
                      <a:pt x="65" y="72835"/>
                    </a:cubicBezTo>
                    <a:lnTo>
                      <a:pt x="65" y="1501"/>
                    </a:lnTo>
                    <a:cubicBezTo>
                      <a:pt x="65" y="711"/>
                      <a:pt x="711" y="65"/>
                      <a:pt x="1501" y="65"/>
                    </a:cubicBezTo>
                    <a:close/>
                    <a:moveTo>
                      <a:pt x="1501" y="1"/>
                    </a:moveTo>
                    <a:cubicBezTo>
                      <a:pt x="676" y="1"/>
                      <a:pt x="0" y="675"/>
                      <a:pt x="0" y="1501"/>
                    </a:cubicBezTo>
                    <a:lnTo>
                      <a:pt x="0" y="72835"/>
                    </a:lnTo>
                    <a:cubicBezTo>
                      <a:pt x="0" y="73660"/>
                      <a:pt x="676" y="74336"/>
                      <a:pt x="1501" y="74336"/>
                    </a:cubicBezTo>
                    <a:lnTo>
                      <a:pt x="52246" y="74336"/>
                    </a:lnTo>
                    <a:cubicBezTo>
                      <a:pt x="53076" y="74336"/>
                      <a:pt x="53747" y="73660"/>
                      <a:pt x="53747" y="72835"/>
                    </a:cubicBezTo>
                    <a:lnTo>
                      <a:pt x="53747" y="1501"/>
                    </a:lnTo>
                    <a:cubicBezTo>
                      <a:pt x="53747" y="675"/>
                      <a:pt x="53076" y="1"/>
                      <a:pt x="52246" y="1"/>
                    </a:cubicBezTo>
                    <a:close/>
                  </a:path>
                </a:pathLst>
              </a:custGeom>
              <a:solidFill>
                <a:srgbClr val="434343"/>
              </a:solidFill>
              <a:ln w="9525" cap="flat" cmpd="sng">
                <a:solidFill>
                  <a:srgbClr val="38AA00"/>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9" name="Google Shape;443;p28">
              <a:extLst>
                <a:ext uri="{FF2B5EF4-FFF2-40B4-BE49-F238E27FC236}">
                  <a16:creationId xmlns:a16="http://schemas.microsoft.com/office/drawing/2014/main" id="{CE4DFA25-21A0-BEC6-A36C-D9AF0DF521DE}"/>
                </a:ext>
              </a:extLst>
            </p:cNvPr>
            <p:cNvGrpSpPr/>
            <p:nvPr/>
          </p:nvGrpSpPr>
          <p:grpSpPr>
            <a:xfrm>
              <a:off x="0" y="4397412"/>
              <a:ext cx="4600713" cy="150450"/>
              <a:chOff x="0" y="4397412"/>
              <a:chExt cx="4600713" cy="150450"/>
            </a:xfrm>
          </p:grpSpPr>
          <p:sp>
            <p:nvSpPr>
              <p:cNvPr id="96" name="Google Shape;444;p28">
                <a:extLst>
                  <a:ext uri="{FF2B5EF4-FFF2-40B4-BE49-F238E27FC236}">
                    <a16:creationId xmlns:a16="http://schemas.microsoft.com/office/drawing/2014/main" id="{37B0388C-6725-BBEB-81E9-C13451C2E20B}"/>
                  </a:ext>
                </a:extLst>
              </p:cNvPr>
              <p:cNvSpPr/>
              <p:nvPr/>
            </p:nvSpPr>
            <p:spPr>
              <a:xfrm>
                <a:off x="0" y="4397412"/>
                <a:ext cx="4600713" cy="2416"/>
              </a:xfrm>
              <a:custGeom>
                <a:avLst/>
                <a:gdLst/>
                <a:ahLst/>
                <a:cxnLst/>
                <a:rect l="l" t="t" r="r" b="b"/>
                <a:pathLst>
                  <a:path w="131402" h="69" extrusionOk="0">
                    <a:moveTo>
                      <a:pt x="0" y="1"/>
                    </a:moveTo>
                    <a:lnTo>
                      <a:pt x="0" y="69"/>
                    </a:lnTo>
                    <a:lnTo>
                      <a:pt x="131401" y="69"/>
                    </a:lnTo>
                    <a:lnTo>
                      <a:pt x="131401" y="1"/>
                    </a:lnTo>
                    <a:close/>
                  </a:path>
                </a:pathLst>
              </a:custGeom>
              <a:solidFill>
                <a:srgbClr val="434343"/>
              </a:solidFill>
              <a:ln w="9525" cap="flat" cmpd="sng">
                <a:solidFill>
                  <a:srgbClr val="38AA00"/>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7" name="Google Shape;445;p28">
                <a:extLst>
                  <a:ext uri="{FF2B5EF4-FFF2-40B4-BE49-F238E27FC236}">
                    <a16:creationId xmlns:a16="http://schemas.microsoft.com/office/drawing/2014/main" id="{F963682F-6FE3-A187-9B8B-EB649D45C6F6}"/>
                  </a:ext>
                </a:extLst>
              </p:cNvPr>
              <p:cNvSpPr/>
              <p:nvPr/>
            </p:nvSpPr>
            <p:spPr>
              <a:xfrm>
                <a:off x="755786" y="4545586"/>
                <a:ext cx="305519" cy="2276"/>
              </a:xfrm>
              <a:custGeom>
                <a:avLst/>
                <a:gdLst/>
                <a:ahLst/>
                <a:cxnLst/>
                <a:rect l="l" t="t" r="r" b="b"/>
                <a:pathLst>
                  <a:path w="8726" h="65" extrusionOk="0">
                    <a:moveTo>
                      <a:pt x="0" y="0"/>
                    </a:moveTo>
                    <a:lnTo>
                      <a:pt x="0" y="65"/>
                    </a:lnTo>
                    <a:lnTo>
                      <a:pt x="8726" y="65"/>
                    </a:lnTo>
                    <a:lnTo>
                      <a:pt x="8726" y="0"/>
                    </a:lnTo>
                    <a:close/>
                  </a:path>
                </a:pathLst>
              </a:custGeom>
              <a:solidFill>
                <a:srgbClr val="434343"/>
              </a:solidFill>
              <a:ln w="9525" cap="flat" cmpd="sng">
                <a:solidFill>
                  <a:srgbClr val="38AA00"/>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8" name="Google Shape;446;p28">
                <a:extLst>
                  <a:ext uri="{FF2B5EF4-FFF2-40B4-BE49-F238E27FC236}">
                    <a16:creationId xmlns:a16="http://schemas.microsoft.com/office/drawing/2014/main" id="{83BEAA3F-F385-9125-BA69-F44C3B00AA34}"/>
                  </a:ext>
                </a:extLst>
              </p:cNvPr>
              <p:cNvSpPr/>
              <p:nvPr/>
            </p:nvSpPr>
            <p:spPr>
              <a:xfrm>
                <a:off x="1619552" y="4536412"/>
                <a:ext cx="497808" cy="2276"/>
              </a:xfrm>
              <a:custGeom>
                <a:avLst/>
                <a:gdLst/>
                <a:ahLst/>
                <a:cxnLst/>
                <a:rect l="l" t="t" r="r" b="b"/>
                <a:pathLst>
                  <a:path w="14218" h="65" extrusionOk="0">
                    <a:moveTo>
                      <a:pt x="0" y="0"/>
                    </a:moveTo>
                    <a:lnTo>
                      <a:pt x="0" y="65"/>
                    </a:lnTo>
                    <a:lnTo>
                      <a:pt x="14217" y="65"/>
                    </a:lnTo>
                    <a:lnTo>
                      <a:pt x="14217" y="0"/>
                    </a:lnTo>
                    <a:close/>
                  </a:path>
                </a:pathLst>
              </a:custGeom>
              <a:solidFill>
                <a:srgbClr val="EBEBEB"/>
              </a:solidFill>
              <a:ln w="9525" cap="flat" cmpd="sng">
                <a:solidFill>
                  <a:srgbClr val="38AA00"/>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9" name="Google Shape;447;p28">
                <a:extLst>
                  <a:ext uri="{FF2B5EF4-FFF2-40B4-BE49-F238E27FC236}">
                    <a16:creationId xmlns:a16="http://schemas.microsoft.com/office/drawing/2014/main" id="{41D5DD3F-7F79-F20D-5C9A-75BD597E16F2}"/>
                  </a:ext>
                </a:extLst>
              </p:cNvPr>
              <p:cNvSpPr/>
              <p:nvPr/>
            </p:nvSpPr>
            <p:spPr>
              <a:xfrm>
                <a:off x="1070481" y="4460119"/>
                <a:ext cx="175833" cy="2311"/>
              </a:xfrm>
              <a:custGeom>
                <a:avLst/>
                <a:gdLst/>
                <a:ahLst/>
                <a:cxnLst/>
                <a:rect l="l" t="t" r="r" b="b"/>
                <a:pathLst>
                  <a:path w="5022" h="66" extrusionOk="0">
                    <a:moveTo>
                      <a:pt x="1" y="1"/>
                    </a:moveTo>
                    <a:lnTo>
                      <a:pt x="1" y="65"/>
                    </a:lnTo>
                    <a:lnTo>
                      <a:pt x="5022" y="65"/>
                    </a:lnTo>
                    <a:lnTo>
                      <a:pt x="5022" y="1"/>
                    </a:lnTo>
                    <a:close/>
                  </a:path>
                </a:pathLst>
              </a:custGeom>
              <a:solidFill>
                <a:srgbClr val="434343"/>
              </a:solidFill>
              <a:ln w="9525" cap="flat" cmpd="sng">
                <a:solidFill>
                  <a:srgbClr val="38AA00"/>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0" name="Google Shape;448;p28">
                <a:extLst>
                  <a:ext uri="{FF2B5EF4-FFF2-40B4-BE49-F238E27FC236}">
                    <a16:creationId xmlns:a16="http://schemas.microsoft.com/office/drawing/2014/main" id="{20CDF336-EF94-1A07-322D-2DB95990A797}"/>
                  </a:ext>
                </a:extLst>
              </p:cNvPr>
              <p:cNvSpPr/>
              <p:nvPr/>
            </p:nvSpPr>
            <p:spPr>
              <a:xfrm>
                <a:off x="2732853" y="4514424"/>
                <a:ext cx="418259" cy="2276"/>
              </a:xfrm>
              <a:custGeom>
                <a:avLst/>
                <a:gdLst/>
                <a:ahLst/>
                <a:cxnLst/>
                <a:rect l="l" t="t" r="r" b="b"/>
                <a:pathLst>
                  <a:path w="11946" h="65" extrusionOk="0">
                    <a:moveTo>
                      <a:pt x="0" y="0"/>
                    </a:moveTo>
                    <a:lnTo>
                      <a:pt x="0" y="65"/>
                    </a:lnTo>
                    <a:lnTo>
                      <a:pt x="11946" y="65"/>
                    </a:lnTo>
                    <a:lnTo>
                      <a:pt x="11946" y="0"/>
                    </a:lnTo>
                    <a:close/>
                  </a:path>
                </a:pathLst>
              </a:custGeom>
              <a:solidFill>
                <a:srgbClr val="EBEBEB"/>
              </a:solidFill>
              <a:ln w="9525" cap="flat" cmpd="sng">
                <a:solidFill>
                  <a:srgbClr val="38AA00"/>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10" name="Google Shape;449;p28">
              <a:extLst>
                <a:ext uri="{FF2B5EF4-FFF2-40B4-BE49-F238E27FC236}">
                  <a16:creationId xmlns:a16="http://schemas.microsoft.com/office/drawing/2014/main" id="{224F9BA4-DB6F-AB59-E9B2-4F1BC2506890}"/>
                </a:ext>
              </a:extLst>
            </p:cNvPr>
            <p:cNvGrpSpPr/>
            <p:nvPr/>
          </p:nvGrpSpPr>
          <p:grpSpPr>
            <a:xfrm>
              <a:off x="2072827" y="1904259"/>
              <a:ext cx="1418991" cy="2804590"/>
              <a:chOff x="2072827" y="1904259"/>
              <a:chExt cx="1418991" cy="2804590"/>
            </a:xfrm>
          </p:grpSpPr>
          <p:sp>
            <p:nvSpPr>
              <p:cNvPr id="11" name="Google Shape;450;p28">
                <a:extLst>
                  <a:ext uri="{FF2B5EF4-FFF2-40B4-BE49-F238E27FC236}">
                    <a16:creationId xmlns:a16="http://schemas.microsoft.com/office/drawing/2014/main" id="{FC173363-C2EA-340D-F21A-D1B2AFAE3941}"/>
                  </a:ext>
                </a:extLst>
              </p:cNvPr>
              <p:cNvSpPr/>
              <p:nvPr/>
            </p:nvSpPr>
            <p:spPr>
              <a:xfrm>
                <a:off x="2399847" y="1904259"/>
                <a:ext cx="391230" cy="380866"/>
              </a:xfrm>
              <a:custGeom>
                <a:avLst/>
                <a:gdLst/>
                <a:ahLst/>
                <a:cxnLst/>
                <a:rect l="l" t="t" r="r" b="b"/>
                <a:pathLst>
                  <a:path w="11174" h="10878" extrusionOk="0">
                    <a:moveTo>
                      <a:pt x="7624" y="1"/>
                    </a:moveTo>
                    <a:cubicBezTo>
                      <a:pt x="7272" y="1"/>
                      <a:pt x="6880" y="36"/>
                      <a:pt x="6446" y="111"/>
                    </a:cubicBezTo>
                    <a:cubicBezTo>
                      <a:pt x="3478" y="623"/>
                      <a:pt x="1934" y="2250"/>
                      <a:pt x="2139" y="3136"/>
                    </a:cubicBezTo>
                    <a:cubicBezTo>
                      <a:pt x="851" y="3531"/>
                      <a:pt x="0" y="8656"/>
                      <a:pt x="2666" y="10308"/>
                    </a:cubicBezTo>
                    <a:cubicBezTo>
                      <a:pt x="3333" y="10722"/>
                      <a:pt x="4200" y="10877"/>
                      <a:pt x="5124" y="10877"/>
                    </a:cubicBezTo>
                    <a:cubicBezTo>
                      <a:pt x="7890" y="10877"/>
                      <a:pt x="11173" y="9486"/>
                      <a:pt x="11173" y="9486"/>
                    </a:cubicBezTo>
                    <a:cubicBezTo>
                      <a:pt x="11173" y="9486"/>
                      <a:pt x="10290" y="8434"/>
                      <a:pt x="10585" y="5641"/>
                    </a:cubicBezTo>
                    <a:cubicBezTo>
                      <a:pt x="10848" y="3167"/>
                      <a:pt x="10967" y="1"/>
                      <a:pt x="7624" y="1"/>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2" name="Google Shape;451;p28">
                <a:extLst>
                  <a:ext uri="{FF2B5EF4-FFF2-40B4-BE49-F238E27FC236}">
                    <a16:creationId xmlns:a16="http://schemas.microsoft.com/office/drawing/2014/main" id="{48156CB9-6021-52B3-1F9F-A02181AC03C0}"/>
                  </a:ext>
                </a:extLst>
              </p:cNvPr>
              <p:cNvSpPr/>
              <p:nvPr/>
            </p:nvSpPr>
            <p:spPr>
              <a:xfrm>
                <a:off x="2789784" y="2455395"/>
                <a:ext cx="313327" cy="524242"/>
              </a:xfrm>
              <a:custGeom>
                <a:avLst/>
                <a:gdLst/>
                <a:ahLst/>
                <a:cxnLst/>
                <a:rect l="l" t="t" r="r" b="b"/>
                <a:pathLst>
                  <a:path w="8949" h="14973" extrusionOk="0">
                    <a:moveTo>
                      <a:pt x="2312" y="1"/>
                    </a:moveTo>
                    <a:lnTo>
                      <a:pt x="1" y="144"/>
                    </a:lnTo>
                    <a:cubicBezTo>
                      <a:pt x="44" y="913"/>
                      <a:pt x="133" y="1616"/>
                      <a:pt x="234" y="2345"/>
                    </a:cubicBezTo>
                    <a:cubicBezTo>
                      <a:pt x="338" y="3066"/>
                      <a:pt x="475" y="3784"/>
                      <a:pt x="629" y="4498"/>
                    </a:cubicBezTo>
                    <a:cubicBezTo>
                      <a:pt x="790" y="5212"/>
                      <a:pt x="959" y="5927"/>
                      <a:pt x="1185" y="6630"/>
                    </a:cubicBezTo>
                    <a:cubicBezTo>
                      <a:pt x="1397" y="7337"/>
                      <a:pt x="1651" y="8038"/>
                      <a:pt x="1949" y="8727"/>
                    </a:cubicBezTo>
                    <a:lnTo>
                      <a:pt x="2183" y="9244"/>
                    </a:lnTo>
                    <a:cubicBezTo>
                      <a:pt x="2216" y="9322"/>
                      <a:pt x="2276" y="9433"/>
                      <a:pt x="2327" y="9531"/>
                    </a:cubicBezTo>
                    <a:cubicBezTo>
                      <a:pt x="2380" y="9631"/>
                      <a:pt x="2438" y="9721"/>
                      <a:pt x="2491" y="9814"/>
                    </a:cubicBezTo>
                    <a:cubicBezTo>
                      <a:pt x="2714" y="10173"/>
                      <a:pt x="2962" y="10478"/>
                      <a:pt x="3210" y="10773"/>
                    </a:cubicBezTo>
                    <a:cubicBezTo>
                      <a:pt x="3712" y="11358"/>
                      <a:pt x="4243" y="11867"/>
                      <a:pt x="4789" y="12355"/>
                    </a:cubicBezTo>
                    <a:cubicBezTo>
                      <a:pt x="5890" y="13321"/>
                      <a:pt x="7025" y="14186"/>
                      <a:pt x="8246" y="14972"/>
                    </a:cubicBezTo>
                    <a:lnTo>
                      <a:pt x="8949" y="14068"/>
                    </a:lnTo>
                    <a:cubicBezTo>
                      <a:pt x="8453" y="13586"/>
                      <a:pt x="7948" y="13094"/>
                      <a:pt x="7463" y="12599"/>
                    </a:cubicBezTo>
                    <a:cubicBezTo>
                      <a:pt x="6971" y="12108"/>
                      <a:pt x="6493" y="11605"/>
                      <a:pt x="6038" y="11096"/>
                    </a:cubicBezTo>
                    <a:cubicBezTo>
                      <a:pt x="5579" y="10589"/>
                      <a:pt x="5144" y="10069"/>
                      <a:pt x="4764" y="9545"/>
                    </a:cubicBezTo>
                    <a:cubicBezTo>
                      <a:pt x="4573" y="9287"/>
                      <a:pt x="4404" y="9021"/>
                      <a:pt x="4268" y="8770"/>
                    </a:cubicBezTo>
                    <a:cubicBezTo>
                      <a:pt x="4240" y="8709"/>
                      <a:pt x="4204" y="8644"/>
                      <a:pt x="4179" y="8587"/>
                    </a:cubicBezTo>
                    <a:cubicBezTo>
                      <a:pt x="4154" y="8522"/>
                      <a:pt x="4132" y="8482"/>
                      <a:pt x="4100" y="8396"/>
                    </a:cubicBezTo>
                    <a:lnTo>
                      <a:pt x="3924" y="7934"/>
                    </a:lnTo>
                    <a:cubicBezTo>
                      <a:pt x="3465" y="6691"/>
                      <a:pt x="3142" y="5371"/>
                      <a:pt x="2875" y="4036"/>
                    </a:cubicBezTo>
                    <a:cubicBezTo>
                      <a:pt x="2743" y="3368"/>
                      <a:pt x="2646" y="2689"/>
                      <a:pt x="2545" y="2015"/>
                    </a:cubicBezTo>
                    <a:cubicBezTo>
                      <a:pt x="2448" y="1344"/>
                      <a:pt x="2373" y="643"/>
                      <a:pt x="2312" y="1"/>
                    </a:cubicBezTo>
                    <a:close/>
                  </a:path>
                </a:pathLst>
              </a:custGeom>
              <a:solidFill>
                <a:srgbClr val="FFB57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3" name="Google Shape;452;p28">
                <a:extLst>
                  <a:ext uri="{FF2B5EF4-FFF2-40B4-BE49-F238E27FC236}">
                    <a16:creationId xmlns:a16="http://schemas.microsoft.com/office/drawing/2014/main" id="{8DC2EE6D-E3BC-F2F5-2835-7A2BDB0A7F14}"/>
                  </a:ext>
                </a:extLst>
              </p:cNvPr>
              <p:cNvSpPr/>
              <p:nvPr/>
            </p:nvSpPr>
            <p:spPr>
              <a:xfrm>
                <a:off x="2724205" y="2358410"/>
                <a:ext cx="176358" cy="233253"/>
              </a:xfrm>
              <a:custGeom>
                <a:avLst/>
                <a:gdLst/>
                <a:ahLst/>
                <a:cxnLst/>
                <a:rect l="l" t="t" r="r" b="b"/>
                <a:pathLst>
                  <a:path w="5037" h="6662" extrusionOk="0">
                    <a:moveTo>
                      <a:pt x="2431" y="1"/>
                    </a:moveTo>
                    <a:cubicBezTo>
                      <a:pt x="1717" y="1"/>
                      <a:pt x="1248" y="323"/>
                      <a:pt x="718" y="1080"/>
                    </a:cubicBezTo>
                    <a:cubicBezTo>
                      <a:pt x="0" y="2107"/>
                      <a:pt x="1468" y="6662"/>
                      <a:pt x="1468" y="6662"/>
                    </a:cubicBezTo>
                    <a:lnTo>
                      <a:pt x="5036" y="4235"/>
                    </a:lnTo>
                    <a:cubicBezTo>
                      <a:pt x="5036" y="4235"/>
                      <a:pt x="4386" y="391"/>
                      <a:pt x="3449" y="154"/>
                    </a:cubicBezTo>
                    <a:cubicBezTo>
                      <a:pt x="3055" y="55"/>
                      <a:pt x="2722" y="1"/>
                      <a:pt x="2431" y="1"/>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 name="Google Shape;453;p28">
                <a:extLst>
                  <a:ext uri="{FF2B5EF4-FFF2-40B4-BE49-F238E27FC236}">
                    <a16:creationId xmlns:a16="http://schemas.microsoft.com/office/drawing/2014/main" id="{A6941EBD-595C-FC73-CB66-2FC2F26B45C9}"/>
                  </a:ext>
                </a:extLst>
              </p:cNvPr>
              <p:cNvSpPr/>
              <p:nvPr/>
            </p:nvSpPr>
            <p:spPr>
              <a:xfrm>
                <a:off x="2853507" y="2457531"/>
                <a:ext cx="1646" cy="8858"/>
              </a:xfrm>
              <a:custGeom>
                <a:avLst/>
                <a:gdLst/>
                <a:ahLst/>
                <a:cxnLst/>
                <a:rect l="l" t="t" r="r" b="b"/>
                <a:pathLst>
                  <a:path w="47" h="253" extrusionOk="0">
                    <a:moveTo>
                      <a:pt x="0" y="1"/>
                    </a:moveTo>
                    <a:lnTo>
                      <a:pt x="0" y="252"/>
                    </a:lnTo>
                    <a:lnTo>
                      <a:pt x="47" y="252"/>
                    </a:lnTo>
                    <a:lnTo>
                      <a:pt x="47" y="1"/>
                    </a:lnTo>
                    <a:close/>
                  </a:path>
                </a:pathLst>
              </a:custGeom>
              <a:solidFill>
                <a:srgbClr val="1E282D"/>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 name="Google Shape;454;p28">
                <a:extLst>
                  <a:ext uri="{FF2B5EF4-FFF2-40B4-BE49-F238E27FC236}">
                    <a16:creationId xmlns:a16="http://schemas.microsoft.com/office/drawing/2014/main" id="{BB957124-9754-BAB7-CDD1-0F1A57FDC860}"/>
                  </a:ext>
                </a:extLst>
              </p:cNvPr>
              <p:cNvSpPr/>
              <p:nvPr/>
            </p:nvSpPr>
            <p:spPr>
              <a:xfrm>
                <a:off x="2759253" y="2491738"/>
                <a:ext cx="149959" cy="113756"/>
              </a:xfrm>
              <a:custGeom>
                <a:avLst/>
                <a:gdLst/>
                <a:ahLst/>
                <a:cxnLst/>
                <a:rect l="l" t="t" r="r" b="b"/>
                <a:pathLst>
                  <a:path w="4283" h="3249" extrusionOk="0">
                    <a:moveTo>
                      <a:pt x="4200" y="1"/>
                    </a:moveTo>
                    <a:lnTo>
                      <a:pt x="0" y="2829"/>
                    </a:lnTo>
                    <a:lnTo>
                      <a:pt x="270" y="3248"/>
                    </a:lnTo>
                    <a:lnTo>
                      <a:pt x="4282" y="374"/>
                    </a:lnTo>
                    <a:lnTo>
                      <a:pt x="4200" y="1"/>
                    </a:lnTo>
                    <a:close/>
                  </a:path>
                </a:pathLst>
              </a:custGeom>
              <a:solidFill>
                <a:srgbClr val="407BFF"/>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 name="Google Shape;455;p28">
                <a:extLst>
                  <a:ext uri="{FF2B5EF4-FFF2-40B4-BE49-F238E27FC236}">
                    <a16:creationId xmlns:a16="http://schemas.microsoft.com/office/drawing/2014/main" id="{9687C4BF-9AF8-E6B3-CD36-8CB48C7BC2FD}"/>
                  </a:ext>
                </a:extLst>
              </p:cNvPr>
              <p:cNvSpPr/>
              <p:nvPr/>
            </p:nvSpPr>
            <p:spPr>
              <a:xfrm>
                <a:off x="3066000" y="2936365"/>
                <a:ext cx="112040" cy="66769"/>
              </a:xfrm>
              <a:custGeom>
                <a:avLst/>
                <a:gdLst/>
                <a:ahLst/>
                <a:cxnLst/>
                <a:rect l="l" t="t" r="r" b="b"/>
                <a:pathLst>
                  <a:path w="3200" h="1907" extrusionOk="0">
                    <a:moveTo>
                      <a:pt x="632" y="0"/>
                    </a:moveTo>
                    <a:lnTo>
                      <a:pt x="1" y="671"/>
                    </a:lnTo>
                    <a:cubicBezTo>
                      <a:pt x="249" y="1580"/>
                      <a:pt x="1666" y="1906"/>
                      <a:pt x="1666" y="1906"/>
                    </a:cubicBezTo>
                    <a:lnTo>
                      <a:pt x="3199" y="184"/>
                    </a:lnTo>
                    <a:lnTo>
                      <a:pt x="632" y="0"/>
                    </a:lnTo>
                    <a:close/>
                  </a:path>
                </a:pathLst>
              </a:custGeom>
              <a:solidFill>
                <a:srgbClr val="FFB57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 name="Google Shape;456;p28">
                <a:extLst>
                  <a:ext uri="{FF2B5EF4-FFF2-40B4-BE49-F238E27FC236}">
                    <a16:creationId xmlns:a16="http://schemas.microsoft.com/office/drawing/2014/main" id="{707758AC-7642-4286-646E-3651B3E78100}"/>
                  </a:ext>
                </a:extLst>
              </p:cNvPr>
              <p:cNvSpPr/>
              <p:nvPr/>
            </p:nvSpPr>
            <p:spPr>
              <a:xfrm>
                <a:off x="2668115" y="4444154"/>
                <a:ext cx="84660" cy="183781"/>
              </a:xfrm>
              <a:custGeom>
                <a:avLst/>
                <a:gdLst/>
                <a:ahLst/>
                <a:cxnLst/>
                <a:rect l="l" t="t" r="r" b="b"/>
                <a:pathLst>
                  <a:path w="2418" h="5249" extrusionOk="0">
                    <a:moveTo>
                      <a:pt x="152" y="1"/>
                    </a:moveTo>
                    <a:lnTo>
                      <a:pt x="1" y="5249"/>
                    </a:lnTo>
                    <a:lnTo>
                      <a:pt x="2266" y="5249"/>
                    </a:lnTo>
                    <a:lnTo>
                      <a:pt x="2417" y="1"/>
                    </a:lnTo>
                    <a:close/>
                  </a:path>
                </a:pathLst>
              </a:custGeom>
              <a:solidFill>
                <a:srgbClr val="FFB57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457;p28">
                <a:extLst>
                  <a:ext uri="{FF2B5EF4-FFF2-40B4-BE49-F238E27FC236}">
                    <a16:creationId xmlns:a16="http://schemas.microsoft.com/office/drawing/2014/main" id="{16D5A39D-558E-048D-2233-B9313E9F286D}"/>
                  </a:ext>
                </a:extLst>
              </p:cNvPr>
              <p:cNvSpPr/>
              <p:nvPr/>
            </p:nvSpPr>
            <p:spPr>
              <a:xfrm>
                <a:off x="2119709" y="4233657"/>
                <a:ext cx="166414" cy="190433"/>
              </a:xfrm>
              <a:custGeom>
                <a:avLst/>
                <a:gdLst/>
                <a:ahLst/>
                <a:cxnLst/>
                <a:rect l="l" t="t" r="r" b="b"/>
                <a:pathLst>
                  <a:path w="4753" h="5439" extrusionOk="0">
                    <a:moveTo>
                      <a:pt x="2656" y="1"/>
                    </a:moveTo>
                    <a:lnTo>
                      <a:pt x="0" y="4585"/>
                    </a:lnTo>
                    <a:lnTo>
                      <a:pt x="2096" y="5438"/>
                    </a:lnTo>
                    <a:lnTo>
                      <a:pt x="4753" y="859"/>
                    </a:lnTo>
                    <a:lnTo>
                      <a:pt x="2656" y="1"/>
                    </a:lnTo>
                    <a:close/>
                  </a:path>
                </a:pathLst>
              </a:custGeom>
              <a:solidFill>
                <a:srgbClr val="FFB57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458;p28">
                <a:extLst>
                  <a:ext uri="{FF2B5EF4-FFF2-40B4-BE49-F238E27FC236}">
                    <a16:creationId xmlns:a16="http://schemas.microsoft.com/office/drawing/2014/main" id="{FA26FF6B-55A1-DAC2-A126-21795D9AA114}"/>
                  </a:ext>
                </a:extLst>
              </p:cNvPr>
              <p:cNvSpPr/>
              <p:nvPr/>
            </p:nvSpPr>
            <p:spPr>
              <a:xfrm>
                <a:off x="2072827" y="4366600"/>
                <a:ext cx="225516" cy="194775"/>
              </a:xfrm>
              <a:custGeom>
                <a:avLst/>
                <a:gdLst/>
                <a:ahLst/>
                <a:cxnLst/>
                <a:rect l="l" t="t" r="r" b="b"/>
                <a:pathLst>
                  <a:path w="6441" h="5563" extrusionOk="0">
                    <a:moveTo>
                      <a:pt x="1551" y="0"/>
                    </a:moveTo>
                    <a:cubicBezTo>
                      <a:pt x="1497" y="0"/>
                      <a:pt x="1444" y="24"/>
                      <a:pt x="1407" y="69"/>
                    </a:cubicBezTo>
                    <a:lnTo>
                      <a:pt x="130" y="1653"/>
                    </a:lnTo>
                    <a:cubicBezTo>
                      <a:pt x="1" y="1814"/>
                      <a:pt x="51" y="2075"/>
                      <a:pt x="238" y="2183"/>
                    </a:cubicBezTo>
                    <a:cubicBezTo>
                      <a:pt x="1009" y="2622"/>
                      <a:pt x="1404" y="2797"/>
                      <a:pt x="2366" y="3368"/>
                    </a:cubicBezTo>
                    <a:cubicBezTo>
                      <a:pt x="2958" y="3720"/>
                      <a:pt x="4347" y="4926"/>
                      <a:pt x="5166" y="5410"/>
                    </a:cubicBezTo>
                    <a:cubicBezTo>
                      <a:pt x="5348" y="5519"/>
                      <a:pt x="5516" y="5563"/>
                      <a:pt x="5664" y="5563"/>
                    </a:cubicBezTo>
                    <a:cubicBezTo>
                      <a:pt x="6169" y="5563"/>
                      <a:pt x="6440" y="5054"/>
                      <a:pt x="6210" y="4840"/>
                    </a:cubicBezTo>
                    <a:cubicBezTo>
                      <a:pt x="4878" y="3605"/>
                      <a:pt x="4344" y="2377"/>
                      <a:pt x="4086" y="1641"/>
                    </a:cubicBezTo>
                    <a:cubicBezTo>
                      <a:pt x="4038" y="1509"/>
                      <a:pt x="3949" y="1398"/>
                      <a:pt x="3831" y="1329"/>
                    </a:cubicBezTo>
                    <a:lnTo>
                      <a:pt x="1644" y="26"/>
                    </a:lnTo>
                    <a:cubicBezTo>
                      <a:pt x="1615" y="9"/>
                      <a:pt x="1583" y="0"/>
                      <a:pt x="1551" y="0"/>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459;p28">
                <a:extLst>
                  <a:ext uri="{FF2B5EF4-FFF2-40B4-BE49-F238E27FC236}">
                    <a16:creationId xmlns:a16="http://schemas.microsoft.com/office/drawing/2014/main" id="{0175FA26-061C-8704-45B9-9D1BAC1C579A}"/>
                  </a:ext>
                </a:extLst>
              </p:cNvPr>
              <p:cNvSpPr/>
              <p:nvPr/>
            </p:nvSpPr>
            <p:spPr>
              <a:xfrm>
                <a:off x="2643536" y="4618587"/>
                <a:ext cx="241411" cy="90262"/>
              </a:xfrm>
              <a:custGeom>
                <a:avLst/>
                <a:gdLst/>
                <a:ahLst/>
                <a:cxnLst/>
                <a:rect l="l" t="t" r="r" b="b"/>
                <a:pathLst>
                  <a:path w="6895" h="2578" extrusionOk="0">
                    <a:moveTo>
                      <a:pt x="502" y="1"/>
                    </a:moveTo>
                    <a:cubicBezTo>
                      <a:pt x="409" y="1"/>
                      <a:pt x="333" y="65"/>
                      <a:pt x="323" y="159"/>
                    </a:cubicBezTo>
                    <a:lnTo>
                      <a:pt x="32" y="2172"/>
                    </a:lnTo>
                    <a:cubicBezTo>
                      <a:pt x="0" y="2379"/>
                      <a:pt x="176" y="2575"/>
                      <a:pt x="389" y="2575"/>
                    </a:cubicBezTo>
                    <a:cubicBezTo>
                      <a:pt x="391" y="2575"/>
                      <a:pt x="393" y="2575"/>
                      <a:pt x="394" y="2575"/>
                    </a:cubicBezTo>
                    <a:cubicBezTo>
                      <a:pt x="1281" y="2560"/>
                      <a:pt x="1708" y="2506"/>
                      <a:pt x="2828" y="2506"/>
                    </a:cubicBezTo>
                    <a:cubicBezTo>
                      <a:pt x="3517" y="2506"/>
                      <a:pt x="4942" y="2578"/>
                      <a:pt x="5893" y="2578"/>
                    </a:cubicBezTo>
                    <a:cubicBezTo>
                      <a:pt x="6823" y="2578"/>
                      <a:pt x="6895" y="1637"/>
                      <a:pt x="6496" y="1551"/>
                    </a:cubicBezTo>
                    <a:cubicBezTo>
                      <a:pt x="4723" y="1171"/>
                      <a:pt x="4024" y="643"/>
                      <a:pt x="3424" y="141"/>
                    </a:cubicBezTo>
                    <a:cubicBezTo>
                      <a:pt x="3316" y="51"/>
                      <a:pt x="3184" y="1"/>
                      <a:pt x="3047" y="1"/>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460;p28">
                <a:extLst>
                  <a:ext uri="{FF2B5EF4-FFF2-40B4-BE49-F238E27FC236}">
                    <a16:creationId xmlns:a16="http://schemas.microsoft.com/office/drawing/2014/main" id="{3DDBD2BD-804E-ADD7-E8CF-CB751C8891C3}"/>
                  </a:ext>
                </a:extLst>
              </p:cNvPr>
              <p:cNvSpPr/>
              <p:nvPr/>
            </p:nvSpPr>
            <p:spPr>
              <a:xfrm>
                <a:off x="2670670" y="4520551"/>
                <a:ext cx="665" cy="18417"/>
              </a:xfrm>
              <a:custGeom>
                <a:avLst/>
                <a:gdLst/>
                <a:ahLst/>
                <a:cxnLst/>
                <a:rect l="l" t="t" r="r" b="b"/>
                <a:pathLst>
                  <a:path w="19" h="526" extrusionOk="0">
                    <a:moveTo>
                      <a:pt x="18" y="1"/>
                    </a:moveTo>
                    <a:lnTo>
                      <a:pt x="0" y="526"/>
                    </a:lnTo>
                    <a:lnTo>
                      <a:pt x="4" y="526"/>
                    </a:lnTo>
                    <a:lnTo>
                      <a:pt x="18" y="1"/>
                    </a:lnTo>
                    <a:close/>
                  </a:path>
                </a:pathLst>
              </a:custGeom>
              <a:solidFill>
                <a:srgbClr val="CCCCCC"/>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461;p28">
                <a:extLst>
                  <a:ext uri="{FF2B5EF4-FFF2-40B4-BE49-F238E27FC236}">
                    <a16:creationId xmlns:a16="http://schemas.microsoft.com/office/drawing/2014/main" id="{8E65CAD5-B82D-154F-74B9-A6F474F64415}"/>
                  </a:ext>
                </a:extLst>
              </p:cNvPr>
              <p:cNvSpPr/>
              <p:nvPr/>
            </p:nvSpPr>
            <p:spPr>
              <a:xfrm>
                <a:off x="2670776" y="4520551"/>
                <a:ext cx="79828" cy="18417"/>
              </a:xfrm>
              <a:custGeom>
                <a:avLst/>
                <a:gdLst/>
                <a:ahLst/>
                <a:cxnLst/>
                <a:rect l="l" t="t" r="r" b="b"/>
                <a:pathLst>
                  <a:path w="2280" h="526" extrusionOk="0">
                    <a:moveTo>
                      <a:pt x="15" y="1"/>
                    </a:moveTo>
                    <a:lnTo>
                      <a:pt x="1" y="526"/>
                    </a:lnTo>
                    <a:lnTo>
                      <a:pt x="2265" y="526"/>
                    </a:lnTo>
                    <a:lnTo>
                      <a:pt x="2280" y="1"/>
                    </a:lnTo>
                    <a:close/>
                  </a:path>
                </a:pathLst>
              </a:custGeom>
              <a:solidFill>
                <a:srgbClr val="CC915C"/>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462;p28">
                <a:extLst>
                  <a:ext uri="{FF2B5EF4-FFF2-40B4-BE49-F238E27FC236}">
                    <a16:creationId xmlns:a16="http://schemas.microsoft.com/office/drawing/2014/main" id="{6FA98F0A-3643-D798-20BC-3771117D2066}"/>
                  </a:ext>
                </a:extLst>
              </p:cNvPr>
              <p:cNvSpPr/>
              <p:nvPr/>
            </p:nvSpPr>
            <p:spPr>
              <a:xfrm>
                <a:off x="2164701" y="4300391"/>
                <a:ext cx="9313" cy="16141"/>
              </a:xfrm>
              <a:custGeom>
                <a:avLst/>
                <a:gdLst/>
                <a:ahLst/>
                <a:cxnLst/>
                <a:rect l="l" t="t" r="r" b="b"/>
                <a:pathLst>
                  <a:path w="266" h="461" extrusionOk="0">
                    <a:moveTo>
                      <a:pt x="266" y="0"/>
                    </a:moveTo>
                    <a:lnTo>
                      <a:pt x="1" y="456"/>
                    </a:lnTo>
                    <a:lnTo>
                      <a:pt x="1" y="460"/>
                    </a:lnTo>
                    <a:lnTo>
                      <a:pt x="266" y="0"/>
                    </a:lnTo>
                    <a:close/>
                  </a:path>
                </a:pathLst>
              </a:custGeom>
              <a:solidFill>
                <a:srgbClr val="CCCCCC"/>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463;p28">
                <a:extLst>
                  <a:ext uri="{FF2B5EF4-FFF2-40B4-BE49-F238E27FC236}">
                    <a16:creationId xmlns:a16="http://schemas.microsoft.com/office/drawing/2014/main" id="{6A4AC8F3-C714-057B-D6E6-738015CD8338}"/>
                  </a:ext>
                </a:extLst>
              </p:cNvPr>
              <p:cNvSpPr/>
              <p:nvPr/>
            </p:nvSpPr>
            <p:spPr>
              <a:xfrm>
                <a:off x="2164701" y="4300391"/>
                <a:ext cx="82700" cy="46041"/>
              </a:xfrm>
              <a:custGeom>
                <a:avLst/>
                <a:gdLst/>
                <a:ahLst/>
                <a:cxnLst/>
                <a:rect l="l" t="t" r="r" b="b"/>
                <a:pathLst>
                  <a:path w="2362" h="1315" extrusionOk="0">
                    <a:moveTo>
                      <a:pt x="266" y="0"/>
                    </a:moveTo>
                    <a:lnTo>
                      <a:pt x="1" y="460"/>
                    </a:lnTo>
                    <a:lnTo>
                      <a:pt x="2100" y="1314"/>
                    </a:lnTo>
                    <a:lnTo>
                      <a:pt x="2362" y="858"/>
                    </a:lnTo>
                    <a:lnTo>
                      <a:pt x="266" y="0"/>
                    </a:lnTo>
                    <a:close/>
                  </a:path>
                </a:pathLst>
              </a:custGeom>
              <a:solidFill>
                <a:srgbClr val="CC915C"/>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 name="Google Shape;464;p28">
                <a:extLst>
                  <a:ext uri="{FF2B5EF4-FFF2-40B4-BE49-F238E27FC236}">
                    <a16:creationId xmlns:a16="http://schemas.microsoft.com/office/drawing/2014/main" id="{9895331A-6C0E-AEF9-B65E-11AED43AE221}"/>
                  </a:ext>
                </a:extLst>
              </p:cNvPr>
              <p:cNvSpPr/>
              <p:nvPr/>
            </p:nvSpPr>
            <p:spPr>
              <a:xfrm>
                <a:off x="2427857" y="2340868"/>
                <a:ext cx="454952" cy="501659"/>
              </a:xfrm>
              <a:custGeom>
                <a:avLst/>
                <a:gdLst/>
                <a:ahLst/>
                <a:cxnLst/>
                <a:rect l="l" t="t" r="r" b="b"/>
                <a:pathLst>
                  <a:path w="12994" h="14328" extrusionOk="0">
                    <a:moveTo>
                      <a:pt x="6302" y="1"/>
                    </a:moveTo>
                    <a:cubicBezTo>
                      <a:pt x="5548" y="1"/>
                      <a:pt x="4771" y="34"/>
                      <a:pt x="3909" y="74"/>
                    </a:cubicBezTo>
                    <a:cubicBezTo>
                      <a:pt x="1928" y="170"/>
                      <a:pt x="1" y="591"/>
                      <a:pt x="1" y="591"/>
                    </a:cubicBezTo>
                    <a:cubicBezTo>
                      <a:pt x="1792" y="8276"/>
                      <a:pt x="1788" y="10583"/>
                      <a:pt x="1634" y="14327"/>
                    </a:cubicBezTo>
                    <a:lnTo>
                      <a:pt x="10833" y="14327"/>
                    </a:lnTo>
                    <a:cubicBezTo>
                      <a:pt x="12994" y="1036"/>
                      <a:pt x="11913" y="655"/>
                      <a:pt x="11913" y="655"/>
                    </a:cubicBezTo>
                    <a:cubicBezTo>
                      <a:pt x="11913" y="655"/>
                      <a:pt x="9882" y="239"/>
                      <a:pt x="8087" y="77"/>
                    </a:cubicBezTo>
                    <a:cubicBezTo>
                      <a:pt x="7485" y="22"/>
                      <a:pt x="6900" y="1"/>
                      <a:pt x="6302" y="1"/>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6" name="Google Shape;465;p28">
                <a:extLst>
                  <a:ext uri="{FF2B5EF4-FFF2-40B4-BE49-F238E27FC236}">
                    <a16:creationId xmlns:a16="http://schemas.microsoft.com/office/drawing/2014/main" id="{08934669-DFE4-CC9F-E1CA-B7E8746DDFEE}"/>
                  </a:ext>
                </a:extLst>
              </p:cNvPr>
              <p:cNvSpPr/>
              <p:nvPr/>
            </p:nvSpPr>
            <p:spPr>
              <a:xfrm>
                <a:off x="2564687" y="2178829"/>
                <a:ext cx="194599" cy="293475"/>
              </a:xfrm>
              <a:custGeom>
                <a:avLst/>
                <a:gdLst/>
                <a:ahLst/>
                <a:cxnLst/>
                <a:rect l="l" t="t" r="r" b="b"/>
                <a:pathLst>
                  <a:path w="5558" h="8382" extrusionOk="0">
                    <a:moveTo>
                      <a:pt x="414" y="0"/>
                    </a:moveTo>
                    <a:lnTo>
                      <a:pt x="414" y="0"/>
                    </a:lnTo>
                    <a:cubicBezTo>
                      <a:pt x="680" y="1342"/>
                      <a:pt x="942" y="3808"/>
                      <a:pt x="1" y="4702"/>
                    </a:cubicBezTo>
                    <a:cubicBezTo>
                      <a:pt x="1" y="4702"/>
                      <a:pt x="1243" y="7089"/>
                      <a:pt x="3695" y="8381"/>
                    </a:cubicBezTo>
                    <a:cubicBezTo>
                      <a:pt x="5557" y="6892"/>
                      <a:pt x="4179" y="4705"/>
                      <a:pt x="4179" y="4705"/>
                    </a:cubicBezTo>
                    <a:cubicBezTo>
                      <a:pt x="2679" y="4346"/>
                      <a:pt x="2718" y="3234"/>
                      <a:pt x="2981" y="2189"/>
                    </a:cubicBezTo>
                    <a:lnTo>
                      <a:pt x="414" y="0"/>
                    </a:lnTo>
                    <a:close/>
                  </a:path>
                </a:pathLst>
              </a:custGeom>
              <a:solidFill>
                <a:srgbClr val="FFB57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7" name="Google Shape;466;p28">
                <a:extLst>
                  <a:ext uri="{FF2B5EF4-FFF2-40B4-BE49-F238E27FC236}">
                    <a16:creationId xmlns:a16="http://schemas.microsoft.com/office/drawing/2014/main" id="{820235B5-3171-74F3-549D-126F045701D1}"/>
                  </a:ext>
                </a:extLst>
              </p:cNvPr>
              <p:cNvSpPr/>
              <p:nvPr/>
            </p:nvSpPr>
            <p:spPr>
              <a:xfrm>
                <a:off x="2657436" y="2245668"/>
                <a:ext cx="11484" cy="9839"/>
              </a:xfrm>
              <a:custGeom>
                <a:avLst/>
                <a:gdLst/>
                <a:ahLst/>
                <a:cxnLst/>
                <a:rect l="l" t="t" r="r" b="b"/>
                <a:pathLst>
                  <a:path w="328" h="281" extrusionOk="0">
                    <a:moveTo>
                      <a:pt x="1" y="0"/>
                    </a:moveTo>
                    <a:lnTo>
                      <a:pt x="327" y="280"/>
                    </a:lnTo>
                    <a:lnTo>
                      <a:pt x="327" y="280"/>
                    </a:lnTo>
                    <a:close/>
                  </a:path>
                </a:pathLst>
              </a:custGeom>
              <a:solidFill>
                <a:srgbClr val="1E282D"/>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8" name="Google Shape;467;p28">
                <a:extLst>
                  <a:ext uri="{FF2B5EF4-FFF2-40B4-BE49-F238E27FC236}">
                    <a16:creationId xmlns:a16="http://schemas.microsoft.com/office/drawing/2014/main" id="{55CEC53A-F28A-0BC8-2A64-BFB09A2A81CC}"/>
                  </a:ext>
                </a:extLst>
              </p:cNvPr>
              <p:cNvSpPr/>
              <p:nvPr/>
            </p:nvSpPr>
            <p:spPr>
              <a:xfrm>
                <a:off x="2664368" y="2279351"/>
                <a:ext cx="280" cy="2066"/>
              </a:xfrm>
              <a:custGeom>
                <a:avLst/>
                <a:gdLst/>
                <a:ahLst/>
                <a:cxnLst/>
                <a:rect l="l" t="t" r="r" b="b"/>
                <a:pathLst>
                  <a:path w="8" h="59" extrusionOk="0">
                    <a:moveTo>
                      <a:pt x="8" y="0"/>
                    </a:moveTo>
                    <a:cubicBezTo>
                      <a:pt x="4" y="22"/>
                      <a:pt x="4" y="40"/>
                      <a:pt x="0" y="58"/>
                    </a:cubicBezTo>
                    <a:lnTo>
                      <a:pt x="0" y="58"/>
                    </a:lnTo>
                    <a:cubicBezTo>
                      <a:pt x="4" y="40"/>
                      <a:pt x="4" y="22"/>
                      <a:pt x="8" y="0"/>
                    </a:cubicBezTo>
                    <a:close/>
                  </a:path>
                </a:pathLst>
              </a:custGeom>
              <a:solidFill>
                <a:srgbClr val="CCCCCC"/>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9" name="Google Shape;468;p28">
                <a:extLst>
                  <a:ext uri="{FF2B5EF4-FFF2-40B4-BE49-F238E27FC236}">
                    <a16:creationId xmlns:a16="http://schemas.microsoft.com/office/drawing/2014/main" id="{1DF205CC-B7C7-B6C4-E73D-F5C7C3274A4B}"/>
                  </a:ext>
                </a:extLst>
              </p:cNvPr>
              <p:cNvSpPr/>
              <p:nvPr/>
            </p:nvSpPr>
            <p:spPr>
              <a:xfrm>
                <a:off x="2606562" y="2210096"/>
                <a:ext cx="62357" cy="71320"/>
              </a:xfrm>
              <a:custGeom>
                <a:avLst/>
                <a:gdLst/>
                <a:ahLst/>
                <a:cxnLst/>
                <a:rect l="l" t="t" r="r" b="b"/>
                <a:pathLst>
                  <a:path w="1781" h="2037" extrusionOk="0">
                    <a:moveTo>
                      <a:pt x="262" y="1"/>
                    </a:moveTo>
                    <a:cubicBezTo>
                      <a:pt x="216" y="141"/>
                      <a:pt x="1" y="550"/>
                      <a:pt x="57" y="844"/>
                    </a:cubicBezTo>
                    <a:cubicBezTo>
                      <a:pt x="180" y="1465"/>
                      <a:pt x="1081" y="1953"/>
                      <a:pt x="1651" y="2036"/>
                    </a:cubicBezTo>
                    <a:cubicBezTo>
                      <a:pt x="1655" y="2018"/>
                      <a:pt x="1655" y="2000"/>
                      <a:pt x="1659" y="1978"/>
                    </a:cubicBezTo>
                    <a:cubicBezTo>
                      <a:pt x="1677" y="1752"/>
                      <a:pt x="1723" y="1523"/>
                      <a:pt x="1780" y="1296"/>
                    </a:cubicBezTo>
                    <a:lnTo>
                      <a:pt x="1454" y="1016"/>
                    </a:lnTo>
                    <a:lnTo>
                      <a:pt x="262" y="1"/>
                    </a:lnTo>
                    <a:close/>
                  </a:path>
                </a:pathLst>
              </a:custGeom>
              <a:solidFill>
                <a:srgbClr val="CC915C"/>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0" name="Google Shape;469;p28">
                <a:extLst>
                  <a:ext uri="{FF2B5EF4-FFF2-40B4-BE49-F238E27FC236}">
                    <a16:creationId xmlns:a16="http://schemas.microsoft.com/office/drawing/2014/main" id="{C8C2B438-FA63-BD19-CAE6-C84911CF6A8F}"/>
                  </a:ext>
                </a:extLst>
              </p:cNvPr>
              <p:cNvSpPr/>
              <p:nvPr/>
            </p:nvSpPr>
            <p:spPr>
              <a:xfrm>
                <a:off x="2480236" y="1964936"/>
                <a:ext cx="258952" cy="296171"/>
              </a:xfrm>
              <a:custGeom>
                <a:avLst/>
                <a:gdLst/>
                <a:ahLst/>
                <a:cxnLst/>
                <a:rect l="l" t="t" r="r" b="b"/>
                <a:pathLst>
                  <a:path w="7396" h="8459" extrusionOk="0">
                    <a:moveTo>
                      <a:pt x="3493" y="1"/>
                    </a:moveTo>
                    <a:cubicBezTo>
                      <a:pt x="1462" y="1"/>
                      <a:pt x="1" y="1964"/>
                      <a:pt x="572" y="3948"/>
                    </a:cubicBezTo>
                    <a:cubicBezTo>
                      <a:pt x="1193" y="6109"/>
                      <a:pt x="1412" y="7039"/>
                      <a:pt x="2769" y="7918"/>
                    </a:cubicBezTo>
                    <a:cubicBezTo>
                      <a:pt x="3342" y="8290"/>
                      <a:pt x="3953" y="8459"/>
                      <a:pt x="4536" y="8459"/>
                    </a:cubicBezTo>
                    <a:cubicBezTo>
                      <a:pt x="6027" y="8459"/>
                      <a:pt x="7337" y="7354"/>
                      <a:pt x="7363" y="5700"/>
                    </a:cubicBezTo>
                    <a:cubicBezTo>
                      <a:pt x="7395" y="3625"/>
                      <a:pt x="6372" y="441"/>
                      <a:pt x="4036" y="46"/>
                    </a:cubicBezTo>
                    <a:cubicBezTo>
                      <a:pt x="3851" y="15"/>
                      <a:pt x="3670" y="1"/>
                      <a:pt x="3493" y="1"/>
                    </a:cubicBezTo>
                    <a:close/>
                  </a:path>
                </a:pathLst>
              </a:custGeom>
              <a:solidFill>
                <a:srgbClr val="FFB57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1" name="Google Shape;470;p28">
                <a:extLst>
                  <a:ext uri="{FF2B5EF4-FFF2-40B4-BE49-F238E27FC236}">
                    <a16:creationId xmlns:a16="http://schemas.microsoft.com/office/drawing/2014/main" id="{5BBC0A4B-8404-390F-F347-F1E53E1D2EA3}"/>
                  </a:ext>
                </a:extLst>
              </p:cNvPr>
              <p:cNvSpPr/>
              <p:nvPr/>
            </p:nvSpPr>
            <p:spPr>
              <a:xfrm>
                <a:off x="2465671" y="1949286"/>
                <a:ext cx="221209" cy="210880"/>
              </a:xfrm>
              <a:custGeom>
                <a:avLst/>
                <a:gdLst/>
                <a:ahLst/>
                <a:cxnLst/>
                <a:rect l="l" t="t" r="r" b="b"/>
                <a:pathLst>
                  <a:path w="6318" h="6023" extrusionOk="0">
                    <a:moveTo>
                      <a:pt x="5206" y="0"/>
                    </a:moveTo>
                    <a:cubicBezTo>
                      <a:pt x="5155" y="0"/>
                      <a:pt x="5105" y="4"/>
                      <a:pt x="5055" y="13"/>
                    </a:cubicBezTo>
                    <a:lnTo>
                      <a:pt x="2678" y="404"/>
                    </a:lnTo>
                    <a:cubicBezTo>
                      <a:pt x="2514" y="432"/>
                      <a:pt x="2359" y="505"/>
                      <a:pt x="2229" y="616"/>
                    </a:cubicBezTo>
                    <a:lnTo>
                      <a:pt x="561" y="2055"/>
                    </a:lnTo>
                    <a:cubicBezTo>
                      <a:pt x="395" y="2198"/>
                      <a:pt x="284" y="2396"/>
                      <a:pt x="252" y="2611"/>
                    </a:cubicBezTo>
                    <a:lnTo>
                      <a:pt x="19" y="4144"/>
                    </a:lnTo>
                    <a:cubicBezTo>
                      <a:pt x="1" y="4266"/>
                      <a:pt x="8" y="4391"/>
                      <a:pt x="37" y="4510"/>
                    </a:cubicBezTo>
                    <a:cubicBezTo>
                      <a:pt x="155" y="4956"/>
                      <a:pt x="505" y="6023"/>
                      <a:pt x="1139" y="6023"/>
                    </a:cubicBezTo>
                    <a:cubicBezTo>
                      <a:pt x="1178" y="6023"/>
                      <a:pt x="1219" y="6019"/>
                      <a:pt x="1260" y="6010"/>
                    </a:cubicBezTo>
                    <a:cubicBezTo>
                      <a:pt x="2151" y="5828"/>
                      <a:pt x="2746" y="3692"/>
                      <a:pt x="2204" y="2920"/>
                    </a:cubicBezTo>
                    <a:lnTo>
                      <a:pt x="2204" y="2920"/>
                    </a:lnTo>
                    <a:cubicBezTo>
                      <a:pt x="2302" y="2926"/>
                      <a:pt x="2398" y="2929"/>
                      <a:pt x="2493" y="2929"/>
                    </a:cubicBezTo>
                    <a:cubicBezTo>
                      <a:pt x="3998" y="2929"/>
                      <a:pt x="5113" y="2231"/>
                      <a:pt x="5819" y="1595"/>
                    </a:cubicBezTo>
                    <a:cubicBezTo>
                      <a:pt x="6318" y="1146"/>
                      <a:pt x="6178" y="339"/>
                      <a:pt x="5564" y="74"/>
                    </a:cubicBezTo>
                    <a:cubicBezTo>
                      <a:pt x="5450" y="25"/>
                      <a:pt x="5328" y="0"/>
                      <a:pt x="5206" y="0"/>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2" name="Google Shape;471;p28">
                <a:extLst>
                  <a:ext uri="{FF2B5EF4-FFF2-40B4-BE49-F238E27FC236}">
                    <a16:creationId xmlns:a16="http://schemas.microsoft.com/office/drawing/2014/main" id="{1B70B2EF-C2BB-CBD8-343E-3ADED820052B}"/>
                  </a:ext>
                </a:extLst>
              </p:cNvPr>
              <p:cNvSpPr/>
              <p:nvPr/>
            </p:nvSpPr>
            <p:spPr>
              <a:xfrm>
                <a:off x="2571234" y="2842496"/>
                <a:ext cx="298517" cy="1678079"/>
              </a:xfrm>
              <a:custGeom>
                <a:avLst/>
                <a:gdLst/>
                <a:ahLst/>
                <a:cxnLst/>
                <a:rect l="l" t="t" r="r" b="b"/>
                <a:pathLst>
                  <a:path w="8526" h="47928" extrusionOk="0">
                    <a:moveTo>
                      <a:pt x="1" y="0"/>
                    </a:moveTo>
                    <a:cubicBezTo>
                      <a:pt x="1" y="0"/>
                      <a:pt x="2445" y="17211"/>
                      <a:pt x="2739" y="24906"/>
                    </a:cubicBezTo>
                    <a:cubicBezTo>
                      <a:pt x="3009" y="31963"/>
                      <a:pt x="2524" y="47928"/>
                      <a:pt x="2524" y="47928"/>
                    </a:cubicBezTo>
                    <a:lnTo>
                      <a:pt x="5589" y="47928"/>
                    </a:lnTo>
                    <a:cubicBezTo>
                      <a:pt x="5589" y="47928"/>
                      <a:pt x="8221" y="31543"/>
                      <a:pt x="8375" y="24357"/>
                    </a:cubicBezTo>
                    <a:cubicBezTo>
                      <a:pt x="8526" y="17448"/>
                      <a:pt x="6738" y="0"/>
                      <a:pt x="6738" y="0"/>
                    </a:cubicBezTo>
                    <a:close/>
                  </a:path>
                </a:pathLst>
              </a:custGeom>
              <a:solidFill>
                <a:srgbClr val="FFD966"/>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3" name="Google Shape;472;p28">
                <a:extLst>
                  <a:ext uri="{FF2B5EF4-FFF2-40B4-BE49-F238E27FC236}">
                    <a16:creationId xmlns:a16="http://schemas.microsoft.com/office/drawing/2014/main" id="{2A46A839-EF6D-A857-5541-2733033941E8}"/>
                  </a:ext>
                </a:extLst>
              </p:cNvPr>
              <p:cNvSpPr/>
              <p:nvPr/>
            </p:nvSpPr>
            <p:spPr>
              <a:xfrm>
                <a:off x="2644516" y="4479376"/>
                <a:ext cx="140925" cy="45131"/>
              </a:xfrm>
              <a:custGeom>
                <a:avLst/>
                <a:gdLst/>
                <a:ahLst/>
                <a:cxnLst/>
                <a:rect l="l" t="t" r="r" b="b"/>
                <a:pathLst>
                  <a:path w="4025" h="1289" extrusionOk="0">
                    <a:moveTo>
                      <a:pt x="0" y="0"/>
                    </a:moveTo>
                    <a:lnTo>
                      <a:pt x="166" y="1288"/>
                    </a:lnTo>
                    <a:lnTo>
                      <a:pt x="3762" y="1288"/>
                    </a:lnTo>
                    <a:lnTo>
                      <a:pt x="4024" y="140"/>
                    </a:lnTo>
                    <a:lnTo>
                      <a:pt x="0" y="0"/>
                    </a:ln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4" name="Google Shape;473;p28">
                <a:extLst>
                  <a:ext uri="{FF2B5EF4-FFF2-40B4-BE49-F238E27FC236}">
                    <a16:creationId xmlns:a16="http://schemas.microsoft.com/office/drawing/2014/main" id="{64D43764-94B0-19EC-3AEC-EE206FE9B486}"/>
                  </a:ext>
                </a:extLst>
              </p:cNvPr>
              <p:cNvSpPr/>
              <p:nvPr/>
            </p:nvSpPr>
            <p:spPr>
              <a:xfrm>
                <a:off x="2643641" y="3424583"/>
                <a:ext cx="4307" cy="41035"/>
              </a:xfrm>
              <a:custGeom>
                <a:avLst/>
                <a:gdLst/>
                <a:ahLst/>
                <a:cxnLst/>
                <a:rect l="l" t="t" r="r" b="b"/>
                <a:pathLst>
                  <a:path w="123" h="1172" extrusionOk="0">
                    <a:moveTo>
                      <a:pt x="0" y="1"/>
                    </a:moveTo>
                    <a:lnTo>
                      <a:pt x="0" y="4"/>
                    </a:lnTo>
                    <a:cubicBezTo>
                      <a:pt x="43" y="395"/>
                      <a:pt x="83" y="785"/>
                      <a:pt x="122" y="1172"/>
                    </a:cubicBezTo>
                    <a:lnTo>
                      <a:pt x="122" y="1172"/>
                    </a:lnTo>
                    <a:cubicBezTo>
                      <a:pt x="83" y="785"/>
                      <a:pt x="43" y="395"/>
                      <a:pt x="0" y="1"/>
                    </a:cubicBezTo>
                    <a:close/>
                  </a:path>
                </a:pathLst>
              </a:custGeom>
              <a:solidFill>
                <a:srgbClr val="CCCCCC"/>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5" name="Google Shape;474;p28">
                <a:extLst>
                  <a:ext uri="{FF2B5EF4-FFF2-40B4-BE49-F238E27FC236}">
                    <a16:creationId xmlns:a16="http://schemas.microsoft.com/office/drawing/2014/main" id="{54D0F684-38EB-80D1-01F3-6F6B06F6BB03}"/>
                  </a:ext>
                </a:extLst>
              </p:cNvPr>
              <p:cNvSpPr/>
              <p:nvPr/>
            </p:nvSpPr>
            <p:spPr>
              <a:xfrm>
                <a:off x="2643641" y="3130125"/>
                <a:ext cx="72406" cy="421936"/>
              </a:xfrm>
              <a:custGeom>
                <a:avLst/>
                <a:gdLst/>
                <a:ahLst/>
                <a:cxnLst/>
                <a:rect l="l" t="t" r="r" b="b"/>
                <a:pathLst>
                  <a:path w="2068" h="12051" extrusionOk="0">
                    <a:moveTo>
                      <a:pt x="1213" y="1"/>
                    </a:moveTo>
                    <a:cubicBezTo>
                      <a:pt x="858" y="2682"/>
                      <a:pt x="438" y="5672"/>
                      <a:pt x="0" y="8411"/>
                    </a:cubicBezTo>
                    <a:cubicBezTo>
                      <a:pt x="43" y="8806"/>
                      <a:pt x="83" y="9197"/>
                      <a:pt x="123" y="9584"/>
                    </a:cubicBezTo>
                    <a:cubicBezTo>
                      <a:pt x="209" y="10428"/>
                      <a:pt x="284" y="11254"/>
                      <a:pt x="355" y="12051"/>
                    </a:cubicBezTo>
                    <a:cubicBezTo>
                      <a:pt x="941" y="9789"/>
                      <a:pt x="2068" y="4732"/>
                      <a:pt x="1738" y="403"/>
                    </a:cubicBezTo>
                    <a:lnTo>
                      <a:pt x="1213" y="1"/>
                    </a:lnTo>
                    <a:close/>
                  </a:path>
                </a:pathLst>
              </a:custGeom>
              <a:solidFill>
                <a:srgbClr val="F1C232"/>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6" name="Google Shape;475;p28">
                <a:extLst>
                  <a:ext uri="{FF2B5EF4-FFF2-40B4-BE49-F238E27FC236}">
                    <a16:creationId xmlns:a16="http://schemas.microsoft.com/office/drawing/2014/main" id="{64E82516-5DB6-2A3D-7FB1-2C1DFBDCA359}"/>
                  </a:ext>
                </a:extLst>
              </p:cNvPr>
              <p:cNvSpPr/>
              <p:nvPr/>
            </p:nvSpPr>
            <p:spPr>
              <a:xfrm>
                <a:off x="2162670" y="2842496"/>
                <a:ext cx="559430" cy="1494228"/>
              </a:xfrm>
              <a:custGeom>
                <a:avLst/>
                <a:gdLst/>
                <a:ahLst/>
                <a:cxnLst/>
                <a:rect l="l" t="t" r="r" b="b"/>
                <a:pathLst>
                  <a:path w="15978" h="42677" extrusionOk="0">
                    <a:moveTo>
                      <a:pt x="9208" y="0"/>
                    </a:moveTo>
                    <a:cubicBezTo>
                      <a:pt x="6770" y="5072"/>
                      <a:pt x="9380" y="16658"/>
                      <a:pt x="6332" y="24432"/>
                    </a:cubicBezTo>
                    <a:cubicBezTo>
                      <a:pt x="4904" y="28075"/>
                      <a:pt x="1" y="41507"/>
                      <a:pt x="1" y="41507"/>
                    </a:cubicBezTo>
                    <a:lnTo>
                      <a:pt x="2862" y="42677"/>
                    </a:lnTo>
                    <a:cubicBezTo>
                      <a:pt x="2862" y="42677"/>
                      <a:pt x="10449" y="30879"/>
                      <a:pt x="12319" y="23962"/>
                    </a:cubicBezTo>
                    <a:cubicBezTo>
                      <a:pt x="13891" y="18140"/>
                      <a:pt x="15977" y="0"/>
                      <a:pt x="15977" y="0"/>
                    </a:cubicBezTo>
                    <a:close/>
                  </a:path>
                </a:pathLst>
              </a:custGeom>
              <a:solidFill>
                <a:srgbClr val="FFD966"/>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7" name="Google Shape;476;p28">
                <a:extLst>
                  <a:ext uri="{FF2B5EF4-FFF2-40B4-BE49-F238E27FC236}">
                    <a16:creationId xmlns:a16="http://schemas.microsoft.com/office/drawing/2014/main" id="{4B9EF563-9BDD-131A-6EF0-8BDC5EF56574}"/>
                  </a:ext>
                </a:extLst>
              </p:cNvPr>
              <p:cNvSpPr/>
              <p:nvPr/>
            </p:nvSpPr>
            <p:spPr>
              <a:xfrm>
                <a:off x="2148980" y="4247137"/>
                <a:ext cx="153460" cy="99926"/>
              </a:xfrm>
              <a:custGeom>
                <a:avLst/>
                <a:gdLst/>
                <a:ahLst/>
                <a:cxnLst/>
                <a:rect l="l" t="t" r="r" b="b"/>
                <a:pathLst>
                  <a:path w="4383" h="2854" extrusionOk="0">
                    <a:moveTo>
                      <a:pt x="284" y="0"/>
                    </a:moveTo>
                    <a:lnTo>
                      <a:pt x="1" y="1403"/>
                    </a:lnTo>
                    <a:lnTo>
                      <a:pt x="3551" y="2853"/>
                    </a:lnTo>
                    <a:lnTo>
                      <a:pt x="4383" y="1891"/>
                    </a:lnTo>
                    <a:lnTo>
                      <a:pt x="284" y="0"/>
                    </a:ln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8" name="Google Shape;477;p28">
                <a:extLst>
                  <a:ext uri="{FF2B5EF4-FFF2-40B4-BE49-F238E27FC236}">
                    <a16:creationId xmlns:a16="http://schemas.microsoft.com/office/drawing/2014/main" id="{8819E19B-F698-4D44-C05E-BF5069FDBE75}"/>
                  </a:ext>
                </a:extLst>
              </p:cNvPr>
              <p:cNvSpPr/>
              <p:nvPr/>
            </p:nvSpPr>
            <p:spPr>
              <a:xfrm>
                <a:off x="2625784" y="2083314"/>
                <a:ext cx="17506" cy="22863"/>
              </a:xfrm>
              <a:custGeom>
                <a:avLst/>
                <a:gdLst/>
                <a:ahLst/>
                <a:cxnLst/>
                <a:rect l="l" t="t" r="r" b="b"/>
                <a:pathLst>
                  <a:path w="500" h="653" extrusionOk="0">
                    <a:moveTo>
                      <a:pt x="207" y="0"/>
                    </a:moveTo>
                    <a:cubicBezTo>
                      <a:pt x="197" y="0"/>
                      <a:pt x="186" y="1"/>
                      <a:pt x="176" y="4"/>
                    </a:cubicBezTo>
                    <a:cubicBezTo>
                      <a:pt x="61" y="29"/>
                      <a:pt x="0" y="197"/>
                      <a:pt x="40" y="373"/>
                    </a:cubicBezTo>
                    <a:cubicBezTo>
                      <a:pt x="76" y="537"/>
                      <a:pt x="184" y="653"/>
                      <a:pt x="290" y="653"/>
                    </a:cubicBezTo>
                    <a:cubicBezTo>
                      <a:pt x="300" y="653"/>
                      <a:pt x="310" y="652"/>
                      <a:pt x="320" y="650"/>
                    </a:cubicBezTo>
                    <a:cubicBezTo>
                      <a:pt x="439" y="625"/>
                      <a:pt x="499" y="459"/>
                      <a:pt x="460" y="280"/>
                    </a:cubicBezTo>
                    <a:cubicBezTo>
                      <a:pt x="424" y="117"/>
                      <a:pt x="316" y="0"/>
                      <a:pt x="207" y="0"/>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39" name="Google Shape;478;p28">
                <a:extLst>
                  <a:ext uri="{FF2B5EF4-FFF2-40B4-BE49-F238E27FC236}">
                    <a16:creationId xmlns:a16="http://schemas.microsoft.com/office/drawing/2014/main" id="{FE188F58-CA65-CE33-C764-7FD90DF28169}"/>
                  </a:ext>
                </a:extLst>
              </p:cNvPr>
              <p:cNvSpPr/>
              <p:nvPr/>
            </p:nvSpPr>
            <p:spPr>
              <a:xfrm>
                <a:off x="2696300" y="2067594"/>
                <a:ext cx="17611" cy="22898"/>
              </a:xfrm>
              <a:custGeom>
                <a:avLst/>
                <a:gdLst/>
                <a:ahLst/>
                <a:cxnLst/>
                <a:rect l="l" t="t" r="r" b="b"/>
                <a:pathLst>
                  <a:path w="503" h="654" extrusionOk="0">
                    <a:moveTo>
                      <a:pt x="210" y="1"/>
                    </a:moveTo>
                    <a:cubicBezTo>
                      <a:pt x="200" y="1"/>
                      <a:pt x="190" y="2"/>
                      <a:pt x="180" y="4"/>
                    </a:cubicBezTo>
                    <a:cubicBezTo>
                      <a:pt x="65" y="33"/>
                      <a:pt x="0" y="198"/>
                      <a:pt x="40" y="373"/>
                    </a:cubicBezTo>
                    <a:cubicBezTo>
                      <a:pt x="75" y="538"/>
                      <a:pt x="186" y="653"/>
                      <a:pt x="293" y="653"/>
                    </a:cubicBezTo>
                    <a:cubicBezTo>
                      <a:pt x="303" y="653"/>
                      <a:pt x="313" y="652"/>
                      <a:pt x="323" y="650"/>
                    </a:cubicBezTo>
                    <a:cubicBezTo>
                      <a:pt x="441" y="625"/>
                      <a:pt x="503" y="459"/>
                      <a:pt x="463" y="280"/>
                    </a:cubicBezTo>
                    <a:cubicBezTo>
                      <a:pt x="427" y="120"/>
                      <a:pt x="319" y="1"/>
                      <a:pt x="210" y="1"/>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0" name="Google Shape;479;p28">
                <a:extLst>
                  <a:ext uri="{FF2B5EF4-FFF2-40B4-BE49-F238E27FC236}">
                    <a16:creationId xmlns:a16="http://schemas.microsoft.com/office/drawing/2014/main" id="{AE660F8B-434D-57D6-F6B8-613A6F41882D}"/>
                  </a:ext>
                </a:extLst>
              </p:cNvPr>
              <p:cNvSpPr/>
              <p:nvPr/>
            </p:nvSpPr>
            <p:spPr>
              <a:xfrm>
                <a:off x="2700817" y="2060801"/>
                <a:ext cx="14110" cy="9138"/>
              </a:xfrm>
              <a:custGeom>
                <a:avLst/>
                <a:gdLst/>
                <a:ahLst/>
                <a:cxnLst/>
                <a:rect l="l" t="t" r="r" b="b"/>
                <a:pathLst>
                  <a:path w="403" h="261" extrusionOk="0">
                    <a:moveTo>
                      <a:pt x="402" y="0"/>
                    </a:moveTo>
                    <a:lnTo>
                      <a:pt x="1" y="219"/>
                    </a:lnTo>
                    <a:cubicBezTo>
                      <a:pt x="46" y="249"/>
                      <a:pt x="88" y="261"/>
                      <a:pt x="126" y="261"/>
                    </a:cubicBezTo>
                    <a:cubicBezTo>
                      <a:pt x="303" y="261"/>
                      <a:pt x="402" y="1"/>
                      <a:pt x="402" y="0"/>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1" name="Google Shape;480;p28">
                <a:extLst>
                  <a:ext uri="{FF2B5EF4-FFF2-40B4-BE49-F238E27FC236}">
                    <a16:creationId xmlns:a16="http://schemas.microsoft.com/office/drawing/2014/main" id="{C12DE30F-489C-A368-83CD-54E8425F30BA}"/>
                  </a:ext>
                </a:extLst>
              </p:cNvPr>
              <p:cNvSpPr/>
              <p:nvPr/>
            </p:nvSpPr>
            <p:spPr>
              <a:xfrm>
                <a:off x="2678443" y="2096759"/>
                <a:ext cx="31196" cy="44116"/>
              </a:xfrm>
              <a:custGeom>
                <a:avLst/>
                <a:gdLst/>
                <a:ahLst/>
                <a:cxnLst/>
                <a:rect l="l" t="t" r="r" b="b"/>
                <a:pathLst>
                  <a:path w="891" h="1260" extrusionOk="0">
                    <a:moveTo>
                      <a:pt x="0" y="0"/>
                    </a:moveTo>
                    <a:lnTo>
                      <a:pt x="280" y="1260"/>
                    </a:lnTo>
                    <a:cubicBezTo>
                      <a:pt x="280" y="1260"/>
                      <a:pt x="283" y="1260"/>
                      <a:pt x="287" y="1260"/>
                    </a:cubicBezTo>
                    <a:cubicBezTo>
                      <a:pt x="343" y="1260"/>
                      <a:pt x="718" y="1250"/>
                      <a:pt x="890" y="998"/>
                    </a:cubicBezTo>
                    <a:cubicBezTo>
                      <a:pt x="474" y="703"/>
                      <a:pt x="1" y="0"/>
                      <a:pt x="0" y="0"/>
                    </a:cubicBezTo>
                    <a:close/>
                  </a:path>
                </a:pathLst>
              </a:custGeom>
              <a:solidFill>
                <a:srgbClr val="ED893E"/>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2" name="Google Shape;481;p28">
                <a:extLst>
                  <a:ext uri="{FF2B5EF4-FFF2-40B4-BE49-F238E27FC236}">
                    <a16:creationId xmlns:a16="http://schemas.microsoft.com/office/drawing/2014/main" id="{936DAEAF-80C7-4D0B-E807-091605FAC206}"/>
                  </a:ext>
                </a:extLst>
              </p:cNvPr>
              <p:cNvSpPr/>
              <p:nvPr/>
            </p:nvSpPr>
            <p:spPr>
              <a:xfrm>
                <a:off x="2620147" y="2156876"/>
                <a:ext cx="50558" cy="16176"/>
              </a:xfrm>
              <a:custGeom>
                <a:avLst/>
                <a:gdLst/>
                <a:ahLst/>
                <a:cxnLst/>
                <a:rect l="l" t="t" r="r" b="b"/>
                <a:pathLst>
                  <a:path w="1444" h="462" extrusionOk="0">
                    <a:moveTo>
                      <a:pt x="59" y="0"/>
                    </a:moveTo>
                    <a:cubicBezTo>
                      <a:pt x="46" y="0"/>
                      <a:pt x="33" y="6"/>
                      <a:pt x="22" y="17"/>
                    </a:cubicBezTo>
                    <a:cubicBezTo>
                      <a:pt x="0" y="38"/>
                      <a:pt x="0" y="74"/>
                      <a:pt x="22" y="92"/>
                    </a:cubicBezTo>
                    <a:cubicBezTo>
                      <a:pt x="39" y="113"/>
                      <a:pt x="407" y="462"/>
                      <a:pt x="1022" y="462"/>
                    </a:cubicBezTo>
                    <a:cubicBezTo>
                      <a:pt x="1056" y="462"/>
                      <a:pt x="1091" y="461"/>
                      <a:pt x="1127" y="458"/>
                    </a:cubicBezTo>
                    <a:cubicBezTo>
                      <a:pt x="1213" y="451"/>
                      <a:pt x="1303" y="440"/>
                      <a:pt x="1397" y="419"/>
                    </a:cubicBezTo>
                    <a:cubicBezTo>
                      <a:pt x="1425" y="412"/>
                      <a:pt x="1443" y="383"/>
                      <a:pt x="1435" y="354"/>
                    </a:cubicBezTo>
                    <a:cubicBezTo>
                      <a:pt x="1430" y="331"/>
                      <a:pt x="1409" y="312"/>
                      <a:pt x="1386" y="312"/>
                    </a:cubicBezTo>
                    <a:cubicBezTo>
                      <a:pt x="1381" y="312"/>
                      <a:pt x="1376" y="313"/>
                      <a:pt x="1371" y="315"/>
                    </a:cubicBezTo>
                    <a:cubicBezTo>
                      <a:pt x="1249" y="341"/>
                      <a:pt x="1134" y="353"/>
                      <a:pt x="1028" y="353"/>
                    </a:cubicBezTo>
                    <a:cubicBezTo>
                      <a:pt x="448" y="353"/>
                      <a:pt x="100" y="19"/>
                      <a:pt x="97" y="17"/>
                    </a:cubicBezTo>
                    <a:cubicBezTo>
                      <a:pt x="86" y="6"/>
                      <a:pt x="73" y="0"/>
                      <a:pt x="59" y="0"/>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3" name="Google Shape;482;p28">
                <a:extLst>
                  <a:ext uri="{FF2B5EF4-FFF2-40B4-BE49-F238E27FC236}">
                    <a16:creationId xmlns:a16="http://schemas.microsoft.com/office/drawing/2014/main" id="{D44E95B3-5671-3582-19E4-72B950B91C41}"/>
                  </a:ext>
                </a:extLst>
              </p:cNvPr>
              <p:cNvSpPr/>
              <p:nvPr/>
            </p:nvSpPr>
            <p:spPr>
              <a:xfrm>
                <a:off x="2484893" y="2137129"/>
                <a:ext cx="74472" cy="66174"/>
              </a:xfrm>
              <a:custGeom>
                <a:avLst/>
                <a:gdLst/>
                <a:ahLst/>
                <a:cxnLst/>
                <a:rect l="l" t="t" r="r" b="b"/>
                <a:pathLst>
                  <a:path w="2127" h="1890" extrusionOk="0">
                    <a:moveTo>
                      <a:pt x="849" y="0"/>
                    </a:moveTo>
                    <a:cubicBezTo>
                      <a:pt x="800" y="0"/>
                      <a:pt x="751" y="6"/>
                      <a:pt x="701" y="17"/>
                    </a:cubicBezTo>
                    <a:cubicBezTo>
                      <a:pt x="163" y="143"/>
                      <a:pt x="1" y="742"/>
                      <a:pt x="295" y="1187"/>
                    </a:cubicBezTo>
                    <a:cubicBezTo>
                      <a:pt x="554" y="1575"/>
                      <a:pt x="966" y="1808"/>
                      <a:pt x="1344" y="1876"/>
                    </a:cubicBezTo>
                    <a:cubicBezTo>
                      <a:pt x="1393" y="1885"/>
                      <a:pt x="1441" y="1890"/>
                      <a:pt x="1485" y="1890"/>
                    </a:cubicBezTo>
                    <a:cubicBezTo>
                      <a:pt x="1948" y="1890"/>
                      <a:pt x="2126" y="1419"/>
                      <a:pt x="1943" y="954"/>
                    </a:cubicBezTo>
                    <a:cubicBezTo>
                      <a:pt x="1776" y="539"/>
                      <a:pt x="1340" y="0"/>
                      <a:pt x="849" y="0"/>
                    </a:cubicBezTo>
                    <a:close/>
                  </a:path>
                </a:pathLst>
              </a:custGeom>
              <a:solidFill>
                <a:srgbClr val="FFB57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4" name="Google Shape;483;p28">
                <a:extLst>
                  <a:ext uri="{FF2B5EF4-FFF2-40B4-BE49-F238E27FC236}">
                    <a16:creationId xmlns:a16="http://schemas.microsoft.com/office/drawing/2014/main" id="{DB40C75C-70E4-1126-A338-9EC6CBA28AF6}"/>
                  </a:ext>
                </a:extLst>
              </p:cNvPr>
              <p:cNvSpPr/>
              <p:nvPr/>
            </p:nvSpPr>
            <p:spPr>
              <a:xfrm>
                <a:off x="2594623" y="2046096"/>
                <a:ext cx="44011" cy="22968"/>
              </a:xfrm>
              <a:custGeom>
                <a:avLst/>
                <a:gdLst/>
                <a:ahLst/>
                <a:cxnLst/>
                <a:rect l="l" t="t" r="r" b="b"/>
                <a:pathLst>
                  <a:path w="1257" h="656" extrusionOk="0">
                    <a:moveTo>
                      <a:pt x="1124" y="0"/>
                    </a:moveTo>
                    <a:cubicBezTo>
                      <a:pt x="990" y="0"/>
                      <a:pt x="359" y="38"/>
                      <a:pt x="37" y="485"/>
                    </a:cubicBezTo>
                    <a:cubicBezTo>
                      <a:pt x="0" y="532"/>
                      <a:pt x="11" y="600"/>
                      <a:pt x="58" y="636"/>
                    </a:cubicBezTo>
                    <a:cubicBezTo>
                      <a:pt x="69" y="639"/>
                      <a:pt x="80" y="647"/>
                      <a:pt x="90" y="650"/>
                    </a:cubicBezTo>
                    <a:cubicBezTo>
                      <a:pt x="101" y="654"/>
                      <a:pt x="112" y="656"/>
                      <a:pt x="123" y="656"/>
                    </a:cubicBezTo>
                    <a:cubicBezTo>
                      <a:pt x="155" y="656"/>
                      <a:pt x="187" y="641"/>
                      <a:pt x="209" y="611"/>
                    </a:cubicBezTo>
                    <a:cubicBezTo>
                      <a:pt x="494" y="215"/>
                      <a:pt x="1117" y="212"/>
                      <a:pt x="1144" y="212"/>
                    </a:cubicBezTo>
                    <a:cubicBezTo>
                      <a:pt x="1145" y="212"/>
                      <a:pt x="1145" y="212"/>
                      <a:pt x="1145" y="212"/>
                    </a:cubicBezTo>
                    <a:cubicBezTo>
                      <a:pt x="1148" y="212"/>
                      <a:pt x="1150" y="212"/>
                      <a:pt x="1153" y="212"/>
                    </a:cubicBezTo>
                    <a:cubicBezTo>
                      <a:pt x="1210" y="212"/>
                      <a:pt x="1253" y="163"/>
                      <a:pt x="1256" y="109"/>
                    </a:cubicBezTo>
                    <a:cubicBezTo>
                      <a:pt x="1256" y="47"/>
                      <a:pt x="1210" y="1"/>
                      <a:pt x="1149" y="1"/>
                    </a:cubicBezTo>
                    <a:cubicBezTo>
                      <a:pt x="1146" y="1"/>
                      <a:pt x="1138" y="0"/>
                      <a:pt x="1124" y="0"/>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5" name="Google Shape;484;p28">
                <a:extLst>
                  <a:ext uri="{FF2B5EF4-FFF2-40B4-BE49-F238E27FC236}">
                    <a16:creationId xmlns:a16="http://schemas.microsoft.com/office/drawing/2014/main" id="{54A552D6-2522-B1CB-58D5-6804C4B5E92A}"/>
                  </a:ext>
                </a:extLst>
              </p:cNvPr>
              <p:cNvSpPr/>
              <p:nvPr/>
            </p:nvSpPr>
            <p:spPr>
              <a:xfrm>
                <a:off x="2677183" y="2017490"/>
                <a:ext cx="39249" cy="11554"/>
              </a:xfrm>
              <a:custGeom>
                <a:avLst/>
                <a:gdLst/>
                <a:ahLst/>
                <a:cxnLst/>
                <a:rect l="l" t="t" r="r" b="b"/>
                <a:pathLst>
                  <a:path w="1121" h="330" extrusionOk="0">
                    <a:moveTo>
                      <a:pt x="537" y="0"/>
                    </a:moveTo>
                    <a:cubicBezTo>
                      <a:pt x="265" y="0"/>
                      <a:pt x="80" y="103"/>
                      <a:pt x="69" y="111"/>
                    </a:cubicBezTo>
                    <a:cubicBezTo>
                      <a:pt x="18" y="139"/>
                      <a:pt x="0" y="204"/>
                      <a:pt x="30" y="258"/>
                    </a:cubicBezTo>
                    <a:cubicBezTo>
                      <a:pt x="49" y="292"/>
                      <a:pt x="84" y="311"/>
                      <a:pt x="122" y="311"/>
                    </a:cubicBezTo>
                    <a:cubicBezTo>
                      <a:pt x="140" y="311"/>
                      <a:pt x="159" y="306"/>
                      <a:pt x="177" y="297"/>
                    </a:cubicBezTo>
                    <a:cubicBezTo>
                      <a:pt x="188" y="290"/>
                      <a:pt x="327" y="214"/>
                      <a:pt x="535" y="214"/>
                    </a:cubicBezTo>
                    <a:cubicBezTo>
                      <a:pt x="655" y="214"/>
                      <a:pt x="798" y="239"/>
                      <a:pt x="952" y="318"/>
                    </a:cubicBezTo>
                    <a:cubicBezTo>
                      <a:pt x="969" y="326"/>
                      <a:pt x="987" y="330"/>
                      <a:pt x="1006" y="330"/>
                    </a:cubicBezTo>
                    <a:cubicBezTo>
                      <a:pt x="1042" y="326"/>
                      <a:pt x="1077" y="305"/>
                      <a:pt x="1095" y="272"/>
                    </a:cubicBezTo>
                    <a:cubicBezTo>
                      <a:pt x="1120" y="218"/>
                      <a:pt x="1099" y="154"/>
                      <a:pt x="1049" y="125"/>
                    </a:cubicBezTo>
                    <a:cubicBezTo>
                      <a:pt x="861" y="31"/>
                      <a:pt x="686" y="0"/>
                      <a:pt x="537" y="0"/>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6" name="Google Shape;485;p28">
                <a:extLst>
                  <a:ext uri="{FF2B5EF4-FFF2-40B4-BE49-F238E27FC236}">
                    <a16:creationId xmlns:a16="http://schemas.microsoft.com/office/drawing/2014/main" id="{180C4E72-A874-A0D8-75A7-0B807D477618}"/>
                  </a:ext>
                </a:extLst>
              </p:cNvPr>
              <p:cNvSpPr/>
              <p:nvPr/>
            </p:nvSpPr>
            <p:spPr>
              <a:xfrm>
                <a:off x="2205911" y="4422306"/>
                <a:ext cx="41490" cy="20972"/>
              </a:xfrm>
              <a:custGeom>
                <a:avLst/>
                <a:gdLst/>
                <a:ahLst/>
                <a:cxnLst/>
                <a:rect l="l" t="t" r="r" b="b"/>
                <a:pathLst>
                  <a:path w="1185" h="599" extrusionOk="0">
                    <a:moveTo>
                      <a:pt x="191" y="108"/>
                    </a:moveTo>
                    <a:cubicBezTo>
                      <a:pt x="521" y="108"/>
                      <a:pt x="959" y="144"/>
                      <a:pt x="1045" y="269"/>
                    </a:cubicBezTo>
                    <a:cubicBezTo>
                      <a:pt x="1056" y="284"/>
                      <a:pt x="1067" y="309"/>
                      <a:pt x="1049" y="352"/>
                    </a:cubicBezTo>
                    <a:cubicBezTo>
                      <a:pt x="1017" y="428"/>
                      <a:pt x="969" y="474"/>
                      <a:pt x="905" y="489"/>
                    </a:cubicBezTo>
                    <a:cubicBezTo>
                      <a:pt x="891" y="492"/>
                      <a:pt x="876" y="493"/>
                      <a:pt x="860" y="493"/>
                    </a:cubicBezTo>
                    <a:cubicBezTo>
                      <a:pt x="702" y="493"/>
                      <a:pt x="461" y="352"/>
                      <a:pt x="191" y="108"/>
                    </a:cubicBezTo>
                    <a:close/>
                    <a:moveTo>
                      <a:pt x="213" y="1"/>
                    </a:moveTo>
                    <a:cubicBezTo>
                      <a:pt x="135" y="1"/>
                      <a:pt x="78" y="3"/>
                      <a:pt x="58" y="4"/>
                    </a:cubicBezTo>
                    <a:cubicBezTo>
                      <a:pt x="33" y="7"/>
                      <a:pt x="15" y="22"/>
                      <a:pt x="8" y="40"/>
                    </a:cubicBezTo>
                    <a:cubicBezTo>
                      <a:pt x="0" y="62"/>
                      <a:pt x="8" y="83"/>
                      <a:pt x="22" y="97"/>
                    </a:cubicBezTo>
                    <a:cubicBezTo>
                      <a:pt x="221" y="292"/>
                      <a:pt x="583" y="599"/>
                      <a:pt x="859" y="599"/>
                    </a:cubicBezTo>
                    <a:cubicBezTo>
                      <a:pt x="872" y="599"/>
                      <a:pt x="885" y="598"/>
                      <a:pt x="898" y="596"/>
                    </a:cubicBezTo>
                    <a:cubicBezTo>
                      <a:pt x="909" y="596"/>
                      <a:pt x="916" y="592"/>
                      <a:pt x="926" y="592"/>
                    </a:cubicBezTo>
                    <a:cubicBezTo>
                      <a:pt x="1027" y="571"/>
                      <a:pt x="1103" y="503"/>
                      <a:pt x="1149" y="391"/>
                    </a:cubicBezTo>
                    <a:cubicBezTo>
                      <a:pt x="1185" y="309"/>
                      <a:pt x="1160" y="244"/>
                      <a:pt x="1135" y="209"/>
                    </a:cubicBezTo>
                    <a:cubicBezTo>
                      <a:pt x="1004" y="25"/>
                      <a:pt x="483" y="1"/>
                      <a:pt x="213" y="1"/>
                    </a:cubicBezTo>
                    <a:close/>
                  </a:path>
                </a:pathLst>
              </a:custGeom>
              <a:solidFill>
                <a:srgbClr val="BF9000"/>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7" name="Google Shape;486;p28">
                <a:extLst>
                  <a:ext uri="{FF2B5EF4-FFF2-40B4-BE49-F238E27FC236}">
                    <a16:creationId xmlns:a16="http://schemas.microsoft.com/office/drawing/2014/main" id="{2EFC14F6-D75D-1CE4-23CA-170109EF1E03}"/>
                  </a:ext>
                </a:extLst>
              </p:cNvPr>
              <p:cNvSpPr/>
              <p:nvPr/>
            </p:nvSpPr>
            <p:spPr>
              <a:xfrm>
                <a:off x="2206051" y="4400633"/>
                <a:ext cx="35713" cy="25594"/>
              </a:xfrm>
              <a:custGeom>
                <a:avLst/>
                <a:gdLst/>
                <a:ahLst/>
                <a:cxnLst/>
                <a:rect l="l" t="t" r="r" b="b"/>
                <a:pathLst>
                  <a:path w="1020" h="731" extrusionOk="0">
                    <a:moveTo>
                      <a:pt x="742" y="108"/>
                    </a:moveTo>
                    <a:cubicBezTo>
                      <a:pt x="781" y="108"/>
                      <a:pt x="814" y="122"/>
                      <a:pt x="847" y="146"/>
                    </a:cubicBezTo>
                    <a:cubicBezTo>
                      <a:pt x="905" y="189"/>
                      <a:pt x="901" y="221"/>
                      <a:pt x="890" y="246"/>
                    </a:cubicBezTo>
                    <a:cubicBezTo>
                      <a:pt x="841" y="397"/>
                      <a:pt x="431" y="580"/>
                      <a:pt x="158" y="619"/>
                    </a:cubicBezTo>
                    <a:cubicBezTo>
                      <a:pt x="281" y="436"/>
                      <a:pt x="510" y="149"/>
                      <a:pt x="704" y="113"/>
                    </a:cubicBezTo>
                    <a:cubicBezTo>
                      <a:pt x="707" y="109"/>
                      <a:pt x="715" y="109"/>
                      <a:pt x="718" y="109"/>
                    </a:cubicBezTo>
                    <a:cubicBezTo>
                      <a:pt x="726" y="108"/>
                      <a:pt x="734" y="108"/>
                      <a:pt x="742" y="108"/>
                    </a:cubicBezTo>
                    <a:close/>
                    <a:moveTo>
                      <a:pt x="737" y="1"/>
                    </a:moveTo>
                    <a:cubicBezTo>
                      <a:pt x="719" y="1"/>
                      <a:pt x="701" y="2"/>
                      <a:pt x="682" y="5"/>
                    </a:cubicBezTo>
                    <a:cubicBezTo>
                      <a:pt x="359" y="66"/>
                      <a:pt x="22" y="626"/>
                      <a:pt x="8" y="651"/>
                    </a:cubicBezTo>
                    <a:cubicBezTo>
                      <a:pt x="1" y="666"/>
                      <a:pt x="1" y="687"/>
                      <a:pt x="8" y="706"/>
                    </a:cubicBezTo>
                    <a:cubicBezTo>
                      <a:pt x="18" y="720"/>
                      <a:pt x="36" y="730"/>
                      <a:pt x="54" y="730"/>
                    </a:cubicBezTo>
                    <a:cubicBezTo>
                      <a:pt x="79" y="730"/>
                      <a:pt x="108" y="730"/>
                      <a:pt x="137" y="727"/>
                    </a:cubicBezTo>
                    <a:cubicBezTo>
                      <a:pt x="417" y="694"/>
                      <a:pt x="915" y="505"/>
                      <a:pt x="995" y="282"/>
                    </a:cubicBezTo>
                    <a:cubicBezTo>
                      <a:pt x="1008" y="235"/>
                      <a:pt x="1020" y="142"/>
                      <a:pt x="915" y="59"/>
                    </a:cubicBezTo>
                    <a:cubicBezTo>
                      <a:pt x="862" y="20"/>
                      <a:pt x="802" y="1"/>
                      <a:pt x="737" y="1"/>
                    </a:cubicBezTo>
                    <a:close/>
                  </a:path>
                </a:pathLst>
              </a:custGeom>
              <a:solidFill>
                <a:srgbClr val="FFD966"/>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8" name="Google Shape;487;p28">
                <a:extLst>
                  <a:ext uri="{FF2B5EF4-FFF2-40B4-BE49-F238E27FC236}">
                    <a16:creationId xmlns:a16="http://schemas.microsoft.com/office/drawing/2014/main" id="{12D7671B-FD86-5D6C-9C34-D57FEF54D761}"/>
                  </a:ext>
                </a:extLst>
              </p:cNvPr>
              <p:cNvSpPr/>
              <p:nvPr/>
            </p:nvSpPr>
            <p:spPr>
              <a:xfrm>
                <a:off x="2753336" y="4612390"/>
                <a:ext cx="49683" cy="20202"/>
              </a:xfrm>
              <a:custGeom>
                <a:avLst/>
                <a:gdLst/>
                <a:ahLst/>
                <a:cxnLst/>
                <a:rect l="l" t="t" r="r" b="b"/>
                <a:pathLst>
                  <a:path w="1419" h="577" extrusionOk="0">
                    <a:moveTo>
                      <a:pt x="1163" y="106"/>
                    </a:moveTo>
                    <a:cubicBezTo>
                      <a:pt x="1206" y="106"/>
                      <a:pt x="1239" y="113"/>
                      <a:pt x="1264" y="128"/>
                    </a:cubicBezTo>
                    <a:cubicBezTo>
                      <a:pt x="1286" y="138"/>
                      <a:pt x="1297" y="156"/>
                      <a:pt x="1300" y="185"/>
                    </a:cubicBezTo>
                    <a:cubicBezTo>
                      <a:pt x="1307" y="257"/>
                      <a:pt x="1286" y="315"/>
                      <a:pt x="1239" y="358"/>
                    </a:cubicBezTo>
                    <a:cubicBezTo>
                      <a:pt x="1157" y="431"/>
                      <a:pt x="990" y="467"/>
                      <a:pt x="761" y="467"/>
                    </a:cubicBezTo>
                    <a:cubicBezTo>
                      <a:pt x="608" y="467"/>
                      <a:pt x="428" y="451"/>
                      <a:pt x="227" y="418"/>
                    </a:cubicBezTo>
                    <a:cubicBezTo>
                      <a:pt x="539" y="267"/>
                      <a:pt x="952" y="106"/>
                      <a:pt x="1163" y="106"/>
                    </a:cubicBezTo>
                    <a:close/>
                    <a:moveTo>
                      <a:pt x="1170" y="0"/>
                    </a:moveTo>
                    <a:cubicBezTo>
                      <a:pt x="804" y="0"/>
                      <a:pt x="123" y="350"/>
                      <a:pt x="33" y="393"/>
                    </a:cubicBezTo>
                    <a:cubicBezTo>
                      <a:pt x="15" y="404"/>
                      <a:pt x="0" y="426"/>
                      <a:pt x="5" y="451"/>
                    </a:cubicBezTo>
                    <a:cubicBezTo>
                      <a:pt x="8" y="472"/>
                      <a:pt x="26" y="490"/>
                      <a:pt x="48" y="494"/>
                    </a:cubicBezTo>
                    <a:cubicBezTo>
                      <a:pt x="242" y="533"/>
                      <a:pt x="510" y="576"/>
                      <a:pt x="762" y="576"/>
                    </a:cubicBezTo>
                    <a:cubicBezTo>
                      <a:pt x="988" y="576"/>
                      <a:pt x="1193" y="540"/>
                      <a:pt x="1311" y="436"/>
                    </a:cubicBezTo>
                    <a:cubicBezTo>
                      <a:pt x="1386" y="368"/>
                      <a:pt x="1418" y="282"/>
                      <a:pt x="1408" y="174"/>
                    </a:cubicBezTo>
                    <a:cubicBezTo>
                      <a:pt x="1400" y="110"/>
                      <a:pt x="1372" y="63"/>
                      <a:pt x="1318" y="30"/>
                    </a:cubicBezTo>
                    <a:cubicBezTo>
                      <a:pt x="1279" y="9"/>
                      <a:pt x="1229" y="0"/>
                      <a:pt x="1170" y="0"/>
                    </a:cubicBezTo>
                    <a:close/>
                  </a:path>
                </a:pathLst>
              </a:custGeom>
              <a:solidFill>
                <a:srgbClr val="BF9000"/>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9" name="Google Shape;488;p28">
                <a:extLst>
                  <a:ext uri="{FF2B5EF4-FFF2-40B4-BE49-F238E27FC236}">
                    <a16:creationId xmlns:a16="http://schemas.microsoft.com/office/drawing/2014/main" id="{D8F71319-71F1-15EE-F888-4F9A56FF17E5}"/>
                  </a:ext>
                </a:extLst>
              </p:cNvPr>
              <p:cNvSpPr/>
              <p:nvPr/>
            </p:nvSpPr>
            <p:spPr>
              <a:xfrm>
                <a:off x="2753476" y="4593763"/>
                <a:ext cx="30811" cy="36063"/>
              </a:xfrm>
              <a:custGeom>
                <a:avLst/>
                <a:gdLst/>
                <a:ahLst/>
                <a:cxnLst/>
                <a:rect l="l" t="t" r="r" b="b"/>
                <a:pathLst>
                  <a:path w="880" h="1030" extrusionOk="0">
                    <a:moveTo>
                      <a:pt x="629" y="110"/>
                    </a:moveTo>
                    <a:cubicBezTo>
                      <a:pt x="725" y="121"/>
                      <a:pt x="733" y="161"/>
                      <a:pt x="733" y="171"/>
                    </a:cubicBezTo>
                    <a:cubicBezTo>
                      <a:pt x="758" y="325"/>
                      <a:pt x="395" y="710"/>
                      <a:pt x="119" y="878"/>
                    </a:cubicBezTo>
                    <a:cubicBezTo>
                      <a:pt x="147" y="699"/>
                      <a:pt x="223" y="337"/>
                      <a:pt x="410" y="179"/>
                    </a:cubicBezTo>
                    <a:cubicBezTo>
                      <a:pt x="467" y="132"/>
                      <a:pt x="528" y="110"/>
                      <a:pt x="596" y="110"/>
                    </a:cubicBezTo>
                    <a:close/>
                    <a:moveTo>
                      <a:pt x="599" y="0"/>
                    </a:moveTo>
                    <a:cubicBezTo>
                      <a:pt x="503" y="0"/>
                      <a:pt x="416" y="33"/>
                      <a:pt x="341" y="96"/>
                    </a:cubicBezTo>
                    <a:cubicBezTo>
                      <a:pt x="54" y="333"/>
                      <a:pt x="4" y="943"/>
                      <a:pt x="1" y="968"/>
                    </a:cubicBezTo>
                    <a:cubicBezTo>
                      <a:pt x="1" y="990"/>
                      <a:pt x="8" y="1008"/>
                      <a:pt x="26" y="1019"/>
                    </a:cubicBezTo>
                    <a:cubicBezTo>
                      <a:pt x="33" y="1026"/>
                      <a:pt x="44" y="1029"/>
                      <a:pt x="54" y="1029"/>
                    </a:cubicBezTo>
                    <a:cubicBezTo>
                      <a:pt x="61" y="1029"/>
                      <a:pt x="69" y="1026"/>
                      <a:pt x="76" y="1022"/>
                    </a:cubicBezTo>
                    <a:cubicBezTo>
                      <a:pt x="349" y="900"/>
                      <a:pt x="879" y="412"/>
                      <a:pt x="841" y="157"/>
                    </a:cubicBezTo>
                    <a:cubicBezTo>
                      <a:pt x="829" y="96"/>
                      <a:pt x="786" y="20"/>
                      <a:pt x="639" y="2"/>
                    </a:cubicBezTo>
                    <a:cubicBezTo>
                      <a:pt x="625" y="1"/>
                      <a:pt x="612" y="0"/>
                      <a:pt x="599" y="0"/>
                    </a:cubicBezTo>
                    <a:close/>
                  </a:path>
                </a:pathLst>
              </a:custGeom>
              <a:solidFill>
                <a:srgbClr val="FFD966"/>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0" name="Google Shape;489;p28">
                <a:extLst>
                  <a:ext uri="{FF2B5EF4-FFF2-40B4-BE49-F238E27FC236}">
                    <a16:creationId xmlns:a16="http://schemas.microsoft.com/office/drawing/2014/main" id="{65BF55E8-D8EF-29A7-9085-2DAF4167FEBC}"/>
                  </a:ext>
                </a:extLst>
              </p:cNvPr>
              <p:cNvSpPr/>
              <p:nvPr/>
            </p:nvSpPr>
            <p:spPr>
              <a:xfrm>
                <a:off x="2630301" y="2076522"/>
                <a:ext cx="14005" cy="9138"/>
              </a:xfrm>
              <a:custGeom>
                <a:avLst/>
                <a:gdLst/>
                <a:ahLst/>
                <a:cxnLst/>
                <a:rect l="l" t="t" r="r" b="b"/>
                <a:pathLst>
                  <a:path w="400" h="261" extrusionOk="0">
                    <a:moveTo>
                      <a:pt x="399" y="0"/>
                    </a:moveTo>
                    <a:lnTo>
                      <a:pt x="1" y="219"/>
                    </a:lnTo>
                    <a:cubicBezTo>
                      <a:pt x="46" y="248"/>
                      <a:pt x="87" y="260"/>
                      <a:pt x="125" y="260"/>
                    </a:cubicBezTo>
                    <a:cubicBezTo>
                      <a:pt x="302" y="260"/>
                      <a:pt x="399" y="0"/>
                      <a:pt x="399" y="0"/>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1" name="Google Shape;490;p28">
                <a:extLst>
                  <a:ext uri="{FF2B5EF4-FFF2-40B4-BE49-F238E27FC236}">
                    <a16:creationId xmlns:a16="http://schemas.microsoft.com/office/drawing/2014/main" id="{A76EEEB9-A06E-0799-E6B5-034D5257BADA}"/>
                  </a:ext>
                </a:extLst>
              </p:cNvPr>
              <p:cNvSpPr/>
              <p:nvPr/>
            </p:nvSpPr>
            <p:spPr>
              <a:xfrm>
                <a:off x="2470853" y="2821103"/>
                <a:ext cx="346484" cy="35853"/>
              </a:xfrm>
              <a:custGeom>
                <a:avLst/>
                <a:gdLst/>
                <a:ahLst/>
                <a:cxnLst/>
                <a:rect l="l" t="t" r="r" b="b"/>
                <a:pathLst>
                  <a:path w="9896" h="1024" extrusionOk="0">
                    <a:moveTo>
                      <a:pt x="416" y="1"/>
                    </a:moveTo>
                    <a:cubicBezTo>
                      <a:pt x="348" y="1"/>
                      <a:pt x="287" y="30"/>
                      <a:pt x="265" y="73"/>
                    </a:cubicBezTo>
                    <a:lnTo>
                      <a:pt x="32" y="895"/>
                    </a:lnTo>
                    <a:cubicBezTo>
                      <a:pt x="0" y="959"/>
                      <a:pt x="75" y="1024"/>
                      <a:pt x="183" y="1024"/>
                    </a:cubicBezTo>
                    <a:lnTo>
                      <a:pt x="9652" y="1024"/>
                    </a:lnTo>
                    <a:cubicBezTo>
                      <a:pt x="9734" y="1024"/>
                      <a:pt x="9802" y="984"/>
                      <a:pt x="9806" y="931"/>
                    </a:cubicBezTo>
                    <a:lnTo>
                      <a:pt x="9889" y="108"/>
                    </a:lnTo>
                    <a:cubicBezTo>
                      <a:pt x="9895" y="51"/>
                      <a:pt x="9824" y="1"/>
                      <a:pt x="9734" y="1"/>
                    </a:cubicBezTo>
                    <a:close/>
                  </a:path>
                </a:pathLst>
              </a:custGeom>
              <a:solidFill>
                <a:srgbClr val="999999"/>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2" name="Google Shape;491;p28">
                <a:extLst>
                  <a:ext uri="{FF2B5EF4-FFF2-40B4-BE49-F238E27FC236}">
                    <a16:creationId xmlns:a16="http://schemas.microsoft.com/office/drawing/2014/main" id="{10273444-3A53-B596-B6E1-0618B13981B2}"/>
                  </a:ext>
                </a:extLst>
              </p:cNvPr>
              <p:cNvSpPr/>
              <p:nvPr/>
            </p:nvSpPr>
            <p:spPr>
              <a:xfrm>
                <a:off x="2513323" y="2818617"/>
                <a:ext cx="19397" cy="41490"/>
              </a:xfrm>
              <a:custGeom>
                <a:avLst/>
                <a:gdLst/>
                <a:ahLst/>
                <a:cxnLst/>
                <a:rect l="l" t="t" r="r" b="b"/>
                <a:pathLst>
                  <a:path w="554" h="1185" extrusionOk="0">
                    <a:moveTo>
                      <a:pt x="215" y="0"/>
                    </a:moveTo>
                    <a:cubicBezTo>
                      <a:pt x="165" y="0"/>
                      <a:pt x="122" y="25"/>
                      <a:pt x="119" y="58"/>
                    </a:cubicBezTo>
                    <a:lnTo>
                      <a:pt x="3" y="1127"/>
                    </a:lnTo>
                    <a:cubicBezTo>
                      <a:pt x="0" y="1160"/>
                      <a:pt x="36" y="1185"/>
                      <a:pt x="86" y="1185"/>
                    </a:cubicBezTo>
                    <a:lnTo>
                      <a:pt x="338" y="1185"/>
                    </a:lnTo>
                    <a:cubicBezTo>
                      <a:pt x="384" y="1185"/>
                      <a:pt x="431" y="1160"/>
                      <a:pt x="431" y="1127"/>
                    </a:cubicBezTo>
                    <a:lnTo>
                      <a:pt x="550" y="58"/>
                    </a:lnTo>
                    <a:cubicBezTo>
                      <a:pt x="553" y="25"/>
                      <a:pt x="513" y="0"/>
                      <a:pt x="467" y="0"/>
                    </a:cubicBezTo>
                    <a:close/>
                  </a:path>
                </a:pathLst>
              </a:custGeom>
              <a:solidFill>
                <a:srgbClr val="407BFF"/>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3" name="Google Shape;492;p28">
                <a:extLst>
                  <a:ext uri="{FF2B5EF4-FFF2-40B4-BE49-F238E27FC236}">
                    <a16:creationId xmlns:a16="http://schemas.microsoft.com/office/drawing/2014/main" id="{9E81121A-9A6E-66F1-6833-F0E9F36BCFA5}"/>
                  </a:ext>
                </a:extLst>
              </p:cNvPr>
              <p:cNvSpPr/>
              <p:nvPr/>
            </p:nvSpPr>
            <p:spPr>
              <a:xfrm>
                <a:off x="2513323" y="2818617"/>
                <a:ext cx="19257" cy="41490"/>
              </a:xfrm>
              <a:custGeom>
                <a:avLst/>
                <a:gdLst/>
                <a:ahLst/>
                <a:cxnLst/>
                <a:rect l="l" t="t" r="r" b="b"/>
                <a:pathLst>
                  <a:path w="550" h="1185" extrusionOk="0">
                    <a:moveTo>
                      <a:pt x="215" y="0"/>
                    </a:moveTo>
                    <a:cubicBezTo>
                      <a:pt x="165" y="0"/>
                      <a:pt x="122" y="25"/>
                      <a:pt x="119" y="58"/>
                    </a:cubicBezTo>
                    <a:lnTo>
                      <a:pt x="3" y="1127"/>
                    </a:lnTo>
                    <a:lnTo>
                      <a:pt x="3" y="1131"/>
                    </a:lnTo>
                    <a:cubicBezTo>
                      <a:pt x="0" y="1160"/>
                      <a:pt x="40" y="1185"/>
                      <a:pt x="86" y="1185"/>
                    </a:cubicBezTo>
                    <a:lnTo>
                      <a:pt x="338" y="1185"/>
                    </a:lnTo>
                    <a:cubicBezTo>
                      <a:pt x="384" y="1185"/>
                      <a:pt x="431" y="1160"/>
                      <a:pt x="431" y="1127"/>
                    </a:cubicBezTo>
                    <a:lnTo>
                      <a:pt x="550" y="58"/>
                    </a:lnTo>
                    <a:lnTo>
                      <a:pt x="550" y="54"/>
                    </a:lnTo>
                    <a:cubicBezTo>
                      <a:pt x="550" y="25"/>
                      <a:pt x="513" y="0"/>
                      <a:pt x="467" y="0"/>
                    </a:cubicBezTo>
                    <a:close/>
                  </a:path>
                </a:pathLst>
              </a:custGeom>
              <a:solidFill>
                <a:srgbClr val="F1C232"/>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4" name="Google Shape;493;p28">
                <a:extLst>
                  <a:ext uri="{FF2B5EF4-FFF2-40B4-BE49-F238E27FC236}">
                    <a16:creationId xmlns:a16="http://schemas.microsoft.com/office/drawing/2014/main" id="{413DC07D-2AF9-BC80-782F-C90031C54474}"/>
                  </a:ext>
                </a:extLst>
              </p:cNvPr>
              <p:cNvSpPr/>
              <p:nvPr/>
            </p:nvSpPr>
            <p:spPr>
              <a:xfrm>
                <a:off x="2772348" y="2818617"/>
                <a:ext cx="19467" cy="41490"/>
              </a:xfrm>
              <a:custGeom>
                <a:avLst/>
                <a:gdLst/>
                <a:ahLst/>
                <a:cxnLst/>
                <a:rect l="l" t="t" r="r" b="b"/>
                <a:pathLst>
                  <a:path w="556" h="1185" extrusionOk="0">
                    <a:moveTo>
                      <a:pt x="219" y="0"/>
                    </a:moveTo>
                    <a:cubicBezTo>
                      <a:pt x="168" y="0"/>
                      <a:pt x="125" y="25"/>
                      <a:pt x="122" y="58"/>
                    </a:cubicBezTo>
                    <a:lnTo>
                      <a:pt x="3" y="1127"/>
                    </a:lnTo>
                    <a:cubicBezTo>
                      <a:pt x="0" y="1160"/>
                      <a:pt x="39" y="1185"/>
                      <a:pt x="90" y="1185"/>
                    </a:cubicBezTo>
                    <a:lnTo>
                      <a:pt x="337" y="1185"/>
                    </a:lnTo>
                    <a:cubicBezTo>
                      <a:pt x="388" y="1185"/>
                      <a:pt x="431" y="1160"/>
                      <a:pt x="434" y="1127"/>
                    </a:cubicBezTo>
                    <a:lnTo>
                      <a:pt x="552" y="58"/>
                    </a:lnTo>
                    <a:cubicBezTo>
                      <a:pt x="556" y="25"/>
                      <a:pt x="517" y="0"/>
                      <a:pt x="466" y="0"/>
                    </a:cubicBezTo>
                    <a:close/>
                  </a:path>
                </a:pathLst>
              </a:custGeom>
              <a:solidFill>
                <a:srgbClr val="407BFF"/>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5" name="Google Shape;494;p28">
                <a:extLst>
                  <a:ext uri="{FF2B5EF4-FFF2-40B4-BE49-F238E27FC236}">
                    <a16:creationId xmlns:a16="http://schemas.microsoft.com/office/drawing/2014/main" id="{84DE4981-502B-653B-D545-5D525D91864C}"/>
                  </a:ext>
                </a:extLst>
              </p:cNvPr>
              <p:cNvSpPr/>
              <p:nvPr/>
            </p:nvSpPr>
            <p:spPr>
              <a:xfrm>
                <a:off x="2643396" y="2818617"/>
                <a:ext cx="19362" cy="41490"/>
              </a:xfrm>
              <a:custGeom>
                <a:avLst/>
                <a:gdLst/>
                <a:ahLst/>
                <a:cxnLst/>
                <a:rect l="l" t="t" r="r" b="b"/>
                <a:pathLst>
                  <a:path w="553" h="1185" extrusionOk="0">
                    <a:moveTo>
                      <a:pt x="216" y="0"/>
                    </a:moveTo>
                    <a:cubicBezTo>
                      <a:pt x="165" y="0"/>
                      <a:pt x="122" y="25"/>
                      <a:pt x="118" y="58"/>
                    </a:cubicBezTo>
                    <a:lnTo>
                      <a:pt x="4" y="1127"/>
                    </a:lnTo>
                    <a:cubicBezTo>
                      <a:pt x="0" y="1160"/>
                      <a:pt x="36" y="1185"/>
                      <a:pt x="87" y="1185"/>
                    </a:cubicBezTo>
                    <a:lnTo>
                      <a:pt x="337" y="1185"/>
                    </a:lnTo>
                    <a:cubicBezTo>
                      <a:pt x="384" y="1185"/>
                      <a:pt x="431" y="1160"/>
                      <a:pt x="435" y="1127"/>
                    </a:cubicBezTo>
                    <a:lnTo>
                      <a:pt x="549" y="58"/>
                    </a:lnTo>
                    <a:cubicBezTo>
                      <a:pt x="553" y="25"/>
                      <a:pt x="517" y="0"/>
                      <a:pt x="466" y="0"/>
                    </a:cubicBezTo>
                    <a:close/>
                  </a:path>
                </a:pathLst>
              </a:custGeom>
              <a:solidFill>
                <a:srgbClr val="407BFF"/>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6" name="Google Shape;495;p28">
                <a:extLst>
                  <a:ext uri="{FF2B5EF4-FFF2-40B4-BE49-F238E27FC236}">
                    <a16:creationId xmlns:a16="http://schemas.microsoft.com/office/drawing/2014/main" id="{DD0F7023-A3D3-C44D-A832-B7795D5EC33A}"/>
                  </a:ext>
                </a:extLst>
              </p:cNvPr>
              <p:cNvSpPr/>
              <p:nvPr/>
            </p:nvSpPr>
            <p:spPr>
              <a:xfrm>
                <a:off x="2475381" y="2091484"/>
                <a:ext cx="1013577" cy="907769"/>
              </a:xfrm>
              <a:custGeom>
                <a:avLst/>
                <a:gdLst/>
                <a:ahLst/>
                <a:cxnLst/>
                <a:rect l="l" t="t" r="r" b="b"/>
                <a:pathLst>
                  <a:path w="28949" h="25927" extrusionOk="0">
                    <a:moveTo>
                      <a:pt x="27853" y="1"/>
                    </a:moveTo>
                    <a:lnTo>
                      <a:pt x="8130" y="5173"/>
                    </a:lnTo>
                    <a:lnTo>
                      <a:pt x="9221" y="6009"/>
                    </a:lnTo>
                    <a:lnTo>
                      <a:pt x="28948" y="837"/>
                    </a:lnTo>
                    <a:lnTo>
                      <a:pt x="27853" y="1"/>
                    </a:lnTo>
                    <a:close/>
                    <a:moveTo>
                      <a:pt x="12606" y="8594"/>
                    </a:moveTo>
                    <a:lnTo>
                      <a:pt x="10908" y="10815"/>
                    </a:lnTo>
                    <a:lnTo>
                      <a:pt x="3163" y="20948"/>
                    </a:lnTo>
                    <a:lnTo>
                      <a:pt x="1" y="25090"/>
                    </a:lnTo>
                    <a:lnTo>
                      <a:pt x="1091" y="25927"/>
                    </a:lnTo>
                    <a:lnTo>
                      <a:pt x="13697" y="9430"/>
                    </a:lnTo>
                    <a:lnTo>
                      <a:pt x="12606" y="8594"/>
                    </a:lnTo>
                    <a:close/>
                  </a:path>
                </a:pathLst>
              </a:custGeom>
              <a:solidFill>
                <a:srgbClr val="F1C232"/>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7" name="Google Shape;496;p28">
                <a:extLst>
                  <a:ext uri="{FF2B5EF4-FFF2-40B4-BE49-F238E27FC236}">
                    <a16:creationId xmlns:a16="http://schemas.microsoft.com/office/drawing/2014/main" id="{B168B997-D943-1DBC-13A5-246872CA0850}"/>
                  </a:ext>
                </a:extLst>
              </p:cNvPr>
              <p:cNvSpPr/>
              <p:nvPr/>
            </p:nvSpPr>
            <p:spPr>
              <a:xfrm>
                <a:off x="2509787" y="2116997"/>
                <a:ext cx="982031" cy="1171798"/>
              </a:xfrm>
              <a:custGeom>
                <a:avLst/>
                <a:gdLst/>
                <a:ahLst/>
                <a:cxnLst/>
                <a:rect l="l" t="t" r="r" b="b"/>
                <a:pathLst>
                  <a:path w="28048" h="33468" extrusionOk="0">
                    <a:moveTo>
                      <a:pt x="27857" y="0"/>
                    </a:moveTo>
                    <a:lnTo>
                      <a:pt x="8130" y="5172"/>
                    </a:lnTo>
                    <a:lnTo>
                      <a:pt x="12606" y="8593"/>
                    </a:lnTo>
                    <a:lnTo>
                      <a:pt x="0" y="25090"/>
                    </a:lnTo>
                    <a:lnTo>
                      <a:pt x="10962" y="33467"/>
                    </a:lnTo>
                    <a:lnTo>
                      <a:pt x="23572" y="16971"/>
                    </a:lnTo>
                    <a:lnTo>
                      <a:pt x="28048" y="20390"/>
                    </a:lnTo>
                    <a:lnTo>
                      <a:pt x="28048" y="20390"/>
                    </a:lnTo>
                    <a:lnTo>
                      <a:pt x="27857" y="0"/>
                    </a:lnTo>
                    <a:close/>
                  </a:path>
                </a:pathLst>
              </a:custGeom>
              <a:solidFill>
                <a:srgbClr val="FFE599"/>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7" name="Google Shape;497;p28">
                <a:extLst>
                  <a:ext uri="{FF2B5EF4-FFF2-40B4-BE49-F238E27FC236}">
                    <a16:creationId xmlns:a16="http://schemas.microsoft.com/office/drawing/2014/main" id="{23FA31C0-79EE-3759-DC7A-493F600D081C}"/>
                  </a:ext>
                </a:extLst>
              </p:cNvPr>
              <p:cNvSpPr/>
              <p:nvPr/>
            </p:nvSpPr>
            <p:spPr>
              <a:xfrm>
                <a:off x="3247996" y="2515617"/>
                <a:ext cx="9663" cy="52449"/>
              </a:xfrm>
              <a:custGeom>
                <a:avLst/>
                <a:gdLst/>
                <a:ahLst/>
                <a:cxnLst/>
                <a:rect l="l" t="t" r="r" b="b"/>
                <a:pathLst>
                  <a:path w="276" h="1498" extrusionOk="0">
                    <a:moveTo>
                      <a:pt x="0" y="0"/>
                    </a:moveTo>
                    <a:lnTo>
                      <a:pt x="14" y="1497"/>
                    </a:lnTo>
                    <a:lnTo>
                      <a:pt x="276" y="1494"/>
                    </a:lnTo>
                    <a:lnTo>
                      <a:pt x="262" y="0"/>
                    </a:lnTo>
                    <a:close/>
                  </a:path>
                </a:pathLst>
              </a:custGeom>
              <a:solidFill>
                <a:srgbClr val="43434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8" name="Google Shape;498;p28">
                <a:extLst>
                  <a:ext uri="{FF2B5EF4-FFF2-40B4-BE49-F238E27FC236}">
                    <a16:creationId xmlns:a16="http://schemas.microsoft.com/office/drawing/2014/main" id="{2886223B-C2CD-164F-8007-8B667CB97025}"/>
                  </a:ext>
                </a:extLst>
              </p:cNvPr>
              <p:cNvSpPr/>
              <p:nvPr/>
            </p:nvSpPr>
            <p:spPr>
              <a:xfrm>
                <a:off x="3246315" y="2340798"/>
                <a:ext cx="10364" cy="125065"/>
              </a:xfrm>
              <a:custGeom>
                <a:avLst/>
                <a:gdLst/>
                <a:ahLst/>
                <a:cxnLst/>
                <a:rect l="l" t="t" r="r" b="b"/>
                <a:pathLst>
                  <a:path w="296" h="3572" extrusionOk="0">
                    <a:moveTo>
                      <a:pt x="264" y="0"/>
                    </a:moveTo>
                    <a:lnTo>
                      <a:pt x="1" y="4"/>
                    </a:lnTo>
                    <a:lnTo>
                      <a:pt x="34" y="3572"/>
                    </a:lnTo>
                    <a:lnTo>
                      <a:pt x="295" y="3572"/>
                    </a:lnTo>
                    <a:lnTo>
                      <a:pt x="264" y="0"/>
                    </a:lnTo>
                    <a:close/>
                  </a:path>
                </a:pathLst>
              </a:custGeom>
              <a:solidFill>
                <a:srgbClr val="43434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89" name="Google Shape;499;p28">
                <a:extLst>
                  <a:ext uri="{FF2B5EF4-FFF2-40B4-BE49-F238E27FC236}">
                    <a16:creationId xmlns:a16="http://schemas.microsoft.com/office/drawing/2014/main" id="{E14D6C35-303B-DF5E-7EE8-BAED6B10E14F}"/>
                  </a:ext>
                </a:extLst>
              </p:cNvPr>
              <p:cNvSpPr/>
              <p:nvPr/>
            </p:nvSpPr>
            <p:spPr>
              <a:xfrm>
                <a:off x="3105459" y="2917633"/>
                <a:ext cx="72581" cy="85501"/>
              </a:xfrm>
              <a:custGeom>
                <a:avLst/>
                <a:gdLst/>
                <a:ahLst/>
                <a:cxnLst/>
                <a:rect l="l" t="t" r="r" b="b"/>
                <a:pathLst>
                  <a:path w="2073" h="2442" extrusionOk="0">
                    <a:moveTo>
                      <a:pt x="1375" y="0"/>
                    </a:moveTo>
                    <a:lnTo>
                      <a:pt x="1" y="1486"/>
                    </a:lnTo>
                    <a:lnTo>
                      <a:pt x="539" y="2441"/>
                    </a:lnTo>
                    <a:lnTo>
                      <a:pt x="2072" y="719"/>
                    </a:lnTo>
                    <a:lnTo>
                      <a:pt x="1375" y="0"/>
                    </a:lnTo>
                    <a:close/>
                  </a:path>
                </a:pathLst>
              </a:custGeom>
              <a:solidFill>
                <a:srgbClr val="FFB57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0" name="Google Shape;500;p28">
                <a:extLst>
                  <a:ext uri="{FF2B5EF4-FFF2-40B4-BE49-F238E27FC236}">
                    <a16:creationId xmlns:a16="http://schemas.microsoft.com/office/drawing/2014/main" id="{99AB81C6-DFEA-376F-5707-C86042EB7189}"/>
                  </a:ext>
                </a:extLst>
              </p:cNvPr>
              <p:cNvSpPr/>
              <p:nvPr/>
            </p:nvSpPr>
            <p:spPr>
              <a:xfrm>
                <a:off x="2592592" y="2194375"/>
                <a:ext cx="843906" cy="1008185"/>
              </a:xfrm>
              <a:custGeom>
                <a:avLst/>
                <a:gdLst/>
                <a:ahLst/>
                <a:cxnLst/>
                <a:rect l="l" t="t" r="r" b="b"/>
                <a:pathLst>
                  <a:path w="24103" h="28795" extrusionOk="0">
                    <a:moveTo>
                      <a:pt x="23213" y="181"/>
                    </a:moveTo>
                    <a:cubicBezTo>
                      <a:pt x="23342" y="181"/>
                      <a:pt x="23468" y="224"/>
                      <a:pt x="23572" y="302"/>
                    </a:cubicBezTo>
                    <a:cubicBezTo>
                      <a:pt x="23715" y="413"/>
                      <a:pt x="23801" y="582"/>
                      <a:pt x="23801" y="766"/>
                    </a:cubicBezTo>
                    <a:lnTo>
                      <a:pt x="23920" y="13475"/>
                    </a:lnTo>
                    <a:cubicBezTo>
                      <a:pt x="23924" y="13705"/>
                      <a:pt x="23801" y="13906"/>
                      <a:pt x="23594" y="14007"/>
                    </a:cubicBezTo>
                    <a:cubicBezTo>
                      <a:pt x="23508" y="14050"/>
                      <a:pt x="23418" y="14071"/>
                      <a:pt x="23328" y="14071"/>
                    </a:cubicBezTo>
                    <a:cubicBezTo>
                      <a:pt x="23203" y="14071"/>
                      <a:pt x="23080" y="14032"/>
                      <a:pt x="22973" y="13949"/>
                    </a:cubicBezTo>
                    <a:lnTo>
                      <a:pt x="21497" y="12822"/>
                    </a:lnTo>
                    <a:cubicBezTo>
                      <a:pt x="21357" y="12715"/>
                      <a:pt x="21192" y="12664"/>
                      <a:pt x="21031" y="12664"/>
                    </a:cubicBezTo>
                    <a:cubicBezTo>
                      <a:pt x="20798" y="12664"/>
                      <a:pt x="20568" y="12768"/>
                      <a:pt x="20417" y="12965"/>
                    </a:cubicBezTo>
                    <a:lnTo>
                      <a:pt x="8637" y="28382"/>
                    </a:lnTo>
                    <a:cubicBezTo>
                      <a:pt x="8519" y="28532"/>
                      <a:pt x="8343" y="28612"/>
                      <a:pt x="8166" y="28612"/>
                    </a:cubicBezTo>
                    <a:cubicBezTo>
                      <a:pt x="8041" y="28612"/>
                      <a:pt x="7916" y="28572"/>
                      <a:pt x="7808" y="28493"/>
                    </a:cubicBezTo>
                    <a:lnTo>
                      <a:pt x="511" y="22915"/>
                    </a:lnTo>
                    <a:cubicBezTo>
                      <a:pt x="252" y="22718"/>
                      <a:pt x="202" y="22348"/>
                      <a:pt x="400" y="22090"/>
                    </a:cubicBezTo>
                    <a:lnTo>
                      <a:pt x="12183" y="6673"/>
                    </a:lnTo>
                    <a:cubicBezTo>
                      <a:pt x="12438" y="6336"/>
                      <a:pt x="12374" y="5852"/>
                      <a:pt x="12036" y="5593"/>
                    </a:cubicBezTo>
                    <a:lnTo>
                      <a:pt x="10561" y="4462"/>
                    </a:lnTo>
                    <a:cubicBezTo>
                      <a:pt x="10378" y="4323"/>
                      <a:pt x="10295" y="4107"/>
                      <a:pt x="10341" y="3881"/>
                    </a:cubicBezTo>
                    <a:cubicBezTo>
                      <a:pt x="10384" y="3655"/>
                      <a:pt x="10546" y="3483"/>
                      <a:pt x="10769" y="3425"/>
                    </a:cubicBezTo>
                    <a:lnTo>
                      <a:pt x="23062" y="202"/>
                    </a:lnTo>
                    <a:cubicBezTo>
                      <a:pt x="23112" y="188"/>
                      <a:pt x="23163" y="181"/>
                      <a:pt x="23213" y="181"/>
                    </a:cubicBezTo>
                    <a:close/>
                    <a:moveTo>
                      <a:pt x="23213" y="1"/>
                    </a:moveTo>
                    <a:cubicBezTo>
                      <a:pt x="23148" y="1"/>
                      <a:pt x="23084" y="9"/>
                      <a:pt x="23016" y="26"/>
                    </a:cubicBezTo>
                    <a:lnTo>
                      <a:pt x="10722" y="3249"/>
                    </a:lnTo>
                    <a:cubicBezTo>
                      <a:pt x="10435" y="3325"/>
                      <a:pt x="10220" y="3554"/>
                      <a:pt x="10162" y="3845"/>
                    </a:cubicBezTo>
                    <a:cubicBezTo>
                      <a:pt x="10105" y="4136"/>
                      <a:pt x="10217" y="4427"/>
                      <a:pt x="10449" y="4606"/>
                    </a:cubicBezTo>
                    <a:lnTo>
                      <a:pt x="11928" y="5737"/>
                    </a:lnTo>
                    <a:cubicBezTo>
                      <a:pt x="12187" y="5934"/>
                      <a:pt x="12237" y="6304"/>
                      <a:pt x="12039" y="6562"/>
                    </a:cubicBezTo>
                    <a:lnTo>
                      <a:pt x="256" y="21979"/>
                    </a:lnTo>
                    <a:cubicBezTo>
                      <a:pt x="1" y="22315"/>
                      <a:pt x="65" y="22800"/>
                      <a:pt x="403" y="23059"/>
                    </a:cubicBezTo>
                    <a:lnTo>
                      <a:pt x="7700" y="28637"/>
                    </a:lnTo>
                    <a:cubicBezTo>
                      <a:pt x="7836" y="28741"/>
                      <a:pt x="8002" y="28794"/>
                      <a:pt x="8166" y="28794"/>
                    </a:cubicBezTo>
                    <a:cubicBezTo>
                      <a:pt x="8396" y="28794"/>
                      <a:pt x="8626" y="28690"/>
                      <a:pt x="8780" y="28489"/>
                    </a:cubicBezTo>
                    <a:lnTo>
                      <a:pt x="20561" y="13073"/>
                    </a:lnTo>
                    <a:cubicBezTo>
                      <a:pt x="20675" y="12922"/>
                      <a:pt x="20851" y="12844"/>
                      <a:pt x="21031" y="12844"/>
                    </a:cubicBezTo>
                    <a:cubicBezTo>
                      <a:pt x="21152" y="12844"/>
                      <a:pt x="21278" y="12883"/>
                      <a:pt x="21386" y="12965"/>
                    </a:cubicBezTo>
                    <a:lnTo>
                      <a:pt x="22865" y="14093"/>
                    </a:lnTo>
                    <a:cubicBezTo>
                      <a:pt x="23001" y="14196"/>
                      <a:pt x="23166" y="14251"/>
                      <a:pt x="23332" y="14251"/>
                    </a:cubicBezTo>
                    <a:cubicBezTo>
                      <a:pt x="23446" y="14251"/>
                      <a:pt x="23564" y="14226"/>
                      <a:pt x="23676" y="14171"/>
                    </a:cubicBezTo>
                    <a:cubicBezTo>
                      <a:pt x="23942" y="14039"/>
                      <a:pt x="24103" y="13770"/>
                      <a:pt x="24103" y="13475"/>
                    </a:cubicBezTo>
                    <a:lnTo>
                      <a:pt x="23985" y="766"/>
                    </a:lnTo>
                    <a:cubicBezTo>
                      <a:pt x="23981" y="525"/>
                      <a:pt x="23870" y="306"/>
                      <a:pt x="23680" y="159"/>
                    </a:cubicBezTo>
                    <a:cubicBezTo>
                      <a:pt x="23543" y="55"/>
                      <a:pt x="23382" y="1"/>
                      <a:pt x="23213" y="1"/>
                    </a:cubicBezTo>
                    <a:close/>
                  </a:path>
                </a:pathLst>
              </a:custGeom>
              <a:solidFill>
                <a:srgbClr val="43434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1" name="Google Shape;501;p28">
                <a:extLst>
                  <a:ext uri="{FF2B5EF4-FFF2-40B4-BE49-F238E27FC236}">
                    <a16:creationId xmlns:a16="http://schemas.microsoft.com/office/drawing/2014/main" id="{B227C555-1DA8-C896-A38B-AE4CA346AD12}"/>
                  </a:ext>
                </a:extLst>
              </p:cNvPr>
              <p:cNvSpPr/>
              <p:nvPr/>
            </p:nvSpPr>
            <p:spPr>
              <a:xfrm>
                <a:off x="2614090" y="2645304"/>
                <a:ext cx="70060" cy="105878"/>
              </a:xfrm>
              <a:custGeom>
                <a:avLst/>
                <a:gdLst/>
                <a:ahLst/>
                <a:cxnLst/>
                <a:rect l="l" t="t" r="r" b="b"/>
                <a:pathLst>
                  <a:path w="2001" h="3024" extrusionOk="0">
                    <a:moveTo>
                      <a:pt x="1343" y="0"/>
                    </a:moveTo>
                    <a:lnTo>
                      <a:pt x="1" y="2046"/>
                    </a:lnTo>
                    <a:lnTo>
                      <a:pt x="76" y="2980"/>
                    </a:lnTo>
                    <a:cubicBezTo>
                      <a:pt x="178" y="3010"/>
                      <a:pt x="283" y="3023"/>
                      <a:pt x="386" y="3023"/>
                    </a:cubicBezTo>
                    <a:cubicBezTo>
                      <a:pt x="1199" y="3023"/>
                      <a:pt x="2000" y="2208"/>
                      <a:pt x="2000" y="2208"/>
                    </a:cubicBezTo>
                    <a:lnTo>
                      <a:pt x="1343" y="0"/>
                    </a:lnTo>
                    <a:close/>
                  </a:path>
                </a:pathLst>
              </a:custGeom>
              <a:solidFill>
                <a:srgbClr val="FFB57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2" name="Google Shape;502;p28">
                <a:extLst>
                  <a:ext uri="{FF2B5EF4-FFF2-40B4-BE49-F238E27FC236}">
                    <a16:creationId xmlns:a16="http://schemas.microsoft.com/office/drawing/2014/main" id="{7E8E3A49-12CF-AE81-8949-7F3EA0563A9D}"/>
                  </a:ext>
                </a:extLst>
              </p:cNvPr>
              <p:cNvSpPr/>
              <p:nvPr/>
            </p:nvSpPr>
            <p:spPr>
              <a:xfrm>
                <a:off x="2359722" y="2457075"/>
                <a:ext cx="287488" cy="370957"/>
              </a:xfrm>
              <a:custGeom>
                <a:avLst/>
                <a:gdLst/>
                <a:ahLst/>
                <a:cxnLst/>
                <a:rect l="l" t="t" r="r" b="b"/>
                <a:pathLst>
                  <a:path w="8211" h="10595" extrusionOk="0">
                    <a:moveTo>
                      <a:pt x="1882" y="8579"/>
                    </a:moveTo>
                    <a:cubicBezTo>
                      <a:pt x="1885" y="8579"/>
                      <a:pt x="1888" y="8580"/>
                      <a:pt x="1892" y="8582"/>
                    </a:cubicBezTo>
                    <a:cubicBezTo>
                      <a:pt x="1905" y="8585"/>
                      <a:pt x="1922" y="8593"/>
                      <a:pt x="1940" y="8605"/>
                    </a:cubicBezTo>
                    <a:lnTo>
                      <a:pt x="1940" y="8605"/>
                    </a:lnTo>
                    <a:cubicBezTo>
                      <a:pt x="1919" y="8600"/>
                      <a:pt x="1902" y="8594"/>
                      <a:pt x="1892" y="8589"/>
                    </a:cubicBezTo>
                    <a:cubicBezTo>
                      <a:pt x="1877" y="8584"/>
                      <a:pt x="1877" y="8579"/>
                      <a:pt x="1882" y="8579"/>
                    </a:cubicBezTo>
                    <a:close/>
                    <a:moveTo>
                      <a:pt x="877" y="0"/>
                    </a:moveTo>
                    <a:cubicBezTo>
                      <a:pt x="701" y="1360"/>
                      <a:pt x="554" y="2724"/>
                      <a:pt x="421" y="4092"/>
                    </a:cubicBezTo>
                    <a:cubicBezTo>
                      <a:pt x="277" y="5455"/>
                      <a:pt x="156" y="6823"/>
                      <a:pt x="44" y="8191"/>
                    </a:cubicBezTo>
                    <a:lnTo>
                      <a:pt x="22" y="8446"/>
                    </a:lnTo>
                    <a:lnTo>
                      <a:pt x="8" y="8618"/>
                    </a:lnTo>
                    <a:cubicBezTo>
                      <a:pt x="5" y="8686"/>
                      <a:pt x="1" y="8765"/>
                      <a:pt x="8" y="8847"/>
                    </a:cubicBezTo>
                    <a:cubicBezTo>
                      <a:pt x="12" y="9005"/>
                      <a:pt x="37" y="9192"/>
                      <a:pt x="98" y="9382"/>
                    </a:cubicBezTo>
                    <a:cubicBezTo>
                      <a:pt x="163" y="9576"/>
                      <a:pt x="267" y="9781"/>
                      <a:pt x="414" y="9953"/>
                    </a:cubicBezTo>
                    <a:cubicBezTo>
                      <a:pt x="561" y="10125"/>
                      <a:pt x="737" y="10258"/>
                      <a:pt x="909" y="10351"/>
                    </a:cubicBezTo>
                    <a:cubicBezTo>
                      <a:pt x="1074" y="10434"/>
                      <a:pt x="1243" y="10495"/>
                      <a:pt x="1387" y="10527"/>
                    </a:cubicBezTo>
                    <a:cubicBezTo>
                      <a:pt x="1621" y="10580"/>
                      <a:pt x="1820" y="10594"/>
                      <a:pt x="2005" y="10594"/>
                    </a:cubicBezTo>
                    <a:cubicBezTo>
                      <a:pt x="2058" y="10594"/>
                      <a:pt x="2110" y="10593"/>
                      <a:pt x="2162" y="10591"/>
                    </a:cubicBezTo>
                    <a:cubicBezTo>
                      <a:pt x="2618" y="10566"/>
                      <a:pt x="3005" y="10484"/>
                      <a:pt x="3375" y="10384"/>
                    </a:cubicBezTo>
                    <a:cubicBezTo>
                      <a:pt x="3741" y="10280"/>
                      <a:pt x="4089" y="10161"/>
                      <a:pt x="4430" y="10031"/>
                    </a:cubicBezTo>
                    <a:cubicBezTo>
                      <a:pt x="5780" y="9493"/>
                      <a:pt x="7011" y="8851"/>
                      <a:pt x="8210" y="8093"/>
                    </a:cubicBezTo>
                    <a:lnTo>
                      <a:pt x="7679" y="7078"/>
                    </a:lnTo>
                    <a:cubicBezTo>
                      <a:pt x="7057" y="7314"/>
                      <a:pt x="6418" y="7555"/>
                      <a:pt x="5787" y="7774"/>
                    </a:cubicBezTo>
                    <a:cubicBezTo>
                      <a:pt x="5155" y="7997"/>
                      <a:pt x="4516" y="8197"/>
                      <a:pt x="3888" y="8356"/>
                    </a:cubicBezTo>
                    <a:cubicBezTo>
                      <a:pt x="3576" y="8438"/>
                      <a:pt x="3264" y="8510"/>
                      <a:pt x="2962" y="8560"/>
                    </a:cubicBezTo>
                    <a:cubicBezTo>
                      <a:pt x="2704" y="8603"/>
                      <a:pt x="2448" y="8634"/>
                      <a:pt x="2233" y="8634"/>
                    </a:cubicBezTo>
                    <a:cubicBezTo>
                      <a:pt x="2200" y="8634"/>
                      <a:pt x="2168" y="8633"/>
                      <a:pt x="2137" y="8632"/>
                    </a:cubicBezTo>
                    <a:cubicBezTo>
                      <a:pt x="2129" y="8631"/>
                      <a:pt x="2120" y="8630"/>
                      <a:pt x="2112" y="8630"/>
                    </a:cubicBezTo>
                    <a:lnTo>
                      <a:pt x="2112" y="8630"/>
                    </a:lnTo>
                    <a:lnTo>
                      <a:pt x="2140" y="8431"/>
                    </a:lnTo>
                    <a:cubicBezTo>
                      <a:pt x="2338" y="7074"/>
                      <a:pt x="2528" y="5714"/>
                      <a:pt x="2697" y="4350"/>
                    </a:cubicBezTo>
                    <a:cubicBezTo>
                      <a:pt x="2873" y="2989"/>
                      <a:pt x="3037" y="1626"/>
                      <a:pt x="3178" y="262"/>
                    </a:cubicBezTo>
                    <a:lnTo>
                      <a:pt x="877" y="0"/>
                    </a:lnTo>
                    <a:close/>
                  </a:path>
                </a:pathLst>
              </a:custGeom>
              <a:solidFill>
                <a:srgbClr val="FFB57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3" name="Google Shape;503;p28">
                <a:extLst>
                  <a:ext uri="{FF2B5EF4-FFF2-40B4-BE49-F238E27FC236}">
                    <a16:creationId xmlns:a16="http://schemas.microsoft.com/office/drawing/2014/main" id="{D0C1CC17-CE94-C70C-48FE-551CDE41A7AD}"/>
                  </a:ext>
                </a:extLst>
              </p:cNvPr>
              <p:cNvSpPr/>
              <p:nvPr/>
            </p:nvSpPr>
            <p:spPr>
              <a:xfrm>
                <a:off x="2356851" y="2359775"/>
                <a:ext cx="170931" cy="212176"/>
              </a:xfrm>
              <a:custGeom>
                <a:avLst/>
                <a:gdLst/>
                <a:ahLst/>
                <a:cxnLst/>
                <a:rect l="l" t="t" r="r" b="b"/>
                <a:pathLst>
                  <a:path w="4882" h="6060" extrusionOk="0">
                    <a:moveTo>
                      <a:pt x="2366" y="0"/>
                    </a:moveTo>
                    <a:cubicBezTo>
                      <a:pt x="2255" y="0"/>
                      <a:pt x="2142" y="16"/>
                      <a:pt x="2029" y="51"/>
                    </a:cubicBezTo>
                    <a:cubicBezTo>
                      <a:pt x="1109" y="331"/>
                      <a:pt x="1" y="3503"/>
                      <a:pt x="1" y="3503"/>
                    </a:cubicBezTo>
                    <a:lnTo>
                      <a:pt x="3576" y="6059"/>
                    </a:lnTo>
                    <a:cubicBezTo>
                      <a:pt x="3576" y="6059"/>
                      <a:pt x="4882" y="3410"/>
                      <a:pt x="4494" y="2219"/>
                    </a:cubicBezTo>
                    <a:cubicBezTo>
                      <a:pt x="4136" y="1114"/>
                      <a:pt x="3291" y="0"/>
                      <a:pt x="2366" y="0"/>
                    </a:cubicBezTo>
                    <a:close/>
                  </a:path>
                </a:pathLst>
              </a:custGeom>
              <a:solidFill>
                <a:srgbClr val="263238"/>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4" name="Google Shape;504;p28">
                <a:extLst>
                  <a:ext uri="{FF2B5EF4-FFF2-40B4-BE49-F238E27FC236}">
                    <a16:creationId xmlns:a16="http://schemas.microsoft.com/office/drawing/2014/main" id="{93EC079C-A062-740A-32DA-904E6C09E95F}"/>
                  </a:ext>
                </a:extLst>
              </p:cNvPr>
              <p:cNvSpPr/>
              <p:nvPr/>
            </p:nvSpPr>
            <p:spPr>
              <a:xfrm>
                <a:off x="2348168" y="2472376"/>
                <a:ext cx="146702" cy="110640"/>
              </a:xfrm>
              <a:custGeom>
                <a:avLst/>
                <a:gdLst/>
                <a:ahLst/>
                <a:cxnLst/>
                <a:rect l="l" t="t" r="r" b="b"/>
                <a:pathLst>
                  <a:path w="4190" h="3160" extrusionOk="0">
                    <a:moveTo>
                      <a:pt x="83" y="1"/>
                    </a:moveTo>
                    <a:lnTo>
                      <a:pt x="1" y="370"/>
                    </a:lnTo>
                    <a:lnTo>
                      <a:pt x="3856" y="3160"/>
                    </a:lnTo>
                    <a:lnTo>
                      <a:pt x="4190" y="2786"/>
                    </a:lnTo>
                    <a:lnTo>
                      <a:pt x="83" y="1"/>
                    </a:lnTo>
                    <a:close/>
                  </a:path>
                </a:pathLst>
              </a:custGeom>
              <a:solidFill>
                <a:srgbClr val="F1C232"/>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5" name="Google Shape;505;p28">
                <a:extLst>
                  <a:ext uri="{FF2B5EF4-FFF2-40B4-BE49-F238E27FC236}">
                    <a16:creationId xmlns:a16="http://schemas.microsoft.com/office/drawing/2014/main" id="{1EAF8757-50AE-5866-7ABB-DFD7B5572C13}"/>
                  </a:ext>
                </a:extLst>
              </p:cNvPr>
              <p:cNvSpPr/>
              <p:nvPr/>
            </p:nvSpPr>
            <p:spPr>
              <a:xfrm>
                <a:off x="2661112" y="2623946"/>
                <a:ext cx="78953" cy="98700"/>
              </a:xfrm>
              <a:custGeom>
                <a:avLst/>
                <a:gdLst/>
                <a:ahLst/>
                <a:cxnLst/>
                <a:rect l="l" t="t" r="r" b="b"/>
                <a:pathLst>
                  <a:path w="2255" h="2819" extrusionOk="0">
                    <a:moveTo>
                      <a:pt x="1802" y="0"/>
                    </a:moveTo>
                    <a:lnTo>
                      <a:pt x="0" y="610"/>
                    </a:lnTo>
                    <a:lnTo>
                      <a:pt x="657" y="2818"/>
                    </a:lnTo>
                    <a:lnTo>
                      <a:pt x="2254" y="1881"/>
                    </a:lnTo>
                    <a:lnTo>
                      <a:pt x="1802" y="0"/>
                    </a:lnTo>
                    <a:close/>
                  </a:path>
                </a:pathLst>
              </a:custGeom>
              <a:solidFill>
                <a:srgbClr val="FFB573"/>
              </a:solidFill>
              <a:ln>
                <a:solidFill>
                  <a:srgbClr val="38AA00"/>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pic>
        <p:nvPicPr>
          <p:cNvPr id="59" name="Imagen 58"/>
          <p:cNvPicPr>
            <a:picLocks noChangeAspect="1"/>
          </p:cNvPicPr>
          <p:nvPr/>
        </p:nvPicPr>
        <p:blipFill>
          <a:blip r:embed="rId9"/>
          <a:stretch>
            <a:fillRect/>
          </a:stretch>
        </p:blipFill>
        <p:spPr>
          <a:xfrm>
            <a:off x="708688" y="1847470"/>
            <a:ext cx="2536973" cy="3467451"/>
          </a:xfrm>
          <a:prstGeom prst="rect">
            <a:avLst/>
          </a:prstGeom>
        </p:spPr>
      </p:pic>
    </p:spTree>
    <p:extLst>
      <p:ext uri="{BB962C8B-B14F-4D97-AF65-F5344CB8AC3E}">
        <p14:creationId xmlns:p14="http://schemas.microsoft.com/office/powerpoint/2010/main" val="3552910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07E0D91-AD3C-7983-05E2-ED1679E95EB5}"/>
            </a:ext>
          </a:extLst>
        </p:cNvPr>
        <p:cNvGrpSpPr/>
        <p:nvPr/>
      </p:nvGrpSpPr>
      <p:grpSpPr>
        <a:xfrm>
          <a:off x="0" y="0"/>
          <a:ext cx="0" cy="0"/>
          <a:chOff x="0" y="0"/>
          <a:chExt cx="0" cy="0"/>
        </a:xfrm>
      </p:grpSpPr>
      <p:sp>
        <p:nvSpPr>
          <p:cNvPr id="142" name="Título 1">
            <a:extLst>
              <a:ext uri="{FF2B5EF4-FFF2-40B4-BE49-F238E27FC236}">
                <a16:creationId xmlns:a16="http://schemas.microsoft.com/office/drawing/2014/main" id="{867919B6-687C-103D-9E1F-55CE71640DD3}"/>
              </a:ext>
            </a:extLst>
          </p:cNvPr>
          <p:cNvSpPr txBox="1">
            <a:spLocks/>
          </p:cNvSpPr>
          <p:nvPr/>
        </p:nvSpPr>
        <p:spPr>
          <a:xfrm>
            <a:off x="664782" y="682311"/>
            <a:ext cx="10515600" cy="68126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b="1" dirty="0">
                <a:solidFill>
                  <a:schemeClr val="tx1">
                    <a:lumMod val="95000"/>
                    <a:lumOff val="5000"/>
                  </a:schemeClr>
                </a:solidFill>
                <a:latin typeface="Verdana" panose="020B0604030504040204" pitchFamily="34" charset="0"/>
                <a:ea typeface="Verdana" panose="020B0604030504040204" pitchFamily="34" charset="0"/>
              </a:rPr>
              <a:t>Modelo Correo DESERCIONES</a:t>
            </a:r>
          </a:p>
        </p:txBody>
      </p:sp>
      <p:sp>
        <p:nvSpPr>
          <p:cNvPr id="143" name="CuadroTexto 142">
            <a:extLst>
              <a:ext uri="{FF2B5EF4-FFF2-40B4-BE49-F238E27FC236}">
                <a16:creationId xmlns:a16="http://schemas.microsoft.com/office/drawing/2014/main" id="{338BB757-DE79-F397-0E05-E68AF1FE61AA}"/>
              </a:ext>
            </a:extLst>
          </p:cNvPr>
          <p:cNvSpPr txBox="1"/>
          <p:nvPr/>
        </p:nvSpPr>
        <p:spPr>
          <a:xfrm>
            <a:off x="995310" y="2228671"/>
            <a:ext cx="10201379" cy="1323439"/>
          </a:xfrm>
          <a:prstGeom prst="rect">
            <a:avLst/>
          </a:prstGeom>
          <a:noFill/>
        </p:spPr>
        <p:txBody>
          <a:bodyPr wrap="square" lIns="91440" tIns="45720" rIns="91440" bIns="45720" anchor="t">
            <a:spAutoFit/>
          </a:bodyPr>
          <a:lstStyle/>
          <a:p>
            <a:pPr algn="ctr" fontAlgn="base"/>
            <a:r>
              <a:rPr lang="es-ES" sz="2000" b="0" dirty="0">
                <a:solidFill>
                  <a:srgbClr val="000000"/>
                </a:solidFill>
                <a:latin typeface="Calibri"/>
                <a:cs typeface="Calibri"/>
              </a:rPr>
              <a:t>Buen día </a:t>
            </a:r>
            <a:r>
              <a:rPr lang="es-ES" sz="2000" dirty="0">
                <a:solidFill>
                  <a:srgbClr val="000000"/>
                </a:solidFill>
                <a:latin typeface="Calibri"/>
                <a:cs typeface="Calibri"/>
              </a:rPr>
              <a:t>coordinadora Yuly Esperanza Ávila Vargas</a:t>
            </a:r>
            <a:r>
              <a:rPr lang="es-ES" sz="2000" b="0" i="0" dirty="0">
                <a:solidFill>
                  <a:srgbClr val="000000"/>
                </a:solidFill>
                <a:effectLst/>
                <a:latin typeface="Calibri"/>
                <a:cs typeface="Calibri"/>
              </a:rPr>
              <a:t>. Atentamente me permito enviar relación de los aprendices de la ficha </a:t>
            </a:r>
            <a:r>
              <a:rPr lang="es-ES" sz="2000" b="0" i="0" dirty="0" err="1">
                <a:solidFill>
                  <a:srgbClr val="FF0000"/>
                </a:solidFill>
                <a:effectLst/>
                <a:latin typeface="Calibri"/>
                <a:cs typeface="Calibri"/>
              </a:rPr>
              <a:t>FICHA</a:t>
            </a:r>
            <a:r>
              <a:rPr lang="es-ES" sz="2000" b="0" i="0" dirty="0">
                <a:solidFill>
                  <a:srgbClr val="FF0000"/>
                </a:solidFill>
                <a:effectLst/>
                <a:latin typeface="Calibri"/>
                <a:cs typeface="Calibri"/>
              </a:rPr>
              <a:t> </a:t>
            </a:r>
            <a:r>
              <a:rPr lang="es-ES" sz="2000" b="0" i="0" dirty="0">
                <a:solidFill>
                  <a:srgbClr val="000000"/>
                </a:solidFill>
                <a:effectLst/>
                <a:latin typeface="Calibri"/>
                <a:cs typeface="Calibri"/>
              </a:rPr>
              <a:t>– </a:t>
            </a:r>
            <a:r>
              <a:rPr lang="es-ES" sz="2000" b="0" i="0" dirty="0">
                <a:solidFill>
                  <a:srgbClr val="FF0000"/>
                </a:solidFill>
                <a:effectLst/>
                <a:latin typeface="Calibri"/>
                <a:cs typeface="Calibri"/>
              </a:rPr>
              <a:t>NIVEL Y NOMBRE DEL PROGRAMA</a:t>
            </a:r>
            <a:r>
              <a:rPr lang="es-ES" sz="2000" b="0" i="0" dirty="0">
                <a:solidFill>
                  <a:srgbClr val="000000"/>
                </a:solidFill>
                <a:effectLst/>
                <a:latin typeface="Calibri"/>
                <a:cs typeface="Calibri"/>
              </a:rPr>
              <a:t>, la cual inicia Etapa Productiva el </a:t>
            </a:r>
            <a:r>
              <a:rPr lang="es-ES" sz="2000" b="0" i="0" dirty="0">
                <a:solidFill>
                  <a:srgbClr val="FF0000"/>
                </a:solidFill>
                <a:effectLst/>
                <a:latin typeface="Calibri"/>
                <a:cs typeface="Calibri"/>
              </a:rPr>
              <a:t>DIA </a:t>
            </a:r>
            <a:r>
              <a:rPr lang="es-ES" sz="2000" b="0" i="0" dirty="0">
                <a:solidFill>
                  <a:srgbClr val="000000"/>
                </a:solidFill>
                <a:effectLst/>
                <a:latin typeface="Calibri"/>
                <a:cs typeface="Calibri"/>
              </a:rPr>
              <a:t>de </a:t>
            </a:r>
            <a:r>
              <a:rPr lang="es-ES" sz="2000" b="0" i="0" dirty="0">
                <a:solidFill>
                  <a:srgbClr val="FF0000"/>
                </a:solidFill>
                <a:effectLst/>
                <a:latin typeface="Calibri"/>
                <a:cs typeface="Calibri"/>
              </a:rPr>
              <a:t>MES </a:t>
            </a:r>
            <a:r>
              <a:rPr lang="es-ES" sz="2000" b="0" i="0" dirty="0">
                <a:solidFill>
                  <a:srgbClr val="000000"/>
                </a:solidFill>
                <a:effectLst/>
                <a:latin typeface="Calibri"/>
                <a:cs typeface="Calibri"/>
              </a:rPr>
              <a:t>de </a:t>
            </a:r>
            <a:r>
              <a:rPr lang="es-ES" sz="2000" b="0" i="0" dirty="0">
                <a:solidFill>
                  <a:srgbClr val="FF0000"/>
                </a:solidFill>
                <a:effectLst/>
                <a:latin typeface="Calibri"/>
                <a:cs typeface="Calibri"/>
              </a:rPr>
              <a:t>AÑO</a:t>
            </a:r>
            <a:r>
              <a:rPr lang="es-ES" sz="2000" b="0" i="0" dirty="0">
                <a:solidFill>
                  <a:srgbClr val="000000"/>
                </a:solidFill>
                <a:effectLst/>
                <a:latin typeface="Calibri"/>
                <a:cs typeface="Calibri"/>
              </a:rPr>
              <a:t> y en el taller de Vida Laboral se evidencio que presentaron posible deserción durante la etapa lectiva y aún se encuentran en estado” </a:t>
            </a:r>
            <a:r>
              <a:rPr lang="es-ES" sz="2000" b="0" i="0" dirty="0">
                <a:solidFill>
                  <a:srgbClr val="000000"/>
                </a:solidFill>
                <a:effectLst/>
                <a:latin typeface="Calibri"/>
                <a:cs typeface="Calibri"/>
                <a:hlinkClick r:id="rId3" action="ppaction://hlinksldjump"/>
              </a:rPr>
              <a:t>EN FORMACIÓN"</a:t>
            </a:r>
            <a:r>
              <a:rPr lang="es-ES" sz="2000" b="0" i="0" dirty="0">
                <a:solidFill>
                  <a:srgbClr val="000000"/>
                </a:solidFill>
                <a:effectLst/>
                <a:latin typeface="Calibri"/>
                <a:cs typeface="Calibri"/>
              </a:rPr>
              <a:t> </a:t>
            </a:r>
          </a:p>
        </p:txBody>
      </p:sp>
      <p:graphicFrame>
        <p:nvGraphicFramePr>
          <p:cNvPr id="144" name="Tabla 5">
            <a:extLst>
              <a:ext uri="{FF2B5EF4-FFF2-40B4-BE49-F238E27FC236}">
                <a16:creationId xmlns:a16="http://schemas.microsoft.com/office/drawing/2014/main" id="{C557CA2B-4431-161B-F249-84083A12B1B5}"/>
              </a:ext>
            </a:extLst>
          </p:cNvPr>
          <p:cNvGraphicFramePr>
            <a:graphicFrameLocks noGrp="1"/>
          </p:cNvGraphicFramePr>
          <p:nvPr>
            <p:extLst>
              <p:ext uri="{D42A27DB-BD31-4B8C-83A1-F6EECF244321}">
                <p14:modId xmlns:p14="http://schemas.microsoft.com/office/powerpoint/2010/main" val="3337625886"/>
              </p:ext>
            </p:extLst>
          </p:nvPr>
        </p:nvGraphicFramePr>
        <p:xfrm>
          <a:off x="2217980" y="3865612"/>
          <a:ext cx="8088395" cy="1656080"/>
        </p:xfrm>
        <a:graphic>
          <a:graphicData uri="http://schemas.openxmlformats.org/drawingml/2006/table">
            <a:tbl>
              <a:tblPr firstRow="1" bandRow="1">
                <a:tableStyleId>{93296810-A885-4BE3-A3E7-6D5BEEA58F35}</a:tableStyleId>
              </a:tblPr>
              <a:tblGrid>
                <a:gridCol w="1617679">
                  <a:extLst>
                    <a:ext uri="{9D8B030D-6E8A-4147-A177-3AD203B41FA5}">
                      <a16:colId xmlns:a16="http://schemas.microsoft.com/office/drawing/2014/main" val="741206814"/>
                    </a:ext>
                  </a:extLst>
                </a:gridCol>
                <a:gridCol w="1617679">
                  <a:extLst>
                    <a:ext uri="{9D8B030D-6E8A-4147-A177-3AD203B41FA5}">
                      <a16:colId xmlns:a16="http://schemas.microsoft.com/office/drawing/2014/main" val="4197465302"/>
                    </a:ext>
                  </a:extLst>
                </a:gridCol>
                <a:gridCol w="1617679">
                  <a:extLst>
                    <a:ext uri="{9D8B030D-6E8A-4147-A177-3AD203B41FA5}">
                      <a16:colId xmlns:a16="http://schemas.microsoft.com/office/drawing/2014/main" val="332679207"/>
                    </a:ext>
                  </a:extLst>
                </a:gridCol>
                <a:gridCol w="1617679">
                  <a:extLst>
                    <a:ext uri="{9D8B030D-6E8A-4147-A177-3AD203B41FA5}">
                      <a16:colId xmlns:a16="http://schemas.microsoft.com/office/drawing/2014/main" val="1654041340"/>
                    </a:ext>
                  </a:extLst>
                </a:gridCol>
                <a:gridCol w="1617679">
                  <a:extLst>
                    <a:ext uri="{9D8B030D-6E8A-4147-A177-3AD203B41FA5}">
                      <a16:colId xmlns:a16="http://schemas.microsoft.com/office/drawing/2014/main" val="3614945506"/>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dirty="0">
                          <a:solidFill>
                            <a:srgbClr val="000000"/>
                          </a:solidFill>
                          <a:effectLst/>
                        </a:rPr>
                        <a:t>Tipo de Documento</a:t>
                      </a:r>
                      <a:r>
                        <a:rPr lang="es-ES" sz="1800" b="0" dirty="0">
                          <a:solidFill>
                            <a:srgbClr val="000000"/>
                          </a:solidFill>
                          <a:effectLst/>
                        </a:rPr>
                        <a:t> </a:t>
                      </a:r>
                      <a:endParaRPr lang="es-ES" sz="4800" b="0" i="0" dirty="0">
                        <a:effectLst/>
                      </a:endParaRPr>
                    </a:p>
                    <a:p>
                      <a:pPr algn="ctr"/>
                      <a:endParaRPr lang="es-E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dirty="0">
                          <a:solidFill>
                            <a:srgbClr val="000000"/>
                          </a:solidFill>
                          <a:effectLst/>
                        </a:rPr>
                        <a:t>Número de Documento</a:t>
                      </a:r>
                      <a:r>
                        <a:rPr lang="es-ES" sz="1800" b="0" dirty="0">
                          <a:solidFill>
                            <a:srgbClr val="000000"/>
                          </a:solidFill>
                          <a:effectLst/>
                        </a:rPr>
                        <a:t> </a:t>
                      </a:r>
                      <a:endParaRPr lang="es-ES" sz="4800" b="0" i="0" dirty="0">
                        <a:effectLst/>
                      </a:endParaRPr>
                    </a:p>
                    <a:p>
                      <a:pPr algn="ctr"/>
                      <a:endParaRPr lang="es-E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ES" sz="1800" b="1" dirty="0">
                          <a:solidFill>
                            <a:srgbClr val="000000"/>
                          </a:solidFill>
                          <a:effectLst/>
                        </a:rPr>
                        <a:t>Nombre</a:t>
                      </a:r>
                      <a:endParaRPr lang="es-E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dirty="0">
                          <a:solidFill>
                            <a:srgbClr val="000000"/>
                          </a:solidFill>
                          <a:effectLst/>
                        </a:rPr>
                        <a:t>Apellidos</a:t>
                      </a:r>
                      <a:r>
                        <a:rPr lang="es-ES" sz="1800" b="0" dirty="0">
                          <a:solidFill>
                            <a:srgbClr val="000000"/>
                          </a:solidFill>
                          <a:effectLst/>
                        </a:rPr>
                        <a:t> </a:t>
                      </a:r>
                      <a:endParaRPr lang="es-ES" sz="4800" b="0" i="0" dirty="0">
                        <a:effectLst/>
                      </a:endParaRPr>
                    </a:p>
                    <a:p>
                      <a:pPr algn="ctr"/>
                      <a:endParaRPr lang="es-E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dirty="0">
                          <a:solidFill>
                            <a:srgbClr val="000000"/>
                          </a:solidFill>
                          <a:effectLst/>
                        </a:rPr>
                        <a:t>Estado</a:t>
                      </a:r>
                      <a:r>
                        <a:rPr lang="es-ES" sz="1800" b="0" dirty="0">
                          <a:solidFill>
                            <a:srgbClr val="000000"/>
                          </a:solidFill>
                          <a:effectLst/>
                        </a:rPr>
                        <a:t> </a:t>
                      </a:r>
                      <a:endParaRPr lang="es-ES" sz="4800" b="0" i="0" dirty="0">
                        <a:effectLst/>
                      </a:endParaRPr>
                    </a:p>
                    <a:p>
                      <a:pPr algn="ctr"/>
                      <a:endParaRPr lang="es-E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4333336"/>
                  </a:ext>
                </a:extLst>
              </a:tr>
              <a:tr h="370840">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2423713"/>
                  </a:ext>
                </a:extLst>
              </a:tr>
              <a:tr h="370840">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s-E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5571999"/>
                  </a:ext>
                </a:extLst>
              </a:tr>
            </a:tbl>
          </a:graphicData>
        </a:graphic>
      </p:graphicFrame>
      <p:sp>
        <p:nvSpPr>
          <p:cNvPr id="145" name="CuadroTexto 144">
            <a:extLst>
              <a:ext uri="{FF2B5EF4-FFF2-40B4-BE49-F238E27FC236}">
                <a16:creationId xmlns:a16="http://schemas.microsoft.com/office/drawing/2014/main" id="{ECF8C41E-5D98-2F17-12ED-1214C3BC4DAD}"/>
              </a:ext>
            </a:extLst>
          </p:cNvPr>
          <p:cNvSpPr txBox="1"/>
          <p:nvPr/>
        </p:nvSpPr>
        <p:spPr>
          <a:xfrm>
            <a:off x="0" y="5966961"/>
            <a:ext cx="12197442"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ctr"/>
            <a:r>
              <a:rPr lang="es-ES" sz="2400" b="0" i="0" dirty="0">
                <a:solidFill>
                  <a:srgbClr val="000000"/>
                </a:solidFill>
                <a:effectLst/>
                <a:latin typeface="Calibri"/>
                <a:cs typeface="Calibri"/>
              </a:rPr>
              <a:t>Correo:</a:t>
            </a:r>
            <a:r>
              <a:rPr lang="es-ES" sz="2400" dirty="0">
                <a:solidFill>
                  <a:srgbClr val="000000"/>
                </a:solidFill>
                <a:latin typeface="Calibri"/>
                <a:cs typeface="Calibri"/>
              </a:rPr>
              <a:t> </a:t>
            </a:r>
            <a:r>
              <a:rPr lang="es-ES" sz="2400" dirty="0">
                <a:solidFill>
                  <a:srgbClr val="000000"/>
                </a:solidFill>
                <a:latin typeface="Calibri"/>
                <a:cs typeface="Calibri"/>
                <a:hlinkClick r:id="rId4"/>
              </a:rPr>
              <a:t>yeavilav@sena.edu.co</a:t>
            </a:r>
            <a:endParaRPr lang="es-ES" sz="1200" dirty="0">
              <a:solidFill>
                <a:srgbClr val="000000"/>
              </a:solidFill>
              <a:latin typeface="Calibri"/>
              <a:cs typeface="Calibri"/>
            </a:endParaRPr>
          </a:p>
          <a:p>
            <a:endParaRPr lang="es-ES" sz="2400" dirty="0">
              <a:solidFill>
                <a:srgbClr val="000000"/>
              </a:solidFill>
              <a:latin typeface="Calibri"/>
              <a:cs typeface="Calibri"/>
            </a:endParaRPr>
          </a:p>
        </p:txBody>
      </p:sp>
    </p:spTree>
    <p:extLst>
      <p:ext uri="{BB962C8B-B14F-4D97-AF65-F5344CB8AC3E}">
        <p14:creationId xmlns:p14="http://schemas.microsoft.com/office/powerpoint/2010/main" val="3177942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011F1D7-6C92-F2F5-EA9F-F3E5E67A9ADE}"/>
            </a:ext>
          </a:extLst>
        </p:cNvPr>
        <p:cNvGrpSpPr/>
        <p:nvPr/>
      </p:nvGrpSpPr>
      <p:grpSpPr>
        <a:xfrm>
          <a:off x="0" y="0"/>
          <a:ext cx="0" cy="0"/>
          <a:chOff x="0" y="0"/>
          <a:chExt cx="0" cy="0"/>
        </a:xfrm>
      </p:grpSpPr>
      <p:sp>
        <p:nvSpPr>
          <p:cNvPr id="30" name="CuadroTexto 5">
            <a:extLst>
              <a:ext uri="{FF2B5EF4-FFF2-40B4-BE49-F238E27FC236}">
                <a16:creationId xmlns:a16="http://schemas.microsoft.com/office/drawing/2014/main" id="{521C6290-7E5F-F937-F0E6-ADB32F94B487}"/>
              </a:ext>
            </a:extLst>
          </p:cNvPr>
          <p:cNvSpPr txBox="1"/>
          <p:nvPr/>
        </p:nvSpPr>
        <p:spPr>
          <a:xfrm>
            <a:off x="5545140" y="5714144"/>
            <a:ext cx="6149556" cy="847077"/>
          </a:xfrm>
          <a:prstGeom prst="rect">
            <a:avLst/>
          </a:prstGeom>
          <a:noFill/>
        </p:spPr>
        <p:txBody>
          <a:bodyPr wrap="square" rtlCol="0">
            <a:spAutoFit/>
          </a:bodyPr>
          <a:lstStyle/>
          <a:p>
            <a:r>
              <a:rPr lang="es-CO" sz="2400"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Primeros </a:t>
            </a:r>
            <a:r>
              <a:rPr lang="es-CO" sz="2400" b="1"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(15) </a:t>
            </a:r>
            <a:r>
              <a:rPr lang="es-ES" sz="2400"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días hábiles  del I trimestre</a:t>
            </a:r>
          </a:p>
          <a:p>
            <a:r>
              <a:rPr lang="es-ES" sz="2400"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de la Etapa </a:t>
            </a:r>
            <a:r>
              <a:rPr lang="es-ES" sz="2400"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hlinkClick r:id="rId3" action="ppaction://hlinksldjump"/>
              </a:rPr>
              <a:t>Productiva</a:t>
            </a:r>
            <a:endParaRPr lang="es-CO" sz="3200" b="1" dirty="0">
              <a:solidFill>
                <a:schemeClr val="bg1">
                  <a:lumMod val="65000"/>
                  <a:lumOff val="35000"/>
                </a:schemeClr>
              </a:solidFill>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endParaRPr>
          </a:p>
        </p:txBody>
      </p:sp>
      <p:grpSp>
        <p:nvGrpSpPr>
          <p:cNvPr id="31" name="Group 9">
            <a:extLst>
              <a:ext uri="{FF2B5EF4-FFF2-40B4-BE49-F238E27FC236}">
                <a16:creationId xmlns:a16="http://schemas.microsoft.com/office/drawing/2014/main" id="{7854C20B-ABEC-71B5-9396-F349A3FA8C1F}"/>
              </a:ext>
            </a:extLst>
          </p:cNvPr>
          <p:cNvGrpSpPr>
            <a:grpSpLocks/>
          </p:cNvGrpSpPr>
          <p:nvPr/>
        </p:nvGrpSpPr>
        <p:grpSpPr bwMode="auto">
          <a:xfrm rot="4976862" flipH="1">
            <a:off x="5034123" y="5664323"/>
            <a:ext cx="493705" cy="600302"/>
            <a:chOff x="1944" y="1111"/>
            <a:chExt cx="204" cy="196"/>
          </a:xfrm>
        </p:grpSpPr>
        <p:pic>
          <p:nvPicPr>
            <p:cNvPr id="32" name="Picture 10" descr="circuler_1">
              <a:extLst>
                <a:ext uri="{FF2B5EF4-FFF2-40B4-BE49-F238E27FC236}">
                  <a16:creationId xmlns:a16="http://schemas.microsoft.com/office/drawing/2014/main" id="{A2B2FCD8-1E6C-D375-8123-49ED06C6284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flipH="1">
              <a:off x="1961" y="1124"/>
              <a:ext cx="174" cy="172"/>
            </a:xfrm>
            <a:prstGeom prst="rect">
              <a:avLst/>
            </a:prstGeom>
            <a:noFill/>
            <a:extLst>
              <a:ext uri="{909E8E84-426E-40DD-AFC4-6F175D3DCCD1}">
                <a14:hiddenFill xmlns:a14="http://schemas.microsoft.com/office/drawing/2010/main">
                  <a:solidFill>
                    <a:srgbClr val="FFFFFF"/>
                  </a:solidFill>
                </a14:hiddenFill>
              </a:ext>
            </a:extLst>
          </p:spPr>
        </p:pic>
        <p:sp>
          <p:nvSpPr>
            <p:cNvPr id="33" name="Oval 11">
              <a:extLst>
                <a:ext uri="{FF2B5EF4-FFF2-40B4-BE49-F238E27FC236}">
                  <a16:creationId xmlns:a16="http://schemas.microsoft.com/office/drawing/2014/main" id="{45758544-3C6D-ADEA-AD2A-B3BCEE0D098F}"/>
                </a:ext>
              </a:extLst>
            </p:cNvPr>
            <p:cNvSpPr>
              <a:spLocks noChangeArrowheads="1"/>
            </p:cNvSpPr>
            <p:nvPr/>
          </p:nvSpPr>
          <p:spPr bwMode="gray">
            <a:xfrm flipH="1">
              <a:off x="1962" y="1124"/>
              <a:ext cx="173" cy="172"/>
            </a:xfrm>
            <a:prstGeom prst="ellipse">
              <a:avLst/>
            </a:prstGeom>
            <a:solidFill>
              <a:srgbClr val="FF00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nvGrpSpPr>
            <p:cNvPr id="34" name="Group 12">
              <a:extLst>
                <a:ext uri="{FF2B5EF4-FFF2-40B4-BE49-F238E27FC236}">
                  <a16:creationId xmlns:a16="http://schemas.microsoft.com/office/drawing/2014/main" id="{82C3AC81-5F3B-BBB1-3BE1-7EB85ADBE8E0}"/>
                </a:ext>
              </a:extLst>
            </p:cNvPr>
            <p:cNvGrpSpPr>
              <a:grpSpLocks/>
            </p:cNvGrpSpPr>
            <p:nvPr/>
          </p:nvGrpSpPr>
          <p:grpSpPr bwMode="auto">
            <a:xfrm rot="1297425" flipV="1">
              <a:off x="1971" y="1258"/>
              <a:ext cx="151" cy="37"/>
              <a:chOff x="2532" y="1051"/>
              <a:chExt cx="893" cy="246"/>
            </a:xfrm>
          </p:grpSpPr>
          <p:grpSp>
            <p:nvGrpSpPr>
              <p:cNvPr id="37" name="Group 13">
                <a:extLst>
                  <a:ext uri="{FF2B5EF4-FFF2-40B4-BE49-F238E27FC236}">
                    <a16:creationId xmlns:a16="http://schemas.microsoft.com/office/drawing/2014/main" id="{6D07EC72-B72B-7C46-3AAF-10059DED9D8A}"/>
                  </a:ext>
                </a:extLst>
              </p:cNvPr>
              <p:cNvGrpSpPr>
                <a:grpSpLocks/>
              </p:cNvGrpSpPr>
              <p:nvPr/>
            </p:nvGrpSpPr>
            <p:grpSpPr bwMode="auto">
              <a:xfrm>
                <a:off x="2532" y="1051"/>
                <a:ext cx="743" cy="185"/>
                <a:chOff x="1565" y="2568"/>
                <a:chExt cx="1118" cy="279"/>
              </a:xfrm>
            </p:grpSpPr>
            <p:sp>
              <p:nvSpPr>
                <p:cNvPr id="43" name="AutoShape 14">
                  <a:extLst>
                    <a:ext uri="{FF2B5EF4-FFF2-40B4-BE49-F238E27FC236}">
                      <a16:creationId xmlns:a16="http://schemas.microsoft.com/office/drawing/2014/main" id="{98302098-A09B-3866-33BD-863B1FD1F88E}"/>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4" name="AutoShape 15">
                  <a:extLst>
                    <a:ext uri="{FF2B5EF4-FFF2-40B4-BE49-F238E27FC236}">
                      <a16:creationId xmlns:a16="http://schemas.microsoft.com/office/drawing/2014/main" id="{909FA9CE-7EE9-D4D6-AA16-0CAA062466A5}"/>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5" name="AutoShape 16">
                  <a:extLst>
                    <a:ext uri="{FF2B5EF4-FFF2-40B4-BE49-F238E27FC236}">
                      <a16:creationId xmlns:a16="http://schemas.microsoft.com/office/drawing/2014/main" id="{3F122796-5E39-E3E5-C713-82667AD5C6F2}"/>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6" name="AutoShape 17">
                  <a:extLst>
                    <a:ext uri="{FF2B5EF4-FFF2-40B4-BE49-F238E27FC236}">
                      <a16:creationId xmlns:a16="http://schemas.microsoft.com/office/drawing/2014/main" id="{04A46347-14C1-DA7F-F063-6C423D3F9009}"/>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nvGrpSpPr>
              <p:cNvPr id="38" name="Group 18">
                <a:extLst>
                  <a:ext uri="{FF2B5EF4-FFF2-40B4-BE49-F238E27FC236}">
                    <a16:creationId xmlns:a16="http://schemas.microsoft.com/office/drawing/2014/main" id="{EAB6FBDF-117A-F679-24E9-F07583AF27E0}"/>
                  </a:ext>
                </a:extLst>
              </p:cNvPr>
              <p:cNvGrpSpPr>
                <a:grpSpLocks/>
              </p:cNvGrpSpPr>
              <p:nvPr/>
            </p:nvGrpSpPr>
            <p:grpSpPr bwMode="auto">
              <a:xfrm rot="1353540">
                <a:off x="2682" y="1111"/>
                <a:ext cx="743" cy="186"/>
                <a:chOff x="1565" y="2568"/>
                <a:chExt cx="1118" cy="279"/>
              </a:xfrm>
            </p:grpSpPr>
            <p:sp>
              <p:nvSpPr>
                <p:cNvPr id="39" name="AutoShape 19">
                  <a:extLst>
                    <a:ext uri="{FF2B5EF4-FFF2-40B4-BE49-F238E27FC236}">
                      <a16:creationId xmlns:a16="http://schemas.microsoft.com/office/drawing/2014/main" id="{AE387166-3C06-0D17-2930-E616AA743C71}"/>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0" name="AutoShape 20">
                  <a:extLst>
                    <a:ext uri="{FF2B5EF4-FFF2-40B4-BE49-F238E27FC236}">
                      <a16:creationId xmlns:a16="http://schemas.microsoft.com/office/drawing/2014/main" id="{E6B2B8EE-8BE3-AFE5-8593-56C25AC60C33}"/>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1" name="AutoShape 21">
                  <a:extLst>
                    <a:ext uri="{FF2B5EF4-FFF2-40B4-BE49-F238E27FC236}">
                      <a16:creationId xmlns:a16="http://schemas.microsoft.com/office/drawing/2014/main" id="{F2C78C36-E55E-9C29-A951-D48E52322DC1}"/>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2" name="AutoShape 22">
                  <a:extLst>
                    <a:ext uri="{FF2B5EF4-FFF2-40B4-BE49-F238E27FC236}">
                      <a16:creationId xmlns:a16="http://schemas.microsoft.com/office/drawing/2014/main" id="{9EE62FBA-E69F-984E-62B0-C081ACD31953}"/>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sp>
          <p:nvSpPr>
            <p:cNvPr id="35" name="Arc 23">
              <a:extLst>
                <a:ext uri="{FF2B5EF4-FFF2-40B4-BE49-F238E27FC236}">
                  <a16:creationId xmlns:a16="http://schemas.microsoft.com/office/drawing/2014/main" id="{88216FFF-1E3F-C986-9201-AC1A8CD8B67D}"/>
                </a:ext>
              </a:extLst>
            </p:cNvPr>
            <p:cNvSpPr>
              <a:spLocks/>
            </p:cNvSpPr>
            <p:nvPr/>
          </p:nvSpPr>
          <p:spPr bwMode="gray">
            <a:xfrm rot="25447716">
              <a:off x="1948" y="1107"/>
              <a:ext cx="196" cy="204"/>
            </a:xfrm>
            <a:custGeom>
              <a:avLst/>
              <a:gdLst>
                <a:gd name="G0" fmla="+- 21600 0 0"/>
                <a:gd name="G1" fmla="+- 21600 0 0"/>
                <a:gd name="G2" fmla="+- 21600 0 0"/>
                <a:gd name="T0" fmla="*/ 3603 w 43200"/>
                <a:gd name="T1" fmla="*/ 33545 h 43155"/>
                <a:gd name="T2" fmla="*/ 22996 w 43200"/>
                <a:gd name="T3" fmla="*/ 43155 h 43155"/>
                <a:gd name="T4" fmla="*/ 21600 w 43200"/>
                <a:gd name="T5" fmla="*/ 21600 h 43155"/>
              </a:gdLst>
              <a:ahLst/>
              <a:cxnLst>
                <a:cxn ang="0">
                  <a:pos x="T0" y="T1"/>
                </a:cxn>
                <a:cxn ang="0">
                  <a:pos x="T2" y="T3"/>
                </a:cxn>
                <a:cxn ang="0">
                  <a:pos x="T4" y="T5"/>
                </a:cxn>
              </a:cxnLst>
              <a:rect l="0" t="0" r="r" b="b"/>
              <a:pathLst>
                <a:path w="43200" h="43155" fill="none"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path>
                <a:path w="43200" h="43155" stroke="0"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lnTo>
                    <a:pt x="21600" y="21600"/>
                  </a:lnTo>
                  <a:close/>
                </a:path>
              </a:pathLst>
            </a:custGeom>
            <a:noFill/>
            <a:ln w="12700">
              <a:solidFill>
                <a:srgbClr val="000000"/>
              </a:solidFill>
              <a:prstDash val="sysDot"/>
              <a:round/>
              <a:headEnd/>
              <a:tailEnd type="triangle" w="sm" len="sm"/>
            </a:ln>
            <a:effectLst/>
            <a:extLst>
              <a:ext uri="{909E8E84-426E-40DD-AFC4-6F175D3DCCD1}">
                <a14:hiddenFill xmlns:a14="http://schemas.microsoft.com/office/drawing/2010/main">
                  <a:solidFill>
                    <a:srgbClr val="00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pic>
          <p:nvPicPr>
            <p:cNvPr id="36" name="Picture 24" descr="light_shadow1">
              <a:extLst>
                <a:ext uri="{FF2B5EF4-FFF2-40B4-BE49-F238E27FC236}">
                  <a16:creationId xmlns:a16="http://schemas.microsoft.com/office/drawing/2014/main" id="{FFEF455B-B710-9238-1273-3C4FC898851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23740"/>
            <a:stretch>
              <a:fillRect/>
            </a:stretch>
          </p:blipFill>
          <p:spPr bwMode="gray">
            <a:xfrm rot="2569845" flipH="1">
              <a:off x="2015" y="1139"/>
              <a:ext cx="129" cy="84"/>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ítulo 1">
            <a:extLst>
              <a:ext uri="{FF2B5EF4-FFF2-40B4-BE49-F238E27FC236}">
                <a16:creationId xmlns:a16="http://schemas.microsoft.com/office/drawing/2014/main" id="{C850FB4F-8C66-E50A-E628-A11A68318C5D}"/>
              </a:ext>
            </a:extLst>
          </p:cNvPr>
          <p:cNvSpPr txBox="1">
            <a:spLocks/>
          </p:cNvSpPr>
          <p:nvPr/>
        </p:nvSpPr>
        <p:spPr>
          <a:xfrm>
            <a:off x="487409" y="297518"/>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chemeClr val="bg1"/>
                </a:solidFill>
                <a:latin typeface="Verdana" panose="020B0604030504040204" pitchFamily="34" charset="0"/>
                <a:ea typeface="Verdana" panose="020B0604030504040204" pitchFamily="34" charset="0"/>
              </a:rPr>
              <a:t>M3 – Visita </a:t>
            </a:r>
            <a:r>
              <a:rPr lang="es-ES" b="1" dirty="0">
                <a:solidFill>
                  <a:schemeClr val="bg1"/>
                </a:solidFill>
                <a:latin typeface="Verdana" panose="020B0604030504040204" pitchFamily="34" charset="0"/>
                <a:ea typeface="Verdana" panose="020B0604030504040204" pitchFamily="34" charset="0"/>
                <a:hlinkClick r:id="rId6" action="ppaction://hlinkpres?slideindex=1&amp;slidetitle="/>
              </a:rPr>
              <a:t>Concertación</a:t>
            </a:r>
            <a:endParaRPr lang="es-ES" b="1" dirty="0">
              <a:solidFill>
                <a:schemeClr val="bg1"/>
              </a:solidFill>
              <a:latin typeface="Verdana" panose="020B0604030504040204" pitchFamily="34" charset="0"/>
              <a:ea typeface="Verdana" panose="020B0604030504040204" pitchFamily="34" charset="0"/>
            </a:endParaRPr>
          </a:p>
        </p:txBody>
      </p:sp>
      <p:sp>
        <p:nvSpPr>
          <p:cNvPr id="19" name="Rectángulo: esquinas redondeadas 4">
            <a:extLst>
              <a:ext uri="{FF2B5EF4-FFF2-40B4-BE49-F238E27FC236}">
                <a16:creationId xmlns:a16="http://schemas.microsoft.com/office/drawing/2014/main" id="{13062851-5B06-E002-E6B6-A0E6719C3EE3}"/>
              </a:ext>
            </a:extLst>
          </p:cNvPr>
          <p:cNvSpPr txBox="1"/>
          <p:nvPr/>
        </p:nvSpPr>
        <p:spPr>
          <a:xfrm>
            <a:off x="3498031" y="1746206"/>
            <a:ext cx="2392071" cy="798023"/>
          </a:xfrm>
          <a:prstGeom prst="rect">
            <a:avLst/>
          </a:prstGeom>
          <a:solidFill>
            <a:srgbClr val="FF6C00"/>
          </a:solidFill>
        </p:spPr>
        <p:style>
          <a:lnRef idx="1">
            <a:schemeClr val="accent2"/>
          </a:lnRef>
          <a:fillRef idx="2">
            <a:schemeClr val="accent2"/>
          </a:fillRef>
          <a:effectRef idx="1">
            <a:schemeClr val="accent2"/>
          </a:effectRef>
          <a:fontRef idx="minor">
            <a:schemeClr val="dk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sz="2000" b="1" dirty="0">
                <a:solidFill>
                  <a:schemeClr val="lt1"/>
                </a:solidFill>
              </a:rPr>
              <a:t>Realización Visita</a:t>
            </a:r>
          </a:p>
        </p:txBody>
      </p:sp>
      <p:sp>
        <p:nvSpPr>
          <p:cNvPr id="20" name="Flecha: a la derecha 19">
            <a:extLst>
              <a:ext uri="{FF2B5EF4-FFF2-40B4-BE49-F238E27FC236}">
                <a16:creationId xmlns:a16="http://schemas.microsoft.com/office/drawing/2014/main" id="{02014689-679F-D068-34BE-761B3030021F}"/>
              </a:ext>
            </a:extLst>
          </p:cNvPr>
          <p:cNvSpPr/>
          <p:nvPr/>
        </p:nvSpPr>
        <p:spPr>
          <a:xfrm>
            <a:off x="5929704" y="2062771"/>
            <a:ext cx="440098" cy="235363"/>
          </a:xfrm>
          <a:prstGeom prst="rightArrow">
            <a:avLst>
              <a:gd name="adj1" fmla="val 60000"/>
              <a:gd name="adj2" fmla="val 50000"/>
            </a:avLst>
          </a:prstGeom>
        </p:spPr>
        <p:style>
          <a:lnRef idx="1">
            <a:schemeClr val="accent2"/>
          </a:lnRef>
          <a:fillRef idx="2">
            <a:schemeClr val="accent2"/>
          </a:fillRef>
          <a:effectRef idx="1">
            <a:schemeClr val="accent2"/>
          </a:effectRef>
          <a:fontRef idx="minor">
            <a:schemeClr val="dk1"/>
          </a:fontRef>
        </p:style>
        <p:txBody>
          <a:bodyPr/>
          <a:lstStyle/>
          <a:p>
            <a:endParaRPr lang="es-ES" dirty="0"/>
          </a:p>
        </p:txBody>
      </p:sp>
      <p:sp>
        <p:nvSpPr>
          <p:cNvPr id="27" name="Rectángulo: esquinas redondeadas 26">
            <a:extLst>
              <a:ext uri="{FF2B5EF4-FFF2-40B4-BE49-F238E27FC236}">
                <a16:creationId xmlns:a16="http://schemas.microsoft.com/office/drawing/2014/main" id="{6496B7C5-E9CB-3A23-58BA-837695E388CE}"/>
              </a:ext>
            </a:extLst>
          </p:cNvPr>
          <p:cNvSpPr/>
          <p:nvPr/>
        </p:nvSpPr>
        <p:spPr>
          <a:xfrm>
            <a:off x="6414910" y="1695367"/>
            <a:ext cx="2499352" cy="798023"/>
          </a:xfrm>
          <a:prstGeom prst="roundRect">
            <a:avLst>
              <a:gd name="adj" fmla="val 10000"/>
            </a:avLst>
          </a:prstGeom>
          <a:solidFill>
            <a:srgbClr val="7030A0"/>
          </a:solidFill>
        </p:spPr>
        <p:style>
          <a:lnRef idx="1">
            <a:schemeClr val="accent4"/>
          </a:lnRef>
          <a:fillRef idx="2">
            <a:schemeClr val="accent4"/>
          </a:fillRef>
          <a:effectRef idx="1">
            <a:schemeClr val="accent4"/>
          </a:effectRef>
          <a:fontRef idx="minor">
            <a:schemeClr val="dk1"/>
          </a:fontRef>
        </p:style>
        <p:txBody>
          <a:bodyPr/>
          <a:lstStyle/>
          <a:p>
            <a:r>
              <a:rPr lang="es-ES" b="1" dirty="0">
                <a:solidFill>
                  <a:schemeClr val="lt1"/>
                </a:solidFill>
              </a:rPr>
              <a:t>Seguimiento entrega de Bitácoras - plataforma</a:t>
            </a:r>
            <a:endParaRPr lang="es-ES" sz="2000" b="1" dirty="0">
              <a:solidFill>
                <a:schemeClr val="lt1"/>
              </a:solidFill>
            </a:endParaRPr>
          </a:p>
        </p:txBody>
      </p:sp>
      <p:grpSp>
        <p:nvGrpSpPr>
          <p:cNvPr id="28" name="Grupo 27">
            <a:extLst>
              <a:ext uri="{FF2B5EF4-FFF2-40B4-BE49-F238E27FC236}">
                <a16:creationId xmlns:a16="http://schemas.microsoft.com/office/drawing/2014/main" id="{CA94A239-1CAE-DAFD-F7F9-694CC684EFFE}"/>
              </a:ext>
            </a:extLst>
          </p:cNvPr>
          <p:cNvGrpSpPr/>
          <p:nvPr/>
        </p:nvGrpSpPr>
        <p:grpSpPr>
          <a:xfrm>
            <a:off x="6284057" y="2429081"/>
            <a:ext cx="2743845" cy="2897685"/>
            <a:chOff x="12786040" y="158238"/>
            <a:chExt cx="3995055" cy="6926592"/>
          </a:xfrm>
        </p:grpSpPr>
        <p:sp>
          <p:nvSpPr>
            <p:cNvPr id="29" name="Rectángulo: esquinas redondeadas 28">
              <a:extLst>
                <a:ext uri="{FF2B5EF4-FFF2-40B4-BE49-F238E27FC236}">
                  <a16:creationId xmlns:a16="http://schemas.microsoft.com/office/drawing/2014/main" id="{57A9723F-2226-7849-F0BB-DB4CDE850AD4}"/>
                </a:ext>
              </a:extLst>
            </p:cNvPr>
            <p:cNvSpPr/>
            <p:nvPr/>
          </p:nvSpPr>
          <p:spPr>
            <a:xfrm>
              <a:off x="12786040" y="418756"/>
              <a:ext cx="3905119" cy="6666074"/>
            </a:xfrm>
            <a:prstGeom prst="roundRect">
              <a:avLst>
                <a:gd name="adj" fmla="val 10000"/>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O"/>
            </a:p>
          </p:txBody>
        </p:sp>
        <p:sp>
          <p:nvSpPr>
            <p:cNvPr id="50" name="Rectángulo: esquinas redondeadas 4">
              <a:extLst>
                <a:ext uri="{FF2B5EF4-FFF2-40B4-BE49-F238E27FC236}">
                  <a16:creationId xmlns:a16="http://schemas.microsoft.com/office/drawing/2014/main" id="{35A04B63-7F0E-F732-6B6A-70739DD0B30D}"/>
                </a:ext>
              </a:extLst>
            </p:cNvPr>
            <p:cNvSpPr txBox="1"/>
            <p:nvPr/>
          </p:nvSpPr>
          <p:spPr>
            <a:xfrm>
              <a:off x="13104729" y="158238"/>
              <a:ext cx="3676366" cy="643732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84912" tIns="184912" rIns="184912" bIns="184912" numCol="1" spcCol="1270" anchor="t" anchorCtr="0">
              <a:noAutofit/>
            </a:bodyPr>
            <a:lstStyle/>
            <a:p>
              <a:pPr marL="228600" lvl="1" indent="-228600" algn="l" defTabSz="1155700">
                <a:lnSpc>
                  <a:spcPct val="90000"/>
                </a:lnSpc>
                <a:spcBef>
                  <a:spcPct val="0"/>
                </a:spcBef>
                <a:spcAft>
                  <a:spcPct val="15000"/>
                </a:spcAft>
                <a:buChar char="•"/>
              </a:pPr>
              <a:r>
                <a:rPr lang="es-ES" sz="1600" kern="1200" dirty="0">
                  <a:solidFill>
                    <a:schemeClr val="tx1"/>
                  </a:solidFill>
                </a:rPr>
                <a:t>Revisión y calificación de evidencias de seguimiento a etapa productiva.</a:t>
              </a:r>
            </a:p>
            <a:p>
              <a:pPr marL="228600" lvl="1" indent="-228600" algn="l" defTabSz="1155700">
                <a:lnSpc>
                  <a:spcPct val="90000"/>
                </a:lnSpc>
                <a:spcBef>
                  <a:spcPct val="0"/>
                </a:spcBef>
                <a:spcAft>
                  <a:spcPct val="15000"/>
                </a:spcAft>
                <a:buChar char="•"/>
              </a:pPr>
              <a:r>
                <a:rPr lang="es-ES" sz="1600" kern="1200" dirty="0">
                  <a:solidFill>
                    <a:schemeClr val="tx1"/>
                  </a:solidFill>
                </a:rPr>
                <a:t>Publicación anuncios de  retroalimentación y recordatorio envío de evidencias – vía correo electrónico.</a:t>
              </a:r>
            </a:p>
            <a:p>
              <a:pPr marL="0" lvl="1" algn="l" defTabSz="1155700">
                <a:lnSpc>
                  <a:spcPct val="90000"/>
                </a:lnSpc>
                <a:spcBef>
                  <a:spcPct val="0"/>
                </a:spcBef>
                <a:spcAft>
                  <a:spcPct val="15000"/>
                </a:spcAft>
              </a:pPr>
              <a:endParaRPr lang="es-CO" kern="1200" dirty="0">
                <a:solidFill>
                  <a:schemeClr val="tx1"/>
                </a:solidFill>
              </a:endParaRPr>
            </a:p>
            <a:p>
              <a:pPr marL="228600" lvl="1" indent="-228600" algn="l" defTabSz="1155700">
                <a:lnSpc>
                  <a:spcPct val="90000"/>
                </a:lnSpc>
                <a:spcBef>
                  <a:spcPct val="0"/>
                </a:spcBef>
                <a:spcAft>
                  <a:spcPct val="15000"/>
                </a:spcAft>
                <a:buChar char="•"/>
              </a:pPr>
              <a:endParaRPr lang="es-CO" kern="1200" dirty="0">
                <a:solidFill>
                  <a:schemeClr val="tx1"/>
                </a:solidFill>
              </a:endParaRPr>
            </a:p>
            <a:p>
              <a:pPr marL="228600" lvl="1" indent="-228600" algn="l" defTabSz="1155700">
                <a:lnSpc>
                  <a:spcPct val="90000"/>
                </a:lnSpc>
                <a:spcBef>
                  <a:spcPct val="0"/>
                </a:spcBef>
                <a:spcAft>
                  <a:spcPct val="15000"/>
                </a:spcAft>
                <a:buChar char="•"/>
              </a:pPr>
              <a:endParaRPr lang="es-CO" sz="2000" kern="1200" dirty="0">
                <a:solidFill>
                  <a:schemeClr val="tx1"/>
                </a:solidFill>
              </a:endParaRPr>
            </a:p>
            <a:p>
              <a:pPr marL="228600" lvl="1" indent="-228600" algn="l" defTabSz="1155700">
                <a:lnSpc>
                  <a:spcPct val="90000"/>
                </a:lnSpc>
                <a:spcBef>
                  <a:spcPct val="0"/>
                </a:spcBef>
                <a:spcAft>
                  <a:spcPct val="15000"/>
                </a:spcAft>
                <a:buChar char="•"/>
              </a:pPr>
              <a:endParaRPr lang="es-CO" sz="2600" kern="1200" dirty="0"/>
            </a:p>
          </p:txBody>
        </p:sp>
      </p:grpSp>
      <p:sp>
        <p:nvSpPr>
          <p:cNvPr id="51" name="Flecha: a la derecha 50">
            <a:extLst>
              <a:ext uri="{FF2B5EF4-FFF2-40B4-BE49-F238E27FC236}">
                <a16:creationId xmlns:a16="http://schemas.microsoft.com/office/drawing/2014/main" id="{57F84AA1-2787-7156-373F-8DECB675135C}"/>
              </a:ext>
            </a:extLst>
          </p:cNvPr>
          <p:cNvSpPr/>
          <p:nvPr/>
        </p:nvSpPr>
        <p:spPr>
          <a:xfrm>
            <a:off x="8959371" y="2043193"/>
            <a:ext cx="440098" cy="235363"/>
          </a:xfrm>
          <a:prstGeom prst="rightArrow">
            <a:avLst>
              <a:gd name="adj1" fmla="val 60000"/>
              <a:gd name="adj2" fmla="val 50000"/>
            </a:avLst>
          </a:prstGeom>
        </p:spPr>
        <p:style>
          <a:lnRef idx="1">
            <a:schemeClr val="accent4"/>
          </a:lnRef>
          <a:fillRef idx="2">
            <a:schemeClr val="accent4"/>
          </a:fillRef>
          <a:effectRef idx="1">
            <a:schemeClr val="accent4"/>
          </a:effectRef>
          <a:fontRef idx="minor">
            <a:schemeClr val="dk1"/>
          </a:fontRef>
        </p:style>
        <p:txBody>
          <a:bodyPr/>
          <a:lstStyle/>
          <a:p>
            <a:endParaRPr lang="es-ES" dirty="0"/>
          </a:p>
        </p:txBody>
      </p:sp>
      <p:grpSp>
        <p:nvGrpSpPr>
          <p:cNvPr id="52" name="Grupo 51">
            <a:extLst>
              <a:ext uri="{FF2B5EF4-FFF2-40B4-BE49-F238E27FC236}">
                <a16:creationId xmlns:a16="http://schemas.microsoft.com/office/drawing/2014/main" id="{83194077-61E5-7489-941D-3DDA54CC8E17}"/>
              </a:ext>
            </a:extLst>
          </p:cNvPr>
          <p:cNvGrpSpPr/>
          <p:nvPr/>
        </p:nvGrpSpPr>
        <p:grpSpPr>
          <a:xfrm>
            <a:off x="9426051" y="1683651"/>
            <a:ext cx="2392071" cy="890963"/>
            <a:chOff x="18822489" y="168613"/>
            <a:chExt cx="3905119" cy="1466288"/>
          </a:xfrm>
        </p:grpSpPr>
        <p:sp>
          <p:nvSpPr>
            <p:cNvPr id="53" name="Rectángulo: esquinas redondeadas 52">
              <a:extLst>
                <a:ext uri="{FF2B5EF4-FFF2-40B4-BE49-F238E27FC236}">
                  <a16:creationId xmlns:a16="http://schemas.microsoft.com/office/drawing/2014/main" id="{D154D270-28B3-8D9B-5E54-A6CE0D89040F}"/>
                </a:ext>
              </a:extLst>
            </p:cNvPr>
            <p:cNvSpPr/>
            <p:nvPr/>
          </p:nvSpPr>
          <p:spPr>
            <a:xfrm>
              <a:off x="18822489" y="168613"/>
              <a:ext cx="3905119" cy="1466288"/>
            </a:xfrm>
            <a:prstGeom prst="roundRect">
              <a:avLst>
                <a:gd name="adj" fmla="val 10000"/>
              </a:avLst>
            </a:prstGeom>
            <a:solidFill>
              <a:schemeClr val="accent5">
                <a:lumMod val="50000"/>
              </a:schemeClr>
            </a:solidFill>
          </p:spPr>
          <p:style>
            <a:lnRef idx="1">
              <a:schemeClr val="accent1"/>
            </a:lnRef>
            <a:fillRef idx="2">
              <a:schemeClr val="accent1"/>
            </a:fillRef>
            <a:effectRef idx="1">
              <a:schemeClr val="accent1"/>
            </a:effectRef>
            <a:fontRef idx="minor">
              <a:schemeClr val="dk1"/>
            </a:fontRef>
          </p:style>
          <p:txBody>
            <a:bodyPr/>
            <a:lstStyle/>
            <a:p>
              <a:endParaRPr lang="es-CO"/>
            </a:p>
          </p:txBody>
        </p:sp>
        <p:sp>
          <p:nvSpPr>
            <p:cNvPr id="54" name="Rectángulo: esquinas redondeadas 4">
              <a:extLst>
                <a:ext uri="{FF2B5EF4-FFF2-40B4-BE49-F238E27FC236}">
                  <a16:creationId xmlns:a16="http://schemas.microsoft.com/office/drawing/2014/main" id="{1D0B2DB6-2977-46C0-C819-EC6F74820094}"/>
                </a:ext>
              </a:extLst>
            </p:cNvPr>
            <p:cNvSpPr txBox="1"/>
            <p:nvPr/>
          </p:nvSpPr>
          <p:spPr>
            <a:xfrm>
              <a:off x="18822489" y="168613"/>
              <a:ext cx="3905119" cy="977525"/>
            </a:xfrm>
            <a:prstGeom prst="rect">
              <a:avLst/>
            </a:prstGeom>
            <a:solidFill>
              <a:schemeClr val="accent5">
                <a:lumMod val="50000"/>
              </a:schemeClr>
            </a:solidFill>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b="1" dirty="0"/>
                <a:t>Visitas Extraordinarias</a:t>
              </a:r>
            </a:p>
          </p:txBody>
        </p:sp>
      </p:grpSp>
      <p:grpSp>
        <p:nvGrpSpPr>
          <p:cNvPr id="55" name="Grupo 54">
            <a:extLst>
              <a:ext uri="{FF2B5EF4-FFF2-40B4-BE49-F238E27FC236}">
                <a16:creationId xmlns:a16="http://schemas.microsoft.com/office/drawing/2014/main" id="{9D6DA3DF-B979-88E1-9D43-FA8C346500BD}"/>
              </a:ext>
            </a:extLst>
          </p:cNvPr>
          <p:cNvGrpSpPr/>
          <p:nvPr/>
        </p:nvGrpSpPr>
        <p:grpSpPr>
          <a:xfrm>
            <a:off x="9310569" y="2422444"/>
            <a:ext cx="2780983" cy="3053768"/>
            <a:chOff x="19212476" y="249082"/>
            <a:chExt cx="4133873" cy="7396695"/>
          </a:xfrm>
        </p:grpSpPr>
        <p:sp>
          <p:nvSpPr>
            <p:cNvPr id="56" name="Rectángulo: esquinas redondeadas 55">
              <a:extLst>
                <a:ext uri="{FF2B5EF4-FFF2-40B4-BE49-F238E27FC236}">
                  <a16:creationId xmlns:a16="http://schemas.microsoft.com/office/drawing/2014/main" id="{1E016DD4-8EF0-1F4B-7B0F-94495F3382C2}"/>
                </a:ext>
              </a:extLst>
            </p:cNvPr>
            <p:cNvSpPr/>
            <p:nvPr/>
          </p:nvSpPr>
          <p:spPr>
            <a:xfrm>
              <a:off x="19212476" y="414455"/>
              <a:ext cx="3905119" cy="6666074"/>
            </a:xfrm>
            <a:prstGeom prst="roundRect">
              <a:avLst>
                <a:gd name="adj" fmla="val 10000"/>
              </a:avLst>
            </a:pr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O"/>
            </a:p>
          </p:txBody>
        </p:sp>
        <p:sp>
          <p:nvSpPr>
            <p:cNvPr id="57" name="Rectángulo: esquinas redondeadas 4">
              <a:extLst>
                <a:ext uri="{FF2B5EF4-FFF2-40B4-BE49-F238E27FC236}">
                  <a16:creationId xmlns:a16="http://schemas.microsoft.com/office/drawing/2014/main" id="{0894E766-1AD0-CC0C-8261-56FEEE79D29F}"/>
                </a:ext>
              </a:extLst>
            </p:cNvPr>
            <p:cNvSpPr txBox="1"/>
            <p:nvPr/>
          </p:nvSpPr>
          <p:spPr>
            <a:xfrm>
              <a:off x="19441230" y="249082"/>
              <a:ext cx="3905119" cy="739669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0688" tIns="170688" rIns="170688" bIns="170688" numCol="1" spcCol="1270" anchor="t" anchorCtr="0">
              <a:noAutofit/>
            </a:bodyPr>
            <a:lstStyle/>
            <a:p>
              <a:pPr marL="228600" lvl="1" indent="-228600" algn="l" defTabSz="1066800">
                <a:lnSpc>
                  <a:spcPct val="90000"/>
                </a:lnSpc>
                <a:spcBef>
                  <a:spcPct val="0"/>
                </a:spcBef>
                <a:spcAft>
                  <a:spcPct val="15000"/>
                </a:spcAft>
                <a:buChar char="•"/>
              </a:pPr>
              <a:r>
                <a:rPr lang="es-ES" sz="1600" dirty="0">
                  <a:solidFill>
                    <a:schemeClr val="tx1"/>
                  </a:solidFill>
                </a:rPr>
                <a:t>Atención visitas extraordinarias si fuese necesario</a:t>
              </a:r>
            </a:p>
            <a:p>
              <a:pPr marL="228600" lvl="1" indent="-228600" algn="l" defTabSz="1066800">
                <a:lnSpc>
                  <a:spcPct val="90000"/>
                </a:lnSpc>
                <a:spcBef>
                  <a:spcPct val="0"/>
                </a:spcBef>
                <a:spcAft>
                  <a:spcPct val="15000"/>
                </a:spcAft>
                <a:buChar char="•"/>
              </a:pPr>
              <a:endParaRPr lang="es-CO" sz="2400" kern="1200" dirty="0">
                <a:solidFill>
                  <a:schemeClr val="bg1">
                    <a:lumMod val="75000"/>
                    <a:lumOff val="25000"/>
                  </a:schemeClr>
                </a:solidFill>
              </a:endParaRPr>
            </a:p>
          </p:txBody>
        </p:sp>
      </p:grpSp>
      <p:grpSp>
        <p:nvGrpSpPr>
          <p:cNvPr id="58" name="Grupo 57">
            <a:extLst>
              <a:ext uri="{FF2B5EF4-FFF2-40B4-BE49-F238E27FC236}">
                <a16:creationId xmlns:a16="http://schemas.microsoft.com/office/drawing/2014/main" id="{EBBD30E1-0EB2-C7B2-DDAC-6F78E28488C8}"/>
              </a:ext>
            </a:extLst>
          </p:cNvPr>
          <p:cNvGrpSpPr/>
          <p:nvPr/>
        </p:nvGrpSpPr>
        <p:grpSpPr>
          <a:xfrm>
            <a:off x="3292820" y="2286381"/>
            <a:ext cx="2837347" cy="4888797"/>
            <a:chOff x="7340761" y="3074736"/>
            <a:chExt cx="2204366" cy="6437320"/>
          </a:xfrm>
        </p:grpSpPr>
        <p:sp>
          <p:nvSpPr>
            <p:cNvPr id="59" name="Rectángulo: esquinas redondeadas 58">
              <a:extLst>
                <a:ext uri="{FF2B5EF4-FFF2-40B4-BE49-F238E27FC236}">
                  <a16:creationId xmlns:a16="http://schemas.microsoft.com/office/drawing/2014/main" id="{A289C203-F936-AF45-3E56-4B3CC9F865D1}"/>
                </a:ext>
              </a:extLst>
            </p:cNvPr>
            <p:cNvSpPr/>
            <p:nvPr/>
          </p:nvSpPr>
          <p:spPr>
            <a:xfrm>
              <a:off x="7340761" y="3300266"/>
              <a:ext cx="2204366" cy="4044352"/>
            </a:xfrm>
            <a:prstGeom prst="roundRect">
              <a:avLst>
                <a:gd name="adj" fmla="val 10000"/>
              </a:avLst>
            </a:pr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ES" dirty="0"/>
            </a:p>
          </p:txBody>
        </p:sp>
        <p:sp>
          <p:nvSpPr>
            <p:cNvPr id="60" name="Rectángulo: esquinas redondeadas 4">
              <a:extLst>
                <a:ext uri="{FF2B5EF4-FFF2-40B4-BE49-F238E27FC236}">
                  <a16:creationId xmlns:a16="http://schemas.microsoft.com/office/drawing/2014/main" id="{54173FEC-4812-9B35-9DC6-8464EF060306}"/>
                </a:ext>
              </a:extLst>
            </p:cNvPr>
            <p:cNvSpPr txBox="1"/>
            <p:nvPr/>
          </p:nvSpPr>
          <p:spPr>
            <a:xfrm>
              <a:off x="7415025" y="3074736"/>
              <a:ext cx="2112196" cy="643732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84912" tIns="184912" rIns="184912" bIns="184912" numCol="1" spcCol="1270" anchor="t" anchorCtr="0">
              <a:noAutofit/>
            </a:bodyPr>
            <a:lstStyle/>
            <a:p>
              <a:pPr marL="228600" lvl="1" indent="-228600" algn="l" defTabSz="1155700">
                <a:lnSpc>
                  <a:spcPct val="90000"/>
                </a:lnSpc>
                <a:spcBef>
                  <a:spcPct val="0"/>
                </a:spcBef>
                <a:spcAft>
                  <a:spcPct val="15000"/>
                </a:spcAft>
                <a:buChar char="•"/>
              </a:pPr>
              <a:r>
                <a:rPr lang="es-ES" sz="1600" dirty="0">
                  <a:solidFill>
                    <a:schemeClr val="tx1"/>
                  </a:solidFill>
                </a:rPr>
                <a:t>Condiciones Seguimiento Etapa Productiva</a:t>
              </a:r>
            </a:p>
            <a:p>
              <a:pPr marL="228600" lvl="1" indent="-228600" algn="l" defTabSz="1155700">
                <a:lnSpc>
                  <a:spcPct val="90000"/>
                </a:lnSpc>
                <a:spcBef>
                  <a:spcPct val="0"/>
                </a:spcBef>
                <a:spcAft>
                  <a:spcPct val="15000"/>
                </a:spcAft>
                <a:buChar char="•"/>
              </a:pPr>
              <a:r>
                <a:rPr lang="es-ES" sz="1600" dirty="0">
                  <a:solidFill>
                    <a:schemeClr val="tx1"/>
                  </a:solidFill>
                </a:rPr>
                <a:t>Concertación Actividades </a:t>
              </a:r>
              <a:r>
                <a:rPr lang="es-ES" sz="1600" dirty="0">
                  <a:solidFill>
                    <a:schemeClr val="accent1">
                      <a:lumMod val="75000"/>
                    </a:schemeClr>
                  </a:solidFill>
                  <a:hlinkClick r:id="rId7" action="ppaction://hlinkfile"/>
                </a:rPr>
                <a:t>(F023) </a:t>
              </a:r>
              <a:r>
                <a:rPr lang="es-ES" sz="1600" dirty="0">
                  <a:solidFill>
                    <a:schemeClr val="tx1"/>
                  </a:solidFill>
                </a:rPr>
                <a:t>– aprendiz y coformador</a:t>
              </a:r>
            </a:p>
            <a:p>
              <a:pPr marL="228600" lvl="1" indent="-228600" algn="l" defTabSz="1155700">
                <a:lnSpc>
                  <a:spcPct val="90000"/>
                </a:lnSpc>
                <a:spcBef>
                  <a:spcPct val="0"/>
                </a:spcBef>
                <a:spcAft>
                  <a:spcPct val="15000"/>
                </a:spcAft>
                <a:buChar char="•"/>
              </a:pPr>
              <a:r>
                <a:rPr lang="es-ES" sz="1600" dirty="0">
                  <a:solidFill>
                    <a:schemeClr val="tx1"/>
                  </a:solidFill>
                </a:rPr>
                <a:t>Firmar listado de asistencia</a:t>
              </a:r>
            </a:p>
            <a:p>
              <a:pPr marL="228600" lvl="1" indent="-228600" algn="l" defTabSz="1155700">
                <a:lnSpc>
                  <a:spcPct val="90000"/>
                </a:lnSpc>
                <a:spcBef>
                  <a:spcPct val="0"/>
                </a:spcBef>
                <a:spcAft>
                  <a:spcPct val="15000"/>
                </a:spcAft>
                <a:buChar char="•"/>
              </a:pPr>
              <a:r>
                <a:rPr lang="es-ES" sz="1600" dirty="0">
                  <a:solidFill>
                    <a:schemeClr val="tx1"/>
                  </a:solidFill>
                </a:rPr>
                <a:t>En la visita el instructor debe socializar las competencias y RAPS del programa de formación</a:t>
              </a:r>
            </a:p>
            <a:p>
              <a:pPr marL="228600" lvl="1" indent="-228600" algn="l" defTabSz="1155700">
                <a:lnSpc>
                  <a:spcPct val="90000"/>
                </a:lnSpc>
                <a:spcBef>
                  <a:spcPct val="0"/>
                </a:spcBef>
                <a:spcAft>
                  <a:spcPct val="15000"/>
                </a:spcAft>
                <a:buChar char="•"/>
              </a:pPr>
              <a:r>
                <a:rPr lang="es-ES" sz="1600" dirty="0">
                  <a:solidFill>
                    <a:schemeClr val="tx1"/>
                  </a:solidFill>
                </a:rPr>
                <a:t>Subir Evidencias al SharePoint</a:t>
              </a:r>
              <a:endParaRPr lang="es-ES" sz="1600" dirty="0" err="1">
                <a:solidFill>
                  <a:schemeClr val="tx1"/>
                </a:solidFill>
                <a:cs typeface="Calibri"/>
              </a:endParaRPr>
            </a:p>
          </p:txBody>
        </p:sp>
      </p:grpSp>
      <p:grpSp>
        <p:nvGrpSpPr>
          <p:cNvPr id="61" name="Grupo 60">
            <a:extLst>
              <a:ext uri="{FF2B5EF4-FFF2-40B4-BE49-F238E27FC236}">
                <a16:creationId xmlns:a16="http://schemas.microsoft.com/office/drawing/2014/main" id="{9C8093AB-7A10-0C65-E310-ECAC2514C746}"/>
              </a:ext>
            </a:extLst>
          </p:cNvPr>
          <p:cNvGrpSpPr/>
          <p:nvPr/>
        </p:nvGrpSpPr>
        <p:grpSpPr>
          <a:xfrm>
            <a:off x="123847" y="1749000"/>
            <a:ext cx="3019120" cy="934508"/>
            <a:chOff x="3108" y="-867"/>
            <a:chExt cx="3867569" cy="1381989"/>
          </a:xfrm>
        </p:grpSpPr>
        <p:sp>
          <p:nvSpPr>
            <p:cNvPr id="62" name="Rectángulo: esquinas redondeadas 61">
              <a:extLst>
                <a:ext uri="{FF2B5EF4-FFF2-40B4-BE49-F238E27FC236}">
                  <a16:creationId xmlns:a16="http://schemas.microsoft.com/office/drawing/2014/main" id="{C16A4314-583E-1E73-C89A-F3EA6C3D3512}"/>
                </a:ext>
              </a:extLst>
            </p:cNvPr>
            <p:cNvSpPr/>
            <p:nvPr/>
          </p:nvSpPr>
          <p:spPr>
            <a:xfrm>
              <a:off x="3108" y="168613"/>
              <a:ext cx="3453774" cy="1212509"/>
            </a:xfrm>
            <a:prstGeom prst="roundRect">
              <a:avLst>
                <a:gd name="adj" fmla="val 10000"/>
              </a:avLst>
            </a:prstGeom>
            <a:solidFill>
              <a:srgbClr val="00B050"/>
            </a:solidFill>
          </p:spPr>
          <p:style>
            <a:lnRef idx="1">
              <a:schemeClr val="accent6"/>
            </a:lnRef>
            <a:fillRef idx="2">
              <a:schemeClr val="accent6"/>
            </a:fillRef>
            <a:effectRef idx="1">
              <a:schemeClr val="accent6"/>
            </a:effectRef>
            <a:fontRef idx="minor">
              <a:schemeClr val="dk1"/>
            </a:fontRef>
          </p:style>
          <p:txBody>
            <a:bodyPr/>
            <a:lstStyle/>
            <a:p>
              <a:endParaRPr lang="es-ES" dirty="0"/>
            </a:p>
          </p:txBody>
        </p:sp>
        <p:sp>
          <p:nvSpPr>
            <p:cNvPr id="63" name="Rectángulo: esquinas redondeadas 4">
              <a:extLst>
                <a:ext uri="{FF2B5EF4-FFF2-40B4-BE49-F238E27FC236}">
                  <a16:creationId xmlns:a16="http://schemas.microsoft.com/office/drawing/2014/main" id="{8DE69222-619F-A576-6E6C-72A13C8BA720}"/>
                </a:ext>
              </a:extLst>
            </p:cNvPr>
            <p:cNvSpPr txBox="1"/>
            <p:nvPr/>
          </p:nvSpPr>
          <p:spPr>
            <a:xfrm>
              <a:off x="3108" y="-867"/>
              <a:ext cx="3867569" cy="987972"/>
            </a:xfrm>
            <a:prstGeom prst="rect">
              <a:avLst/>
            </a:prstGeom>
            <a:solidFill>
              <a:srgbClr val="00B050"/>
            </a:solidFill>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lvl="0"/>
              <a:r>
                <a:rPr lang="es-CO" sz="2000" b="1" dirty="0"/>
                <a:t>Agendamiento Visitas</a:t>
              </a:r>
            </a:p>
          </p:txBody>
        </p:sp>
      </p:grpSp>
      <p:sp>
        <p:nvSpPr>
          <p:cNvPr id="64" name="Rectángulo: esquinas redondeadas 63">
            <a:extLst>
              <a:ext uri="{FF2B5EF4-FFF2-40B4-BE49-F238E27FC236}">
                <a16:creationId xmlns:a16="http://schemas.microsoft.com/office/drawing/2014/main" id="{F624912F-A630-40A6-1691-780355CA8A3B}"/>
              </a:ext>
            </a:extLst>
          </p:cNvPr>
          <p:cNvSpPr/>
          <p:nvPr/>
        </p:nvSpPr>
        <p:spPr>
          <a:xfrm>
            <a:off x="305380" y="2429081"/>
            <a:ext cx="2501048" cy="2808256"/>
          </a:xfrm>
          <a:prstGeom prst="roundRect">
            <a:avLst>
              <a:gd name="adj" fmla="val 10000"/>
            </a:avLst>
          </a:prstGeom>
        </p:spPr>
        <p:style>
          <a:lnRef idx="2">
            <a:schemeClr val="accent6"/>
          </a:lnRef>
          <a:fillRef idx="1">
            <a:schemeClr val="lt1"/>
          </a:fillRef>
          <a:effectRef idx="0">
            <a:schemeClr val="accent6"/>
          </a:effectRef>
          <a:fontRef idx="minor">
            <a:schemeClr val="dk1"/>
          </a:fontRef>
        </p:style>
        <p:txBody>
          <a:bodyPr/>
          <a:lstStyle/>
          <a:p>
            <a:endParaRPr lang="es-CO"/>
          </a:p>
        </p:txBody>
      </p:sp>
      <p:sp>
        <p:nvSpPr>
          <p:cNvPr id="65" name="CuadroTexto 64">
            <a:extLst>
              <a:ext uri="{FF2B5EF4-FFF2-40B4-BE49-F238E27FC236}">
                <a16:creationId xmlns:a16="http://schemas.microsoft.com/office/drawing/2014/main" id="{EA55BAAF-76E2-E369-F3EE-1F0253448146}"/>
              </a:ext>
            </a:extLst>
          </p:cNvPr>
          <p:cNvSpPr txBox="1"/>
          <p:nvPr/>
        </p:nvSpPr>
        <p:spPr>
          <a:xfrm>
            <a:off x="380844" y="2572051"/>
            <a:ext cx="2425584" cy="978729"/>
          </a:xfrm>
          <a:prstGeom prst="rect">
            <a:avLst/>
          </a:prstGeom>
          <a:noFill/>
        </p:spPr>
        <p:txBody>
          <a:bodyPr wrap="square">
            <a:spAutoFit/>
          </a:bodyPr>
          <a:lstStyle/>
          <a:p>
            <a:pPr marL="228600" lvl="1" indent="-228600" algn="l" defTabSz="1155700">
              <a:lnSpc>
                <a:spcPct val="90000"/>
              </a:lnSpc>
              <a:spcBef>
                <a:spcPct val="0"/>
              </a:spcBef>
              <a:spcAft>
                <a:spcPct val="15000"/>
              </a:spcAft>
              <a:buChar char="•"/>
            </a:pPr>
            <a:r>
              <a:rPr lang="es-ES" sz="1600" kern="1200" dirty="0">
                <a:solidFill>
                  <a:schemeClr val="tx1"/>
                </a:solidFill>
              </a:rPr>
              <a:t>Agendar y realizar visitas del 100% de  los aprendices en etapa practica asignados.</a:t>
            </a:r>
          </a:p>
        </p:txBody>
      </p:sp>
      <p:sp>
        <p:nvSpPr>
          <p:cNvPr id="18" name="Flecha: a la derecha 17">
            <a:extLst>
              <a:ext uri="{FF2B5EF4-FFF2-40B4-BE49-F238E27FC236}">
                <a16:creationId xmlns:a16="http://schemas.microsoft.com/office/drawing/2014/main" id="{811D2061-8EF9-A2AD-B825-DF6712917411}"/>
              </a:ext>
            </a:extLst>
          </p:cNvPr>
          <p:cNvSpPr/>
          <p:nvPr/>
        </p:nvSpPr>
        <p:spPr>
          <a:xfrm>
            <a:off x="2962520" y="2027535"/>
            <a:ext cx="440098" cy="235363"/>
          </a:xfrm>
          <a:prstGeom prst="rightArrow">
            <a:avLst>
              <a:gd name="adj1" fmla="val 60000"/>
              <a:gd name="adj2" fmla="val 50000"/>
            </a:avLst>
          </a:prstGeom>
        </p:spPr>
        <p:style>
          <a:lnRef idx="1">
            <a:schemeClr val="accent6"/>
          </a:lnRef>
          <a:fillRef idx="2">
            <a:schemeClr val="accent6"/>
          </a:fillRef>
          <a:effectRef idx="1">
            <a:schemeClr val="accent6"/>
          </a:effectRef>
          <a:fontRef idx="minor">
            <a:schemeClr val="dk1"/>
          </a:fontRef>
        </p:style>
        <p:txBody>
          <a:bodyPr/>
          <a:lstStyle/>
          <a:p>
            <a:endParaRPr lang="es-CO"/>
          </a:p>
        </p:txBody>
      </p:sp>
      <p:sp>
        <p:nvSpPr>
          <p:cNvPr id="2" name="Flecha abajo 1"/>
          <p:cNvSpPr/>
          <p:nvPr/>
        </p:nvSpPr>
        <p:spPr>
          <a:xfrm rot="10800000">
            <a:off x="8236125" y="4570692"/>
            <a:ext cx="484632" cy="62777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2561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8583385-6C52-CF7A-0D80-CD939174C2AB}"/>
            </a:ext>
          </a:extLst>
        </p:cNvPr>
        <p:cNvGrpSpPr/>
        <p:nvPr/>
      </p:nvGrpSpPr>
      <p:grpSpPr>
        <a:xfrm>
          <a:off x="0" y="0"/>
          <a:ext cx="0" cy="0"/>
          <a:chOff x="0" y="0"/>
          <a:chExt cx="0" cy="0"/>
        </a:xfrm>
      </p:grpSpPr>
      <p:grpSp>
        <p:nvGrpSpPr>
          <p:cNvPr id="47" name="Grupo 46">
            <a:extLst>
              <a:ext uri="{FF2B5EF4-FFF2-40B4-BE49-F238E27FC236}">
                <a16:creationId xmlns:a16="http://schemas.microsoft.com/office/drawing/2014/main" id="{EFC9BA1F-A3C7-5805-12CF-D5602C2B1FF9}"/>
              </a:ext>
            </a:extLst>
          </p:cNvPr>
          <p:cNvGrpSpPr/>
          <p:nvPr/>
        </p:nvGrpSpPr>
        <p:grpSpPr>
          <a:xfrm>
            <a:off x="123847" y="1620663"/>
            <a:ext cx="3019120" cy="934508"/>
            <a:chOff x="3108" y="-867"/>
            <a:chExt cx="3867569" cy="1381989"/>
          </a:xfrm>
          <a:solidFill>
            <a:srgbClr val="00B050"/>
          </a:solidFill>
        </p:grpSpPr>
        <p:sp>
          <p:nvSpPr>
            <p:cNvPr id="48" name="Rectángulo: esquinas redondeadas 47">
              <a:extLst>
                <a:ext uri="{FF2B5EF4-FFF2-40B4-BE49-F238E27FC236}">
                  <a16:creationId xmlns:a16="http://schemas.microsoft.com/office/drawing/2014/main" id="{8E1079E0-69CB-F426-53AD-29E8801CDDD4}"/>
                </a:ext>
              </a:extLst>
            </p:cNvPr>
            <p:cNvSpPr/>
            <p:nvPr/>
          </p:nvSpPr>
          <p:spPr>
            <a:xfrm>
              <a:off x="3108" y="168613"/>
              <a:ext cx="3453774" cy="1212509"/>
            </a:xfrm>
            <a:prstGeom prst="roundRect">
              <a:avLst>
                <a:gd name="adj" fmla="val 10000"/>
              </a:avLst>
            </a:prstGeom>
            <a:grpFill/>
          </p:spPr>
          <p:style>
            <a:lnRef idx="1">
              <a:schemeClr val="accent6"/>
            </a:lnRef>
            <a:fillRef idx="2">
              <a:schemeClr val="accent6"/>
            </a:fillRef>
            <a:effectRef idx="1">
              <a:schemeClr val="accent6"/>
            </a:effectRef>
            <a:fontRef idx="minor">
              <a:schemeClr val="dk1"/>
            </a:fontRef>
          </p:style>
          <p:txBody>
            <a:bodyPr/>
            <a:lstStyle/>
            <a:p>
              <a:endParaRPr lang="es-ES" dirty="0"/>
            </a:p>
          </p:txBody>
        </p:sp>
        <p:sp>
          <p:nvSpPr>
            <p:cNvPr id="49" name="Rectángulo: esquinas redondeadas 4">
              <a:extLst>
                <a:ext uri="{FF2B5EF4-FFF2-40B4-BE49-F238E27FC236}">
                  <a16:creationId xmlns:a16="http://schemas.microsoft.com/office/drawing/2014/main" id="{79D71204-66D9-850D-E96E-48CC0D828BD1}"/>
                </a:ext>
              </a:extLst>
            </p:cNvPr>
            <p:cNvSpPr txBox="1"/>
            <p:nvPr/>
          </p:nvSpPr>
          <p:spPr>
            <a:xfrm>
              <a:off x="3108" y="-867"/>
              <a:ext cx="3867569" cy="98797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lvl="0"/>
              <a:r>
                <a:rPr lang="es-CO" sz="2000" b="1" dirty="0"/>
                <a:t>Agendamiento Visitas</a:t>
              </a:r>
            </a:p>
          </p:txBody>
        </p:sp>
      </p:grpSp>
      <p:grpSp>
        <p:nvGrpSpPr>
          <p:cNvPr id="31" name="Group 9">
            <a:extLst>
              <a:ext uri="{FF2B5EF4-FFF2-40B4-BE49-F238E27FC236}">
                <a16:creationId xmlns:a16="http://schemas.microsoft.com/office/drawing/2014/main" id="{C858684C-EBD3-4B5A-AC6B-A57460C4C52D}"/>
              </a:ext>
            </a:extLst>
          </p:cNvPr>
          <p:cNvGrpSpPr>
            <a:grpSpLocks/>
          </p:cNvGrpSpPr>
          <p:nvPr/>
        </p:nvGrpSpPr>
        <p:grpSpPr bwMode="auto">
          <a:xfrm rot="4976862" flipH="1">
            <a:off x="5034123" y="5664323"/>
            <a:ext cx="493705" cy="600302"/>
            <a:chOff x="1944" y="1111"/>
            <a:chExt cx="204" cy="196"/>
          </a:xfrm>
        </p:grpSpPr>
        <p:pic>
          <p:nvPicPr>
            <p:cNvPr id="32" name="Picture 10" descr="circuler_1">
              <a:extLst>
                <a:ext uri="{FF2B5EF4-FFF2-40B4-BE49-F238E27FC236}">
                  <a16:creationId xmlns:a16="http://schemas.microsoft.com/office/drawing/2014/main" id="{B0D1E696-7913-B293-B152-BAA4D8F584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flipH="1">
              <a:off x="1961" y="1124"/>
              <a:ext cx="174" cy="172"/>
            </a:xfrm>
            <a:prstGeom prst="rect">
              <a:avLst/>
            </a:prstGeom>
            <a:noFill/>
            <a:extLst>
              <a:ext uri="{909E8E84-426E-40DD-AFC4-6F175D3DCCD1}">
                <a14:hiddenFill xmlns:a14="http://schemas.microsoft.com/office/drawing/2010/main">
                  <a:solidFill>
                    <a:srgbClr val="FFFFFF"/>
                  </a:solidFill>
                </a14:hiddenFill>
              </a:ext>
            </a:extLst>
          </p:spPr>
        </p:pic>
        <p:sp>
          <p:nvSpPr>
            <p:cNvPr id="33" name="Oval 11">
              <a:extLst>
                <a:ext uri="{FF2B5EF4-FFF2-40B4-BE49-F238E27FC236}">
                  <a16:creationId xmlns:a16="http://schemas.microsoft.com/office/drawing/2014/main" id="{2278C82C-0EA5-BF3F-A262-35621D937EBC}"/>
                </a:ext>
              </a:extLst>
            </p:cNvPr>
            <p:cNvSpPr>
              <a:spLocks noChangeArrowheads="1"/>
            </p:cNvSpPr>
            <p:nvPr/>
          </p:nvSpPr>
          <p:spPr bwMode="gray">
            <a:xfrm flipH="1">
              <a:off x="1962" y="1124"/>
              <a:ext cx="173" cy="172"/>
            </a:xfrm>
            <a:prstGeom prst="ellipse">
              <a:avLst/>
            </a:prstGeom>
            <a:solidFill>
              <a:srgbClr val="FF00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nvGrpSpPr>
            <p:cNvPr id="34" name="Group 12">
              <a:extLst>
                <a:ext uri="{FF2B5EF4-FFF2-40B4-BE49-F238E27FC236}">
                  <a16:creationId xmlns:a16="http://schemas.microsoft.com/office/drawing/2014/main" id="{BE4AD1DB-BD7C-BD43-E442-8F05206C8C20}"/>
                </a:ext>
              </a:extLst>
            </p:cNvPr>
            <p:cNvGrpSpPr>
              <a:grpSpLocks/>
            </p:cNvGrpSpPr>
            <p:nvPr/>
          </p:nvGrpSpPr>
          <p:grpSpPr bwMode="auto">
            <a:xfrm rot="1297425" flipV="1">
              <a:off x="1971" y="1258"/>
              <a:ext cx="151" cy="37"/>
              <a:chOff x="2532" y="1051"/>
              <a:chExt cx="893" cy="246"/>
            </a:xfrm>
          </p:grpSpPr>
          <p:grpSp>
            <p:nvGrpSpPr>
              <p:cNvPr id="37" name="Group 13">
                <a:extLst>
                  <a:ext uri="{FF2B5EF4-FFF2-40B4-BE49-F238E27FC236}">
                    <a16:creationId xmlns:a16="http://schemas.microsoft.com/office/drawing/2014/main" id="{A5361121-8209-7F82-FEAF-C6D603D683A1}"/>
                  </a:ext>
                </a:extLst>
              </p:cNvPr>
              <p:cNvGrpSpPr>
                <a:grpSpLocks/>
              </p:cNvGrpSpPr>
              <p:nvPr/>
            </p:nvGrpSpPr>
            <p:grpSpPr bwMode="auto">
              <a:xfrm>
                <a:off x="2532" y="1051"/>
                <a:ext cx="743" cy="185"/>
                <a:chOff x="1565" y="2568"/>
                <a:chExt cx="1118" cy="279"/>
              </a:xfrm>
            </p:grpSpPr>
            <p:sp>
              <p:nvSpPr>
                <p:cNvPr id="43" name="AutoShape 14">
                  <a:extLst>
                    <a:ext uri="{FF2B5EF4-FFF2-40B4-BE49-F238E27FC236}">
                      <a16:creationId xmlns:a16="http://schemas.microsoft.com/office/drawing/2014/main" id="{FD4A7DD7-784E-2F0B-6DAB-9A4C6A6DF8AC}"/>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4" name="AutoShape 15">
                  <a:extLst>
                    <a:ext uri="{FF2B5EF4-FFF2-40B4-BE49-F238E27FC236}">
                      <a16:creationId xmlns:a16="http://schemas.microsoft.com/office/drawing/2014/main" id="{1D6A2ABE-8C84-1705-C4EC-CA7FEEC845CD}"/>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5" name="AutoShape 16">
                  <a:extLst>
                    <a:ext uri="{FF2B5EF4-FFF2-40B4-BE49-F238E27FC236}">
                      <a16:creationId xmlns:a16="http://schemas.microsoft.com/office/drawing/2014/main" id="{7116CB80-7597-068D-B8C0-73E7A0C9F268}"/>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6" name="AutoShape 17">
                  <a:extLst>
                    <a:ext uri="{FF2B5EF4-FFF2-40B4-BE49-F238E27FC236}">
                      <a16:creationId xmlns:a16="http://schemas.microsoft.com/office/drawing/2014/main" id="{98B861E5-1F13-324E-3928-2F322925DDA3}"/>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nvGrpSpPr>
              <p:cNvPr id="38" name="Group 18">
                <a:extLst>
                  <a:ext uri="{FF2B5EF4-FFF2-40B4-BE49-F238E27FC236}">
                    <a16:creationId xmlns:a16="http://schemas.microsoft.com/office/drawing/2014/main" id="{3D657B8C-29B6-168E-8B75-D081F07C3D96}"/>
                  </a:ext>
                </a:extLst>
              </p:cNvPr>
              <p:cNvGrpSpPr>
                <a:grpSpLocks/>
              </p:cNvGrpSpPr>
              <p:nvPr/>
            </p:nvGrpSpPr>
            <p:grpSpPr bwMode="auto">
              <a:xfrm rot="1353540">
                <a:off x="2682" y="1111"/>
                <a:ext cx="743" cy="186"/>
                <a:chOff x="1565" y="2568"/>
                <a:chExt cx="1118" cy="279"/>
              </a:xfrm>
            </p:grpSpPr>
            <p:sp>
              <p:nvSpPr>
                <p:cNvPr id="39" name="AutoShape 19">
                  <a:extLst>
                    <a:ext uri="{FF2B5EF4-FFF2-40B4-BE49-F238E27FC236}">
                      <a16:creationId xmlns:a16="http://schemas.microsoft.com/office/drawing/2014/main" id="{078141CC-D21E-8D69-2C73-5D42A1ED8FCA}"/>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0" name="AutoShape 20">
                  <a:extLst>
                    <a:ext uri="{FF2B5EF4-FFF2-40B4-BE49-F238E27FC236}">
                      <a16:creationId xmlns:a16="http://schemas.microsoft.com/office/drawing/2014/main" id="{E6A2AD9D-CA47-16E2-81D8-20CC0A1B90AB}"/>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1" name="AutoShape 21">
                  <a:extLst>
                    <a:ext uri="{FF2B5EF4-FFF2-40B4-BE49-F238E27FC236}">
                      <a16:creationId xmlns:a16="http://schemas.microsoft.com/office/drawing/2014/main" id="{C2294C47-E690-2655-44C8-3305FB9A0672}"/>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42" name="AutoShape 22">
                  <a:extLst>
                    <a:ext uri="{FF2B5EF4-FFF2-40B4-BE49-F238E27FC236}">
                      <a16:creationId xmlns:a16="http://schemas.microsoft.com/office/drawing/2014/main" id="{638B7A34-ECD9-AA5E-CB82-9BA855A6DBCD}"/>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sp>
          <p:nvSpPr>
            <p:cNvPr id="35" name="Arc 23">
              <a:extLst>
                <a:ext uri="{FF2B5EF4-FFF2-40B4-BE49-F238E27FC236}">
                  <a16:creationId xmlns:a16="http://schemas.microsoft.com/office/drawing/2014/main" id="{C8982914-D620-2412-0D4B-3A14E763A88E}"/>
                </a:ext>
              </a:extLst>
            </p:cNvPr>
            <p:cNvSpPr>
              <a:spLocks/>
            </p:cNvSpPr>
            <p:nvPr/>
          </p:nvSpPr>
          <p:spPr bwMode="gray">
            <a:xfrm rot="25447716">
              <a:off x="1948" y="1107"/>
              <a:ext cx="196" cy="204"/>
            </a:xfrm>
            <a:custGeom>
              <a:avLst/>
              <a:gdLst>
                <a:gd name="G0" fmla="+- 21600 0 0"/>
                <a:gd name="G1" fmla="+- 21600 0 0"/>
                <a:gd name="G2" fmla="+- 21600 0 0"/>
                <a:gd name="T0" fmla="*/ 3603 w 43200"/>
                <a:gd name="T1" fmla="*/ 33545 h 43155"/>
                <a:gd name="T2" fmla="*/ 22996 w 43200"/>
                <a:gd name="T3" fmla="*/ 43155 h 43155"/>
                <a:gd name="T4" fmla="*/ 21600 w 43200"/>
                <a:gd name="T5" fmla="*/ 21600 h 43155"/>
              </a:gdLst>
              <a:ahLst/>
              <a:cxnLst>
                <a:cxn ang="0">
                  <a:pos x="T0" y="T1"/>
                </a:cxn>
                <a:cxn ang="0">
                  <a:pos x="T2" y="T3"/>
                </a:cxn>
                <a:cxn ang="0">
                  <a:pos x="T4" y="T5"/>
                </a:cxn>
              </a:cxnLst>
              <a:rect l="0" t="0" r="r" b="b"/>
              <a:pathLst>
                <a:path w="43200" h="43155" fill="none"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path>
                <a:path w="43200" h="43155" stroke="0"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lnTo>
                    <a:pt x="21600" y="21600"/>
                  </a:lnTo>
                  <a:close/>
                </a:path>
              </a:pathLst>
            </a:custGeom>
            <a:noFill/>
            <a:ln w="12700">
              <a:solidFill>
                <a:srgbClr val="000000"/>
              </a:solidFill>
              <a:prstDash val="sysDot"/>
              <a:round/>
              <a:headEnd/>
              <a:tailEnd type="triangle" w="sm" len="sm"/>
            </a:ln>
            <a:effectLst/>
            <a:extLst>
              <a:ext uri="{909E8E84-426E-40DD-AFC4-6F175D3DCCD1}">
                <a14:hiddenFill xmlns:a14="http://schemas.microsoft.com/office/drawing/2010/main">
                  <a:solidFill>
                    <a:srgbClr val="00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pic>
          <p:nvPicPr>
            <p:cNvPr id="36" name="Picture 24" descr="light_shadow1">
              <a:extLst>
                <a:ext uri="{FF2B5EF4-FFF2-40B4-BE49-F238E27FC236}">
                  <a16:creationId xmlns:a16="http://schemas.microsoft.com/office/drawing/2014/main" id="{63951E52-C48A-9F3D-BD7C-B33A66DA03E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t="23740"/>
            <a:stretch>
              <a:fillRect/>
            </a:stretch>
          </p:blipFill>
          <p:spPr bwMode="gray">
            <a:xfrm rot="2569845" flipH="1">
              <a:off x="2015" y="1139"/>
              <a:ext cx="129" cy="84"/>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ítulo 1">
            <a:extLst>
              <a:ext uri="{FF2B5EF4-FFF2-40B4-BE49-F238E27FC236}">
                <a16:creationId xmlns:a16="http://schemas.microsoft.com/office/drawing/2014/main" id="{5671BB7C-0062-7984-07AD-EF1C543FAA2C}"/>
              </a:ext>
            </a:extLst>
          </p:cNvPr>
          <p:cNvSpPr txBox="1">
            <a:spLocks/>
          </p:cNvSpPr>
          <p:nvPr/>
        </p:nvSpPr>
        <p:spPr>
          <a:xfrm>
            <a:off x="456236" y="11048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chemeClr val="bg1"/>
                </a:solidFill>
                <a:latin typeface="Verdana" panose="020B0604030504040204" pitchFamily="34" charset="0"/>
                <a:ea typeface="Verdana" panose="020B0604030504040204" pitchFamily="34" charset="0"/>
              </a:rPr>
              <a:t>M4 – Visita Evaluación Parcial</a:t>
            </a:r>
          </a:p>
        </p:txBody>
      </p:sp>
      <p:sp>
        <p:nvSpPr>
          <p:cNvPr id="4" name="CuadroTexto 5">
            <a:extLst>
              <a:ext uri="{FF2B5EF4-FFF2-40B4-BE49-F238E27FC236}">
                <a16:creationId xmlns:a16="http://schemas.microsoft.com/office/drawing/2014/main" id="{78AC5FC5-FA35-A497-A98F-668CE12AC818}"/>
              </a:ext>
            </a:extLst>
          </p:cNvPr>
          <p:cNvSpPr txBox="1"/>
          <p:nvPr/>
        </p:nvSpPr>
        <p:spPr>
          <a:xfrm>
            <a:off x="5623668" y="5823376"/>
            <a:ext cx="9975642" cy="830997"/>
          </a:xfrm>
          <a:prstGeom prst="rect">
            <a:avLst/>
          </a:prstGeom>
          <a:noFill/>
        </p:spPr>
        <p:txBody>
          <a:bodyPr wrap="square" rtlCol="0">
            <a:spAutoFit/>
          </a:bodyPr>
          <a:lstStyle/>
          <a:p>
            <a:r>
              <a:rPr lang="es-ES" sz="2400"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Primeros (15) días hábiles  del II trimestre </a:t>
            </a:r>
          </a:p>
          <a:p>
            <a:r>
              <a:rPr lang="es-ES" sz="2400"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de la Etapa Productiva</a:t>
            </a:r>
          </a:p>
        </p:txBody>
      </p:sp>
      <p:sp>
        <p:nvSpPr>
          <p:cNvPr id="5" name="Rectángulo: esquinas redondeadas 4">
            <a:extLst>
              <a:ext uri="{FF2B5EF4-FFF2-40B4-BE49-F238E27FC236}">
                <a16:creationId xmlns:a16="http://schemas.microsoft.com/office/drawing/2014/main" id="{C42233E6-F086-47CA-C57D-FC60714A4F49}"/>
              </a:ext>
            </a:extLst>
          </p:cNvPr>
          <p:cNvSpPr/>
          <p:nvPr/>
        </p:nvSpPr>
        <p:spPr>
          <a:xfrm>
            <a:off x="200877" y="2429081"/>
            <a:ext cx="2501048" cy="2808256"/>
          </a:xfrm>
          <a:prstGeom prst="roundRect">
            <a:avLst>
              <a:gd name="adj" fmla="val 10000"/>
            </a:avLst>
          </a:prstGeom>
        </p:spPr>
        <p:style>
          <a:lnRef idx="2">
            <a:schemeClr val="accent6"/>
          </a:lnRef>
          <a:fillRef idx="1">
            <a:schemeClr val="lt1"/>
          </a:fillRef>
          <a:effectRef idx="0">
            <a:schemeClr val="accent6"/>
          </a:effectRef>
          <a:fontRef idx="minor">
            <a:schemeClr val="dk1"/>
          </a:fontRef>
        </p:style>
        <p:txBody>
          <a:bodyPr/>
          <a:lstStyle/>
          <a:p>
            <a:endParaRPr lang="es-CO"/>
          </a:p>
        </p:txBody>
      </p:sp>
      <p:sp>
        <p:nvSpPr>
          <p:cNvPr id="6" name="CuadroTexto 5">
            <a:extLst>
              <a:ext uri="{FF2B5EF4-FFF2-40B4-BE49-F238E27FC236}">
                <a16:creationId xmlns:a16="http://schemas.microsoft.com/office/drawing/2014/main" id="{25A7DE70-D7E1-BF73-D6F9-2D73C7E40AC4}"/>
              </a:ext>
            </a:extLst>
          </p:cNvPr>
          <p:cNvSpPr txBox="1"/>
          <p:nvPr/>
        </p:nvSpPr>
        <p:spPr>
          <a:xfrm>
            <a:off x="380844" y="2572051"/>
            <a:ext cx="2425584" cy="978729"/>
          </a:xfrm>
          <a:prstGeom prst="rect">
            <a:avLst/>
          </a:prstGeom>
          <a:noFill/>
        </p:spPr>
        <p:txBody>
          <a:bodyPr wrap="square">
            <a:spAutoFit/>
          </a:bodyPr>
          <a:lstStyle/>
          <a:p>
            <a:pPr marL="228600" lvl="1" indent="-228600" algn="l" defTabSz="1155700">
              <a:lnSpc>
                <a:spcPct val="90000"/>
              </a:lnSpc>
              <a:spcBef>
                <a:spcPct val="0"/>
              </a:spcBef>
              <a:spcAft>
                <a:spcPct val="15000"/>
              </a:spcAft>
              <a:buChar char="•"/>
            </a:pPr>
            <a:r>
              <a:rPr lang="es-ES" sz="1600" kern="1200" dirty="0">
                <a:solidFill>
                  <a:schemeClr val="tx1"/>
                </a:solidFill>
              </a:rPr>
              <a:t>Agendar y realizar visitas del 100% de  los aprendices en etapa practica asignados.</a:t>
            </a:r>
          </a:p>
        </p:txBody>
      </p:sp>
      <p:sp>
        <p:nvSpPr>
          <p:cNvPr id="7" name="Flecha: a la derecha 6">
            <a:extLst>
              <a:ext uri="{FF2B5EF4-FFF2-40B4-BE49-F238E27FC236}">
                <a16:creationId xmlns:a16="http://schemas.microsoft.com/office/drawing/2014/main" id="{8A4EAD1C-350B-71C4-2980-641891A14936}"/>
              </a:ext>
            </a:extLst>
          </p:cNvPr>
          <p:cNvSpPr/>
          <p:nvPr/>
        </p:nvSpPr>
        <p:spPr>
          <a:xfrm>
            <a:off x="2962520" y="2027535"/>
            <a:ext cx="440098" cy="235363"/>
          </a:xfrm>
          <a:prstGeom prst="rightArrow">
            <a:avLst>
              <a:gd name="adj1" fmla="val 60000"/>
              <a:gd name="adj2" fmla="val 50000"/>
            </a:avLst>
          </a:prstGeom>
        </p:spPr>
        <p:style>
          <a:lnRef idx="1">
            <a:schemeClr val="accent6"/>
          </a:lnRef>
          <a:fillRef idx="2">
            <a:schemeClr val="accent6"/>
          </a:fillRef>
          <a:effectRef idx="1">
            <a:schemeClr val="accent6"/>
          </a:effectRef>
          <a:fontRef idx="minor">
            <a:schemeClr val="dk1"/>
          </a:fontRef>
        </p:style>
        <p:txBody>
          <a:bodyPr/>
          <a:lstStyle/>
          <a:p>
            <a:endParaRPr lang="es-CO"/>
          </a:p>
        </p:txBody>
      </p:sp>
      <p:sp>
        <p:nvSpPr>
          <p:cNvPr id="8" name="Rectángulo: esquinas redondeadas 4">
            <a:extLst>
              <a:ext uri="{FF2B5EF4-FFF2-40B4-BE49-F238E27FC236}">
                <a16:creationId xmlns:a16="http://schemas.microsoft.com/office/drawing/2014/main" id="{D38C6BE2-E938-4841-6E2A-88121A254183}"/>
              </a:ext>
            </a:extLst>
          </p:cNvPr>
          <p:cNvSpPr txBox="1"/>
          <p:nvPr/>
        </p:nvSpPr>
        <p:spPr>
          <a:xfrm>
            <a:off x="3498031" y="1746206"/>
            <a:ext cx="2392071" cy="798023"/>
          </a:xfrm>
          <a:prstGeom prst="rect">
            <a:avLst/>
          </a:prstGeom>
          <a:solidFill>
            <a:srgbClr val="FF6C00"/>
          </a:solidFill>
        </p:spPr>
        <p:style>
          <a:lnRef idx="1">
            <a:schemeClr val="accent2"/>
          </a:lnRef>
          <a:fillRef idx="2">
            <a:schemeClr val="accent2"/>
          </a:fillRef>
          <a:effectRef idx="1">
            <a:schemeClr val="accent2"/>
          </a:effectRef>
          <a:fontRef idx="minor">
            <a:schemeClr val="dk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sz="2000" b="1" dirty="0">
                <a:solidFill>
                  <a:schemeClr val="lt1"/>
                </a:solidFill>
              </a:rPr>
              <a:t>Realización Visita</a:t>
            </a:r>
          </a:p>
        </p:txBody>
      </p:sp>
      <p:sp>
        <p:nvSpPr>
          <p:cNvPr id="9" name="Flecha: a la derecha 8">
            <a:extLst>
              <a:ext uri="{FF2B5EF4-FFF2-40B4-BE49-F238E27FC236}">
                <a16:creationId xmlns:a16="http://schemas.microsoft.com/office/drawing/2014/main" id="{3BD17716-6083-5372-F675-675A9BCC1377}"/>
              </a:ext>
            </a:extLst>
          </p:cNvPr>
          <p:cNvSpPr/>
          <p:nvPr/>
        </p:nvSpPr>
        <p:spPr>
          <a:xfrm>
            <a:off x="5929704" y="2062771"/>
            <a:ext cx="440098" cy="235363"/>
          </a:xfrm>
          <a:prstGeom prst="rightArrow">
            <a:avLst>
              <a:gd name="adj1" fmla="val 60000"/>
              <a:gd name="adj2" fmla="val 50000"/>
            </a:avLst>
          </a:prstGeom>
        </p:spPr>
        <p:style>
          <a:lnRef idx="1">
            <a:schemeClr val="accent2"/>
          </a:lnRef>
          <a:fillRef idx="2">
            <a:schemeClr val="accent2"/>
          </a:fillRef>
          <a:effectRef idx="1">
            <a:schemeClr val="accent2"/>
          </a:effectRef>
          <a:fontRef idx="minor">
            <a:schemeClr val="dk1"/>
          </a:fontRef>
        </p:style>
        <p:txBody>
          <a:bodyPr/>
          <a:lstStyle/>
          <a:p>
            <a:endParaRPr lang="es-ES" dirty="0"/>
          </a:p>
        </p:txBody>
      </p:sp>
      <p:sp>
        <p:nvSpPr>
          <p:cNvPr id="10" name="Rectángulo: esquinas redondeadas 9">
            <a:extLst>
              <a:ext uri="{FF2B5EF4-FFF2-40B4-BE49-F238E27FC236}">
                <a16:creationId xmlns:a16="http://schemas.microsoft.com/office/drawing/2014/main" id="{FA95355F-0B82-2941-AAB6-65BACAC92BC5}"/>
              </a:ext>
            </a:extLst>
          </p:cNvPr>
          <p:cNvSpPr/>
          <p:nvPr/>
        </p:nvSpPr>
        <p:spPr>
          <a:xfrm>
            <a:off x="6393863" y="1772382"/>
            <a:ext cx="2499352" cy="798023"/>
          </a:xfrm>
          <a:prstGeom prst="roundRect">
            <a:avLst>
              <a:gd name="adj" fmla="val 10000"/>
            </a:avLst>
          </a:prstGeom>
          <a:solidFill>
            <a:srgbClr val="7030A0"/>
          </a:solidFill>
        </p:spPr>
        <p:style>
          <a:lnRef idx="1">
            <a:schemeClr val="accent4"/>
          </a:lnRef>
          <a:fillRef idx="2">
            <a:schemeClr val="accent4"/>
          </a:fillRef>
          <a:effectRef idx="1">
            <a:schemeClr val="accent4"/>
          </a:effectRef>
          <a:fontRef idx="minor">
            <a:schemeClr val="dk1"/>
          </a:fontRef>
        </p:style>
        <p:txBody>
          <a:bodyPr/>
          <a:lstStyle/>
          <a:p>
            <a:r>
              <a:rPr lang="es-ES" b="1" dirty="0">
                <a:solidFill>
                  <a:schemeClr val="lt1"/>
                </a:solidFill>
              </a:rPr>
              <a:t>Seguimiento  de Bitácoras Plataforma </a:t>
            </a:r>
            <a:endParaRPr lang="es-ES" sz="2000" b="1" dirty="0">
              <a:solidFill>
                <a:schemeClr val="lt1"/>
              </a:solidFill>
            </a:endParaRPr>
          </a:p>
        </p:txBody>
      </p:sp>
      <p:grpSp>
        <p:nvGrpSpPr>
          <p:cNvPr id="11" name="Grupo 10">
            <a:extLst>
              <a:ext uri="{FF2B5EF4-FFF2-40B4-BE49-F238E27FC236}">
                <a16:creationId xmlns:a16="http://schemas.microsoft.com/office/drawing/2014/main" id="{129A5351-CB69-84F1-FA24-156D0B2B13E0}"/>
              </a:ext>
            </a:extLst>
          </p:cNvPr>
          <p:cNvGrpSpPr/>
          <p:nvPr/>
        </p:nvGrpSpPr>
        <p:grpSpPr>
          <a:xfrm>
            <a:off x="6276475" y="2408250"/>
            <a:ext cx="2743845" cy="2897685"/>
            <a:chOff x="12786040" y="158238"/>
            <a:chExt cx="3995055" cy="6926592"/>
          </a:xfrm>
        </p:grpSpPr>
        <p:sp>
          <p:nvSpPr>
            <p:cNvPr id="12" name="Rectángulo: esquinas redondeadas 11">
              <a:extLst>
                <a:ext uri="{FF2B5EF4-FFF2-40B4-BE49-F238E27FC236}">
                  <a16:creationId xmlns:a16="http://schemas.microsoft.com/office/drawing/2014/main" id="{077EDB2D-4BC2-A152-9987-6B01B716764E}"/>
                </a:ext>
              </a:extLst>
            </p:cNvPr>
            <p:cNvSpPr/>
            <p:nvPr/>
          </p:nvSpPr>
          <p:spPr>
            <a:xfrm>
              <a:off x="12786040" y="418756"/>
              <a:ext cx="3905119" cy="6666074"/>
            </a:xfrm>
            <a:prstGeom prst="roundRect">
              <a:avLst>
                <a:gd name="adj" fmla="val 10000"/>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O"/>
            </a:p>
          </p:txBody>
        </p:sp>
        <p:sp>
          <p:nvSpPr>
            <p:cNvPr id="13" name="Rectángulo: esquinas redondeadas 4">
              <a:extLst>
                <a:ext uri="{FF2B5EF4-FFF2-40B4-BE49-F238E27FC236}">
                  <a16:creationId xmlns:a16="http://schemas.microsoft.com/office/drawing/2014/main" id="{A73D6A06-FCE0-1F6B-1210-6AEB4EF0EFDD}"/>
                </a:ext>
              </a:extLst>
            </p:cNvPr>
            <p:cNvSpPr txBox="1"/>
            <p:nvPr/>
          </p:nvSpPr>
          <p:spPr>
            <a:xfrm>
              <a:off x="13104729" y="158238"/>
              <a:ext cx="3676366" cy="643732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84912" tIns="184912" rIns="184912" bIns="184912" numCol="1" spcCol="1270" anchor="t" anchorCtr="0">
              <a:noAutofit/>
            </a:bodyPr>
            <a:lstStyle/>
            <a:p>
              <a:pPr marL="228600" lvl="1" indent="-228600" algn="l" defTabSz="1155700">
                <a:lnSpc>
                  <a:spcPct val="90000"/>
                </a:lnSpc>
                <a:spcBef>
                  <a:spcPct val="0"/>
                </a:spcBef>
                <a:spcAft>
                  <a:spcPct val="15000"/>
                </a:spcAft>
                <a:buChar char="•"/>
              </a:pPr>
              <a:r>
                <a:rPr lang="es-ES" sz="1600" kern="1200" dirty="0">
                  <a:solidFill>
                    <a:schemeClr val="tx1"/>
                  </a:solidFill>
                </a:rPr>
                <a:t>Revisión y calificación de evidencias de seguimiento a etapa productiva.</a:t>
              </a:r>
            </a:p>
            <a:p>
              <a:pPr marL="228600" lvl="1" indent="-228600" algn="l" defTabSz="1155700">
                <a:lnSpc>
                  <a:spcPct val="90000"/>
                </a:lnSpc>
                <a:spcBef>
                  <a:spcPct val="0"/>
                </a:spcBef>
                <a:spcAft>
                  <a:spcPct val="15000"/>
                </a:spcAft>
                <a:buChar char="•"/>
              </a:pPr>
              <a:r>
                <a:rPr lang="es-ES" sz="1600" kern="1200" dirty="0">
                  <a:solidFill>
                    <a:schemeClr val="tx1"/>
                  </a:solidFill>
                </a:rPr>
                <a:t>Publicación anuncios de  retroalimentación y recordatorio envío de evidencias.</a:t>
              </a:r>
            </a:p>
            <a:p>
              <a:pPr marL="0" lvl="1" algn="l" defTabSz="1155700">
                <a:lnSpc>
                  <a:spcPct val="90000"/>
                </a:lnSpc>
                <a:spcBef>
                  <a:spcPct val="0"/>
                </a:spcBef>
                <a:spcAft>
                  <a:spcPct val="15000"/>
                </a:spcAft>
              </a:pPr>
              <a:endParaRPr lang="es-CO" kern="1200" dirty="0">
                <a:solidFill>
                  <a:schemeClr val="tx1"/>
                </a:solidFill>
              </a:endParaRPr>
            </a:p>
            <a:p>
              <a:pPr marL="228600" lvl="1" indent="-228600" algn="l" defTabSz="1155700">
                <a:lnSpc>
                  <a:spcPct val="90000"/>
                </a:lnSpc>
                <a:spcBef>
                  <a:spcPct val="0"/>
                </a:spcBef>
                <a:spcAft>
                  <a:spcPct val="15000"/>
                </a:spcAft>
                <a:buChar char="•"/>
              </a:pPr>
              <a:endParaRPr lang="es-CO" kern="1200" dirty="0">
                <a:solidFill>
                  <a:schemeClr val="tx1"/>
                </a:solidFill>
              </a:endParaRPr>
            </a:p>
            <a:p>
              <a:pPr marL="228600" lvl="1" indent="-228600" algn="l" defTabSz="1155700">
                <a:lnSpc>
                  <a:spcPct val="90000"/>
                </a:lnSpc>
                <a:spcBef>
                  <a:spcPct val="0"/>
                </a:spcBef>
                <a:spcAft>
                  <a:spcPct val="15000"/>
                </a:spcAft>
                <a:buChar char="•"/>
              </a:pPr>
              <a:endParaRPr lang="es-CO" sz="2000" kern="1200" dirty="0">
                <a:solidFill>
                  <a:schemeClr val="tx1"/>
                </a:solidFill>
              </a:endParaRPr>
            </a:p>
            <a:p>
              <a:pPr marL="228600" lvl="1" indent="-228600" algn="l" defTabSz="1155700">
                <a:lnSpc>
                  <a:spcPct val="90000"/>
                </a:lnSpc>
                <a:spcBef>
                  <a:spcPct val="0"/>
                </a:spcBef>
                <a:spcAft>
                  <a:spcPct val="15000"/>
                </a:spcAft>
                <a:buChar char="•"/>
              </a:pPr>
              <a:endParaRPr lang="es-CO" sz="2600" kern="1200" dirty="0"/>
            </a:p>
          </p:txBody>
        </p:sp>
      </p:grpSp>
      <p:sp>
        <p:nvSpPr>
          <p:cNvPr id="14" name="Flecha: a la derecha 13">
            <a:extLst>
              <a:ext uri="{FF2B5EF4-FFF2-40B4-BE49-F238E27FC236}">
                <a16:creationId xmlns:a16="http://schemas.microsoft.com/office/drawing/2014/main" id="{67FC72ED-DA91-78C8-9207-8BC5EC4F8B83}"/>
              </a:ext>
            </a:extLst>
          </p:cNvPr>
          <p:cNvSpPr/>
          <p:nvPr/>
        </p:nvSpPr>
        <p:spPr>
          <a:xfrm>
            <a:off x="8959371" y="2043193"/>
            <a:ext cx="440098" cy="235363"/>
          </a:xfrm>
          <a:prstGeom prst="rightArrow">
            <a:avLst>
              <a:gd name="adj1" fmla="val 60000"/>
              <a:gd name="adj2" fmla="val 50000"/>
            </a:avLst>
          </a:prstGeom>
        </p:spPr>
        <p:style>
          <a:lnRef idx="1">
            <a:schemeClr val="accent4"/>
          </a:lnRef>
          <a:fillRef idx="2">
            <a:schemeClr val="accent4"/>
          </a:fillRef>
          <a:effectRef idx="1">
            <a:schemeClr val="accent4"/>
          </a:effectRef>
          <a:fontRef idx="minor">
            <a:schemeClr val="dk1"/>
          </a:fontRef>
        </p:style>
        <p:txBody>
          <a:bodyPr/>
          <a:lstStyle/>
          <a:p>
            <a:endParaRPr lang="es-ES" dirty="0"/>
          </a:p>
        </p:txBody>
      </p:sp>
      <p:grpSp>
        <p:nvGrpSpPr>
          <p:cNvPr id="15" name="Grupo 14">
            <a:extLst>
              <a:ext uri="{FF2B5EF4-FFF2-40B4-BE49-F238E27FC236}">
                <a16:creationId xmlns:a16="http://schemas.microsoft.com/office/drawing/2014/main" id="{A1D76C3C-3E90-497F-4391-A55DBAFC99DE}"/>
              </a:ext>
            </a:extLst>
          </p:cNvPr>
          <p:cNvGrpSpPr/>
          <p:nvPr/>
        </p:nvGrpSpPr>
        <p:grpSpPr>
          <a:xfrm>
            <a:off x="9426051" y="1683651"/>
            <a:ext cx="2392071" cy="890963"/>
            <a:chOff x="18822489" y="168613"/>
            <a:chExt cx="3905119" cy="1466288"/>
          </a:xfrm>
          <a:solidFill>
            <a:schemeClr val="accent5">
              <a:lumMod val="50000"/>
            </a:schemeClr>
          </a:solidFill>
        </p:grpSpPr>
        <p:sp>
          <p:nvSpPr>
            <p:cNvPr id="16" name="Rectángulo: esquinas redondeadas 15">
              <a:extLst>
                <a:ext uri="{FF2B5EF4-FFF2-40B4-BE49-F238E27FC236}">
                  <a16:creationId xmlns:a16="http://schemas.microsoft.com/office/drawing/2014/main" id="{9F195877-6605-25F6-9E1E-07C2C61FCCD2}"/>
                </a:ext>
              </a:extLst>
            </p:cNvPr>
            <p:cNvSpPr/>
            <p:nvPr/>
          </p:nvSpPr>
          <p:spPr>
            <a:xfrm>
              <a:off x="18822489" y="168613"/>
              <a:ext cx="3905119" cy="1466288"/>
            </a:xfrm>
            <a:prstGeom prst="roundRect">
              <a:avLst>
                <a:gd name="adj" fmla="val 10000"/>
              </a:avLst>
            </a:prstGeom>
            <a:grpFill/>
          </p:spPr>
          <p:style>
            <a:lnRef idx="1">
              <a:schemeClr val="accent1"/>
            </a:lnRef>
            <a:fillRef idx="2">
              <a:schemeClr val="accent1"/>
            </a:fillRef>
            <a:effectRef idx="1">
              <a:schemeClr val="accent1"/>
            </a:effectRef>
            <a:fontRef idx="minor">
              <a:schemeClr val="dk1"/>
            </a:fontRef>
          </p:style>
          <p:txBody>
            <a:bodyPr/>
            <a:lstStyle/>
            <a:p>
              <a:endParaRPr lang="es-CO"/>
            </a:p>
          </p:txBody>
        </p:sp>
        <p:sp>
          <p:nvSpPr>
            <p:cNvPr id="17" name="Rectángulo: esquinas redondeadas 4">
              <a:extLst>
                <a:ext uri="{FF2B5EF4-FFF2-40B4-BE49-F238E27FC236}">
                  <a16:creationId xmlns:a16="http://schemas.microsoft.com/office/drawing/2014/main" id="{83EE7155-5D71-9BF2-BFD6-F9133A523319}"/>
                </a:ext>
              </a:extLst>
            </p:cNvPr>
            <p:cNvSpPr txBox="1"/>
            <p:nvPr/>
          </p:nvSpPr>
          <p:spPr>
            <a:xfrm>
              <a:off x="18822489" y="168613"/>
              <a:ext cx="3905119" cy="97752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b="1" dirty="0"/>
                <a:t>Visitas Extraordinarias</a:t>
              </a:r>
            </a:p>
          </p:txBody>
        </p:sp>
      </p:grpSp>
      <p:grpSp>
        <p:nvGrpSpPr>
          <p:cNvPr id="21" name="Grupo 20">
            <a:extLst>
              <a:ext uri="{FF2B5EF4-FFF2-40B4-BE49-F238E27FC236}">
                <a16:creationId xmlns:a16="http://schemas.microsoft.com/office/drawing/2014/main" id="{842C4E72-20F7-537A-EBA4-00ABC31A633F}"/>
              </a:ext>
            </a:extLst>
          </p:cNvPr>
          <p:cNvGrpSpPr/>
          <p:nvPr/>
        </p:nvGrpSpPr>
        <p:grpSpPr>
          <a:xfrm>
            <a:off x="9442567" y="2343522"/>
            <a:ext cx="2509757" cy="3182866"/>
            <a:chOff x="19212476" y="249082"/>
            <a:chExt cx="4133873" cy="7396695"/>
          </a:xfrm>
        </p:grpSpPr>
        <p:sp>
          <p:nvSpPr>
            <p:cNvPr id="22" name="Rectángulo: esquinas redondeadas 21">
              <a:extLst>
                <a:ext uri="{FF2B5EF4-FFF2-40B4-BE49-F238E27FC236}">
                  <a16:creationId xmlns:a16="http://schemas.microsoft.com/office/drawing/2014/main" id="{6DBDF5B7-72D8-AE31-DE9D-774714C2177C}"/>
                </a:ext>
              </a:extLst>
            </p:cNvPr>
            <p:cNvSpPr/>
            <p:nvPr/>
          </p:nvSpPr>
          <p:spPr>
            <a:xfrm>
              <a:off x="19212476" y="414455"/>
              <a:ext cx="3905119" cy="6666074"/>
            </a:xfrm>
            <a:prstGeom prst="roundRect">
              <a:avLst>
                <a:gd name="adj" fmla="val 10000"/>
              </a:avLst>
            </a:pr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O"/>
            </a:p>
          </p:txBody>
        </p:sp>
        <p:sp>
          <p:nvSpPr>
            <p:cNvPr id="23" name="Rectángulo: esquinas redondeadas 4">
              <a:extLst>
                <a:ext uri="{FF2B5EF4-FFF2-40B4-BE49-F238E27FC236}">
                  <a16:creationId xmlns:a16="http://schemas.microsoft.com/office/drawing/2014/main" id="{D0AB3F42-7D82-CF63-99FF-937F3DA7C246}"/>
                </a:ext>
              </a:extLst>
            </p:cNvPr>
            <p:cNvSpPr txBox="1"/>
            <p:nvPr/>
          </p:nvSpPr>
          <p:spPr>
            <a:xfrm>
              <a:off x="19441230" y="249082"/>
              <a:ext cx="3905119" cy="739669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0688" tIns="170688" rIns="170688" bIns="170688" numCol="1" spcCol="1270" anchor="t" anchorCtr="0">
              <a:noAutofit/>
            </a:bodyPr>
            <a:lstStyle/>
            <a:p>
              <a:pPr marL="228600" lvl="1" indent="-228600" algn="l" defTabSz="1066800">
                <a:lnSpc>
                  <a:spcPct val="90000"/>
                </a:lnSpc>
                <a:spcBef>
                  <a:spcPct val="0"/>
                </a:spcBef>
                <a:spcAft>
                  <a:spcPct val="15000"/>
                </a:spcAft>
                <a:buChar char="•"/>
              </a:pPr>
              <a:r>
                <a:rPr lang="es-ES" sz="1600" dirty="0">
                  <a:solidFill>
                    <a:schemeClr val="tx1"/>
                  </a:solidFill>
                </a:rPr>
                <a:t>Atención visitas extraordinarias si fuese necesario</a:t>
              </a:r>
            </a:p>
            <a:p>
              <a:pPr marL="228600" lvl="1" indent="-228600" algn="l" defTabSz="1066800">
                <a:lnSpc>
                  <a:spcPct val="90000"/>
                </a:lnSpc>
                <a:spcBef>
                  <a:spcPct val="0"/>
                </a:spcBef>
                <a:spcAft>
                  <a:spcPct val="15000"/>
                </a:spcAft>
                <a:buChar char="•"/>
              </a:pPr>
              <a:endParaRPr lang="es-CO" sz="2400" kern="1200" dirty="0">
                <a:solidFill>
                  <a:schemeClr val="bg1">
                    <a:lumMod val="75000"/>
                    <a:lumOff val="25000"/>
                  </a:schemeClr>
                </a:solidFill>
              </a:endParaRPr>
            </a:p>
          </p:txBody>
        </p:sp>
      </p:grpSp>
      <p:grpSp>
        <p:nvGrpSpPr>
          <p:cNvPr id="24" name="Grupo 23">
            <a:extLst>
              <a:ext uri="{FF2B5EF4-FFF2-40B4-BE49-F238E27FC236}">
                <a16:creationId xmlns:a16="http://schemas.microsoft.com/office/drawing/2014/main" id="{0995F334-0841-319B-D1C0-76BF16D45F52}"/>
              </a:ext>
            </a:extLst>
          </p:cNvPr>
          <p:cNvGrpSpPr/>
          <p:nvPr/>
        </p:nvGrpSpPr>
        <p:grpSpPr>
          <a:xfrm>
            <a:off x="3189547" y="2449581"/>
            <a:ext cx="2802494" cy="5012638"/>
            <a:chOff x="7260529" y="3289630"/>
            <a:chExt cx="2177289" cy="6600388"/>
          </a:xfrm>
        </p:grpSpPr>
        <p:sp>
          <p:nvSpPr>
            <p:cNvPr id="25" name="Rectángulo: esquinas redondeadas 24">
              <a:extLst>
                <a:ext uri="{FF2B5EF4-FFF2-40B4-BE49-F238E27FC236}">
                  <a16:creationId xmlns:a16="http://schemas.microsoft.com/office/drawing/2014/main" id="{75D4CA8B-B0DC-8E93-DA13-ED3DFF5392BF}"/>
                </a:ext>
              </a:extLst>
            </p:cNvPr>
            <p:cNvSpPr/>
            <p:nvPr/>
          </p:nvSpPr>
          <p:spPr>
            <a:xfrm>
              <a:off x="7260529" y="3289630"/>
              <a:ext cx="2177289" cy="3672018"/>
            </a:xfrm>
            <a:prstGeom prst="roundRect">
              <a:avLst>
                <a:gd name="adj" fmla="val 10000"/>
              </a:avLst>
            </a:pr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ES" dirty="0"/>
            </a:p>
          </p:txBody>
        </p:sp>
        <p:sp>
          <p:nvSpPr>
            <p:cNvPr id="26" name="Rectángulo: esquinas redondeadas 4">
              <a:extLst>
                <a:ext uri="{FF2B5EF4-FFF2-40B4-BE49-F238E27FC236}">
                  <a16:creationId xmlns:a16="http://schemas.microsoft.com/office/drawing/2014/main" id="{411AD844-033D-1DD6-C15D-3914D1696331}"/>
                </a:ext>
              </a:extLst>
            </p:cNvPr>
            <p:cNvSpPr txBox="1"/>
            <p:nvPr/>
          </p:nvSpPr>
          <p:spPr>
            <a:xfrm>
              <a:off x="7297624" y="3452698"/>
              <a:ext cx="2112196" cy="643732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84912" tIns="184912" rIns="184912" bIns="184912" numCol="1" spcCol="1270" anchor="t" anchorCtr="0">
              <a:noAutofit/>
            </a:bodyPr>
            <a:lstStyle/>
            <a:p>
              <a:pPr marL="228600" lvl="1" indent="-228600" algn="l" defTabSz="1155700">
                <a:lnSpc>
                  <a:spcPct val="90000"/>
                </a:lnSpc>
                <a:spcBef>
                  <a:spcPct val="0"/>
                </a:spcBef>
                <a:spcAft>
                  <a:spcPct val="15000"/>
                </a:spcAft>
                <a:buChar char="•"/>
              </a:pPr>
              <a:r>
                <a:rPr lang="es-ES" sz="1600" b="1" dirty="0">
                  <a:solidFill>
                    <a:schemeClr val="tx1"/>
                  </a:solidFill>
                </a:rPr>
                <a:t>Verificar el diligenciamiento y </a:t>
              </a:r>
              <a:r>
                <a:rPr lang="es-ES" sz="1600" b="1" dirty="0">
                  <a:solidFill>
                    <a:srgbClr val="FF0000"/>
                  </a:solidFill>
                </a:rPr>
                <a:t>aprobación por las partes de las respectivas bitácoras.</a:t>
              </a:r>
            </a:p>
            <a:p>
              <a:pPr marL="228600" lvl="1" indent="-228600" algn="l" defTabSz="1155700">
                <a:lnSpc>
                  <a:spcPct val="90000"/>
                </a:lnSpc>
                <a:spcBef>
                  <a:spcPct val="0"/>
                </a:spcBef>
                <a:spcAft>
                  <a:spcPct val="15000"/>
                </a:spcAft>
                <a:buChar char="•"/>
              </a:pPr>
              <a:r>
                <a:rPr lang="es-ES" sz="1600" dirty="0">
                  <a:solidFill>
                    <a:schemeClr val="tx1"/>
                  </a:solidFill>
                </a:rPr>
                <a:t>Realización Evaluación </a:t>
              </a:r>
              <a:r>
                <a:rPr lang="es-ES" sz="1600" b="1" dirty="0">
                  <a:solidFill>
                    <a:srgbClr val="FF0000"/>
                  </a:solidFill>
                  <a:hlinkClick r:id="rId5" action="ppaction://hlinkfile"/>
                </a:rPr>
                <a:t>parcial (F023)</a:t>
              </a:r>
              <a:endParaRPr lang="es-ES" sz="1600" b="1" dirty="0">
                <a:solidFill>
                  <a:srgbClr val="FF0000"/>
                </a:solidFill>
              </a:endParaRPr>
            </a:p>
            <a:p>
              <a:pPr marL="228600" lvl="1" indent="-228600" algn="l" defTabSz="1155700">
                <a:lnSpc>
                  <a:spcPct val="90000"/>
                </a:lnSpc>
                <a:spcBef>
                  <a:spcPct val="0"/>
                </a:spcBef>
                <a:spcAft>
                  <a:spcPct val="15000"/>
                </a:spcAft>
                <a:buChar char="•"/>
              </a:pPr>
              <a:r>
                <a:rPr lang="es-ES" sz="1600" dirty="0">
                  <a:solidFill>
                    <a:schemeClr val="tx1"/>
                  </a:solidFill>
                </a:rPr>
                <a:t>Firmar listado asistencia</a:t>
              </a:r>
            </a:p>
            <a:p>
              <a:pPr marL="228600" lvl="1" indent="-228600" algn="l" defTabSz="1155700">
                <a:lnSpc>
                  <a:spcPct val="90000"/>
                </a:lnSpc>
                <a:spcBef>
                  <a:spcPct val="0"/>
                </a:spcBef>
                <a:spcAft>
                  <a:spcPct val="15000"/>
                </a:spcAft>
                <a:buChar char="•"/>
              </a:pPr>
              <a:r>
                <a:rPr lang="es-ES" sz="1600" dirty="0">
                  <a:solidFill>
                    <a:schemeClr val="tx1"/>
                  </a:solidFill>
                </a:rPr>
                <a:t>Subir Evidencias al SharePoint</a:t>
              </a:r>
              <a:endParaRPr lang="es-ES" sz="1600" dirty="0" err="1">
                <a:solidFill>
                  <a:schemeClr val="tx1"/>
                </a:solidFill>
                <a:cs typeface="Calibri"/>
              </a:endParaRPr>
            </a:p>
          </p:txBody>
        </p:sp>
      </p:grpSp>
      <p:sp>
        <p:nvSpPr>
          <p:cNvPr id="50" name="Flecha abajo 49"/>
          <p:cNvSpPr/>
          <p:nvPr/>
        </p:nvSpPr>
        <p:spPr>
          <a:xfrm rot="10800000">
            <a:off x="8236125" y="4570692"/>
            <a:ext cx="484632" cy="62777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8722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CE6F55B-23E7-C675-1731-F09BDD2C6C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11CA94-531D-662D-29D6-823F55023D63}"/>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b="1" dirty="0">
                <a:solidFill>
                  <a:schemeClr val="tx1">
                    <a:lumMod val="95000"/>
                    <a:lumOff val="5000"/>
                  </a:schemeClr>
                </a:solidFill>
                <a:latin typeface="Verdana" panose="020B0604030504040204" pitchFamily="34" charset="0"/>
                <a:ea typeface="Verdana" panose="020B0604030504040204" pitchFamily="34" charset="0"/>
              </a:rPr>
              <a:t>Evidencias M3 y M4</a:t>
            </a:r>
          </a:p>
        </p:txBody>
      </p:sp>
      <p:graphicFrame>
        <p:nvGraphicFramePr>
          <p:cNvPr id="3" name="Diagrama 2">
            <a:extLst>
              <a:ext uri="{FF2B5EF4-FFF2-40B4-BE49-F238E27FC236}">
                <a16:creationId xmlns:a16="http://schemas.microsoft.com/office/drawing/2014/main" id="{7386869D-0402-44E8-5798-C7912D5A8EEE}"/>
              </a:ext>
            </a:extLst>
          </p:cNvPr>
          <p:cNvGraphicFramePr/>
          <p:nvPr>
            <p:extLst>
              <p:ext uri="{D42A27DB-BD31-4B8C-83A1-F6EECF244321}">
                <p14:modId xmlns:p14="http://schemas.microsoft.com/office/powerpoint/2010/main" val="1914710363"/>
              </p:ext>
            </p:extLst>
          </p:nvPr>
        </p:nvGraphicFramePr>
        <p:xfrm>
          <a:off x="-673768" y="1922183"/>
          <a:ext cx="8060045" cy="55400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descr="Lista de Chequeo Ambiental: Una herramienta en la EIA">
            <a:hlinkClick r:id="rId8" action="ppaction://hlinksldjump"/>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2936" t="15062" r="18323" b="14453"/>
          <a:stretch/>
        </p:blipFill>
        <p:spPr bwMode="auto">
          <a:xfrm>
            <a:off x="6593305" y="1134321"/>
            <a:ext cx="5021179" cy="5438271"/>
          </a:xfrm>
          <a:prstGeom prst="rect">
            <a:avLst/>
          </a:prstGeom>
          <a:noFill/>
          <a:extLst>
            <a:ext uri="{909E8E84-426E-40DD-AFC4-6F175D3DCCD1}">
              <a14:hiddenFill xmlns:a14="http://schemas.microsoft.com/office/drawing/2010/main">
                <a:solidFill>
                  <a:srgbClr val="FFFFFF"/>
                </a:solidFill>
              </a14:hiddenFill>
            </a:ext>
          </a:extLst>
        </p:spPr>
      </p:pic>
      <p:sp>
        <p:nvSpPr>
          <p:cNvPr id="4" name="Hexágono 3"/>
          <p:cNvSpPr/>
          <p:nvPr/>
        </p:nvSpPr>
        <p:spPr>
          <a:xfrm rot="5400000">
            <a:off x="1767140" y="1137914"/>
            <a:ext cx="2187251" cy="2194560"/>
          </a:xfrm>
          <a:prstGeom prst="hexagon">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ES" sz="2400" b="1" dirty="0">
                <a:solidFill>
                  <a:srgbClr val="FF0000"/>
                </a:solidFill>
              </a:rPr>
              <a:t>Evaluación de bitácoras </a:t>
            </a:r>
            <a:endParaRPr lang="en-US" sz="2400" b="1" dirty="0">
              <a:solidFill>
                <a:srgbClr val="FF0000"/>
              </a:solidFill>
            </a:endParaRPr>
          </a:p>
        </p:txBody>
      </p:sp>
    </p:spTree>
    <p:extLst>
      <p:ext uri="{BB962C8B-B14F-4D97-AF65-F5344CB8AC3E}">
        <p14:creationId xmlns:p14="http://schemas.microsoft.com/office/powerpoint/2010/main" val="2240652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282BC1E-56C9-01F5-C01F-412CDE8CDB24}"/>
            </a:ext>
          </a:extLst>
        </p:cNvPr>
        <p:cNvGrpSpPr/>
        <p:nvPr/>
      </p:nvGrpSpPr>
      <p:grpSpPr>
        <a:xfrm>
          <a:off x="0" y="0"/>
          <a:ext cx="0" cy="0"/>
          <a:chOff x="0" y="0"/>
          <a:chExt cx="0" cy="0"/>
        </a:xfrm>
      </p:grpSpPr>
      <p:sp>
        <p:nvSpPr>
          <p:cNvPr id="17" name="Rectángulo: esquinas redondeadas 4">
            <a:extLst>
              <a:ext uri="{FF2B5EF4-FFF2-40B4-BE49-F238E27FC236}">
                <a16:creationId xmlns:a16="http://schemas.microsoft.com/office/drawing/2014/main" id="{5D6A6E42-1A4A-838F-6CB9-3B465D3FDD22}"/>
              </a:ext>
            </a:extLst>
          </p:cNvPr>
          <p:cNvSpPr txBox="1"/>
          <p:nvPr/>
        </p:nvSpPr>
        <p:spPr>
          <a:xfrm>
            <a:off x="9426051" y="1683651"/>
            <a:ext cx="2392071" cy="5939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b="1" dirty="0"/>
              <a:t>Visita Extraordinarias</a:t>
            </a:r>
          </a:p>
        </p:txBody>
      </p:sp>
      <p:sp>
        <p:nvSpPr>
          <p:cNvPr id="3" name="CuadroTexto 5">
            <a:extLst>
              <a:ext uri="{FF2B5EF4-FFF2-40B4-BE49-F238E27FC236}">
                <a16:creationId xmlns:a16="http://schemas.microsoft.com/office/drawing/2014/main" id="{44506D07-7BEE-79D9-5E7F-3592327645A6}"/>
              </a:ext>
            </a:extLst>
          </p:cNvPr>
          <p:cNvSpPr txBox="1"/>
          <p:nvPr/>
        </p:nvSpPr>
        <p:spPr>
          <a:xfrm>
            <a:off x="4013869" y="6028136"/>
            <a:ext cx="8178131" cy="830997"/>
          </a:xfrm>
          <a:prstGeom prst="rect">
            <a:avLst/>
          </a:prstGeom>
          <a:noFill/>
        </p:spPr>
        <p:txBody>
          <a:bodyPr wrap="square" rtlCol="0">
            <a:spAutoFit/>
          </a:bodyPr>
          <a:lstStyle/>
          <a:p>
            <a:r>
              <a:rPr lang="es-ES" sz="2400"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Certificación Cinco (5) días hábiles siguientes de terminar</a:t>
            </a:r>
          </a:p>
          <a:p>
            <a:r>
              <a:rPr lang="es-ES" sz="2400"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 la Etapa Productiva.</a:t>
            </a:r>
          </a:p>
        </p:txBody>
      </p:sp>
      <p:grpSp>
        <p:nvGrpSpPr>
          <p:cNvPr id="18" name="Group 9">
            <a:extLst>
              <a:ext uri="{FF2B5EF4-FFF2-40B4-BE49-F238E27FC236}">
                <a16:creationId xmlns:a16="http://schemas.microsoft.com/office/drawing/2014/main" id="{02BD6A50-D9C0-459B-467C-574503C79383}"/>
              </a:ext>
            </a:extLst>
          </p:cNvPr>
          <p:cNvGrpSpPr>
            <a:grpSpLocks/>
          </p:cNvGrpSpPr>
          <p:nvPr/>
        </p:nvGrpSpPr>
        <p:grpSpPr bwMode="auto">
          <a:xfrm rot="4976862" flipH="1">
            <a:off x="3483953" y="5910187"/>
            <a:ext cx="493705" cy="600302"/>
            <a:chOff x="1944" y="1111"/>
            <a:chExt cx="204" cy="196"/>
          </a:xfrm>
        </p:grpSpPr>
        <p:pic>
          <p:nvPicPr>
            <p:cNvPr id="19" name="Picture 10" descr="circuler_1">
              <a:extLst>
                <a:ext uri="{FF2B5EF4-FFF2-40B4-BE49-F238E27FC236}">
                  <a16:creationId xmlns:a16="http://schemas.microsoft.com/office/drawing/2014/main" id="{12F6F9C1-F5EF-C813-ABA9-3B234249A8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flipH="1">
              <a:off x="1961" y="1124"/>
              <a:ext cx="174" cy="172"/>
            </a:xfrm>
            <a:prstGeom prst="rect">
              <a:avLst/>
            </a:prstGeom>
            <a:noFill/>
            <a:extLst>
              <a:ext uri="{909E8E84-426E-40DD-AFC4-6F175D3DCCD1}">
                <a14:hiddenFill xmlns:a14="http://schemas.microsoft.com/office/drawing/2010/main">
                  <a:solidFill>
                    <a:srgbClr val="FFFFFF"/>
                  </a:solidFill>
                </a14:hiddenFill>
              </a:ext>
            </a:extLst>
          </p:spPr>
        </p:pic>
        <p:sp>
          <p:nvSpPr>
            <p:cNvPr id="20" name="Oval 11">
              <a:extLst>
                <a:ext uri="{FF2B5EF4-FFF2-40B4-BE49-F238E27FC236}">
                  <a16:creationId xmlns:a16="http://schemas.microsoft.com/office/drawing/2014/main" id="{90DEC6A1-DF8F-B814-2F63-8C5ECC879CE2}"/>
                </a:ext>
              </a:extLst>
            </p:cNvPr>
            <p:cNvSpPr>
              <a:spLocks noChangeArrowheads="1"/>
            </p:cNvSpPr>
            <p:nvPr/>
          </p:nvSpPr>
          <p:spPr bwMode="gray">
            <a:xfrm flipH="1">
              <a:off x="1962" y="1124"/>
              <a:ext cx="173" cy="172"/>
            </a:xfrm>
            <a:prstGeom prst="ellipse">
              <a:avLst/>
            </a:prstGeom>
            <a:solidFill>
              <a:srgbClr val="FF00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nvGrpSpPr>
            <p:cNvPr id="27" name="Group 12">
              <a:extLst>
                <a:ext uri="{FF2B5EF4-FFF2-40B4-BE49-F238E27FC236}">
                  <a16:creationId xmlns:a16="http://schemas.microsoft.com/office/drawing/2014/main" id="{BDD31C06-7955-B998-42F3-C86173C83DA1}"/>
                </a:ext>
              </a:extLst>
            </p:cNvPr>
            <p:cNvGrpSpPr>
              <a:grpSpLocks/>
            </p:cNvGrpSpPr>
            <p:nvPr/>
          </p:nvGrpSpPr>
          <p:grpSpPr bwMode="auto">
            <a:xfrm rot="1297425" flipV="1">
              <a:off x="1971" y="1258"/>
              <a:ext cx="151" cy="37"/>
              <a:chOff x="2532" y="1051"/>
              <a:chExt cx="893" cy="246"/>
            </a:xfrm>
          </p:grpSpPr>
          <p:grpSp>
            <p:nvGrpSpPr>
              <p:cNvPr id="30" name="Group 13">
                <a:extLst>
                  <a:ext uri="{FF2B5EF4-FFF2-40B4-BE49-F238E27FC236}">
                    <a16:creationId xmlns:a16="http://schemas.microsoft.com/office/drawing/2014/main" id="{B8CD3E22-3D60-4BEF-5376-6D32F49FBF61}"/>
                  </a:ext>
                </a:extLst>
              </p:cNvPr>
              <p:cNvGrpSpPr>
                <a:grpSpLocks/>
              </p:cNvGrpSpPr>
              <p:nvPr/>
            </p:nvGrpSpPr>
            <p:grpSpPr bwMode="auto">
              <a:xfrm>
                <a:off x="2532" y="1051"/>
                <a:ext cx="743" cy="185"/>
                <a:chOff x="1565" y="2568"/>
                <a:chExt cx="1118" cy="279"/>
              </a:xfrm>
            </p:grpSpPr>
            <p:sp>
              <p:nvSpPr>
                <p:cNvPr id="55" name="AutoShape 14">
                  <a:extLst>
                    <a:ext uri="{FF2B5EF4-FFF2-40B4-BE49-F238E27FC236}">
                      <a16:creationId xmlns:a16="http://schemas.microsoft.com/office/drawing/2014/main" id="{B6E8E20C-FF37-8357-4B29-C781FA0A9832}"/>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56" name="AutoShape 15">
                  <a:extLst>
                    <a:ext uri="{FF2B5EF4-FFF2-40B4-BE49-F238E27FC236}">
                      <a16:creationId xmlns:a16="http://schemas.microsoft.com/office/drawing/2014/main" id="{CF7D6DFD-D844-38E9-9905-E399C1087016}"/>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57" name="AutoShape 16">
                  <a:extLst>
                    <a:ext uri="{FF2B5EF4-FFF2-40B4-BE49-F238E27FC236}">
                      <a16:creationId xmlns:a16="http://schemas.microsoft.com/office/drawing/2014/main" id="{D7EE9CC4-3A24-5FAE-D3F8-3A7201CE8C1B}"/>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58" name="AutoShape 17">
                  <a:extLst>
                    <a:ext uri="{FF2B5EF4-FFF2-40B4-BE49-F238E27FC236}">
                      <a16:creationId xmlns:a16="http://schemas.microsoft.com/office/drawing/2014/main" id="{101580B0-F23E-28DB-9595-1394C36A09B8}"/>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nvGrpSpPr>
              <p:cNvPr id="50" name="Group 18">
                <a:extLst>
                  <a:ext uri="{FF2B5EF4-FFF2-40B4-BE49-F238E27FC236}">
                    <a16:creationId xmlns:a16="http://schemas.microsoft.com/office/drawing/2014/main" id="{369C7C29-8B8F-E8DE-544A-D3F55E8C979E}"/>
                  </a:ext>
                </a:extLst>
              </p:cNvPr>
              <p:cNvGrpSpPr>
                <a:grpSpLocks/>
              </p:cNvGrpSpPr>
              <p:nvPr/>
            </p:nvGrpSpPr>
            <p:grpSpPr bwMode="auto">
              <a:xfrm rot="1353540">
                <a:off x="2682" y="1111"/>
                <a:ext cx="743" cy="186"/>
                <a:chOff x="1565" y="2568"/>
                <a:chExt cx="1118" cy="279"/>
              </a:xfrm>
            </p:grpSpPr>
            <p:sp>
              <p:nvSpPr>
                <p:cNvPr id="51" name="AutoShape 19">
                  <a:extLst>
                    <a:ext uri="{FF2B5EF4-FFF2-40B4-BE49-F238E27FC236}">
                      <a16:creationId xmlns:a16="http://schemas.microsoft.com/office/drawing/2014/main" id="{CD685691-4B7A-5B3C-9554-6947A89BC461}"/>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52" name="AutoShape 20">
                  <a:extLst>
                    <a:ext uri="{FF2B5EF4-FFF2-40B4-BE49-F238E27FC236}">
                      <a16:creationId xmlns:a16="http://schemas.microsoft.com/office/drawing/2014/main" id="{B85374F1-572F-CA05-800A-48014DB949D5}"/>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53" name="AutoShape 21">
                  <a:extLst>
                    <a:ext uri="{FF2B5EF4-FFF2-40B4-BE49-F238E27FC236}">
                      <a16:creationId xmlns:a16="http://schemas.microsoft.com/office/drawing/2014/main" id="{60B51957-A6CE-D7A5-A392-7AC1D1C16DFC}"/>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54" name="AutoShape 22">
                  <a:extLst>
                    <a:ext uri="{FF2B5EF4-FFF2-40B4-BE49-F238E27FC236}">
                      <a16:creationId xmlns:a16="http://schemas.microsoft.com/office/drawing/2014/main" id="{D9BFB5F3-F54D-23AA-794D-4B3985F6ECC8}"/>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sp>
          <p:nvSpPr>
            <p:cNvPr id="28" name="Arc 23">
              <a:extLst>
                <a:ext uri="{FF2B5EF4-FFF2-40B4-BE49-F238E27FC236}">
                  <a16:creationId xmlns:a16="http://schemas.microsoft.com/office/drawing/2014/main" id="{8BCE63D6-8664-3A8A-F295-F0DDE388BA75}"/>
                </a:ext>
              </a:extLst>
            </p:cNvPr>
            <p:cNvSpPr>
              <a:spLocks/>
            </p:cNvSpPr>
            <p:nvPr/>
          </p:nvSpPr>
          <p:spPr bwMode="gray">
            <a:xfrm rot="25447716">
              <a:off x="1948" y="1107"/>
              <a:ext cx="196" cy="204"/>
            </a:xfrm>
            <a:custGeom>
              <a:avLst/>
              <a:gdLst>
                <a:gd name="G0" fmla="+- 21600 0 0"/>
                <a:gd name="G1" fmla="+- 21600 0 0"/>
                <a:gd name="G2" fmla="+- 21600 0 0"/>
                <a:gd name="T0" fmla="*/ 3603 w 43200"/>
                <a:gd name="T1" fmla="*/ 33545 h 43155"/>
                <a:gd name="T2" fmla="*/ 22996 w 43200"/>
                <a:gd name="T3" fmla="*/ 43155 h 43155"/>
                <a:gd name="T4" fmla="*/ 21600 w 43200"/>
                <a:gd name="T5" fmla="*/ 21600 h 43155"/>
              </a:gdLst>
              <a:ahLst/>
              <a:cxnLst>
                <a:cxn ang="0">
                  <a:pos x="T0" y="T1"/>
                </a:cxn>
                <a:cxn ang="0">
                  <a:pos x="T2" y="T3"/>
                </a:cxn>
                <a:cxn ang="0">
                  <a:pos x="T4" y="T5"/>
                </a:cxn>
              </a:cxnLst>
              <a:rect l="0" t="0" r="r" b="b"/>
              <a:pathLst>
                <a:path w="43200" h="43155" fill="none"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path>
                <a:path w="43200" h="43155" stroke="0"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lnTo>
                    <a:pt x="21600" y="21600"/>
                  </a:lnTo>
                  <a:close/>
                </a:path>
              </a:pathLst>
            </a:custGeom>
            <a:noFill/>
            <a:ln w="12700">
              <a:solidFill>
                <a:srgbClr val="000000"/>
              </a:solidFill>
              <a:prstDash val="sysDot"/>
              <a:round/>
              <a:headEnd/>
              <a:tailEnd type="triangle" w="sm" len="sm"/>
            </a:ln>
            <a:effectLst/>
            <a:extLst>
              <a:ext uri="{909E8E84-426E-40DD-AFC4-6F175D3DCCD1}">
                <a14:hiddenFill xmlns:a14="http://schemas.microsoft.com/office/drawing/2010/main">
                  <a:solidFill>
                    <a:srgbClr val="00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pic>
          <p:nvPicPr>
            <p:cNvPr id="29" name="Picture 24" descr="light_shadow1">
              <a:extLst>
                <a:ext uri="{FF2B5EF4-FFF2-40B4-BE49-F238E27FC236}">
                  <a16:creationId xmlns:a16="http://schemas.microsoft.com/office/drawing/2014/main" id="{DE34A389-21A4-2E5E-2E2A-9028A92848A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t="23740"/>
            <a:stretch>
              <a:fillRect/>
            </a:stretch>
          </p:blipFill>
          <p:spPr bwMode="gray">
            <a:xfrm rot="2569845" flipH="1">
              <a:off x="2015" y="1139"/>
              <a:ext cx="129" cy="84"/>
            </a:xfrm>
            <a:prstGeom prst="rect">
              <a:avLst/>
            </a:prstGeom>
            <a:noFill/>
            <a:extLst>
              <a:ext uri="{909E8E84-426E-40DD-AFC4-6F175D3DCCD1}">
                <a14:hiddenFill xmlns:a14="http://schemas.microsoft.com/office/drawing/2010/main">
                  <a:solidFill>
                    <a:srgbClr val="FFFFFF"/>
                  </a:solidFill>
                </a14:hiddenFill>
              </a:ext>
            </a:extLst>
          </p:spPr>
        </p:pic>
      </p:grpSp>
      <p:sp>
        <p:nvSpPr>
          <p:cNvPr id="59" name="Título 1">
            <a:extLst>
              <a:ext uri="{FF2B5EF4-FFF2-40B4-BE49-F238E27FC236}">
                <a16:creationId xmlns:a16="http://schemas.microsoft.com/office/drawing/2014/main" id="{BB064148-5438-58C9-BE89-FFD327576ADD}"/>
              </a:ext>
            </a:extLst>
          </p:cNvPr>
          <p:cNvSpPr txBox="1">
            <a:spLocks/>
          </p:cNvSpPr>
          <p:nvPr/>
        </p:nvSpPr>
        <p:spPr>
          <a:xfrm>
            <a:off x="477655" y="3226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chemeClr val="bg1"/>
                </a:solidFill>
                <a:latin typeface="Verdana" panose="020B0604030504040204" pitchFamily="34" charset="0"/>
                <a:ea typeface="Verdana" panose="020B0604030504040204" pitchFamily="34" charset="0"/>
              </a:rPr>
              <a:t>M5 – Visita Evaluación </a:t>
            </a:r>
            <a:r>
              <a:rPr lang="es-ES" b="1" dirty="0">
                <a:solidFill>
                  <a:schemeClr val="bg1"/>
                </a:solidFill>
                <a:latin typeface="Verdana" panose="020B0604030504040204" pitchFamily="34" charset="0"/>
                <a:ea typeface="Verdana" panose="020B0604030504040204" pitchFamily="34" charset="0"/>
                <a:hlinkClick r:id="rId5" action="ppaction://hlinkpres?slideindex=1&amp;slidetitle="/>
              </a:rPr>
              <a:t>Final</a:t>
            </a:r>
            <a:r>
              <a:rPr lang="es-ES" b="1" dirty="0">
                <a:solidFill>
                  <a:schemeClr val="bg1"/>
                </a:solidFill>
                <a:latin typeface="Verdana" panose="020B0604030504040204" pitchFamily="34" charset="0"/>
                <a:ea typeface="Verdana" panose="020B0604030504040204" pitchFamily="34" charset="0"/>
              </a:rPr>
              <a:t> y Certificación</a:t>
            </a:r>
          </a:p>
        </p:txBody>
      </p:sp>
      <p:sp>
        <p:nvSpPr>
          <p:cNvPr id="60" name="CuadroTexto 59">
            <a:extLst>
              <a:ext uri="{FF2B5EF4-FFF2-40B4-BE49-F238E27FC236}">
                <a16:creationId xmlns:a16="http://schemas.microsoft.com/office/drawing/2014/main" id="{788CF42F-C25A-FD37-6F1E-A84F5EE16400}"/>
              </a:ext>
            </a:extLst>
          </p:cNvPr>
          <p:cNvSpPr txBox="1"/>
          <p:nvPr/>
        </p:nvSpPr>
        <p:spPr>
          <a:xfrm>
            <a:off x="380844" y="2572051"/>
            <a:ext cx="2425584" cy="535531"/>
          </a:xfrm>
          <a:prstGeom prst="rect">
            <a:avLst/>
          </a:prstGeom>
          <a:noFill/>
        </p:spPr>
        <p:txBody>
          <a:bodyPr wrap="square">
            <a:spAutoFit/>
          </a:bodyPr>
          <a:lstStyle/>
          <a:p>
            <a:pPr marL="228600" lvl="1" indent="-228600" algn="l" defTabSz="1155700">
              <a:lnSpc>
                <a:spcPct val="90000"/>
              </a:lnSpc>
              <a:spcBef>
                <a:spcPct val="0"/>
              </a:spcBef>
              <a:spcAft>
                <a:spcPct val="15000"/>
              </a:spcAft>
              <a:buChar char="•"/>
            </a:pPr>
            <a:r>
              <a:rPr lang="es-ES" sz="1600" kern="1200" dirty="0">
                <a:solidFill>
                  <a:schemeClr val="tx1"/>
                </a:solidFill>
              </a:rPr>
              <a:t>Agendar atención a grupos asignados</a:t>
            </a:r>
          </a:p>
        </p:txBody>
      </p:sp>
      <p:sp>
        <p:nvSpPr>
          <p:cNvPr id="61" name="Flecha: a la derecha 60">
            <a:extLst>
              <a:ext uri="{FF2B5EF4-FFF2-40B4-BE49-F238E27FC236}">
                <a16:creationId xmlns:a16="http://schemas.microsoft.com/office/drawing/2014/main" id="{A320F380-1AF2-2BD2-930F-88FF17FEB31A}"/>
              </a:ext>
            </a:extLst>
          </p:cNvPr>
          <p:cNvSpPr/>
          <p:nvPr/>
        </p:nvSpPr>
        <p:spPr>
          <a:xfrm>
            <a:off x="2962520" y="2027535"/>
            <a:ext cx="440098" cy="235363"/>
          </a:xfrm>
          <a:prstGeom prst="rightArrow">
            <a:avLst>
              <a:gd name="adj1" fmla="val 60000"/>
              <a:gd name="adj2" fmla="val 50000"/>
            </a:avLst>
          </a:prstGeom>
        </p:spPr>
        <p:style>
          <a:lnRef idx="1">
            <a:schemeClr val="accent6"/>
          </a:lnRef>
          <a:fillRef idx="2">
            <a:schemeClr val="accent6"/>
          </a:fillRef>
          <a:effectRef idx="1">
            <a:schemeClr val="accent6"/>
          </a:effectRef>
          <a:fontRef idx="minor">
            <a:schemeClr val="dk1"/>
          </a:fontRef>
        </p:style>
        <p:txBody>
          <a:bodyPr/>
          <a:lstStyle/>
          <a:p>
            <a:endParaRPr lang="es-CO"/>
          </a:p>
        </p:txBody>
      </p:sp>
      <p:sp>
        <p:nvSpPr>
          <p:cNvPr id="62" name="Flecha: a la derecha 61">
            <a:extLst>
              <a:ext uri="{FF2B5EF4-FFF2-40B4-BE49-F238E27FC236}">
                <a16:creationId xmlns:a16="http://schemas.microsoft.com/office/drawing/2014/main" id="{F71C875D-D998-94CD-8AE1-28127E3CD607}"/>
              </a:ext>
            </a:extLst>
          </p:cNvPr>
          <p:cNvSpPr/>
          <p:nvPr/>
        </p:nvSpPr>
        <p:spPr>
          <a:xfrm>
            <a:off x="5929704" y="2062771"/>
            <a:ext cx="440098" cy="235363"/>
          </a:xfrm>
          <a:prstGeom prst="rightArrow">
            <a:avLst>
              <a:gd name="adj1" fmla="val 60000"/>
              <a:gd name="adj2" fmla="val 50000"/>
            </a:avLst>
          </a:prstGeom>
        </p:spPr>
        <p:style>
          <a:lnRef idx="1">
            <a:schemeClr val="accent2"/>
          </a:lnRef>
          <a:fillRef idx="2">
            <a:schemeClr val="accent2"/>
          </a:fillRef>
          <a:effectRef idx="1">
            <a:schemeClr val="accent2"/>
          </a:effectRef>
          <a:fontRef idx="minor">
            <a:schemeClr val="dk1"/>
          </a:fontRef>
        </p:style>
        <p:txBody>
          <a:bodyPr/>
          <a:lstStyle/>
          <a:p>
            <a:endParaRPr lang="es-ES" dirty="0"/>
          </a:p>
        </p:txBody>
      </p:sp>
      <p:sp>
        <p:nvSpPr>
          <p:cNvPr id="63" name="Flecha: a la derecha 62">
            <a:extLst>
              <a:ext uri="{FF2B5EF4-FFF2-40B4-BE49-F238E27FC236}">
                <a16:creationId xmlns:a16="http://schemas.microsoft.com/office/drawing/2014/main" id="{55079A94-8C81-BFA1-CE22-6FF56B7471C4}"/>
              </a:ext>
            </a:extLst>
          </p:cNvPr>
          <p:cNvSpPr/>
          <p:nvPr/>
        </p:nvSpPr>
        <p:spPr>
          <a:xfrm>
            <a:off x="8959371" y="2043193"/>
            <a:ext cx="440098" cy="235363"/>
          </a:xfrm>
          <a:prstGeom prst="rightArrow">
            <a:avLst>
              <a:gd name="adj1" fmla="val 60000"/>
              <a:gd name="adj2" fmla="val 50000"/>
            </a:avLst>
          </a:prstGeom>
        </p:spPr>
        <p:style>
          <a:lnRef idx="1">
            <a:schemeClr val="accent4"/>
          </a:lnRef>
          <a:fillRef idx="2">
            <a:schemeClr val="accent4"/>
          </a:fillRef>
          <a:effectRef idx="1">
            <a:schemeClr val="accent4"/>
          </a:effectRef>
          <a:fontRef idx="minor">
            <a:schemeClr val="dk1"/>
          </a:fontRef>
        </p:style>
        <p:txBody>
          <a:bodyPr/>
          <a:lstStyle/>
          <a:p>
            <a:endParaRPr lang="es-ES" dirty="0"/>
          </a:p>
        </p:txBody>
      </p:sp>
      <p:grpSp>
        <p:nvGrpSpPr>
          <p:cNvPr id="64" name="Grupo 63">
            <a:extLst>
              <a:ext uri="{FF2B5EF4-FFF2-40B4-BE49-F238E27FC236}">
                <a16:creationId xmlns:a16="http://schemas.microsoft.com/office/drawing/2014/main" id="{7B6FC88E-6EDA-2801-FACA-4FF3DE9C271B}"/>
              </a:ext>
            </a:extLst>
          </p:cNvPr>
          <p:cNvGrpSpPr/>
          <p:nvPr/>
        </p:nvGrpSpPr>
        <p:grpSpPr>
          <a:xfrm>
            <a:off x="123847" y="1620663"/>
            <a:ext cx="3019120" cy="934508"/>
            <a:chOff x="3108" y="-867"/>
            <a:chExt cx="3867569" cy="1381989"/>
          </a:xfrm>
          <a:solidFill>
            <a:srgbClr val="00B050"/>
          </a:solidFill>
        </p:grpSpPr>
        <p:sp>
          <p:nvSpPr>
            <p:cNvPr id="65" name="Rectángulo: esquinas redondeadas 64">
              <a:extLst>
                <a:ext uri="{FF2B5EF4-FFF2-40B4-BE49-F238E27FC236}">
                  <a16:creationId xmlns:a16="http://schemas.microsoft.com/office/drawing/2014/main" id="{C375C188-954D-3FB7-AC6E-8DFA83CA435A}"/>
                </a:ext>
              </a:extLst>
            </p:cNvPr>
            <p:cNvSpPr/>
            <p:nvPr/>
          </p:nvSpPr>
          <p:spPr>
            <a:xfrm>
              <a:off x="3108" y="168613"/>
              <a:ext cx="3453774" cy="1212509"/>
            </a:xfrm>
            <a:prstGeom prst="roundRect">
              <a:avLst>
                <a:gd name="adj" fmla="val 10000"/>
              </a:avLst>
            </a:prstGeom>
            <a:grpFill/>
          </p:spPr>
          <p:style>
            <a:lnRef idx="1">
              <a:schemeClr val="accent6"/>
            </a:lnRef>
            <a:fillRef idx="2">
              <a:schemeClr val="accent6"/>
            </a:fillRef>
            <a:effectRef idx="1">
              <a:schemeClr val="accent6"/>
            </a:effectRef>
            <a:fontRef idx="minor">
              <a:schemeClr val="dk1"/>
            </a:fontRef>
          </p:style>
          <p:txBody>
            <a:bodyPr/>
            <a:lstStyle/>
            <a:p>
              <a:endParaRPr lang="es-ES" dirty="0"/>
            </a:p>
          </p:txBody>
        </p:sp>
        <p:sp>
          <p:nvSpPr>
            <p:cNvPr id="66" name="Rectángulo: esquinas redondeadas 4">
              <a:extLst>
                <a:ext uri="{FF2B5EF4-FFF2-40B4-BE49-F238E27FC236}">
                  <a16:creationId xmlns:a16="http://schemas.microsoft.com/office/drawing/2014/main" id="{1ADF736E-0FA0-F385-7ABF-B55A15D39A86}"/>
                </a:ext>
              </a:extLst>
            </p:cNvPr>
            <p:cNvSpPr txBox="1"/>
            <p:nvPr/>
          </p:nvSpPr>
          <p:spPr>
            <a:xfrm>
              <a:off x="3108" y="-867"/>
              <a:ext cx="3867569" cy="98797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lvl="0"/>
              <a:r>
                <a:rPr lang="es-CO" sz="2000" b="1" dirty="0"/>
                <a:t>Programación Atención </a:t>
              </a:r>
            </a:p>
          </p:txBody>
        </p:sp>
      </p:grpSp>
      <p:sp>
        <p:nvSpPr>
          <p:cNvPr id="67" name="Rectángulo: esquinas redondeadas 66">
            <a:extLst>
              <a:ext uri="{FF2B5EF4-FFF2-40B4-BE49-F238E27FC236}">
                <a16:creationId xmlns:a16="http://schemas.microsoft.com/office/drawing/2014/main" id="{15D83888-B97E-5524-BBD4-1F8B0C1C4E9C}"/>
              </a:ext>
            </a:extLst>
          </p:cNvPr>
          <p:cNvSpPr/>
          <p:nvPr/>
        </p:nvSpPr>
        <p:spPr>
          <a:xfrm>
            <a:off x="305380" y="2429081"/>
            <a:ext cx="2501048" cy="2674142"/>
          </a:xfrm>
          <a:prstGeom prst="roundRect">
            <a:avLst>
              <a:gd name="adj" fmla="val 10000"/>
            </a:avLst>
          </a:prstGeom>
        </p:spPr>
        <p:style>
          <a:lnRef idx="2">
            <a:schemeClr val="accent6"/>
          </a:lnRef>
          <a:fillRef idx="1">
            <a:schemeClr val="lt1"/>
          </a:fillRef>
          <a:effectRef idx="0">
            <a:schemeClr val="accent6"/>
          </a:effectRef>
          <a:fontRef idx="minor">
            <a:schemeClr val="dk1"/>
          </a:fontRef>
        </p:style>
        <p:txBody>
          <a:bodyPr/>
          <a:lstStyle/>
          <a:p>
            <a:endParaRPr lang="es-CO"/>
          </a:p>
        </p:txBody>
      </p:sp>
      <p:sp>
        <p:nvSpPr>
          <p:cNvPr id="68" name="CuadroTexto 67">
            <a:extLst>
              <a:ext uri="{FF2B5EF4-FFF2-40B4-BE49-F238E27FC236}">
                <a16:creationId xmlns:a16="http://schemas.microsoft.com/office/drawing/2014/main" id="{FC749DFB-CE7C-730F-76CA-7C029823F361}"/>
              </a:ext>
            </a:extLst>
          </p:cNvPr>
          <p:cNvSpPr txBox="1"/>
          <p:nvPr/>
        </p:nvSpPr>
        <p:spPr>
          <a:xfrm>
            <a:off x="533244" y="2724451"/>
            <a:ext cx="2425584" cy="535531"/>
          </a:xfrm>
          <a:prstGeom prst="rect">
            <a:avLst/>
          </a:prstGeom>
          <a:noFill/>
        </p:spPr>
        <p:txBody>
          <a:bodyPr wrap="square">
            <a:spAutoFit/>
          </a:bodyPr>
          <a:lstStyle/>
          <a:p>
            <a:pPr marL="228600" lvl="1" indent="-228600" algn="l" defTabSz="1155700">
              <a:lnSpc>
                <a:spcPct val="90000"/>
              </a:lnSpc>
              <a:spcBef>
                <a:spcPct val="0"/>
              </a:spcBef>
              <a:spcAft>
                <a:spcPct val="15000"/>
              </a:spcAft>
              <a:buChar char="•"/>
            </a:pPr>
            <a:r>
              <a:rPr lang="es-ES" sz="1600" kern="1200" dirty="0">
                <a:solidFill>
                  <a:schemeClr val="tx1"/>
                </a:solidFill>
              </a:rPr>
              <a:t>Agendar atención a grupos asignados</a:t>
            </a:r>
          </a:p>
        </p:txBody>
      </p:sp>
      <p:sp>
        <p:nvSpPr>
          <p:cNvPr id="69" name="Rectángulo: esquinas redondeadas 4">
            <a:extLst>
              <a:ext uri="{FF2B5EF4-FFF2-40B4-BE49-F238E27FC236}">
                <a16:creationId xmlns:a16="http://schemas.microsoft.com/office/drawing/2014/main" id="{FD16813A-5DB0-FF3A-83DF-CD3BAFBA5335}"/>
              </a:ext>
            </a:extLst>
          </p:cNvPr>
          <p:cNvSpPr txBox="1"/>
          <p:nvPr/>
        </p:nvSpPr>
        <p:spPr>
          <a:xfrm>
            <a:off x="3468192" y="1699421"/>
            <a:ext cx="2392071" cy="798023"/>
          </a:xfrm>
          <a:prstGeom prst="rect">
            <a:avLst/>
          </a:prstGeom>
          <a:solidFill>
            <a:srgbClr val="FF6C00"/>
          </a:solidFill>
        </p:spPr>
        <p:style>
          <a:lnRef idx="1">
            <a:schemeClr val="accent2"/>
          </a:lnRef>
          <a:fillRef idx="2">
            <a:schemeClr val="accent2"/>
          </a:fillRef>
          <a:effectRef idx="1">
            <a:schemeClr val="accent2"/>
          </a:effectRef>
          <a:fontRef idx="minor">
            <a:schemeClr val="dk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sz="2000" b="1" dirty="0">
                <a:solidFill>
                  <a:schemeClr val="lt1"/>
                </a:solidFill>
              </a:rPr>
              <a:t>Recepción Documentos</a:t>
            </a:r>
          </a:p>
        </p:txBody>
      </p:sp>
      <p:sp>
        <p:nvSpPr>
          <p:cNvPr id="70" name="Rectángulo: esquinas redondeadas 69">
            <a:extLst>
              <a:ext uri="{FF2B5EF4-FFF2-40B4-BE49-F238E27FC236}">
                <a16:creationId xmlns:a16="http://schemas.microsoft.com/office/drawing/2014/main" id="{D783EF3E-2221-C422-1E26-DC4FFE3C0964}"/>
              </a:ext>
            </a:extLst>
          </p:cNvPr>
          <p:cNvSpPr/>
          <p:nvPr/>
        </p:nvSpPr>
        <p:spPr>
          <a:xfrm>
            <a:off x="6393863" y="1772382"/>
            <a:ext cx="2499352" cy="798023"/>
          </a:xfrm>
          <a:prstGeom prst="roundRect">
            <a:avLst>
              <a:gd name="adj" fmla="val 10000"/>
            </a:avLst>
          </a:prstGeom>
          <a:solidFill>
            <a:srgbClr val="7030A0"/>
          </a:solidFill>
        </p:spPr>
        <p:style>
          <a:lnRef idx="1">
            <a:schemeClr val="accent4"/>
          </a:lnRef>
          <a:fillRef idx="2">
            <a:schemeClr val="accent4"/>
          </a:fillRef>
          <a:effectRef idx="1">
            <a:schemeClr val="accent4"/>
          </a:effectRef>
          <a:fontRef idx="minor">
            <a:schemeClr val="dk1"/>
          </a:fontRef>
        </p:style>
        <p:txBody>
          <a:bodyPr/>
          <a:lstStyle/>
          <a:p>
            <a:r>
              <a:rPr lang="es-ES" b="1" dirty="0">
                <a:solidFill>
                  <a:schemeClr val="lt1"/>
                </a:solidFill>
              </a:rPr>
              <a:t>Verificación de Documentos</a:t>
            </a:r>
          </a:p>
        </p:txBody>
      </p:sp>
      <p:grpSp>
        <p:nvGrpSpPr>
          <p:cNvPr id="71" name="Grupo 70">
            <a:extLst>
              <a:ext uri="{FF2B5EF4-FFF2-40B4-BE49-F238E27FC236}">
                <a16:creationId xmlns:a16="http://schemas.microsoft.com/office/drawing/2014/main" id="{58AA16D7-A609-769C-E2C9-E3CE8D83A8EF}"/>
              </a:ext>
            </a:extLst>
          </p:cNvPr>
          <p:cNvGrpSpPr/>
          <p:nvPr/>
        </p:nvGrpSpPr>
        <p:grpSpPr>
          <a:xfrm>
            <a:off x="9426051" y="1683651"/>
            <a:ext cx="2392071" cy="890963"/>
            <a:chOff x="18822489" y="168613"/>
            <a:chExt cx="3905119" cy="1466288"/>
          </a:xfrm>
          <a:solidFill>
            <a:schemeClr val="accent5">
              <a:lumMod val="50000"/>
            </a:schemeClr>
          </a:solidFill>
        </p:grpSpPr>
        <p:sp>
          <p:nvSpPr>
            <p:cNvPr id="72" name="Rectángulo: esquinas redondeadas 71">
              <a:extLst>
                <a:ext uri="{FF2B5EF4-FFF2-40B4-BE49-F238E27FC236}">
                  <a16:creationId xmlns:a16="http://schemas.microsoft.com/office/drawing/2014/main" id="{2423E253-78CC-9C73-C78F-47A656E65BF3}"/>
                </a:ext>
              </a:extLst>
            </p:cNvPr>
            <p:cNvSpPr/>
            <p:nvPr/>
          </p:nvSpPr>
          <p:spPr>
            <a:xfrm>
              <a:off x="18822489" y="168613"/>
              <a:ext cx="3905119" cy="1466288"/>
            </a:xfrm>
            <a:prstGeom prst="roundRect">
              <a:avLst>
                <a:gd name="adj" fmla="val 10000"/>
              </a:avLst>
            </a:prstGeom>
            <a:grpFill/>
          </p:spPr>
          <p:style>
            <a:lnRef idx="1">
              <a:schemeClr val="accent1"/>
            </a:lnRef>
            <a:fillRef idx="2">
              <a:schemeClr val="accent1"/>
            </a:fillRef>
            <a:effectRef idx="1">
              <a:schemeClr val="accent1"/>
            </a:effectRef>
            <a:fontRef idx="minor">
              <a:schemeClr val="dk1"/>
            </a:fontRef>
          </p:style>
          <p:txBody>
            <a:bodyPr/>
            <a:lstStyle/>
            <a:p>
              <a:endParaRPr lang="es-CO"/>
            </a:p>
          </p:txBody>
        </p:sp>
        <p:sp>
          <p:nvSpPr>
            <p:cNvPr id="73" name="Rectángulo: esquinas redondeadas 4">
              <a:extLst>
                <a:ext uri="{FF2B5EF4-FFF2-40B4-BE49-F238E27FC236}">
                  <a16:creationId xmlns:a16="http://schemas.microsoft.com/office/drawing/2014/main" id="{BE6C199D-7C46-7C71-B829-C3E3B2505397}"/>
                </a:ext>
              </a:extLst>
            </p:cNvPr>
            <p:cNvSpPr txBox="1"/>
            <p:nvPr/>
          </p:nvSpPr>
          <p:spPr>
            <a:xfrm>
              <a:off x="18822489" y="168613"/>
              <a:ext cx="3905119" cy="97752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b="1" dirty="0"/>
                <a:t>Radicación de Documentos</a:t>
              </a:r>
            </a:p>
          </p:txBody>
        </p:sp>
      </p:grpSp>
      <p:grpSp>
        <p:nvGrpSpPr>
          <p:cNvPr id="74" name="Grupo 73">
            <a:extLst>
              <a:ext uri="{FF2B5EF4-FFF2-40B4-BE49-F238E27FC236}">
                <a16:creationId xmlns:a16="http://schemas.microsoft.com/office/drawing/2014/main" id="{9A540205-8398-6853-3385-087637E4DF57}"/>
              </a:ext>
            </a:extLst>
          </p:cNvPr>
          <p:cNvGrpSpPr/>
          <p:nvPr/>
        </p:nvGrpSpPr>
        <p:grpSpPr>
          <a:xfrm>
            <a:off x="3308183" y="2555171"/>
            <a:ext cx="2628723" cy="4471271"/>
            <a:chOff x="7260529" y="3045169"/>
            <a:chExt cx="2181372" cy="6747109"/>
          </a:xfrm>
        </p:grpSpPr>
        <p:sp>
          <p:nvSpPr>
            <p:cNvPr id="75" name="Rectángulo: esquinas redondeadas 74">
              <a:extLst>
                <a:ext uri="{FF2B5EF4-FFF2-40B4-BE49-F238E27FC236}">
                  <a16:creationId xmlns:a16="http://schemas.microsoft.com/office/drawing/2014/main" id="{EC98F397-8B86-8DD6-94B4-7054E79B7A26}"/>
                </a:ext>
              </a:extLst>
            </p:cNvPr>
            <p:cNvSpPr/>
            <p:nvPr/>
          </p:nvSpPr>
          <p:spPr>
            <a:xfrm>
              <a:off x="7260529" y="3289630"/>
              <a:ext cx="2177289" cy="3672018"/>
            </a:xfrm>
            <a:prstGeom prst="roundRect">
              <a:avLst>
                <a:gd name="adj" fmla="val 10000"/>
              </a:avLst>
            </a:pr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ES" dirty="0"/>
            </a:p>
          </p:txBody>
        </p:sp>
        <p:sp>
          <p:nvSpPr>
            <p:cNvPr id="76" name="Rectángulo: esquinas redondeadas 4">
              <a:extLst>
                <a:ext uri="{FF2B5EF4-FFF2-40B4-BE49-F238E27FC236}">
                  <a16:creationId xmlns:a16="http://schemas.microsoft.com/office/drawing/2014/main" id="{2C450D59-E5A4-8916-1D9C-F2D246316CB9}"/>
                </a:ext>
              </a:extLst>
            </p:cNvPr>
            <p:cNvSpPr txBox="1"/>
            <p:nvPr/>
          </p:nvSpPr>
          <p:spPr>
            <a:xfrm>
              <a:off x="7329705" y="3045169"/>
              <a:ext cx="2112196" cy="674710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84912" tIns="184912" rIns="184912" bIns="184912" numCol="1" spcCol="1270" anchor="t" anchorCtr="0">
              <a:noAutofit/>
            </a:bodyPr>
            <a:lstStyle/>
            <a:p>
              <a:pPr marL="228600" lvl="1" indent="-228600" algn="l" defTabSz="1155700">
                <a:lnSpc>
                  <a:spcPct val="90000"/>
                </a:lnSpc>
                <a:spcBef>
                  <a:spcPct val="0"/>
                </a:spcBef>
                <a:spcAft>
                  <a:spcPct val="15000"/>
                </a:spcAft>
                <a:buChar char="•"/>
              </a:pPr>
              <a:r>
                <a:rPr lang="es-ES" sz="1600" dirty="0">
                  <a:solidFill>
                    <a:schemeClr val="tx1"/>
                  </a:solidFill>
                </a:rPr>
                <a:t>Recepción y revisión de documentos requeridos para la pre-certificación</a:t>
              </a:r>
            </a:p>
          </p:txBody>
        </p:sp>
      </p:grpSp>
      <p:grpSp>
        <p:nvGrpSpPr>
          <p:cNvPr id="80" name="Grupo 79">
            <a:extLst>
              <a:ext uri="{FF2B5EF4-FFF2-40B4-BE49-F238E27FC236}">
                <a16:creationId xmlns:a16="http://schemas.microsoft.com/office/drawing/2014/main" id="{79A1D2D4-7667-264A-FAC5-35B16359C84F}"/>
              </a:ext>
            </a:extLst>
          </p:cNvPr>
          <p:cNvGrpSpPr/>
          <p:nvPr/>
        </p:nvGrpSpPr>
        <p:grpSpPr>
          <a:xfrm>
            <a:off x="9382220" y="2340181"/>
            <a:ext cx="2414709" cy="2922939"/>
            <a:chOff x="19369032" y="249082"/>
            <a:chExt cx="3977317" cy="7079807"/>
          </a:xfrm>
        </p:grpSpPr>
        <p:sp>
          <p:nvSpPr>
            <p:cNvPr id="81" name="Rectángulo: esquinas redondeadas 80">
              <a:extLst>
                <a:ext uri="{FF2B5EF4-FFF2-40B4-BE49-F238E27FC236}">
                  <a16:creationId xmlns:a16="http://schemas.microsoft.com/office/drawing/2014/main" id="{AA2EE657-4810-60CE-DD8E-2FA776A8DF70}"/>
                </a:ext>
              </a:extLst>
            </p:cNvPr>
            <p:cNvSpPr/>
            <p:nvPr/>
          </p:nvSpPr>
          <p:spPr>
            <a:xfrm>
              <a:off x="19369032" y="629997"/>
              <a:ext cx="3905119" cy="6371889"/>
            </a:xfrm>
            <a:prstGeom prst="roundRect">
              <a:avLst>
                <a:gd name="adj" fmla="val 10000"/>
              </a:avLst>
            </a:pr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O"/>
            </a:p>
          </p:txBody>
        </p:sp>
        <p:sp>
          <p:nvSpPr>
            <p:cNvPr id="82" name="Rectángulo: esquinas redondeadas 4">
              <a:extLst>
                <a:ext uri="{FF2B5EF4-FFF2-40B4-BE49-F238E27FC236}">
                  <a16:creationId xmlns:a16="http://schemas.microsoft.com/office/drawing/2014/main" id="{A7FDC6F0-547B-8ACB-A578-A4EE2EEAA00B}"/>
                </a:ext>
              </a:extLst>
            </p:cNvPr>
            <p:cNvSpPr txBox="1"/>
            <p:nvPr/>
          </p:nvSpPr>
          <p:spPr>
            <a:xfrm>
              <a:off x="19441230" y="249082"/>
              <a:ext cx="3905119" cy="707980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0688" tIns="170688" rIns="170688" bIns="170688" numCol="1" spcCol="1270" anchor="t" anchorCtr="0">
              <a:noAutofit/>
            </a:bodyPr>
            <a:lstStyle/>
            <a:p>
              <a:pPr marL="228600" lvl="1" indent="-228600" algn="l" defTabSz="1066800">
                <a:lnSpc>
                  <a:spcPct val="90000"/>
                </a:lnSpc>
                <a:spcBef>
                  <a:spcPct val="0"/>
                </a:spcBef>
                <a:spcAft>
                  <a:spcPct val="15000"/>
                </a:spcAft>
                <a:buChar char="•"/>
              </a:pPr>
              <a:r>
                <a:rPr lang="es-ES" sz="1600" kern="1200" dirty="0">
                  <a:solidFill>
                    <a:schemeClr val="tx1"/>
                  </a:solidFill>
                </a:rPr>
                <a:t>Radicación de documentos de aprendices que cumplen con los requisitos.</a:t>
              </a:r>
            </a:p>
            <a:p>
              <a:pPr marL="228600" lvl="1" indent="-228600" algn="l" defTabSz="1066800">
                <a:lnSpc>
                  <a:spcPct val="90000"/>
                </a:lnSpc>
                <a:spcBef>
                  <a:spcPct val="0"/>
                </a:spcBef>
                <a:spcAft>
                  <a:spcPct val="15000"/>
                </a:spcAft>
                <a:buChar char="•"/>
              </a:pPr>
              <a:r>
                <a:rPr lang="es-ES" sz="1600" kern="1200" dirty="0">
                  <a:solidFill>
                    <a:schemeClr val="tx1"/>
                  </a:solidFill>
                </a:rPr>
                <a:t>Validación de la Certificación de la ficha</a:t>
              </a:r>
            </a:p>
            <a:p>
              <a:pPr marL="228600" lvl="1" indent="-228600" algn="l" defTabSz="1066800">
                <a:lnSpc>
                  <a:spcPct val="90000"/>
                </a:lnSpc>
                <a:spcBef>
                  <a:spcPct val="0"/>
                </a:spcBef>
                <a:spcAft>
                  <a:spcPct val="15000"/>
                </a:spcAft>
                <a:buChar char="•"/>
              </a:pPr>
              <a:endParaRPr lang="es-CO" sz="2400" kern="1200" dirty="0">
                <a:solidFill>
                  <a:schemeClr val="bg1">
                    <a:lumMod val="75000"/>
                    <a:lumOff val="25000"/>
                  </a:schemeClr>
                </a:solidFill>
              </a:endParaRPr>
            </a:p>
          </p:txBody>
        </p:sp>
      </p:grpSp>
      <p:grpSp>
        <p:nvGrpSpPr>
          <p:cNvPr id="83" name="Grupo 82">
            <a:extLst>
              <a:ext uri="{FF2B5EF4-FFF2-40B4-BE49-F238E27FC236}">
                <a16:creationId xmlns:a16="http://schemas.microsoft.com/office/drawing/2014/main" id="{16A9B449-4578-7856-58AE-48F52F9ACC9F}"/>
              </a:ext>
            </a:extLst>
          </p:cNvPr>
          <p:cNvGrpSpPr/>
          <p:nvPr/>
        </p:nvGrpSpPr>
        <p:grpSpPr>
          <a:xfrm>
            <a:off x="6393097" y="2398626"/>
            <a:ext cx="2500115" cy="2704597"/>
            <a:chOff x="13101046" y="336363"/>
            <a:chExt cx="3476612" cy="6666074"/>
          </a:xfrm>
        </p:grpSpPr>
        <p:sp>
          <p:nvSpPr>
            <p:cNvPr id="84" name="Rectángulo: esquinas redondeadas 83">
              <a:extLst>
                <a:ext uri="{FF2B5EF4-FFF2-40B4-BE49-F238E27FC236}">
                  <a16:creationId xmlns:a16="http://schemas.microsoft.com/office/drawing/2014/main" id="{AE421372-CF1F-C00C-E14E-928DA469A7DD}"/>
                </a:ext>
              </a:extLst>
            </p:cNvPr>
            <p:cNvSpPr/>
            <p:nvPr/>
          </p:nvSpPr>
          <p:spPr>
            <a:xfrm>
              <a:off x="13101046" y="336363"/>
              <a:ext cx="3476612" cy="6666074"/>
            </a:xfrm>
            <a:prstGeom prst="roundRect">
              <a:avLst>
                <a:gd name="adj" fmla="val 10000"/>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O"/>
            </a:p>
          </p:txBody>
        </p:sp>
        <p:sp>
          <p:nvSpPr>
            <p:cNvPr id="85" name="Rectángulo: esquinas redondeadas 4">
              <a:extLst>
                <a:ext uri="{FF2B5EF4-FFF2-40B4-BE49-F238E27FC236}">
                  <a16:creationId xmlns:a16="http://schemas.microsoft.com/office/drawing/2014/main" id="{34257FA8-BF1C-E0DC-89CE-59B9ECECB9CF}"/>
                </a:ext>
              </a:extLst>
            </p:cNvPr>
            <p:cNvSpPr txBox="1"/>
            <p:nvPr/>
          </p:nvSpPr>
          <p:spPr>
            <a:xfrm>
              <a:off x="13234714" y="340183"/>
              <a:ext cx="3065168" cy="633292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84912" tIns="184912" rIns="184912" bIns="184912" numCol="1" spcCol="1270" anchor="t" anchorCtr="0">
              <a:noAutofit/>
            </a:bodyPr>
            <a:lstStyle/>
            <a:p>
              <a:pPr marL="228600" lvl="1" indent="-228600" algn="l" defTabSz="1155700">
                <a:lnSpc>
                  <a:spcPct val="90000"/>
                </a:lnSpc>
                <a:spcBef>
                  <a:spcPct val="0"/>
                </a:spcBef>
                <a:spcAft>
                  <a:spcPct val="15000"/>
                </a:spcAft>
                <a:buChar char="•"/>
              </a:pPr>
              <a:r>
                <a:rPr lang="es-ES" sz="1600" kern="1200" dirty="0">
                  <a:solidFill>
                    <a:schemeClr val="tx1"/>
                  </a:solidFill>
                </a:rPr>
                <a:t>Verificación  del cumplimiento de los requisitos para la certificación de todos los aprendices que culminan su formación</a:t>
              </a:r>
            </a:p>
            <a:p>
              <a:pPr marL="228600" lvl="1" indent="-228600" algn="l" defTabSz="1155700">
                <a:lnSpc>
                  <a:spcPct val="90000"/>
                </a:lnSpc>
                <a:spcBef>
                  <a:spcPct val="0"/>
                </a:spcBef>
                <a:spcAft>
                  <a:spcPct val="15000"/>
                </a:spcAft>
                <a:buChar char="•"/>
              </a:pPr>
              <a:r>
                <a:rPr lang="es-ES" sz="1600" b="1" kern="1200" dirty="0">
                  <a:solidFill>
                    <a:srgbClr val="FF0000"/>
                  </a:solidFill>
                </a:rPr>
                <a:t>Emisión de Juicio de Evaluación hasta 8 días ...</a:t>
              </a:r>
              <a:endParaRPr lang="es-CO" b="1" kern="1200" dirty="0">
                <a:solidFill>
                  <a:srgbClr val="FF0000"/>
                </a:solidFill>
              </a:endParaRPr>
            </a:p>
            <a:p>
              <a:pPr marL="228600" lvl="1" indent="-228600" algn="l" defTabSz="1155700">
                <a:lnSpc>
                  <a:spcPct val="90000"/>
                </a:lnSpc>
                <a:spcBef>
                  <a:spcPct val="0"/>
                </a:spcBef>
                <a:spcAft>
                  <a:spcPct val="15000"/>
                </a:spcAft>
                <a:buChar char="•"/>
              </a:pPr>
              <a:endParaRPr lang="es-CO" sz="2000" kern="1200" dirty="0">
                <a:solidFill>
                  <a:schemeClr val="tx1"/>
                </a:solidFill>
              </a:endParaRPr>
            </a:p>
            <a:p>
              <a:pPr marL="228600" lvl="1" indent="-228600" algn="l" defTabSz="1155700">
                <a:lnSpc>
                  <a:spcPct val="90000"/>
                </a:lnSpc>
                <a:spcBef>
                  <a:spcPct val="0"/>
                </a:spcBef>
                <a:spcAft>
                  <a:spcPct val="15000"/>
                </a:spcAft>
                <a:buChar char="•"/>
              </a:pPr>
              <a:endParaRPr lang="es-CO" sz="2600" kern="1200" dirty="0"/>
            </a:p>
          </p:txBody>
        </p:sp>
      </p:grpSp>
      <p:sp>
        <p:nvSpPr>
          <p:cNvPr id="86" name="CuadroTexto 5">
            <a:extLst>
              <a:ext uri="{FF2B5EF4-FFF2-40B4-BE49-F238E27FC236}">
                <a16:creationId xmlns:a16="http://schemas.microsoft.com/office/drawing/2014/main" id="{5420BF0A-B708-C97B-F85B-155698F3336F}"/>
              </a:ext>
            </a:extLst>
          </p:cNvPr>
          <p:cNvSpPr txBox="1"/>
          <p:nvPr/>
        </p:nvSpPr>
        <p:spPr>
          <a:xfrm>
            <a:off x="5623668" y="5379703"/>
            <a:ext cx="9975642" cy="461665"/>
          </a:xfrm>
          <a:prstGeom prst="rect">
            <a:avLst/>
          </a:prstGeom>
          <a:noFill/>
        </p:spPr>
        <p:txBody>
          <a:bodyPr wrap="square" rtlCol="0">
            <a:spAutoFit/>
          </a:bodyPr>
          <a:lstStyle/>
          <a:p>
            <a:r>
              <a:rPr lang="es-ES" sz="2400" dirty="0">
                <a:effectLst>
                  <a:outerShdw blurRad="38100" dist="38100" dir="2700000" algn="tl">
                    <a:srgbClr val="000000">
                      <a:alpha val="43137"/>
                    </a:srgbClr>
                  </a:outerShdw>
                </a:effectLst>
                <a:latin typeface="Dubai Medium" panose="020B0603030403030204" pitchFamily="34" charset="-78"/>
                <a:cs typeface="Dubai Medium" panose="020B0603030403030204" pitchFamily="34" charset="-78"/>
              </a:rPr>
              <a:t>Vista Cinco (5) días antes de finalizar la EP</a:t>
            </a:r>
          </a:p>
        </p:txBody>
      </p:sp>
      <p:grpSp>
        <p:nvGrpSpPr>
          <p:cNvPr id="87" name="Group 9">
            <a:extLst>
              <a:ext uri="{FF2B5EF4-FFF2-40B4-BE49-F238E27FC236}">
                <a16:creationId xmlns:a16="http://schemas.microsoft.com/office/drawing/2014/main" id="{9AE283C4-FCB3-789C-0D97-4EDEEB4F3960}"/>
              </a:ext>
            </a:extLst>
          </p:cNvPr>
          <p:cNvGrpSpPr>
            <a:grpSpLocks/>
          </p:cNvGrpSpPr>
          <p:nvPr/>
        </p:nvGrpSpPr>
        <p:grpSpPr bwMode="auto">
          <a:xfrm rot="4976862" flipH="1">
            <a:off x="5052127" y="5252913"/>
            <a:ext cx="493705" cy="600302"/>
            <a:chOff x="1944" y="1111"/>
            <a:chExt cx="204" cy="196"/>
          </a:xfrm>
        </p:grpSpPr>
        <p:pic>
          <p:nvPicPr>
            <p:cNvPr id="88" name="Picture 10" descr="circuler_1">
              <a:extLst>
                <a:ext uri="{FF2B5EF4-FFF2-40B4-BE49-F238E27FC236}">
                  <a16:creationId xmlns:a16="http://schemas.microsoft.com/office/drawing/2014/main" id="{0148FAB3-4294-02D0-D9B0-F13FF60B63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flipH="1">
              <a:off x="1961" y="1124"/>
              <a:ext cx="174" cy="172"/>
            </a:xfrm>
            <a:prstGeom prst="rect">
              <a:avLst/>
            </a:prstGeom>
            <a:noFill/>
            <a:extLst>
              <a:ext uri="{909E8E84-426E-40DD-AFC4-6F175D3DCCD1}">
                <a14:hiddenFill xmlns:a14="http://schemas.microsoft.com/office/drawing/2010/main">
                  <a:solidFill>
                    <a:srgbClr val="FFFFFF"/>
                  </a:solidFill>
                </a14:hiddenFill>
              </a:ext>
            </a:extLst>
          </p:spPr>
        </p:pic>
        <p:sp>
          <p:nvSpPr>
            <p:cNvPr id="89" name="Oval 11">
              <a:extLst>
                <a:ext uri="{FF2B5EF4-FFF2-40B4-BE49-F238E27FC236}">
                  <a16:creationId xmlns:a16="http://schemas.microsoft.com/office/drawing/2014/main" id="{8366D52C-305B-B64C-1D42-E2C153F8E9A9}"/>
                </a:ext>
              </a:extLst>
            </p:cNvPr>
            <p:cNvSpPr>
              <a:spLocks noChangeArrowheads="1"/>
            </p:cNvSpPr>
            <p:nvPr/>
          </p:nvSpPr>
          <p:spPr bwMode="gray">
            <a:xfrm flipH="1">
              <a:off x="1962" y="1124"/>
              <a:ext cx="173" cy="172"/>
            </a:xfrm>
            <a:prstGeom prst="ellipse">
              <a:avLst/>
            </a:prstGeom>
            <a:solidFill>
              <a:srgbClr val="FF00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nvGrpSpPr>
            <p:cNvPr id="90" name="Group 12">
              <a:extLst>
                <a:ext uri="{FF2B5EF4-FFF2-40B4-BE49-F238E27FC236}">
                  <a16:creationId xmlns:a16="http://schemas.microsoft.com/office/drawing/2014/main" id="{0BB31FC4-4CCB-D1A2-8807-610055A7323B}"/>
                </a:ext>
              </a:extLst>
            </p:cNvPr>
            <p:cNvGrpSpPr>
              <a:grpSpLocks/>
            </p:cNvGrpSpPr>
            <p:nvPr/>
          </p:nvGrpSpPr>
          <p:grpSpPr bwMode="auto">
            <a:xfrm rot="1297425" flipV="1">
              <a:off x="1971" y="1258"/>
              <a:ext cx="151" cy="37"/>
              <a:chOff x="2532" y="1051"/>
              <a:chExt cx="893" cy="246"/>
            </a:xfrm>
          </p:grpSpPr>
          <p:grpSp>
            <p:nvGrpSpPr>
              <p:cNvPr id="93" name="Group 13">
                <a:extLst>
                  <a:ext uri="{FF2B5EF4-FFF2-40B4-BE49-F238E27FC236}">
                    <a16:creationId xmlns:a16="http://schemas.microsoft.com/office/drawing/2014/main" id="{8CA877B1-1187-CC61-197F-844A2BBAA0EB}"/>
                  </a:ext>
                </a:extLst>
              </p:cNvPr>
              <p:cNvGrpSpPr>
                <a:grpSpLocks/>
              </p:cNvGrpSpPr>
              <p:nvPr/>
            </p:nvGrpSpPr>
            <p:grpSpPr bwMode="auto">
              <a:xfrm>
                <a:off x="2532" y="1051"/>
                <a:ext cx="743" cy="185"/>
                <a:chOff x="1565" y="2568"/>
                <a:chExt cx="1118" cy="279"/>
              </a:xfrm>
            </p:grpSpPr>
            <p:sp>
              <p:nvSpPr>
                <p:cNvPr id="99" name="AutoShape 14">
                  <a:extLst>
                    <a:ext uri="{FF2B5EF4-FFF2-40B4-BE49-F238E27FC236}">
                      <a16:creationId xmlns:a16="http://schemas.microsoft.com/office/drawing/2014/main" id="{C54BA6E9-0973-1C66-364E-28CC84895928}"/>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00" name="AutoShape 15">
                  <a:extLst>
                    <a:ext uri="{FF2B5EF4-FFF2-40B4-BE49-F238E27FC236}">
                      <a16:creationId xmlns:a16="http://schemas.microsoft.com/office/drawing/2014/main" id="{BF7C8E90-9FA1-6C72-F1C9-7D86A040A801}"/>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01" name="AutoShape 16">
                  <a:extLst>
                    <a:ext uri="{FF2B5EF4-FFF2-40B4-BE49-F238E27FC236}">
                      <a16:creationId xmlns:a16="http://schemas.microsoft.com/office/drawing/2014/main" id="{E035654D-0E65-277C-4ACD-2C1CD0CB99C8}"/>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02" name="AutoShape 17">
                  <a:extLst>
                    <a:ext uri="{FF2B5EF4-FFF2-40B4-BE49-F238E27FC236}">
                      <a16:creationId xmlns:a16="http://schemas.microsoft.com/office/drawing/2014/main" id="{829A06A3-E996-2610-A5C2-BEA1ABA14EF6}"/>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nvGrpSpPr>
              <p:cNvPr id="94" name="Group 18">
                <a:extLst>
                  <a:ext uri="{FF2B5EF4-FFF2-40B4-BE49-F238E27FC236}">
                    <a16:creationId xmlns:a16="http://schemas.microsoft.com/office/drawing/2014/main" id="{E8DC425A-AC62-0FD2-FCB7-4FBFCF78659F}"/>
                  </a:ext>
                </a:extLst>
              </p:cNvPr>
              <p:cNvGrpSpPr>
                <a:grpSpLocks/>
              </p:cNvGrpSpPr>
              <p:nvPr/>
            </p:nvGrpSpPr>
            <p:grpSpPr bwMode="auto">
              <a:xfrm rot="1353540">
                <a:off x="2682" y="1111"/>
                <a:ext cx="743" cy="186"/>
                <a:chOff x="1565" y="2568"/>
                <a:chExt cx="1118" cy="279"/>
              </a:xfrm>
            </p:grpSpPr>
            <p:sp>
              <p:nvSpPr>
                <p:cNvPr id="95" name="AutoShape 19">
                  <a:extLst>
                    <a:ext uri="{FF2B5EF4-FFF2-40B4-BE49-F238E27FC236}">
                      <a16:creationId xmlns:a16="http://schemas.microsoft.com/office/drawing/2014/main" id="{30A2CC78-07BC-A03E-E212-6E5D81ED6DB2}"/>
                    </a:ext>
                  </a:extLst>
                </p:cNvPr>
                <p:cNvSpPr>
                  <a:spLocks noChangeArrowheads="1"/>
                </p:cNvSpPr>
                <p:nvPr/>
              </p:nvSpPr>
              <p:spPr bwMode="gray">
                <a:xfrm rot="5263130">
                  <a:off x="1859"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96" name="AutoShape 20">
                  <a:extLst>
                    <a:ext uri="{FF2B5EF4-FFF2-40B4-BE49-F238E27FC236}">
                      <a16:creationId xmlns:a16="http://schemas.microsoft.com/office/drawing/2014/main" id="{E6AF18BB-59DC-DF7F-5E06-9FE5808871E4}"/>
                    </a:ext>
                  </a:extLst>
                </p:cNvPr>
                <p:cNvSpPr>
                  <a:spLocks noChangeArrowheads="1"/>
                </p:cNvSpPr>
                <p:nvPr/>
              </p:nvSpPr>
              <p:spPr bwMode="gray">
                <a:xfrm rot="6078281">
                  <a:off x="1995" y="2274"/>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97" name="AutoShape 21">
                  <a:extLst>
                    <a:ext uri="{FF2B5EF4-FFF2-40B4-BE49-F238E27FC236}">
                      <a16:creationId xmlns:a16="http://schemas.microsoft.com/office/drawing/2014/main" id="{BAC6E6F5-ABDE-011B-3CE0-B798B7FD8E10}"/>
                    </a:ext>
                  </a:extLst>
                </p:cNvPr>
                <p:cNvSpPr>
                  <a:spLocks noChangeArrowheads="1"/>
                </p:cNvSpPr>
                <p:nvPr/>
              </p:nvSpPr>
              <p:spPr bwMode="gray">
                <a:xfrm rot="6373927">
                  <a:off x="2071" y="229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98" name="AutoShape 22">
                  <a:extLst>
                    <a:ext uri="{FF2B5EF4-FFF2-40B4-BE49-F238E27FC236}">
                      <a16:creationId xmlns:a16="http://schemas.microsoft.com/office/drawing/2014/main" id="{82CB9B7E-FE8A-931C-EFC1-A102045BB786}"/>
                    </a:ext>
                  </a:extLst>
                </p:cNvPr>
                <p:cNvSpPr>
                  <a:spLocks noChangeArrowheads="1"/>
                </p:cNvSpPr>
                <p:nvPr/>
              </p:nvSpPr>
              <p:spPr bwMode="gray">
                <a:xfrm rot="6906312">
                  <a:off x="2161" y="2326"/>
                  <a:ext cx="227" cy="816"/>
                </a:xfrm>
                <a:prstGeom prst="moon">
                  <a:avLst>
                    <a:gd name="adj" fmla="val 49773"/>
                  </a:avLst>
                </a:prstGeom>
                <a:solidFill>
                  <a:srgbClr val="FFFFFF">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sp>
          <p:nvSpPr>
            <p:cNvPr id="91" name="Arc 23">
              <a:extLst>
                <a:ext uri="{FF2B5EF4-FFF2-40B4-BE49-F238E27FC236}">
                  <a16:creationId xmlns:a16="http://schemas.microsoft.com/office/drawing/2014/main" id="{81122DE1-BC13-0FB5-C438-C8B177600142}"/>
                </a:ext>
              </a:extLst>
            </p:cNvPr>
            <p:cNvSpPr>
              <a:spLocks/>
            </p:cNvSpPr>
            <p:nvPr/>
          </p:nvSpPr>
          <p:spPr bwMode="gray">
            <a:xfrm rot="25447716">
              <a:off x="1948" y="1107"/>
              <a:ext cx="196" cy="204"/>
            </a:xfrm>
            <a:custGeom>
              <a:avLst/>
              <a:gdLst>
                <a:gd name="G0" fmla="+- 21600 0 0"/>
                <a:gd name="G1" fmla="+- 21600 0 0"/>
                <a:gd name="G2" fmla="+- 21600 0 0"/>
                <a:gd name="T0" fmla="*/ 3603 w 43200"/>
                <a:gd name="T1" fmla="*/ 33545 h 43155"/>
                <a:gd name="T2" fmla="*/ 22996 w 43200"/>
                <a:gd name="T3" fmla="*/ 43155 h 43155"/>
                <a:gd name="T4" fmla="*/ 21600 w 43200"/>
                <a:gd name="T5" fmla="*/ 21600 h 43155"/>
              </a:gdLst>
              <a:ahLst/>
              <a:cxnLst>
                <a:cxn ang="0">
                  <a:pos x="T0" y="T1"/>
                </a:cxn>
                <a:cxn ang="0">
                  <a:pos x="T2" y="T3"/>
                </a:cxn>
                <a:cxn ang="0">
                  <a:pos x="T4" y="T5"/>
                </a:cxn>
              </a:cxnLst>
              <a:rect l="0" t="0" r="r" b="b"/>
              <a:pathLst>
                <a:path w="43200" h="43155" fill="none"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path>
                <a:path w="43200" h="43155" stroke="0"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lnTo>
                    <a:pt x="21600" y="21600"/>
                  </a:lnTo>
                  <a:close/>
                </a:path>
              </a:pathLst>
            </a:custGeom>
            <a:noFill/>
            <a:ln w="12700">
              <a:solidFill>
                <a:srgbClr val="000000"/>
              </a:solidFill>
              <a:prstDash val="sysDot"/>
              <a:round/>
              <a:headEnd/>
              <a:tailEnd type="triangle" w="sm" len="sm"/>
            </a:ln>
            <a:effectLst/>
            <a:extLst>
              <a:ext uri="{909E8E84-426E-40DD-AFC4-6F175D3DCCD1}">
                <a14:hiddenFill xmlns:a14="http://schemas.microsoft.com/office/drawing/2010/main">
                  <a:solidFill>
                    <a:srgbClr val="00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pic>
          <p:nvPicPr>
            <p:cNvPr id="92" name="Picture 24" descr="light_shadow1">
              <a:extLst>
                <a:ext uri="{FF2B5EF4-FFF2-40B4-BE49-F238E27FC236}">
                  <a16:creationId xmlns:a16="http://schemas.microsoft.com/office/drawing/2014/main" id="{B6D4F41D-AA76-3844-859C-E38C3F0E938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t="23740"/>
            <a:stretch>
              <a:fillRect/>
            </a:stretch>
          </p:blipFill>
          <p:spPr bwMode="gray">
            <a:xfrm rot="2569845" flipH="1">
              <a:off x="2015" y="1139"/>
              <a:ext cx="129" cy="8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2716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282BC1E-56C9-01F5-C01F-412CDE8CDB24}"/>
            </a:ext>
          </a:extLst>
        </p:cNvPr>
        <p:cNvGrpSpPr/>
        <p:nvPr/>
      </p:nvGrpSpPr>
      <p:grpSpPr>
        <a:xfrm>
          <a:off x="0" y="0"/>
          <a:ext cx="0" cy="0"/>
          <a:chOff x="0" y="0"/>
          <a:chExt cx="0" cy="0"/>
        </a:xfrm>
      </p:grpSpPr>
      <p:sp>
        <p:nvSpPr>
          <p:cNvPr id="17" name="Rectángulo: esquinas redondeadas 4">
            <a:extLst>
              <a:ext uri="{FF2B5EF4-FFF2-40B4-BE49-F238E27FC236}">
                <a16:creationId xmlns:a16="http://schemas.microsoft.com/office/drawing/2014/main" id="{5D6A6E42-1A4A-838F-6CB9-3B465D3FDD22}"/>
              </a:ext>
            </a:extLst>
          </p:cNvPr>
          <p:cNvSpPr txBox="1"/>
          <p:nvPr/>
        </p:nvSpPr>
        <p:spPr>
          <a:xfrm>
            <a:off x="9426051" y="1683651"/>
            <a:ext cx="2392071" cy="5939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b="1" dirty="0"/>
              <a:t>Visita Extraordinarias</a:t>
            </a:r>
          </a:p>
        </p:txBody>
      </p:sp>
      <p:graphicFrame>
        <p:nvGraphicFramePr>
          <p:cNvPr id="4" name="CuadroTexto 6">
            <a:extLst>
              <a:ext uri="{FF2B5EF4-FFF2-40B4-BE49-F238E27FC236}">
                <a16:creationId xmlns:a16="http://schemas.microsoft.com/office/drawing/2014/main" id="{6D55985A-EA78-5BFF-B75C-0B5C3B6450C3}"/>
              </a:ext>
            </a:extLst>
          </p:cNvPr>
          <p:cNvGraphicFramePr/>
          <p:nvPr>
            <p:extLst>
              <p:ext uri="{D42A27DB-BD31-4B8C-83A1-F6EECF244321}">
                <p14:modId xmlns:p14="http://schemas.microsoft.com/office/powerpoint/2010/main" val="3258778970"/>
              </p:ext>
            </p:extLst>
          </p:nvPr>
        </p:nvGraphicFramePr>
        <p:xfrm>
          <a:off x="1681342" y="1149530"/>
          <a:ext cx="10362612" cy="5460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ángulo 2"/>
          <p:cNvSpPr/>
          <p:nvPr/>
        </p:nvSpPr>
        <p:spPr>
          <a:xfrm>
            <a:off x="658892" y="39187"/>
            <a:ext cx="9961213" cy="1200329"/>
          </a:xfrm>
          <a:prstGeom prst="rect">
            <a:avLst/>
          </a:prstGeom>
        </p:spPr>
        <p:txBody>
          <a:bodyPr wrap="square">
            <a:spAutoFit/>
          </a:bodyPr>
          <a:lstStyle/>
          <a:p>
            <a:r>
              <a:rPr lang="es-ES" sz="3600" b="1" dirty="0">
                <a:solidFill>
                  <a:schemeClr val="bg1"/>
                </a:solidFill>
                <a:latin typeface="Verdana" panose="020B0604030504040204" pitchFamily="34" charset="0"/>
                <a:ea typeface="Verdana" panose="020B0604030504040204" pitchFamily="34" charset="0"/>
              </a:rPr>
              <a:t>Documentos para evaluar la etapa productiva e inicio de certificación  </a:t>
            </a:r>
          </a:p>
        </p:txBody>
      </p:sp>
      <p:pic>
        <p:nvPicPr>
          <p:cNvPr id="6" name="Imagen 5">
            <a:extLst>
              <a:ext uri="{FF2B5EF4-FFF2-40B4-BE49-F238E27FC236}">
                <a16:creationId xmlns:a16="http://schemas.microsoft.com/office/drawing/2014/main" id="{E1AA3E01-0BB4-440D-99D6-F521B72F1343}"/>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5900" r="9680" b="17830"/>
          <a:stretch/>
        </p:blipFill>
        <p:spPr>
          <a:xfrm rot="19661034">
            <a:off x="486795" y="5409610"/>
            <a:ext cx="1168528" cy="890961"/>
          </a:xfrm>
          <a:prstGeom prst="rect">
            <a:avLst/>
          </a:prstGeom>
        </p:spPr>
      </p:pic>
      <p:pic>
        <p:nvPicPr>
          <p:cNvPr id="7" name="Imagen 6"/>
          <p:cNvPicPr>
            <a:picLocks noChangeAspect="1"/>
          </p:cNvPicPr>
          <p:nvPr/>
        </p:nvPicPr>
        <p:blipFill rotWithShape="1">
          <a:blip r:embed="rId9"/>
          <a:srcRect l="13061" t="7552" r="14286" b="7959"/>
          <a:stretch/>
        </p:blipFill>
        <p:spPr>
          <a:xfrm rot="623796">
            <a:off x="551215" y="3797532"/>
            <a:ext cx="1047634" cy="1218316"/>
          </a:xfrm>
          <a:prstGeom prst="rect">
            <a:avLst/>
          </a:prstGeom>
        </p:spPr>
      </p:pic>
      <p:pic>
        <p:nvPicPr>
          <p:cNvPr id="8" name="Imagen 7"/>
          <p:cNvPicPr>
            <a:picLocks noChangeAspect="1"/>
          </p:cNvPicPr>
          <p:nvPr/>
        </p:nvPicPr>
        <p:blipFill rotWithShape="1">
          <a:blip r:embed="rId10"/>
          <a:srcRect l="27344" t="1563" r="27734" b="4297"/>
          <a:stretch/>
        </p:blipFill>
        <p:spPr>
          <a:xfrm>
            <a:off x="629045" y="1390751"/>
            <a:ext cx="884029" cy="2033779"/>
          </a:xfrm>
          <a:prstGeom prst="rect">
            <a:avLst/>
          </a:prstGeom>
        </p:spPr>
      </p:pic>
      <p:sp>
        <p:nvSpPr>
          <p:cNvPr id="5" name="Rectángulo redondeado 4"/>
          <p:cNvSpPr/>
          <p:nvPr/>
        </p:nvSpPr>
        <p:spPr>
          <a:xfrm>
            <a:off x="5172891" y="5316583"/>
            <a:ext cx="6645231" cy="12932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p:cNvSpPr txBox="1"/>
          <p:nvPr/>
        </p:nvSpPr>
        <p:spPr>
          <a:xfrm flipH="1">
            <a:off x="5682343" y="5617030"/>
            <a:ext cx="6135778" cy="707886"/>
          </a:xfrm>
          <a:prstGeom prst="rect">
            <a:avLst/>
          </a:prstGeom>
          <a:noFill/>
        </p:spPr>
        <p:txBody>
          <a:bodyPr wrap="square" rtlCol="0">
            <a:spAutoFit/>
          </a:bodyPr>
          <a:lstStyle/>
          <a:p>
            <a:pPr fontAlgn="base"/>
            <a:r>
              <a:rPr lang="es-ES" sz="2000" b="1" dirty="0">
                <a:latin typeface="Century Gothic" panose="020B0502020202020204" pitchFamily="34" charset="0"/>
              </a:rPr>
              <a:t>NOTA: Enviar en un  solo PDF , nombrado XXX2025_CC_XXXXX_ No de ficha XXXX</a:t>
            </a:r>
          </a:p>
        </p:txBody>
      </p:sp>
    </p:spTree>
    <p:extLst>
      <p:ext uri="{BB962C8B-B14F-4D97-AF65-F5344CB8AC3E}">
        <p14:creationId xmlns:p14="http://schemas.microsoft.com/office/powerpoint/2010/main" val="3754178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282BC1E-56C9-01F5-C01F-412CDE8CDB24}"/>
            </a:ext>
          </a:extLst>
        </p:cNvPr>
        <p:cNvGrpSpPr/>
        <p:nvPr/>
      </p:nvGrpSpPr>
      <p:grpSpPr>
        <a:xfrm>
          <a:off x="0" y="0"/>
          <a:ext cx="0" cy="0"/>
          <a:chOff x="0" y="0"/>
          <a:chExt cx="0" cy="0"/>
        </a:xfrm>
      </p:grpSpPr>
      <p:sp>
        <p:nvSpPr>
          <p:cNvPr id="17" name="Rectángulo: esquinas redondeadas 4">
            <a:extLst>
              <a:ext uri="{FF2B5EF4-FFF2-40B4-BE49-F238E27FC236}">
                <a16:creationId xmlns:a16="http://schemas.microsoft.com/office/drawing/2014/main" id="{5D6A6E42-1A4A-838F-6CB9-3B465D3FDD22}"/>
              </a:ext>
            </a:extLst>
          </p:cNvPr>
          <p:cNvSpPr txBox="1"/>
          <p:nvPr/>
        </p:nvSpPr>
        <p:spPr>
          <a:xfrm>
            <a:off x="9426051" y="1683651"/>
            <a:ext cx="2392071" cy="5939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marL="0" lvl="0" indent="0" algn="l" defTabSz="1155700">
              <a:lnSpc>
                <a:spcPct val="90000"/>
              </a:lnSpc>
              <a:spcBef>
                <a:spcPct val="0"/>
              </a:spcBef>
              <a:spcAft>
                <a:spcPct val="35000"/>
              </a:spcAft>
              <a:buNone/>
            </a:pPr>
            <a:r>
              <a:rPr lang="es-CO" b="1" dirty="0"/>
              <a:t>Visita Extraordinarias</a:t>
            </a:r>
          </a:p>
        </p:txBody>
      </p:sp>
      <p:sp>
        <p:nvSpPr>
          <p:cNvPr id="59" name="Título 1">
            <a:extLst>
              <a:ext uri="{FF2B5EF4-FFF2-40B4-BE49-F238E27FC236}">
                <a16:creationId xmlns:a16="http://schemas.microsoft.com/office/drawing/2014/main" id="{BB064148-5438-58C9-BE89-FFD327576ADD}"/>
              </a:ext>
            </a:extLst>
          </p:cNvPr>
          <p:cNvSpPr txBox="1">
            <a:spLocks/>
          </p:cNvSpPr>
          <p:nvPr/>
        </p:nvSpPr>
        <p:spPr>
          <a:xfrm>
            <a:off x="477655" y="16059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chemeClr val="bg1"/>
                </a:solidFill>
                <a:latin typeface="Verdana" panose="020B0604030504040204" pitchFamily="34" charset="0"/>
                <a:ea typeface="Verdana" panose="020B0604030504040204" pitchFamily="34" charset="0"/>
              </a:rPr>
              <a:t>M6 – Depuración de aprendices </a:t>
            </a:r>
          </a:p>
        </p:txBody>
      </p:sp>
      <p:grpSp>
        <p:nvGrpSpPr>
          <p:cNvPr id="64" name="Grupo 63">
            <a:extLst>
              <a:ext uri="{FF2B5EF4-FFF2-40B4-BE49-F238E27FC236}">
                <a16:creationId xmlns:a16="http://schemas.microsoft.com/office/drawing/2014/main" id="{7B6FC88E-6EDA-2801-FACA-4FF3DE9C271B}"/>
              </a:ext>
            </a:extLst>
          </p:cNvPr>
          <p:cNvGrpSpPr/>
          <p:nvPr/>
        </p:nvGrpSpPr>
        <p:grpSpPr>
          <a:xfrm>
            <a:off x="1815737" y="1620663"/>
            <a:ext cx="8112033" cy="934508"/>
            <a:chOff x="5371883" y="-867"/>
            <a:chExt cx="3867571" cy="1381989"/>
          </a:xfrm>
          <a:solidFill>
            <a:srgbClr val="00B050"/>
          </a:solidFill>
        </p:grpSpPr>
        <p:sp>
          <p:nvSpPr>
            <p:cNvPr id="65" name="Rectángulo: esquinas redondeadas 64">
              <a:extLst>
                <a:ext uri="{FF2B5EF4-FFF2-40B4-BE49-F238E27FC236}">
                  <a16:creationId xmlns:a16="http://schemas.microsoft.com/office/drawing/2014/main" id="{C375C188-954D-3FB7-AC6E-8DFA83CA435A}"/>
                </a:ext>
              </a:extLst>
            </p:cNvPr>
            <p:cNvSpPr/>
            <p:nvPr/>
          </p:nvSpPr>
          <p:spPr>
            <a:xfrm>
              <a:off x="5542714" y="168613"/>
              <a:ext cx="3428668" cy="1212509"/>
            </a:xfrm>
            <a:prstGeom prst="roundRect">
              <a:avLst>
                <a:gd name="adj" fmla="val 10000"/>
              </a:avLst>
            </a:prstGeom>
            <a:grpFill/>
          </p:spPr>
          <p:style>
            <a:lnRef idx="1">
              <a:schemeClr val="accent6"/>
            </a:lnRef>
            <a:fillRef idx="2">
              <a:schemeClr val="accent6"/>
            </a:fillRef>
            <a:effectRef idx="1">
              <a:schemeClr val="accent6"/>
            </a:effectRef>
            <a:fontRef idx="minor">
              <a:schemeClr val="dk1"/>
            </a:fontRef>
          </p:style>
          <p:txBody>
            <a:bodyPr/>
            <a:lstStyle/>
            <a:p>
              <a:endParaRPr lang="es-ES" dirty="0"/>
            </a:p>
          </p:txBody>
        </p:sp>
        <p:sp>
          <p:nvSpPr>
            <p:cNvPr id="66" name="Rectángulo: esquinas redondeadas 4">
              <a:extLst>
                <a:ext uri="{FF2B5EF4-FFF2-40B4-BE49-F238E27FC236}">
                  <a16:creationId xmlns:a16="http://schemas.microsoft.com/office/drawing/2014/main" id="{1ADF736E-0FA0-F385-7ABF-B55A15D39A86}"/>
                </a:ext>
              </a:extLst>
            </p:cNvPr>
            <p:cNvSpPr txBox="1"/>
            <p:nvPr/>
          </p:nvSpPr>
          <p:spPr>
            <a:xfrm>
              <a:off x="5371883" y="-867"/>
              <a:ext cx="3867571" cy="98797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4912" tIns="184912" rIns="184912" bIns="99060" numCol="1" spcCol="1270" anchor="t" anchorCtr="0">
              <a:noAutofit/>
            </a:bodyPr>
            <a:lstStyle/>
            <a:p>
              <a:pPr lvl="0" algn="ctr"/>
              <a:r>
                <a:rPr lang="es-CO" sz="2000" b="1" dirty="0"/>
                <a:t>Depuración  de Aprendices </a:t>
              </a:r>
            </a:p>
          </p:txBody>
        </p:sp>
      </p:grpSp>
      <p:sp>
        <p:nvSpPr>
          <p:cNvPr id="67" name="Rectángulo: esquinas redondeadas 66">
            <a:extLst>
              <a:ext uri="{FF2B5EF4-FFF2-40B4-BE49-F238E27FC236}">
                <a16:creationId xmlns:a16="http://schemas.microsoft.com/office/drawing/2014/main" id="{15D83888-B97E-5524-BBD4-1F8B0C1C4E9C}"/>
              </a:ext>
            </a:extLst>
          </p:cNvPr>
          <p:cNvSpPr/>
          <p:nvPr/>
        </p:nvSpPr>
        <p:spPr>
          <a:xfrm>
            <a:off x="1672045" y="2429080"/>
            <a:ext cx="8412481" cy="3997845"/>
          </a:xfrm>
          <a:prstGeom prst="roundRect">
            <a:avLst>
              <a:gd name="adj" fmla="val 10000"/>
            </a:avLst>
          </a:prstGeom>
        </p:spPr>
        <p:style>
          <a:lnRef idx="2">
            <a:schemeClr val="accent6"/>
          </a:lnRef>
          <a:fillRef idx="1">
            <a:schemeClr val="lt1"/>
          </a:fillRef>
          <a:effectRef idx="0">
            <a:schemeClr val="accent6"/>
          </a:effectRef>
          <a:fontRef idx="minor">
            <a:schemeClr val="dk1"/>
          </a:fontRef>
        </p:style>
        <p:txBody>
          <a:bodyPr/>
          <a:lstStyle/>
          <a:p>
            <a:pPr defTabSz="943239" hangingPunct="0"/>
            <a:endParaRPr lang="es-CO" i="1" dirty="0">
              <a:latin typeface="Arial" panose="020B0604020202020204" pitchFamily="34" charset="0"/>
              <a:cs typeface="Arial" panose="020B0604020202020204" pitchFamily="34" charset="0"/>
              <a:sym typeface="Helvetica Neue"/>
            </a:endParaRPr>
          </a:p>
          <a:p>
            <a:pPr defTabSz="943239" hangingPunct="0"/>
            <a:endParaRPr lang="es-CO" i="1" dirty="0">
              <a:latin typeface="Arial" panose="020B0604020202020204" pitchFamily="34" charset="0"/>
              <a:cs typeface="Arial" panose="020B0604020202020204" pitchFamily="34" charset="0"/>
              <a:sym typeface="Helvetica Neue"/>
            </a:endParaRPr>
          </a:p>
          <a:p>
            <a:pPr defTabSz="943239" hangingPunct="0"/>
            <a:r>
              <a:rPr lang="es-CO" i="1" dirty="0">
                <a:latin typeface="Arial" panose="020B0604020202020204" pitchFamily="34" charset="0"/>
                <a:cs typeface="Arial" panose="020B0604020202020204" pitchFamily="34" charset="0"/>
                <a:sym typeface="Helvetica Neue"/>
              </a:rPr>
              <a:t>    Circular 120-2022</a:t>
            </a:r>
          </a:p>
          <a:p>
            <a:pPr algn="just" defTabSz="943239" hangingPunct="0"/>
            <a:r>
              <a:rPr lang="es-ES" dirty="0"/>
              <a:t>Los Centros de Formación deben establecer mecanismos de control para la realización de la etapa productiva dentro de los tiempos establecidos en la normatividad vigente, con la suficiente antelación para evitar la deserción.</a:t>
            </a:r>
          </a:p>
          <a:p>
            <a:pPr defTabSz="943239" hangingPunct="0"/>
            <a:endParaRPr lang="es-ES" dirty="0"/>
          </a:p>
          <a:p>
            <a:pPr algn="just" defTabSz="943239" hangingPunct="0"/>
            <a:r>
              <a:rPr lang="es-ES" dirty="0"/>
              <a:t>Los subdirectores de los Centros de Formación y su equipo de trabajo (Comité de Evaluación y Seguimiento) son los responsables de revisar, documentar, validar y gestionar los procesos de depuración de la información de los aprendices, para lo cual se deben apoyar en la idoneidad de la documentación en cada caso y deberán analizar cada situación en particular teniendo en cuenta las implicaciones que se pueden generar del debido proceso a aplicar.</a:t>
            </a:r>
            <a:endParaRPr lang="es-CO" i="1" dirty="0">
              <a:latin typeface="Arial" panose="020B0604020202020204" pitchFamily="34" charset="0"/>
              <a:cs typeface="Arial" panose="020B0604020202020204" pitchFamily="34" charset="0"/>
              <a:sym typeface="Helvetica Neue"/>
            </a:endParaRPr>
          </a:p>
        </p:txBody>
      </p:sp>
    </p:spTree>
    <p:extLst>
      <p:ext uri="{BB962C8B-B14F-4D97-AF65-F5344CB8AC3E}">
        <p14:creationId xmlns:p14="http://schemas.microsoft.com/office/powerpoint/2010/main" val="221624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62668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41dd0a9e-964d-48c8-9389-7445c2a187f7" xsi:nil="true"/>
    <lcf76f155ced4ddcb4097134ff3c332f xmlns="edbb1c21-1b45-407e-8894-c97732534993">
      <Terms xmlns="http://schemas.microsoft.com/office/infopath/2007/PartnerControls"/>
    </lcf76f155ced4ddcb4097134ff3c332f>
    <_Flow_SignoffStatus xmlns="edbb1c21-1b45-407e-8894-c97732534993" xsi:nil="true"/>
    <_ip_UnifiedCompliancePolicyProperties xmlns="http://schemas.microsoft.com/sharepoint/v3" xsi:nil="true"/>
    <FechayHora xmlns="edbb1c21-1b45-407e-8894-c97732534993" xsi:nil="true"/>
    <_x0031_010005470 xmlns="edbb1c21-1b45-407e-8894-c97732534993">
      <UserInfo>
        <DisplayName/>
        <AccountId xsi:nil="true"/>
        <AccountType/>
      </UserInfo>
    </_x0031_010005470>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80239B14884FBB46AB47CE62E6B5D997" ma:contentTypeVersion="24" ma:contentTypeDescription="Crear nuevo documento." ma:contentTypeScope="" ma:versionID="9cceea161467e9937048645b52beb732">
  <xsd:schema xmlns:xsd="http://www.w3.org/2001/XMLSchema" xmlns:xs="http://www.w3.org/2001/XMLSchema" xmlns:p="http://schemas.microsoft.com/office/2006/metadata/properties" xmlns:ns1="http://schemas.microsoft.com/sharepoint/v3" xmlns:ns2="edbb1c21-1b45-407e-8894-c97732534993" xmlns:ns3="41dd0a9e-964d-48c8-9389-7445c2a187f7" targetNamespace="http://schemas.microsoft.com/office/2006/metadata/properties" ma:root="true" ma:fieldsID="ec4adf18d12104a364fbb5a4b0ef5c6a" ns1:_="" ns2:_="" ns3:_="">
    <xsd:import namespace="http://schemas.microsoft.com/sharepoint/v3"/>
    <xsd:import namespace="edbb1c21-1b45-407e-8894-c97732534993"/>
    <xsd:import namespace="41dd0a9e-964d-48c8-9389-7445c2a187f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_Flow_SignoffStatus" minOccurs="0"/>
                <xsd:element ref="ns2:FechayHora" minOccurs="0"/>
                <xsd:element ref="ns2:lcf76f155ced4ddcb4097134ff3c332f" minOccurs="0"/>
                <xsd:element ref="ns3:TaxCatchAll"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element ref="ns2:MediaServiceBillingMetadata" minOccurs="0"/>
                <xsd:element ref="ns2:_x0031_010005470"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Propiedades de la Directiva de cumplimiento unificado" ma:hidden="true" ma:internalName="_ip_UnifiedCompliancePolicyProperties">
      <xsd:simpleType>
        <xsd:restriction base="dms:Note"/>
      </xsd:simpleType>
    </xsd:element>
    <xsd:element name="_ip_UnifiedCompliancePolicyUIAction" ma:index="28" nillable="true" ma:displayName="Acción de IU de la Directiva de cumplimiento unificado"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bb1c21-1b45-407e-8894-c977325349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_Flow_SignoffStatus" ma:index="20" nillable="true" ma:displayName="Estado de aprobación" ma:internalName="Estado_x0020_de_x0020_aprobaci_x00f3_n">
      <xsd:simpleType>
        <xsd:restriction base="dms:Text"/>
      </xsd:simpleType>
    </xsd:element>
    <xsd:element name="FechayHora" ma:index="21" nillable="true" ma:displayName="Fecha y Hora" ma:description="Fecha y Hora" ma:format="DateTime" ma:internalName="FechayHora">
      <xsd:simpleType>
        <xsd:restriction base="dms:DateTime"/>
      </xsd:simpleType>
    </xsd:element>
    <xsd:element name="lcf76f155ced4ddcb4097134ff3c332f" ma:index="23" nillable="true" ma:taxonomy="true" ma:internalName="lcf76f155ced4ddcb4097134ff3c332f" ma:taxonomyFieldName="MediaServiceImageTags" ma:displayName="Etiquetas de imagen" ma:readOnly="false" ma:fieldId="{5cf76f15-5ced-4ddc-b409-7134ff3c332f}" ma:taxonomyMulti="true" ma:sspId="d33c8c81-5745-4931-bcc4-c2aeafe86780"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description="" ma:indexed="true" ma:internalName="MediaServiceLocation" ma:readOnly="true">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_x0031_010005470" ma:index="31" nillable="true" ma:displayName="1010005470" ma:format="Dropdown" ma:list="UserInfo" ma:SharePointGroup="0" ma:internalName="_x0031_010005470">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1dd0a9e-964d-48c8-9389-7445c2a187f7"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24" nillable="true" ma:displayName="Taxonomy Catch All Column" ma:hidden="true" ma:list="{df955bbf-853c-4bfd-87ed-1b9a3029639f}" ma:internalName="TaxCatchAll" ma:showField="CatchAllData" ma:web="41dd0a9e-964d-48c8-9389-7445c2a187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A68DE0-9C36-4912-A9F7-2A0DDC47CDAD}">
  <ds:schemaRefs>
    <ds:schemaRef ds:uri="http://purl.org/dc/elements/1.1/"/>
    <ds:schemaRef ds:uri="http://schemas.microsoft.com/office/2006/metadata/properties"/>
    <ds:schemaRef ds:uri="http://schemas.microsoft.com/sharepoint/v3"/>
    <ds:schemaRef ds:uri="http://purl.org/dc/terms/"/>
    <ds:schemaRef ds:uri="http://schemas.openxmlformats.org/package/2006/metadata/core-properties"/>
    <ds:schemaRef ds:uri="edbb1c21-1b45-407e-8894-c97732534993"/>
    <ds:schemaRef ds:uri="http://schemas.microsoft.com/office/2006/documentManagement/types"/>
    <ds:schemaRef ds:uri="http://schemas.microsoft.com/office/infopath/2007/PartnerControls"/>
    <ds:schemaRef ds:uri="41dd0a9e-964d-48c8-9389-7445c2a187f7"/>
    <ds:schemaRef ds:uri="http://www.w3.org/XML/1998/namespace"/>
    <ds:schemaRef ds:uri="http://purl.org/dc/dcmitype/"/>
  </ds:schemaRefs>
</ds:datastoreItem>
</file>

<file path=customXml/itemProps2.xml><?xml version="1.0" encoding="utf-8"?>
<ds:datastoreItem xmlns:ds="http://schemas.openxmlformats.org/officeDocument/2006/customXml" ds:itemID="{1156FF67-278B-4407-BA9F-CB236082B3DF}">
  <ds:schemaRefs>
    <ds:schemaRef ds:uri="http://schemas.microsoft.com/sharepoint/v3/contenttype/forms"/>
  </ds:schemaRefs>
</ds:datastoreItem>
</file>

<file path=customXml/itemProps3.xml><?xml version="1.0" encoding="utf-8"?>
<ds:datastoreItem xmlns:ds="http://schemas.openxmlformats.org/officeDocument/2006/customXml" ds:itemID="{A2C2B8E8-C8B0-40EE-95BE-2942852286B7}"/>
</file>

<file path=docProps/app.xml><?xml version="1.0" encoding="utf-8"?>
<Properties xmlns="http://schemas.openxmlformats.org/officeDocument/2006/extended-properties" xmlns:vt="http://schemas.openxmlformats.org/officeDocument/2006/docPropsVTypes">
  <TotalTime>7415</TotalTime>
  <Words>1295</Words>
  <Application>Microsoft Office PowerPoint</Application>
  <PresentationFormat>Widescreen</PresentationFormat>
  <Paragraphs>201</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yuly Avila</cp:lastModifiedBy>
  <cp:revision>150</cp:revision>
  <dcterms:created xsi:type="dcterms:W3CDTF">2020-10-01T23:51:28Z</dcterms:created>
  <dcterms:modified xsi:type="dcterms:W3CDTF">2025-06-08T18:02:16Z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y fmtid="{D5CDD505-2E9C-101B-9397-08002B2CF9AE}" pid="9" name="ContentTypeId">
    <vt:lpwstr>0x01010080239B14884FBB46AB47CE62E6B5D997</vt:lpwstr>
  </property>
  <property fmtid="{D5CDD505-2E9C-101B-9397-08002B2CF9AE}" pid="10" name="MediaServiceImageTags">
    <vt:lpwstr/>
  </property>
</Properties>
</file>