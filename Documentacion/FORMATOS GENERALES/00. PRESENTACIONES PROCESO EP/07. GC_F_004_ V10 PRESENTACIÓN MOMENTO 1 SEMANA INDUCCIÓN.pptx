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538" r:id="rId5"/>
    <p:sldId id="548" r:id="rId6"/>
    <p:sldId id="570" r:id="rId7"/>
    <p:sldId id="571" r:id="rId8"/>
    <p:sldId id="539" r:id="rId9"/>
    <p:sldId id="540" r:id="rId10"/>
    <p:sldId id="604" r:id="rId11"/>
    <p:sldId id="542" r:id="rId12"/>
    <p:sldId id="545" r:id="rId13"/>
    <p:sldId id="549" r:id="rId14"/>
    <p:sldId id="550" r:id="rId15"/>
    <p:sldId id="541" r:id="rId16"/>
    <p:sldId id="558" r:id="rId17"/>
    <p:sldId id="553" r:id="rId18"/>
    <p:sldId id="561" r:id="rId19"/>
    <p:sldId id="560" r:id="rId20"/>
    <p:sldId id="566" r:id="rId21"/>
    <p:sldId id="564" r:id="rId22"/>
    <p:sldId id="565" r:id="rId23"/>
    <p:sldId id="563" r:id="rId24"/>
    <p:sldId id="568" r:id="rId25"/>
    <p:sldId id="567" r:id="rId26"/>
    <p:sldId id="531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A58"/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4" y="10"/>
      </p:cViewPr>
      <p:guideLst>
        <p:guide orient="horz" pos="595"/>
        <p:guide pos="3840"/>
        <p:guide orient="horz" pos="18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C01CDF-66F4-4D0B-B20A-81A7B760FCAD}" type="doc">
      <dgm:prSet loTypeId="urn:microsoft.com/office/officeart/2005/8/layout/hList6" loCatId="list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539276B5-532C-4D67-8B98-7BFCED12A0C6}">
      <dgm:prSet phldrT="[Texto]" custT="1"/>
      <dgm:spPr/>
      <dgm:t>
        <a:bodyPr/>
        <a:lstStyle/>
        <a:p>
          <a:r>
            <a:rPr lang="es-ES" sz="2200">
              <a:latin typeface="Bahnschrift SemiLight Condensed" panose="020B0502040204020203" pitchFamily="34" charset="0"/>
            </a:rPr>
            <a:t>Es aquella en la que el aprendiz aplica en la resolución de problemas reales del sector productivo los conocimientos, habilidades y destrezas pertinentes a las competencias del programa de formación.</a:t>
          </a:r>
          <a:endParaRPr lang="es-CO" sz="2200" b="1"/>
        </a:p>
      </dgm:t>
    </dgm:pt>
    <dgm:pt modelId="{DEBF2CBC-4336-4559-9243-C37CBAAE1B05}" type="parTrans" cxnId="{EEF99828-D81E-493A-B909-E9D14E2C82B0}">
      <dgm:prSet/>
      <dgm:spPr/>
      <dgm:t>
        <a:bodyPr/>
        <a:lstStyle/>
        <a:p>
          <a:endParaRPr lang="es-CO" sz="1100"/>
        </a:p>
      </dgm:t>
    </dgm:pt>
    <dgm:pt modelId="{81519339-9F7D-4012-9A74-E4959563EC7D}" type="sibTrans" cxnId="{EEF99828-D81E-493A-B909-E9D14E2C82B0}">
      <dgm:prSet custT="1"/>
      <dgm:spPr/>
      <dgm:t>
        <a:bodyPr/>
        <a:lstStyle/>
        <a:p>
          <a:endParaRPr lang="es-CO"/>
        </a:p>
      </dgm:t>
    </dgm:pt>
    <dgm:pt modelId="{118EF403-4055-4D62-84ED-B07E88611928}">
      <dgm:prSet phldrT="[Texto]" custT="1"/>
      <dgm:spPr/>
      <dgm:t>
        <a:bodyPr/>
        <a:lstStyle/>
        <a:p>
          <a:r>
            <a:rPr lang="es-ES" sz="2400" kern="1200" dirty="0">
              <a:latin typeface="Bahnschrift SemiLight Condensed" panose="020B0502040204020203" pitchFamily="34" charset="0"/>
              <a:ea typeface="+mn-ea"/>
              <a:cs typeface="+mn-cs"/>
            </a:rPr>
            <a:t>El Aprendiz debe Asumir estrategias y metodologías </a:t>
          </a:r>
          <a:r>
            <a:rPr lang="es-ES" sz="2400" kern="1200">
              <a:latin typeface="Bahnschrift SemiLight Condensed" panose="020B0502040204020203" pitchFamily="34" charset="0"/>
              <a:ea typeface="+mn-ea"/>
              <a:cs typeface="+mn-cs"/>
            </a:rPr>
            <a:t>de autogestión</a:t>
          </a:r>
          <a:endParaRPr lang="es-ES" sz="2400" kern="1200" dirty="0">
            <a:latin typeface="Bahnschrift SemiLight Condensed" panose="020B0502040204020203" pitchFamily="34" charset="0"/>
            <a:ea typeface="+mn-ea"/>
            <a:cs typeface="+mn-cs"/>
          </a:endParaRPr>
        </a:p>
      </dgm:t>
    </dgm:pt>
    <dgm:pt modelId="{29395F78-F944-4979-BBEA-712667D9B623}" type="parTrans" cxnId="{3CCA5231-6DED-4F67-8294-AEBFDDDFB167}">
      <dgm:prSet/>
      <dgm:spPr/>
      <dgm:t>
        <a:bodyPr/>
        <a:lstStyle/>
        <a:p>
          <a:endParaRPr lang="es-CO" sz="1100"/>
        </a:p>
      </dgm:t>
    </dgm:pt>
    <dgm:pt modelId="{376AEAEB-66E4-48D0-B778-D2DCA96C1CF8}" type="sibTrans" cxnId="{3CCA5231-6DED-4F67-8294-AEBFDDDFB167}">
      <dgm:prSet custT="1"/>
      <dgm:spPr/>
      <dgm:t>
        <a:bodyPr/>
        <a:lstStyle/>
        <a:p>
          <a:endParaRPr lang="es-CO"/>
        </a:p>
      </dgm:t>
    </dgm:pt>
    <dgm:pt modelId="{11E7527F-3A65-4DCB-81C8-A1A5C8C287FE}">
      <dgm:prSet phldrT="[Texto]" custT="1"/>
      <dgm:spPr/>
      <dgm:t>
        <a:bodyPr/>
        <a:lstStyle/>
        <a:p>
          <a:r>
            <a:rPr lang="es-ES" sz="2700" kern="1200">
              <a:latin typeface="Bahnschrift SemiLight Condensed" panose="020B0502040204020203" pitchFamily="34" charset="0"/>
              <a:ea typeface="+mn-ea"/>
              <a:cs typeface="+mn-cs"/>
            </a:rPr>
            <a:t>La etapa productiva no es homologable de otras formaciones y se debe realizar, aprobar como requisito de certificación</a:t>
          </a:r>
          <a:r>
            <a:rPr lang="es-ES" sz="2700" b="0" i="0" u="none" strike="noStrike" kern="1200" baseline="0">
              <a:latin typeface="Calibri" panose="020F0502020204030204" pitchFamily="34" charset="0"/>
            </a:rPr>
            <a:t>.</a:t>
          </a:r>
          <a:endParaRPr lang="es-CO" sz="2700" b="1" kern="1200"/>
        </a:p>
      </dgm:t>
    </dgm:pt>
    <dgm:pt modelId="{5E174725-E6FA-4DA3-BAD5-C4B93EEE8966}" type="parTrans" cxnId="{0DFC57AD-BEC3-40D9-B10A-13BF90DBB8CF}">
      <dgm:prSet/>
      <dgm:spPr/>
      <dgm:t>
        <a:bodyPr/>
        <a:lstStyle/>
        <a:p>
          <a:endParaRPr lang="es-CO" sz="1100"/>
        </a:p>
      </dgm:t>
    </dgm:pt>
    <dgm:pt modelId="{335242B5-89BF-454E-BE7D-38918EE5B621}" type="sibTrans" cxnId="{0DFC57AD-BEC3-40D9-B10A-13BF90DBB8CF}">
      <dgm:prSet custT="1"/>
      <dgm:spPr/>
      <dgm:t>
        <a:bodyPr/>
        <a:lstStyle/>
        <a:p>
          <a:endParaRPr lang="es-CO"/>
        </a:p>
      </dgm:t>
    </dgm:pt>
    <dgm:pt modelId="{56593250-CC93-4B07-A2C6-FEF5A4546B8F}" type="pres">
      <dgm:prSet presAssocID="{A8C01CDF-66F4-4D0B-B20A-81A7B760FCAD}" presName="Name0" presStyleCnt="0">
        <dgm:presLayoutVars>
          <dgm:dir/>
          <dgm:resizeHandles val="exact"/>
        </dgm:presLayoutVars>
      </dgm:prSet>
      <dgm:spPr/>
    </dgm:pt>
    <dgm:pt modelId="{1387F173-A96F-49BE-A48C-FFAC66327D97}" type="pres">
      <dgm:prSet presAssocID="{539276B5-532C-4D67-8B98-7BFCED12A0C6}" presName="node" presStyleLbl="node1" presStyleIdx="0" presStyleCnt="3">
        <dgm:presLayoutVars>
          <dgm:bulletEnabled val="1"/>
        </dgm:presLayoutVars>
      </dgm:prSet>
      <dgm:spPr/>
    </dgm:pt>
    <dgm:pt modelId="{AF92F31D-316E-4171-9FF7-D48ABB4BFCD2}" type="pres">
      <dgm:prSet presAssocID="{81519339-9F7D-4012-9A74-E4959563EC7D}" presName="sibTrans" presStyleCnt="0"/>
      <dgm:spPr/>
    </dgm:pt>
    <dgm:pt modelId="{EA37CCF5-B4F1-41BA-A85D-1B602F835EB6}" type="pres">
      <dgm:prSet presAssocID="{118EF403-4055-4D62-84ED-B07E88611928}" presName="node" presStyleLbl="node1" presStyleIdx="1" presStyleCnt="3">
        <dgm:presLayoutVars>
          <dgm:bulletEnabled val="1"/>
        </dgm:presLayoutVars>
      </dgm:prSet>
      <dgm:spPr/>
    </dgm:pt>
    <dgm:pt modelId="{F25ECB90-6B2C-4F66-9511-2889F8F726DB}" type="pres">
      <dgm:prSet presAssocID="{376AEAEB-66E4-48D0-B778-D2DCA96C1CF8}" presName="sibTrans" presStyleCnt="0"/>
      <dgm:spPr/>
    </dgm:pt>
    <dgm:pt modelId="{62E52C69-FA2E-47F4-8B2D-BDAC4690A44F}" type="pres">
      <dgm:prSet presAssocID="{11E7527F-3A65-4DCB-81C8-A1A5C8C287FE}" presName="node" presStyleLbl="node1" presStyleIdx="2" presStyleCnt="3">
        <dgm:presLayoutVars>
          <dgm:bulletEnabled val="1"/>
        </dgm:presLayoutVars>
      </dgm:prSet>
      <dgm:spPr/>
    </dgm:pt>
  </dgm:ptLst>
  <dgm:cxnLst>
    <dgm:cxn modelId="{EEF99828-D81E-493A-B909-E9D14E2C82B0}" srcId="{A8C01CDF-66F4-4D0B-B20A-81A7B760FCAD}" destId="{539276B5-532C-4D67-8B98-7BFCED12A0C6}" srcOrd="0" destOrd="0" parTransId="{DEBF2CBC-4336-4559-9243-C37CBAAE1B05}" sibTransId="{81519339-9F7D-4012-9A74-E4959563EC7D}"/>
    <dgm:cxn modelId="{36FB152B-1715-4BAC-AF22-CDAB535EAF7A}" type="presOf" srcId="{118EF403-4055-4D62-84ED-B07E88611928}" destId="{EA37CCF5-B4F1-41BA-A85D-1B602F835EB6}" srcOrd="0" destOrd="0" presId="urn:microsoft.com/office/officeart/2005/8/layout/hList6"/>
    <dgm:cxn modelId="{3CCA5231-6DED-4F67-8294-AEBFDDDFB167}" srcId="{A8C01CDF-66F4-4D0B-B20A-81A7B760FCAD}" destId="{118EF403-4055-4D62-84ED-B07E88611928}" srcOrd="1" destOrd="0" parTransId="{29395F78-F944-4979-BBEA-712667D9B623}" sibTransId="{376AEAEB-66E4-48D0-B778-D2DCA96C1CF8}"/>
    <dgm:cxn modelId="{68209E61-C0B6-4F1C-BDFC-7FE51834BA14}" type="presOf" srcId="{11E7527F-3A65-4DCB-81C8-A1A5C8C287FE}" destId="{62E52C69-FA2E-47F4-8B2D-BDAC4690A44F}" srcOrd="0" destOrd="0" presId="urn:microsoft.com/office/officeart/2005/8/layout/hList6"/>
    <dgm:cxn modelId="{680DE454-0968-4A1B-A78D-5FAC2782AA03}" type="presOf" srcId="{539276B5-532C-4D67-8B98-7BFCED12A0C6}" destId="{1387F173-A96F-49BE-A48C-FFAC66327D97}" srcOrd="0" destOrd="0" presId="urn:microsoft.com/office/officeart/2005/8/layout/hList6"/>
    <dgm:cxn modelId="{0DFC57AD-BEC3-40D9-B10A-13BF90DBB8CF}" srcId="{A8C01CDF-66F4-4D0B-B20A-81A7B760FCAD}" destId="{11E7527F-3A65-4DCB-81C8-A1A5C8C287FE}" srcOrd="2" destOrd="0" parTransId="{5E174725-E6FA-4DA3-BAD5-C4B93EEE8966}" sibTransId="{335242B5-89BF-454E-BE7D-38918EE5B621}"/>
    <dgm:cxn modelId="{587130CD-C9DB-45D6-A71B-7070BBA5B0BE}" type="presOf" srcId="{A8C01CDF-66F4-4D0B-B20A-81A7B760FCAD}" destId="{56593250-CC93-4B07-A2C6-FEF5A4546B8F}" srcOrd="0" destOrd="0" presId="urn:microsoft.com/office/officeart/2005/8/layout/hList6"/>
    <dgm:cxn modelId="{65734507-4A37-49C4-870C-8102A253C011}" type="presParOf" srcId="{56593250-CC93-4B07-A2C6-FEF5A4546B8F}" destId="{1387F173-A96F-49BE-A48C-FFAC66327D97}" srcOrd="0" destOrd="0" presId="urn:microsoft.com/office/officeart/2005/8/layout/hList6"/>
    <dgm:cxn modelId="{4BE8F40D-1ED8-4961-8758-52E47A26D81D}" type="presParOf" srcId="{56593250-CC93-4B07-A2C6-FEF5A4546B8F}" destId="{AF92F31D-316E-4171-9FF7-D48ABB4BFCD2}" srcOrd="1" destOrd="0" presId="urn:microsoft.com/office/officeart/2005/8/layout/hList6"/>
    <dgm:cxn modelId="{530DFEE0-54D8-4C8A-8381-1039A3F6F2B3}" type="presParOf" srcId="{56593250-CC93-4B07-A2C6-FEF5A4546B8F}" destId="{EA37CCF5-B4F1-41BA-A85D-1B602F835EB6}" srcOrd="2" destOrd="0" presId="urn:microsoft.com/office/officeart/2005/8/layout/hList6"/>
    <dgm:cxn modelId="{14E30BD8-670C-4450-8519-6EE45FA8A431}" type="presParOf" srcId="{56593250-CC93-4B07-A2C6-FEF5A4546B8F}" destId="{F25ECB90-6B2C-4F66-9511-2889F8F726DB}" srcOrd="3" destOrd="0" presId="urn:microsoft.com/office/officeart/2005/8/layout/hList6"/>
    <dgm:cxn modelId="{DE3711FA-06BB-4C36-8C5A-20FF95AC3507}" type="presParOf" srcId="{56593250-CC93-4B07-A2C6-FEF5A4546B8F}" destId="{62E52C69-FA2E-47F4-8B2D-BDAC4690A44F}" srcOrd="4" destOrd="0" presId="urn:microsoft.com/office/officeart/2005/8/layout/hList6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C01CDF-66F4-4D0B-B20A-81A7B760FCAD}" type="doc">
      <dgm:prSet loTypeId="urn:microsoft.com/office/officeart/2005/8/layout/process4" loCatId="list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118EF403-4055-4D62-84ED-B07E88611928}">
      <dgm:prSet phldrT="[Texto]" custT="1"/>
      <dgm:spPr/>
      <dgm:t>
        <a:bodyPr/>
        <a:lstStyle/>
        <a:p>
          <a:r>
            <a:rPr lang="es-CO" sz="2100" b="1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•No encontrarse en un estado como: retiro voluntario, cancelado, por certificar o condicionado.</a:t>
          </a:r>
        </a:p>
      </dgm:t>
    </dgm:pt>
    <dgm:pt modelId="{376AEAEB-66E4-48D0-B778-D2DCA96C1CF8}" type="sibTrans" cxnId="{3CCA5231-6DED-4F67-8294-AEBFDDDFB167}">
      <dgm:prSet custT="1"/>
      <dgm:spPr/>
      <dgm:t>
        <a:bodyPr/>
        <a:lstStyle/>
        <a:p>
          <a:endParaRPr lang="es-CO" sz="2100" b="1">
            <a:latin typeface="+mn-lt"/>
          </a:endParaRPr>
        </a:p>
      </dgm:t>
    </dgm:pt>
    <dgm:pt modelId="{29395F78-F944-4979-BBEA-712667D9B623}" type="parTrans" cxnId="{3CCA5231-6DED-4F67-8294-AEBFDDDFB167}">
      <dgm:prSet/>
      <dgm:spPr/>
      <dgm:t>
        <a:bodyPr/>
        <a:lstStyle/>
        <a:p>
          <a:endParaRPr lang="es-CO" sz="2100" b="1">
            <a:latin typeface="+mn-lt"/>
          </a:endParaRPr>
        </a:p>
      </dgm:t>
    </dgm:pt>
    <dgm:pt modelId="{539276B5-532C-4D67-8B98-7BFCED12A0C6}">
      <dgm:prSet phldrT="[Texto]" custT="1"/>
      <dgm:spPr/>
      <dgm:t>
        <a:bodyPr/>
        <a:lstStyle/>
        <a:p>
          <a:r>
            <a:rPr lang="es-MX" sz="2100" b="1" dirty="0">
              <a:solidFill>
                <a:schemeClr val="tx1"/>
              </a:solidFill>
              <a:latin typeface="+mn-lt"/>
            </a:rPr>
            <a:t>•Tener en Sofia Plus, el registro y aprobación del 100% de los resultados de aprendizaje de la fase lectiva.</a:t>
          </a:r>
          <a:endParaRPr lang="es-CO" sz="2100" b="1" dirty="0">
            <a:solidFill>
              <a:schemeClr val="tx1"/>
            </a:solidFill>
            <a:latin typeface="+mn-lt"/>
          </a:endParaRPr>
        </a:p>
      </dgm:t>
    </dgm:pt>
    <dgm:pt modelId="{81519339-9F7D-4012-9A74-E4959563EC7D}" type="sibTrans" cxnId="{EEF99828-D81E-493A-B909-E9D14E2C82B0}">
      <dgm:prSet custT="1"/>
      <dgm:spPr/>
      <dgm:t>
        <a:bodyPr/>
        <a:lstStyle/>
        <a:p>
          <a:endParaRPr lang="es-CO" sz="2100" b="1">
            <a:latin typeface="+mn-lt"/>
          </a:endParaRPr>
        </a:p>
      </dgm:t>
    </dgm:pt>
    <dgm:pt modelId="{DEBF2CBC-4336-4559-9243-C37CBAAE1B05}" type="parTrans" cxnId="{EEF99828-D81E-493A-B909-E9D14E2C82B0}">
      <dgm:prSet/>
      <dgm:spPr/>
      <dgm:t>
        <a:bodyPr/>
        <a:lstStyle/>
        <a:p>
          <a:endParaRPr lang="es-CO" sz="2100" b="1">
            <a:latin typeface="+mn-lt"/>
          </a:endParaRPr>
        </a:p>
      </dgm:t>
    </dgm:pt>
    <dgm:pt modelId="{251CF2F5-E29A-4867-9F18-623C4451EC0E}">
      <dgm:prSet phldrT="[Texto]" custT="1"/>
      <dgm:spPr/>
      <dgm:t>
        <a:bodyPr/>
        <a:lstStyle/>
        <a:p>
          <a:r>
            <a:rPr lang="es-CO" sz="2100" b="1" dirty="0">
              <a:solidFill>
                <a:schemeClr val="tx1"/>
              </a:solidFill>
              <a:latin typeface="+mn-lt"/>
              <a:ea typeface="+mn-ea"/>
              <a:cs typeface="+mn-cs"/>
            </a:rPr>
            <a:t>•</a:t>
          </a:r>
          <a:r>
            <a:rPr lang="es-CO" sz="2100" b="1" dirty="0">
              <a:solidFill>
                <a:schemeClr val="tx1"/>
              </a:solidFill>
              <a:latin typeface="+mn-lt"/>
            </a:rPr>
            <a:t>Para las alternativas de: pasantía, proyecto productivo y monitoria; debe estar con afiliación activa en algún régimen de salud contributiva o subsidiada; ya sea como cotizante o beneficiario.</a:t>
          </a:r>
        </a:p>
      </dgm:t>
    </dgm:pt>
    <dgm:pt modelId="{B2B1DB85-9870-45C7-8BE7-A561DF8A855A}" type="parTrans" cxnId="{FCA92768-284D-490C-A4B1-3A7AD5238DA3}">
      <dgm:prSet/>
      <dgm:spPr/>
      <dgm:t>
        <a:bodyPr/>
        <a:lstStyle/>
        <a:p>
          <a:endParaRPr lang="es-CO" sz="2100" b="1">
            <a:latin typeface="+mn-lt"/>
          </a:endParaRPr>
        </a:p>
      </dgm:t>
    </dgm:pt>
    <dgm:pt modelId="{8914E2F7-A2C9-4A1B-ABBE-2B0CC41469A3}" type="sibTrans" cxnId="{FCA92768-284D-490C-A4B1-3A7AD5238DA3}">
      <dgm:prSet/>
      <dgm:spPr/>
      <dgm:t>
        <a:bodyPr/>
        <a:lstStyle/>
        <a:p>
          <a:endParaRPr lang="es-CO" sz="2100" b="1">
            <a:latin typeface="+mn-lt"/>
          </a:endParaRPr>
        </a:p>
      </dgm:t>
    </dgm:pt>
    <dgm:pt modelId="{54274CA8-9632-45A1-8F61-1D508DE7744C}">
      <dgm:prSet phldrT="[Texto]" custT="1"/>
      <dgm:spPr/>
      <dgm:t>
        <a:bodyPr/>
        <a:lstStyle/>
        <a:p>
          <a:r>
            <a:rPr lang="es-CO" sz="2100" b="1" dirty="0">
              <a:solidFill>
                <a:schemeClr val="tx1"/>
              </a:solidFill>
              <a:latin typeface="+mn-lt"/>
              <a:ea typeface="+mn-ea"/>
              <a:cs typeface="+mn-cs"/>
            </a:rPr>
            <a:t>•</a:t>
          </a:r>
          <a:r>
            <a:rPr lang="es-CO" sz="2100" b="1" dirty="0">
              <a:solidFill>
                <a:schemeClr val="tx1"/>
              </a:solidFill>
              <a:latin typeface="+mn-lt"/>
            </a:rPr>
            <a:t>Contar con el aval de la coordinación académica de la alternativa solicitada, a través del GFPI-F-165 formato de selección y modificación alternativa etapa productiva.</a:t>
          </a:r>
        </a:p>
      </dgm:t>
    </dgm:pt>
    <dgm:pt modelId="{F6645C63-5F1E-48E5-8FE8-2A84A4C4E681}" type="parTrans" cxnId="{62BA2BC9-ADF4-4708-96AB-162269DF14D5}">
      <dgm:prSet/>
      <dgm:spPr/>
      <dgm:t>
        <a:bodyPr/>
        <a:lstStyle/>
        <a:p>
          <a:endParaRPr lang="es-CO" sz="2100" b="1">
            <a:latin typeface="+mn-lt"/>
          </a:endParaRPr>
        </a:p>
      </dgm:t>
    </dgm:pt>
    <dgm:pt modelId="{FB62A3FC-9E32-467B-9C73-E4E7D0388916}" type="sibTrans" cxnId="{62BA2BC9-ADF4-4708-96AB-162269DF14D5}">
      <dgm:prSet/>
      <dgm:spPr/>
      <dgm:t>
        <a:bodyPr/>
        <a:lstStyle/>
        <a:p>
          <a:endParaRPr lang="es-CO" sz="2100" b="1">
            <a:latin typeface="+mn-lt"/>
          </a:endParaRPr>
        </a:p>
      </dgm:t>
    </dgm:pt>
    <dgm:pt modelId="{90B42A01-F8B6-4033-A02D-C7163DC9D85F}" type="pres">
      <dgm:prSet presAssocID="{A8C01CDF-66F4-4D0B-B20A-81A7B760FCAD}" presName="Name0" presStyleCnt="0">
        <dgm:presLayoutVars>
          <dgm:dir/>
          <dgm:animLvl val="lvl"/>
          <dgm:resizeHandles val="exact"/>
        </dgm:presLayoutVars>
      </dgm:prSet>
      <dgm:spPr/>
    </dgm:pt>
    <dgm:pt modelId="{4638D61E-01B6-4E29-A97E-4B8A9646C367}" type="pres">
      <dgm:prSet presAssocID="{54274CA8-9632-45A1-8F61-1D508DE7744C}" presName="boxAndChildren" presStyleCnt="0"/>
      <dgm:spPr/>
    </dgm:pt>
    <dgm:pt modelId="{71870532-B085-4731-83E7-269A0DB27C60}" type="pres">
      <dgm:prSet presAssocID="{54274CA8-9632-45A1-8F61-1D508DE7744C}" presName="parentTextBox" presStyleLbl="node1" presStyleIdx="0" presStyleCnt="4" custLinFactY="1860" custLinFactNeighborX="42035" custLinFactNeighborY="100000"/>
      <dgm:spPr/>
    </dgm:pt>
    <dgm:pt modelId="{7A89922B-B79D-42AA-95F1-141B840E0B88}" type="pres">
      <dgm:prSet presAssocID="{8914E2F7-A2C9-4A1B-ABBE-2B0CC41469A3}" presName="sp" presStyleCnt="0"/>
      <dgm:spPr/>
    </dgm:pt>
    <dgm:pt modelId="{14DC9CFF-38D5-4E7B-94D8-EDB331919B11}" type="pres">
      <dgm:prSet presAssocID="{251CF2F5-E29A-4867-9F18-623C4451EC0E}" presName="arrowAndChildren" presStyleCnt="0"/>
      <dgm:spPr/>
    </dgm:pt>
    <dgm:pt modelId="{6636340D-85B8-4277-82C5-FD8B32344680}" type="pres">
      <dgm:prSet presAssocID="{251CF2F5-E29A-4867-9F18-623C4451EC0E}" presName="parentTextArrow" presStyleLbl="node1" presStyleIdx="1" presStyleCnt="4"/>
      <dgm:spPr/>
    </dgm:pt>
    <dgm:pt modelId="{B5EEB4F1-96FB-42BC-87C6-E177AC8325E4}" type="pres">
      <dgm:prSet presAssocID="{376AEAEB-66E4-48D0-B778-D2DCA96C1CF8}" presName="sp" presStyleCnt="0"/>
      <dgm:spPr/>
    </dgm:pt>
    <dgm:pt modelId="{AF432418-0152-4234-8361-7853A553CA7C}" type="pres">
      <dgm:prSet presAssocID="{118EF403-4055-4D62-84ED-B07E88611928}" presName="arrowAndChildren" presStyleCnt="0"/>
      <dgm:spPr/>
    </dgm:pt>
    <dgm:pt modelId="{384F2554-153E-4779-BF91-3BAF0364B812}" type="pres">
      <dgm:prSet presAssocID="{118EF403-4055-4D62-84ED-B07E88611928}" presName="parentTextArrow" presStyleLbl="node1" presStyleIdx="2" presStyleCnt="4"/>
      <dgm:spPr/>
    </dgm:pt>
    <dgm:pt modelId="{E100608F-5F3A-477E-BC89-06CAB2E49097}" type="pres">
      <dgm:prSet presAssocID="{81519339-9F7D-4012-9A74-E4959563EC7D}" presName="sp" presStyleCnt="0"/>
      <dgm:spPr/>
    </dgm:pt>
    <dgm:pt modelId="{C0BB40E0-A140-4E84-B171-32374EE2C576}" type="pres">
      <dgm:prSet presAssocID="{539276B5-532C-4D67-8B98-7BFCED12A0C6}" presName="arrowAndChildren" presStyleCnt="0"/>
      <dgm:spPr/>
    </dgm:pt>
    <dgm:pt modelId="{A7BE1571-E990-41C3-948F-440F167DBEDC}" type="pres">
      <dgm:prSet presAssocID="{539276B5-532C-4D67-8B98-7BFCED12A0C6}" presName="parentTextArrow" presStyleLbl="node1" presStyleIdx="3" presStyleCnt="4"/>
      <dgm:spPr/>
    </dgm:pt>
  </dgm:ptLst>
  <dgm:cxnLst>
    <dgm:cxn modelId="{EEF99828-D81E-493A-B909-E9D14E2C82B0}" srcId="{A8C01CDF-66F4-4D0B-B20A-81A7B760FCAD}" destId="{539276B5-532C-4D67-8B98-7BFCED12A0C6}" srcOrd="0" destOrd="0" parTransId="{DEBF2CBC-4336-4559-9243-C37CBAAE1B05}" sibTransId="{81519339-9F7D-4012-9A74-E4959563EC7D}"/>
    <dgm:cxn modelId="{3CCA5231-6DED-4F67-8294-AEBFDDDFB167}" srcId="{A8C01CDF-66F4-4D0B-B20A-81A7B760FCAD}" destId="{118EF403-4055-4D62-84ED-B07E88611928}" srcOrd="1" destOrd="0" parTransId="{29395F78-F944-4979-BBEA-712667D9B623}" sibTransId="{376AEAEB-66E4-48D0-B778-D2DCA96C1CF8}"/>
    <dgm:cxn modelId="{1F42E942-4C3F-449E-BB62-029CBCB38021}" type="presOf" srcId="{539276B5-532C-4D67-8B98-7BFCED12A0C6}" destId="{A7BE1571-E990-41C3-948F-440F167DBEDC}" srcOrd="0" destOrd="0" presId="urn:microsoft.com/office/officeart/2005/8/layout/process4"/>
    <dgm:cxn modelId="{FCA92768-284D-490C-A4B1-3A7AD5238DA3}" srcId="{A8C01CDF-66F4-4D0B-B20A-81A7B760FCAD}" destId="{251CF2F5-E29A-4867-9F18-623C4451EC0E}" srcOrd="2" destOrd="0" parTransId="{B2B1DB85-9870-45C7-8BE7-A561DF8A855A}" sibTransId="{8914E2F7-A2C9-4A1B-ABBE-2B0CC41469A3}"/>
    <dgm:cxn modelId="{DACE486B-2053-4BF3-9D3A-D9317F24E789}" type="presOf" srcId="{251CF2F5-E29A-4867-9F18-623C4451EC0E}" destId="{6636340D-85B8-4277-82C5-FD8B32344680}" srcOrd="0" destOrd="0" presId="urn:microsoft.com/office/officeart/2005/8/layout/process4"/>
    <dgm:cxn modelId="{02417154-4873-4D99-BB80-5F1C87F5253F}" type="presOf" srcId="{A8C01CDF-66F4-4D0B-B20A-81A7B760FCAD}" destId="{90B42A01-F8B6-4033-A02D-C7163DC9D85F}" srcOrd="0" destOrd="0" presId="urn:microsoft.com/office/officeart/2005/8/layout/process4"/>
    <dgm:cxn modelId="{CCF6BCA6-8BCA-42A4-A396-9EF1AC5E7B48}" type="presOf" srcId="{54274CA8-9632-45A1-8F61-1D508DE7744C}" destId="{71870532-B085-4731-83E7-269A0DB27C60}" srcOrd="0" destOrd="0" presId="urn:microsoft.com/office/officeart/2005/8/layout/process4"/>
    <dgm:cxn modelId="{62BA2BC9-ADF4-4708-96AB-162269DF14D5}" srcId="{A8C01CDF-66F4-4D0B-B20A-81A7B760FCAD}" destId="{54274CA8-9632-45A1-8F61-1D508DE7744C}" srcOrd="3" destOrd="0" parTransId="{F6645C63-5F1E-48E5-8FE8-2A84A4C4E681}" sibTransId="{FB62A3FC-9E32-467B-9C73-E4E7D0388916}"/>
    <dgm:cxn modelId="{4E3CB6EF-EA4C-4537-9CD1-764A1B9092EC}" type="presOf" srcId="{118EF403-4055-4D62-84ED-B07E88611928}" destId="{384F2554-153E-4779-BF91-3BAF0364B812}" srcOrd="0" destOrd="0" presId="urn:microsoft.com/office/officeart/2005/8/layout/process4"/>
    <dgm:cxn modelId="{A5FBD074-93DA-45B0-BCB2-7AB2B7BB8499}" type="presParOf" srcId="{90B42A01-F8B6-4033-A02D-C7163DC9D85F}" destId="{4638D61E-01B6-4E29-A97E-4B8A9646C367}" srcOrd="0" destOrd="0" presId="urn:microsoft.com/office/officeart/2005/8/layout/process4"/>
    <dgm:cxn modelId="{1C7515F5-76BC-4348-A725-07C2ECBBD11E}" type="presParOf" srcId="{4638D61E-01B6-4E29-A97E-4B8A9646C367}" destId="{71870532-B085-4731-83E7-269A0DB27C60}" srcOrd="0" destOrd="0" presId="urn:microsoft.com/office/officeart/2005/8/layout/process4"/>
    <dgm:cxn modelId="{08DED8F7-48CE-4265-A390-7F265EDD7470}" type="presParOf" srcId="{90B42A01-F8B6-4033-A02D-C7163DC9D85F}" destId="{7A89922B-B79D-42AA-95F1-141B840E0B88}" srcOrd="1" destOrd="0" presId="urn:microsoft.com/office/officeart/2005/8/layout/process4"/>
    <dgm:cxn modelId="{F79B802A-4011-49CE-B5A6-5BCB92BA2441}" type="presParOf" srcId="{90B42A01-F8B6-4033-A02D-C7163DC9D85F}" destId="{14DC9CFF-38D5-4E7B-94D8-EDB331919B11}" srcOrd="2" destOrd="0" presId="urn:microsoft.com/office/officeart/2005/8/layout/process4"/>
    <dgm:cxn modelId="{263784E5-F4AB-44BD-8E3C-1E94960C62AA}" type="presParOf" srcId="{14DC9CFF-38D5-4E7B-94D8-EDB331919B11}" destId="{6636340D-85B8-4277-82C5-FD8B32344680}" srcOrd="0" destOrd="0" presId="urn:microsoft.com/office/officeart/2005/8/layout/process4"/>
    <dgm:cxn modelId="{A07370AF-3F80-4F19-B214-2DE14FEE7A30}" type="presParOf" srcId="{90B42A01-F8B6-4033-A02D-C7163DC9D85F}" destId="{B5EEB4F1-96FB-42BC-87C6-E177AC8325E4}" srcOrd="3" destOrd="0" presId="urn:microsoft.com/office/officeart/2005/8/layout/process4"/>
    <dgm:cxn modelId="{2BEFADEE-A672-43FE-83E8-FD3907F79CCA}" type="presParOf" srcId="{90B42A01-F8B6-4033-A02D-C7163DC9D85F}" destId="{AF432418-0152-4234-8361-7853A553CA7C}" srcOrd="4" destOrd="0" presId="urn:microsoft.com/office/officeart/2005/8/layout/process4"/>
    <dgm:cxn modelId="{07BEDE9A-C28E-4750-96F2-719BB456FC9C}" type="presParOf" srcId="{AF432418-0152-4234-8361-7853A553CA7C}" destId="{384F2554-153E-4779-BF91-3BAF0364B812}" srcOrd="0" destOrd="0" presId="urn:microsoft.com/office/officeart/2005/8/layout/process4"/>
    <dgm:cxn modelId="{60C01C77-189C-492A-8D4B-35637CA97C36}" type="presParOf" srcId="{90B42A01-F8B6-4033-A02D-C7163DC9D85F}" destId="{E100608F-5F3A-477E-BC89-06CAB2E49097}" srcOrd="5" destOrd="0" presId="urn:microsoft.com/office/officeart/2005/8/layout/process4"/>
    <dgm:cxn modelId="{A8EDAD70-C2BE-4C05-A12A-2FE647AEA36B}" type="presParOf" srcId="{90B42A01-F8B6-4033-A02D-C7163DC9D85F}" destId="{C0BB40E0-A140-4E84-B171-32374EE2C576}" srcOrd="6" destOrd="0" presId="urn:microsoft.com/office/officeart/2005/8/layout/process4"/>
    <dgm:cxn modelId="{E8EC6393-D681-4E8C-8CEE-18CCF4C38F5F}" type="presParOf" srcId="{C0BB40E0-A140-4E84-B171-32374EE2C576}" destId="{A7BE1571-E990-41C3-948F-440F167DBEDC}" srcOrd="0" destOrd="0" presId="urn:microsoft.com/office/officeart/2005/8/layout/process4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87F173-A96F-49BE-A48C-FFAC66327D97}">
      <dsp:nvSpPr>
        <dsp:cNvPr id="0" name=""/>
        <dsp:cNvSpPr/>
      </dsp:nvSpPr>
      <dsp:spPr>
        <a:xfrm rot="16200000">
          <a:off x="-1494905" y="1495849"/>
          <a:ext cx="5446962" cy="2455263"/>
        </a:xfrm>
        <a:prstGeom prst="flowChartManualOperati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0" tIns="0" rIns="13970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>
              <a:latin typeface="Bahnschrift SemiLight Condensed" panose="020B0502040204020203" pitchFamily="34" charset="0"/>
            </a:rPr>
            <a:t>Es aquella en la que el aprendiz aplica en la resolución de problemas reales del sector productivo los conocimientos, habilidades y destrezas pertinentes a las competencias del programa de formación.</a:t>
          </a:r>
          <a:endParaRPr lang="es-CO" sz="2200" b="1" kern="1200"/>
        </a:p>
      </dsp:txBody>
      <dsp:txXfrm rot="5400000">
        <a:off x="944" y="1089392"/>
        <a:ext cx="2455263" cy="3268178"/>
      </dsp:txXfrm>
    </dsp:sp>
    <dsp:sp modelId="{EA37CCF5-B4F1-41BA-A85D-1B602F835EB6}">
      <dsp:nvSpPr>
        <dsp:cNvPr id="0" name=""/>
        <dsp:cNvSpPr/>
      </dsp:nvSpPr>
      <dsp:spPr>
        <a:xfrm rot="16200000">
          <a:off x="1144502" y="1495849"/>
          <a:ext cx="5446962" cy="2455263"/>
        </a:xfrm>
        <a:prstGeom prst="flowChartManualOperation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>
              <a:latin typeface="Bahnschrift SemiLight Condensed" panose="020B0502040204020203" pitchFamily="34" charset="0"/>
              <a:ea typeface="+mn-ea"/>
              <a:cs typeface="+mn-cs"/>
            </a:rPr>
            <a:t>El Aprendiz debe Asumir estrategias y metodologías </a:t>
          </a:r>
          <a:r>
            <a:rPr lang="es-ES" sz="2400" kern="1200">
              <a:latin typeface="Bahnschrift SemiLight Condensed" panose="020B0502040204020203" pitchFamily="34" charset="0"/>
              <a:ea typeface="+mn-ea"/>
              <a:cs typeface="+mn-cs"/>
            </a:rPr>
            <a:t>de autogestión</a:t>
          </a:r>
          <a:endParaRPr lang="es-ES" sz="2400" kern="1200" dirty="0">
            <a:latin typeface="Bahnschrift SemiLight Condensed" panose="020B0502040204020203" pitchFamily="34" charset="0"/>
            <a:ea typeface="+mn-ea"/>
            <a:cs typeface="+mn-cs"/>
          </a:endParaRPr>
        </a:p>
      </dsp:txBody>
      <dsp:txXfrm rot="5400000">
        <a:off x="2640351" y="1089392"/>
        <a:ext cx="2455263" cy="3268178"/>
      </dsp:txXfrm>
    </dsp:sp>
    <dsp:sp modelId="{62E52C69-FA2E-47F4-8B2D-BDAC4690A44F}">
      <dsp:nvSpPr>
        <dsp:cNvPr id="0" name=""/>
        <dsp:cNvSpPr/>
      </dsp:nvSpPr>
      <dsp:spPr>
        <a:xfrm rot="16200000">
          <a:off x="3783910" y="1495849"/>
          <a:ext cx="5446962" cy="2455263"/>
        </a:xfrm>
        <a:prstGeom prst="flowChartManualOperation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0" rIns="17145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>
              <a:latin typeface="Bahnschrift SemiLight Condensed" panose="020B0502040204020203" pitchFamily="34" charset="0"/>
              <a:ea typeface="+mn-ea"/>
              <a:cs typeface="+mn-cs"/>
            </a:rPr>
            <a:t>La etapa productiva no es homologable de otras formaciones y se debe realizar, aprobar como requisito de certificación</a:t>
          </a:r>
          <a:r>
            <a:rPr lang="es-ES" sz="2700" b="0" i="0" u="none" strike="noStrike" kern="1200" baseline="0">
              <a:latin typeface="Calibri" panose="020F0502020204030204" pitchFamily="34" charset="0"/>
            </a:rPr>
            <a:t>.</a:t>
          </a:r>
          <a:endParaRPr lang="es-CO" sz="2700" b="1" kern="1200"/>
        </a:p>
      </dsp:txBody>
      <dsp:txXfrm rot="5400000">
        <a:off x="5279759" y="1089392"/>
        <a:ext cx="2455263" cy="32681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70532-B085-4731-83E7-269A0DB27C60}">
      <dsp:nvSpPr>
        <dsp:cNvPr id="0" name=""/>
        <dsp:cNvSpPr/>
      </dsp:nvSpPr>
      <dsp:spPr>
        <a:xfrm>
          <a:off x="0" y="5328955"/>
          <a:ext cx="9362209" cy="116536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•</a:t>
          </a:r>
          <a:r>
            <a:rPr lang="es-CO" sz="2100" b="1" kern="1200" dirty="0">
              <a:solidFill>
                <a:schemeClr val="tx1"/>
              </a:solidFill>
              <a:latin typeface="+mn-lt"/>
            </a:rPr>
            <a:t>Contar con el aval de la coordinación académica de la alternativa solicitada, a través del GFPI-F-165 formato de selección y modificación alternativa etapa productiva.</a:t>
          </a:r>
        </a:p>
      </dsp:txBody>
      <dsp:txXfrm>
        <a:off x="0" y="5328955"/>
        <a:ext cx="9362209" cy="1165362"/>
      </dsp:txXfrm>
    </dsp:sp>
    <dsp:sp modelId="{6636340D-85B8-4277-82C5-FD8B32344680}">
      <dsp:nvSpPr>
        <dsp:cNvPr id="0" name=""/>
        <dsp:cNvSpPr/>
      </dsp:nvSpPr>
      <dsp:spPr>
        <a:xfrm rot="10800000">
          <a:off x="0" y="3551901"/>
          <a:ext cx="9362209" cy="1792327"/>
        </a:xfrm>
        <a:prstGeom prst="upArrowCallout">
          <a:avLst/>
        </a:prstGeom>
        <a:gradFill rotWithShape="0">
          <a:gsLst>
            <a:gs pos="0">
              <a:schemeClr val="accent4">
                <a:hueOff val="3266964"/>
                <a:satOff val="-13592"/>
                <a:lumOff val="32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66964"/>
                <a:satOff val="-13592"/>
                <a:lumOff val="32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66964"/>
                <a:satOff val="-13592"/>
                <a:lumOff val="32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•</a:t>
          </a:r>
          <a:r>
            <a:rPr lang="es-CO" sz="2100" b="1" kern="1200" dirty="0">
              <a:solidFill>
                <a:schemeClr val="tx1"/>
              </a:solidFill>
              <a:latin typeface="+mn-lt"/>
            </a:rPr>
            <a:t>Para las alternativas de: pasantía, proyecto productivo y monitoria; debe estar con afiliación activa en algún régimen de salud contributiva o subsidiada; ya sea como cotizante o beneficiario.</a:t>
          </a:r>
        </a:p>
      </dsp:txBody>
      <dsp:txXfrm rot="10800000">
        <a:off x="0" y="3551901"/>
        <a:ext cx="9362209" cy="1164600"/>
      </dsp:txXfrm>
    </dsp:sp>
    <dsp:sp modelId="{384F2554-153E-4779-BF91-3BAF0364B812}">
      <dsp:nvSpPr>
        <dsp:cNvPr id="0" name=""/>
        <dsp:cNvSpPr/>
      </dsp:nvSpPr>
      <dsp:spPr>
        <a:xfrm rot="10800000">
          <a:off x="0" y="1777054"/>
          <a:ext cx="9362209" cy="1792327"/>
        </a:xfrm>
        <a:prstGeom prst="upArrowCallout">
          <a:avLst/>
        </a:prstGeom>
        <a:gradFill rotWithShape="0">
          <a:gsLst>
            <a:gs pos="0">
              <a:schemeClr val="accent4">
                <a:hueOff val="6533927"/>
                <a:satOff val="-27185"/>
                <a:lumOff val="64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33927"/>
                <a:satOff val="-27185"/>
                <a:lumOff val="64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33927"/>
                <a:satOff val="-27185"/>
                <a:lumOff val="64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•No encontrarse en un estado como: retiro voluntario, cancelado, por certificar o condicionado.</a:t>
          </a:r>
        </a:p>
      </dsp:txBody>
      <dsp:txXfrm rot="10800000">
        <a:off x="0" y="1777054"/>
        <a:ext cx="9362209" cy="1164600"/>
      </dsp:txXfrm>
    </dsp:sp>
    <dsp:sp modelId="{A7BE1571-E990-41C3-948F-440F167DBEDC}">
      <dsp:nvSpPr>
        <dsp:cNvPr id="0" name=""/>
        <dsp:cNvSpPr/>
      </dsp:nvSpPr>
      <dsp:spPr>
        <a:xfrm rot="10800000">
          <a:off x="0" y="2207"/>
          <a:ext cx="9362209" cy="1792327"/>
        </a:xfrm>
        <a:prstGeom prst="upArrowCallout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b="1" kern="1200" dirty="0">
              <a:solidFill>
                <a:schemeClr val="tx1"/>
              </a:solidFill>
              <a:latin typeface="+mn-lt"/>
            </a:rPr>
            <a:t>•Tener en Sofia Plus, el registro y aprobación del 100% de los resultados de aprendizaje de la fase lectiva.</a:t>
          </a:r>
          <a:endParaRPr lang="es-CO" sz="2100" b="1" kern="1200" dirty="0">
            <a:solidFill>
              <a:schemeClr val="tx1"/>
            </a:solidFill>
            <a:latin typeface="+mn-lt"/>
          </a:endParaRPr>
        </a:p>
      </dsp:txBody>
      <dsp:txXfrm rot="10800000">
        <a:off x="0" y="2207"/>
        <a:ext cx="9362209" cy="1164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51FEA25-26C5-82BD-0713-84CEF433E1C6}"/>
              </a:ext>
            </a:extLst>
          </p:cNvPr>
          <p:cNvSpPr txBox="1"/>
          <p:nvPr/>
        </p:nvSpPr>
        <p:spPr>
          <a:xfrm>
            <a:off x="1103909" y="2396855"/>
            <a:ext cx="97604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Presentación semana de inducción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C4E986-D001-7DC8-D031-D68DB5AAD415}"/>
              </a:ext>
            </a:extLst>
          </p:cNvPr>
          <p:cNvSpPr txBox="1"/>
          <p:nvPr/>
        </p:nvSpPr>
        <p:spPr>
          <a:xfrm>
            <a:off x="1103909" y="3966515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>
                <a:solidFill>
                  <a:srgbClr val="38AA00"/>
                </a:solidFill>
                <a:latin typeface="Work Sans Light" pitchFamily="2" charset="77"/>
              </a:rPr>
              <a:t>Centro de Servicios Financieros</a:t>
            </a:r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07F9B-1C1A-D675-492D-498B6946C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4;p41">
            <a:extLst>
              <a:ext uri="{FF2B5EF4-FFF2-40B4-BE49-F238E27FC236}">
                <a16:creationId xmlns:a16="http://schemas.microsoft.com/office/drawing/2014/main" id="{893BA0B4-3DD9-1479-23E9-1123F3BA086F}"/>
              </a:ext>
            </a:extLst>
          </p:cNvPr>
          <p:cNvSpPr/>
          <p:nvPr/>
        </p:nvSpPr>
        <p:spPr>
          <a:xfrm>
            <a:off x="2763173" y="97359"/>
            <a:ext cx="7076542" cy="1079641"/>
          </a:xfrm>
          <a:custGeom>
            <a:avLst/>
            <a:gdLst/>
            <a:ahLst/>
            <a:cxnLst/>
            <a:rect l="l" t="t" r="r" b="b"/>
            <a:pathLst>
              <a:path w="63208" h="20287" extrusionOk="0">
                <a:moveTo>
                  <a:pt x="59743" y="865"/>
                </a:moveTo>
                <a:cubicBezTo>
                  <a:pt x="59778" y="865"/>
                  <a:pt x="59807" y="878"/>
                  <a:pt x="59815" y="905"/>
                </a:cubicBezTo>
                <a:cubicBezTo>
                  <a:pt x="59863" y="929"/>
                  <a:pt x="59815" y="941"/>
                  <a:pt x="59756" y="941"/>
                </a:cubicBezTo>
                <a:cubicBezTo>
                  <a:pt x="59637" y="929"/>
                  <a:pt x="59625" y="905"/>
                  <a:pt x="59708" y="869"/>
                </a:cubicBezTo>
                <a:cubicBezTo>
                  <a:pt x="59720" y="867"/>
                  <a:pt x="59732" y="865"/>
                  <a:pt x="59743" y="865"/>
                </a:cubicBezTo>
                <a:close/>
                <a:moveTo>
                  <a:pt x="60113" y="949"/>
                </a:moveTo>
                <a:cubicBezTo>
                  <a:pt x="60129" y="949"/>
                  <a:pt x="60146" y="955"/>
                  <a:pt x="60161" y="965"/>
                </a:cubicBezTo>
                <a:cubicBezTo>
                  <a:pt x="60196" y="989"/>
                  <a:pt x="60196" y="1036"/>
                  <a:pt x="60173" y="1060"/>
                </a:cubicBezTo>
                <a:cubicBezTo>
                  <a:pt x="60149" y="1092"/>
                  <a:pt x="60125" y="1102"/>
                  <a:pt x="60101" y="1102"/>
                </a:cubicBezTo>
                <a:cubicBezTo>
                  <a:pt x="60089" y="1102"/>
                  <a:pt x="60077" y="1100"/>
                  <a:pt x="60065" y="1096"/>
                </a:cubicBezTo>
                <a:cubicBezTo>
                  <a:pt x="60042" y="1084"/>
                  <a:pt x="60018" y="1036"/>
                  <a:pt x="60054" y="989"/>
                </a:cubicBezTo>
                <a:cubicBezTo>
                  <a:pt x="60068" y="961"/>
                  <a:pt x="60090" y="949"/>
                  <a:pt x="60113" y="949"/>
                </a:cubicBezTo>
                <a:close/>
                <a:moveTo>
                  <a:pt x="52312" y="1282"/>
                </a:moveTo>
                <a:cubicBezTo>
                  <a:pt x="52342" y="1282"/>
                  <a:pt x="52362" y="1295"/>
                  <a:pt x="52362" y="1322"/>
                </a:cubicBezTo>
                <a:cubicBezTo>
                  <a:pt x="52362" y="1346"/>
                  <a:pt x="52315" y="1381"/>
                  <a:pt x="52267" y="1393"/>
                </a:cubicBezTo>
                <a:cubicBezTo>
                  <a:pt x="52255" y="1396"/>
                  <a:pt x="52245" y="1398"/>
                  <a:pt x="52236" y="1398"/>
                </a:cubicBezTo>
                <a:cubicBezTo>
                  <a:pt x="52209" y="1398"/>
                  <a:pt x="52195" y="1384"/>
                  <a:pt x="52195" y="1358"/>
                </a:cubicBezTo>
                <a:cubicBezTo>
                  <a:pt x="52195" y="1334"/>
                  <a:pt x="52243" y="1298"/>
                  <a:pt x="52279" y="1286"/>
                </a:cubicBezTo>
                <a:cubicBezTo>
                  <a:pt x="52291" y="1283"/>
                  <a:pt x="52302" y="1282"/>
                  <a:pt x="52312" y="1282"/>
                </a:cubicBezTo>
                <a:close/>
                <a:moveTo>
                  <a:pt x="41541" y="2359"/>
                </a:moveTo>
                <a:cubicBezTo>
                  <a:pt x="41562" y="2359"/>
                  <a:pt x="41586" y="2369"/>
                  <a:pt x="41611" y="2393"/>
                </a:cubicBezTo>
                <a:cubicBezTo>
                  <a:pt x="41647" y="2417"/>
                  <a:pt x="41647" y="2465"/>
                  <a:pt x="41611" y="2489"/>
                </a:cubicBezTo>
                <a:cubicBezTo>
                  <a:pt x="41590" y="2510"/>
                  <a:pt x="41574" y="2519"/>
                  <a:pt x="41559" y="2519"/>
                </a:cubicBezTo>
                <a:cubicBezTo>
                  <a:pt x="41540" y="2519"/>
                  <a:pt x="41524" y="2504"/>
                  <a:pt x="41504" y="2477"/>
                </a:cubicBezTo>
                <a:cubicBezTo>
                  <a:pt x="41462" y="2418"/>
                  <a:pt x="41491" y="2359"/>
                  <a:pt x="41541" y="2359"/>
                </a:cubicBezTo>
                <a:close/>
                <a:moveTo>
                  <a:pt x="39384" y="2870"/>
                </a:moveTo>
                <a:cubicBezTo>
                  <a:pt x="39420" y="2870"/>
                  <a:pt x="39456" y="2882"/>
                  <a:pt x="39456" y="2894"/>
                </a:cubicBezTo>
                <a:cubicBezTo>
                  <a:pt x="39456" y="2905"/>
                  <a:pt x="39420" y="2929"/>
                  <a:pt x="39384" y="2941"/>
                </a:cubicBezTo>
                <a:cubicBezTo>
                  <a:pt x="39372" y="2944"/>
                  <a:pt x="39361" y="2946"/>
                  <a:pt x="39351" y="2946"/>
                </a:cubicBezTo>
                <a:cubicBezTo>
                  <a:pt x="39321" y="2946"/>
                  <a:pt x="39301" y="2932"/>
                  <a:pt x="39301" y="2905"/>
                </a:cubicBezTo>
                <a:cubicBezTo>
                  <a:pt x="39301" y="2882"/>
                  <a:pt x="39349" y="2870"/>
                  <a:pt x="39384" y="2870"/>
                </a:cubicBezTo>
                <a:close/>
                <a:moveTo>
                  <a:pt x="36182" y="3596"/>
                </a:moveTo>
                <a:cubicBezTo>
                  <a:pt x="36372" y="3596"/>
                  <a:pt x="36586" y="3608"/>
                  <a:pt x="36717" y="3644"/>
                </a:cubicBezTo>
                <a:cubicBezTo>
                  <a:pt x="36955" y="3667"/>
                  <a:pt x="36789" y="3727"/>
                  <a:pt x="36491" y="3727"/>
                </a:cubicBezTo>
                <a:lnTo>
                  <a:pt x="36074" y="3727"/>
                </a:lnTo>
                <a:cubicBezTo>
                  <a:pt x="35991" y="3727"/>
                  <a:pt x="35943" y="3715"/>
                  <a:pt x="35955" y="3667"/>
                </a:cubicBezTo>
                <a:cubicBezTo>
                  <a:pt x="35955" y="3632"/>
                  <a:pt x="35991" y="3596"/>
                  <a:pt x="36015" y="3596"/>
                </a:cubicBezTo>
                <a:close/>
                <a:moveTo>
                  <a:pt x="8150" y="7979"/>
                </a:moveTo>
                <a:cubicBezTo>
                  <a:pt x="8178" y="7979"/>
                  <a:pt x="8217" y="7993"/>
                  <a:pt x="8249" y="8001"/>
                </a:cubicBezTo>
                <a:cubicBezTo>
                  <a:pt x="8292" y="8018"/>
                  <a:pt x="8286" y="8035"/>
                  <a:pt x="8254" y="8035"/>
                </a:cubicBezTo>
                <a:cubicBezTo>
                  <a:pt x="8241" y="8035"/>
                  <a:pt x="8223" y="8032"/>
                  <a:pt x="8202" y="8025"/>
                </a:cubicBezTo>
                <a:cubicBezTo>
                  <a:pt x="8130" y="8013"/>
                  <a:pt x="8083" y="8001"/>
                  <a:pt x="8119" y="7989"/>
                </a:cubicBezTo>
                <a:cubicBezTo>
                  <a:pt x="8126" y="7982"/>
                  <a:pt x="8137" y="7979"/>
                  <a:pt x="8150" y="7979"/>
                </a:cubicBezTo>
                <a:close/>
                <a:moveTo>
                  <a:pt x="6237" y="9926"/>
                </a:moveTo>
                <a:cubicBezTo>
                  <a:pt x="6271" y="9926"/>
                  <a:pt x="6300" y="9939"/>
                  <a:pt x="6309" y="9966"/>
                </a:cubicBezTo>
                <a:cubicBezTo>
                  <a:pt x="6318" y="9993"/>
                  <a:pt x="6307" y="10006"/>
                  <a:pt x="6275" y="10006"/>
                </a:cubicBezTo>
                <a:cubicBezTo>
                  <a:pt x="6265" y="10006"/>
                  <a:pt x="6252" y="10005"/>
                  <a:pt x="6237" y="10002"/>
                </a:cubicBezTo>
                <a:cubicBezTo>
                  <a:pt x="6118" y="9978"/>
                  <a:pt x="6106" y="9966"/>
                  <a:pt x="6202" y="9930"/>
                </a:cubicBezTo>
                <a:cubicBezTo>
                  <a:pt x="6214" y="9927"/>
                  <a:pt x="6225" y="9926"/>
                  <a:pt x="6237" y="9926"/>
                </a:cubicBezTo>
                <a:close/>
                <a:moveTo>
                  <a:pt x="6842" y="10545"/>
                </a:moveTo>
                <a:cubicBezTo>
                  <a:pt x="6855" y="10545"/>
                  <a:pt x="6868" y="10546"/>
                  <a:pt x="6880" y="10549"/>
                </a:cubicBezTo>
                <a:cubicBezTo>
                  <a:pt x="6928" y="10549"/>
                  <a:pt x="6940" y="10573"/>
                  <a:pt x="6940" y="10609"/>
                </a:cubicBezTo>
                <a:cubicBezTo>
                  <a:pt x="6940" y="10621"/>
                  <a:pt x="6880" y="10633"/>
                  <a:pt x="6821" y="10633"/>
                </a:cubicBezTo>
                <a:cubicBezTo>
                  <a:pt x="6761" y="10621"/>
                  <a:pt x="6725" y="10609"/>
                  <a:pt x="6761" y="10573"/>
                </a:cubicBezTo>
                <a:cubicBezTo>
                  <a:pt x="6779" y="10556"/>
                  <a:pt x="6809" y="10545"/>
                  <a:pt x="6842" y="10545"/>
                </a:cubicBezTo>
                <a:close/>
                <a:moveTo>
                  <a:pt x="807" y="13583"/>
                </a:moveTo>
                <a:cubicBezTo>
                  <a:pt x="817" y="13583"/>
                  <a:pt x="829" y="13583"/>
                  <a:pt x="844" y="13585"/>
                </a:cubicBezTo>
                <a:cubicBezTo>
                  <a:pt x="891" y="13585"/>
                  <a:pt x="939" y="13633"/>
                  <a:pt x="951" y="13669"/>
                </a:cubicBezTo>
                <a:cubicBezTo>
                  <a:pt x="970" y="13714"/>
                  <a:pt x="972" y="13735"/>
                  <a:pt x="957" y="13735"/>
                </a:cubicBezTo>
                <a:cubicBezTo>
                  <a:pt x="943" y="13735"/>
                  <a:pt x="918" y="13720"/>
                  <a:pt x="880" y="13692"/>
                </a:cubicBezTo>
                <a:cubicBezTo>
                  <a:pt x="779" y="13612"/>
                  <a:pt x="755" y="13583"/>
                  <a:pt x="807" y="13583"/>
                </a:cubicBezTo>
                <a:close/>
                <a:moveTo>
                  <a:pt x="57482" y="0"/>
                </a:moveTo>
                <a:cubicBezTo>
                  <a:pt x="57458" y="0"/>
                  <a:pt x="57434" y="24"/>
                  <a:pt x="57434" y="84"/>
                </a:cubicBezTo>
                <a:cubicBezTo>
                  <a:pt x="57434" y="133"/>
                  <a:pt x="57393" y="158"/>
                  <a:pt x="57345" y="158"/>
                </a:cubicBezTo>
                <a:cubicBezTo>
                  <a:pt x="57335" y="158"/>
                  <a:pt x="57325" y="157"/>
                  <a:pt x="57315" y="155"/>
                </a:cubicBezTo>
                <a:cubicBezTo>
                  <a:pt x="57300" y="152"/>
                  <a:pt x="57285" y="151"/>
                  <a:pt x="57271" y="151"/>
                </a:cubicBezTo>
                <a:cubicBezTo>
                  <a:pt x="57230" y="151"/>
                  <a:pt x="57196" y="164"/>
                  <a:pt x="57196" y="191"/>
                </a:cubicBezTo>
                <a:cubicBezTo>
                  <a:pt x="57196" y="215"/>
                  <a:pt x="57148" y="227"/>
                  <a:pt x="57125" y="227"/>
                </a:cubicBezTo>
                <a:cubicBezTo>
                  <a:pt x="57077" y="227"/>
                  <a:pt x="57041" y="191"/>
                  <a:pt x="57065" y="143"/>
                </a:cubicBezTo>
                <a:cubicBezTo>
                  <a:pt x="57071" y="100"/>
                  <a:pt x="57074" y="79"/>
                  <a:pt x="57062" y="79"/>
                </a:cubicBezTo>
                <a:cubicBezTo>
                  <a:pt x="57051" y="79"/>
                  <a:pt x="57028" y="97"/>
                  <a:pt x="56982" y="131"/>
                </a:cubicBezTo>
                <a:cubicBezTo>
                  <a:pt x="56936" y="168"/>
                  <a:pt x="56856" y="183"/>
                  <a:pt x="56736" y="183"/>
                </a:cubicBezTo>
                <a:cubicBezTo>
                  <a:pt x="56699" y="183"/>
                  <a:pt x="56658" y="182"/>
                  <a:pt x="56613" y="179"/>
                </a:cubicBezTo>
                <a:cubicBezTo>
                  <a:pt x="56541" y="166"/>
                  <a:pt x="56483" y="159"/>
                  <a:pt x="56437" y="159"/>
                </a:cubicBezTo>
                <a:cubicBezTo>
                  <a:pt x="56361" y="159"/>
                  <a:pt x="56318" y="177"/>
                  <a:pt x="56303" y="215"/>
                </a:cubicBezTo>
                <a:cubicBezTo>
                  <a:pt x="56282" y="257"/>
                  <a:pt x="56209" y="278"/>
                  <a:pt x="56119" y="278"/>
                </a:cubicBezTo>
                <a:cubicBezTo>
                  <a:pt x="56006" y="278"/>
                  <a:pt x="55867" y="245"/>
                  <a:pt x="55767" y="179"/>
                </a:cubicBezTo>
                <a:cubicBezTo>
                  <a:pt x="55670" y="121"/>
                  <a:pt x="55598" y="91"/>
                  <a:pt x="55559" y="91"/>
                </a:cubicBezTo>
                <a:cubicBezTo>
                  <a:pt x="55527" y="91"/>
                  <a:pt x="55519" y="112"/>
                  <a:pt x="55541" y="155"/>
                </a:cubicBezTo>
                <a:cubicBezTo>
                  <a:pt x="55550" y="192"/>
                  <a:pt x="55545" y="207"/>
                  <a:pt x="55532" y="207"/>
                </a:cubicBezTo>
                <a:cubicBezTo>
                  <a:pt x="55528" y="207"/>
                  <a:pt x="55523" y="206"/>
                  <a:pt x="55517" y="203"/>
                </a:cubicBezTo>
                <a:cubicBezTo>
                  <a:pt x="55505" y="200"/>
                  <a:pt x="55494" y="198"/>
                  <a:pt x="55484" y="198"/>
                </a:cubicBezTo>
                <a:cubicBezTo>
                  <a:pt x="55454" y="198"/>
                  <a:pt x="55434" y="212"/>
                  <a:pt x="55434" y="238"/>
                </a:cubicBezTo>
                <a:cubicBezTo>
                  <a:pt x="55428" y="280"/>
                  <a:pt x="55425" y="301"/>
                  <a:pt x="55394" y="301"/>
                </a:cubicBezTo>
                <a:cubicBezTo>
                  <a:pt x="55363" y="301"/>
                  <a:pt x="55303" y="280"/>
                  <a:pt x="55184" y="238"/>
                </a:cubicBezTo>
                <a:cubicBezTo>
                  <a:pt x="55105" y="207"/>
                  <a:pt x="55046" y="191"/>
                  <a:pt x="55006" y="191"/>
                </a:cubicBezTo>
                <a:cubicBezTo>
                  <a:pt x="54985" y="191"/>
                  <a:pt x="54970" y="195"/>
                  <a:pt x="54958" y="203"/>
                </a:cubicBezTo>
                <a:cubicBezTo>
                  <a:pt x="54941" y="211"/>
                  <a:pt x="54891" y="225"/>
                  <a:pt x="54838" y="225"/>
                </a:cubicBezTo>
                <a:cubicBezTo>
                  <a:pt x="54814" y="225"/>
                  <a:pt x="54789" y="222"/>
                  <a:pt x="54767" y="215"/>
                </a:cubicBezTo>
                <a:cubicBezTo>
                  <a:pt x="54753" y="213"/>
                  <a:pt x="54739" y="212"/>
                  <a:pt x="54727" y="212"/>
                </a:cubicBezTo>
                <a:cubicBezTo>
                  <a:pt x="54665" y="212"/>
                  <a:pt x="54624" y="235"/>
                  <a:pt x="54624" y="274"/>
                </a:cubicBezTo>
                <a:cubicBezTo>
                  <a:pt x="54624" y="311"/>
                  <a:pt x="54576" y="326"/>
                  <a:pt x="54494" y="326"/>
                </a:cubicBezTo>
                <a:cubicBezTo>
                  <a:pt x="54469" y="326"/>
                  <a:pt x="54441" y="325"/>
                  <a:pt x="54410" y="322"/>
                </a:cubicBezTo>
                <a:cubicBezTo>
                  <a:pt x="54202" y="286"/>
                  <a:pt x="54053" y="268"/>
                  <a:pt x="53955" y="268"/>
                </a:cubicBezTo>
                <a:cubicBezTo>
                  <a:pt x="53856" y="268"/>
                  <a:pt x="53809" y="286"/>
                  <a:pt x="53803" y="322"/>
                </a:cubicBezTo>
                <a:cubicBezTo>
                  <a:pt x="53803" y="358"/>
                  <a:pt x="53780" y="372"/>
                  <a:pt x="53741" y="372"/>
                </a:cubicBezTo>
                <a:cubicBezTo>
                  <a:pt x="53716" y="372"/>
                  <a:pt x="53685" y="367"/>
                  <a:pt x="53648" y="358"/>
                </a:cubicBezTo>
                <a:cubicBezTo>
                  <a:pt x="53615" y="343"/>
                  <a:pt x="53577" y="337"/>
                  <a:pt x="53536" y="337"/>
                </a:cubicBezTo>
                <a:cubicBezTo>
                  <a:pt x="53474" y="337"/>
                  <a:pt x="53408" y="352"/>
                  <a:pt x="53350" y="381"/>
                </a:cubicBezTo>
                <a:cubicBezTo>
                  <a:pt x="53306" y="407"/>
                  <a:pt x="53268" y="419"/>
                  <a:pt x="53242" y="419"/>
                </a:cubicBezTo>
                <a:cubicBezTo>
                  <a:pt x="53220" y="419"/>
                  <a:pt x="53207" y="410"/>
                  <a:pt x="53207" y="393"/>
                </a:cubicBezTo>
                <a:cubicBezTo>
                  <a:pt x="53207" y="386"/>
                  <a:pt x="53203" y="382"/>
                  <a:pt x="53194" y="382"/>
                </a:cubicBezTo>
                <a:cubicBezTo>
                  <a:pt x="53176" y="382"/>
                  <a:pt x="53141" y="400"/>
                  <a:pt x="53100" y="441"/>
                </a:cubicBezTo>
                <a:cubicBezTo>
                  <a:pt x="53041" y="500"/>
                  <a:pt x="52922" y="548"/>
                  <a:pt x="52838" y="548"/>
                </a:cubicBezTo>
                <a:cubicBezTo>
                  <a:pt x="52743" y="548"/>
                  <a:pt x="52672" y="572"/>
                  <a:pt x="52660" y="608"/>
                </a:cubicBezTo>
                <a:cubicBezTo>
                  <a:pt x="52660" y="636"/>
                  <a:pt x="52642" y="652"/>
                  <a:pt x="52621" y="652"/>
                </a:cubicBezTo>
                <a:cubicBezTo>
                  <a:pt x="52606" y="652"/>
                  <a:pt x="52591" y="645"/>
                  <a:pt x="52576" y="631"/>
                </a:cubicBezTo>
                <a:cubicBezTo>
                  <a:pt x="52541" y="608"/>
                  <a:pt x="52541" y="572"/>
                  <a:pt x="52565" y="560"/>
                </a:cubicBezTo>
                <a:cubicBezTo>
                  <a:pt x="52600" y="548"/>
                  <a:pt x="52576" y="512"/>
                  <a:pt x="52541" y="512"/>
                </a:cubicBezTo>
                <a:cubicBezTo>
                  <a:pt x="52493" y="512"/>
                  <a:pt x="52434" y="536"/>
                  <a:pt x="52398" y="572"/>
                </a:cubicBezTo>
                <a:cubicBezTo>
                  <a:pt x="52384" y="600"/>
                  <a:pt x="52345" y="611"/>
                  <a:pt x="52290" y="611"/>
                </a:cubicBezTo>
                <a:cubicBezTo>
                  <a:pt x="52250" y="611"/>
                  <a:pt x="52202" y="606"/>
                  <a:pt x="52148" y="596"/>
                </a:cubicBezTo>
                <a:cubicBezTo>
                  <a:pt x="52080" y="573"/>
                  <a:pt x="52031" y="561"/>
                  <a:pt x="51996" y="561"/>
                </a:cubicBezTo>
                <a:cubicBezTo>
                  <a:pt x="51957" y="561"/>
                  <a:pt x="51934" y="576"/>
                  <a:pt x="51922" y="608"/>
                </a:cubicBezTo>
                <a:cubicBezTo>
                  <a:pt x="51914" y="660"/>
                  <a:pt x="51836" y="693"/>
                  <a:pt x="51764" y="693"/>
                </a:cubicBezTo>
                <a:cubicBezTo>
                  <a:pt x="51722" y="693"/>
                  <a:pt x="51682" y="682"/>
                  <a:pt x="51660" y="655"/>
                </a:cubicBezTo>
                <a:cubicBezTo>
                  <a:pt x="51624" y="619"/>
                  <a:pt x="51672" y="560"/>
                  <a:pt x="51767" y="548"/>
                </a:cubicBezTo>
                <a:cubicBezTo>
                  <a:pt x="51898" y="500"/>
                  <a:pt x="51898" y="500"/>
                  <a:pt x="51743" y="477"/>
                </a:cubicBezTo>
                <a:cubicBezTo>
                  <a:pt x="51717" y="469"/>
                  <a:pt x="51690" y="466"/>
                  <a:pt x="51665" y="466"/>
                </a:cubicBezTo>
                <a:cubicBezTo>
                  <a:pt x="51607" y="466"/>
                  <a:pt x="51557" y="480"/>
                  <a:pt x="51541" y="488"/>
                </a:cubicBezTo>
                <a:cubicBezTo>
                  <a:pt x="51523" y="500"/>
                  <a:pt x="51499" y="506"/>
                  <a:pt x="51472" y="506"/>
                </a:cubicBezTo>
                <a:cubicBezTo>
                  <a:pt x="51445" y="506"/>
                  <a:pt x="51416" y="500"/>
                  <a:pt x="51386" y="488"/>
                </a:cubicBezTo>
                <a:cubicBezTo>
                  <a:pt x="51364" y="484"/>
                  <a:pt x="51342" y="481"/>
                  <a:pt x="51322" y="481"/>
                </a:cubicBezTo>
                <a:cubicBezTo>
                  <a:pt x="51288" y="481"/>
                  <a:pt x="51258" y="490"/>
                  <a:pt x="51243" y="512"/>
                </a:cubicBezTo>
                <a:cubicBezTo>
                  <a:pt x="51214" y="542"/>
                  <a:pt x="51152" y="563"/>
                  <a:pt x="51091" y="563"/>
                </a:cubicBezTo>
                <a:cubicBezTo>
                  <a:pt x="51078" y="563"/>
                  <a:pt x="51065" y="562"/>
                  <a:pt x="51052" y="560"/>
                </a:cubicBezTo>
                <a:cubicBezTo>
                  <a:pt x="51038" y="558"/>
                  <a:pt x="51023" y="557"/>
                  <a:pt x="51007" y="557"/>
                </a:cubicBezTo>
                <a:cubicBezTo>
                  <a:pt x="50936" y="557"/>
                  <a:pt x="50863" y="578"/>
                  <a:pt x="50814" y="608"/>
                </a:cubicBezTo>
                <a:cubicBezTo>
                  <a:pt x="50769" y="626"/>
                  <a:pt x="50702" y="651"/>
                  <a:pt x="50641" y="651"/>
                </a:cubicBezTo>
                <a:cubicBezTo>
                  <a:pt x="50623" y="651"/>
                  <a:pt x="50605" y="649"/>
                  <a:pt x="50588" y="643"/>
                </a:cubicBezTo>
                <a:cubicBezTo>
                  <a:pt x="50579" y="642"/>
                  <a:pt x="50569" y="641"/>
                  <a:pt x="50558" y="641"/>
                </a:cubicBezTo>
                <a:cubicBezTo>
                  <a:pt x="50486" y="641"/>
                  <a:pt x="50384" y="673"/>
                  <a:pt x="50290" y="715"/>
                </a:cubicBezTo>
                <a:cubicBezTo>
                  <a:pt x="50213" y="740"/>
                  <a:pt x="50136" y="760"/>
                  <a:pt x="50090" y="760"/>
                </a:cubicBezTo>
                <a:cubicBezTo>
                  <a:pt x="50072" y="760"/>
                  <a:pt x="50059" y="757"/>
                  <a:pt x="50052" y="750"/>
                </a:cubicBezTo>
                <a:cubicBezTo>
                  <a:pt x="50034" y="741"/>
                  <a:pt x="50019" y="737"/>
                  <a:pt x="50008" y="737"/>
                </a:cubicBezTo>
                <a:cubicBezTo>
                  <a:pt x="49990" y="737"/>
                  <a:pt x="49981" y="748"/>
                  <a:pt x="49981" y="762"/>
                </a:cubicBezTo>
                <a:cubicBezTo>
                  <a:pt x="49981" y="785"/>
                  <a:pt x="49957" y="793"/>
                  <a:pt x="49918" y="793"/>
                </a:cubicBezTo>
                <a:cubicBezTo>
                  <a:pt x="49896" y="793"/>
                  <a:pt x="49869" y="791"/>
                  <a:pt x="49838" y="786"/>
                </a:cubicBezTo>
                <a:cubicBezTo>
                  <a:pt x="49809" y="774"/>
                  <a:pt x="49775" y="767"/>
                  <a:pt x="49735" y="767"/>
                </a:cubicBezTo>
                <a:cubicBezTo>
                  <a:pt x="49660" y="767"/>
                  <a:pt x="49566" y="791"/>
                  <a:pt x="49457" y="846"/>
                </a:cubicBezTo>
                <a:cubicBezTo>
                  <a:pt x="49348" y="895"/>
                  <a:pt x="49214" y="920"/>
                  <a:pt x="49138" y="920"/>
                </a:cubicBezTo>
                <a:cubicBezTo>
                  <a:pt x="49123" y="920"/>
                  <a:pt x="49110" y="919"/>
                  <a:pt x="49100" y="917"/>
                </a:cubicBezTo>
                <a:cubicBezTo>
                  <a:pt x="49087" y="914"/>
                  <a:pt x="49073" y="912"/>
                  <a:pt x="49058" y="912"/>
                </a:cubicBezTo>
                <a:cubicBezTo>
                  <a:pt x="49016" y="912"/>
                  <a:pt x="48971" y="923"/>
                  <a:pt x="48945" y="941"/>
                </a:cubicBezTo>
                <a:cubicBezTo>
                  <a:pt x="48909" y="1012"/>
                  <a:pt x="48338" y="1084"/>
                  <a:pt x="48028" y="1084"/>
                </a:cubicBezTo>
                <a:cubicBezTo>
                  <a:pt x="47969" y="1084"/>
                  <a:pt x="47897" y="1096"/>
                  <a:pt x="47862" y="1120"/>
                </a:cubicBezTo>
                <a:cubicBezTo>
                  <a:pt x="47839" y="1136"/>
                  <a:pt x="47823" y="1145"/>
                  <a:pt x="47807" y="1145"/>
                </a:cubicBezTo>
                <a:cubicBezTo>
                  <a:pt x="47789" y="1145"/>
                  <a:pt x="47774" y="1133"/>
                  <a:pt x="47754" y="1108"/>
                </a:cubicBezTo>
                <a:cubicBezTo>
                  <a:pt x="47744" y="1097"/>
                  <a:pt x="47723" y="1091"/>
                  <a:pt x="47696" y="1091"/>
                </a:cubicBezTo>
                <a:cubicBezTo>
                  <a:pt x="47662" y="1091"/>
                  <a:pt x="47616" y="1100"/>
                  <a:pt x="47564" y="1120"/>
                </a:cubicBezTo>
                <a:cubicBezTo>
                  <a:pt x="47481" y="1167"/>
                  <a:pt x="47338" y="1191"/>
                  <a:pt x="47266" y="1191"/>
                </a:cubicBezTo>
                <a:cubicBezTo>
                  <a:pt x="47195" y="1191"/>
                  <a:pt x="47088" y="1203"/>
                  <a:pt x="47064" y="1227"/>
                </a:cubicBezTo>
                <a:cubicBezTo>
                  <a:pt x="47016" y="1274"/>
                  <a:pt x="46897" y="1286"/>
                  <a:pt x="46790" y="1286"/>
                </a:cubicBezTo>
                <a:cubicBezTo>
                  <a:pt x="46683" y="1286"/>
                  <a:pt x="46540" y="1310"/>
                  <a:pt x="46480" y="1346"/>
                </a:cubicBezTo>
                <a:cubicBezTo>
                  <a:pt x="46433" y="1377"/>
                  <a:pt x="46375" y="1393"/>
                  <a:pt x="46302" y="1393"/>
                </a:cubicBezTo>
                <a:cubicBezTo>
                  <a:pt x="46266" y="1393"/>
                  <a:pt x="46226" y="1389"/>
                  <a:pt x="46183" y="1381"/>
                </a:cubicBezTo>
                <a:cubicBezTo>
                  <a:pt x="46126" y="1366"/>
                  <a:pt x="46078" y="1357"/>
                  <a:pt x="46040" y="1357"/>
                </a:cubicBezTo>
                <a:cubicBezTo>
                  <a:pt x="45990" y="1357"/>
                  <a:pt x="45958" y="1372"/>
                  <a:pt x="45945" y="1405"/>
                </a:cubicBezTo>
                <a:cubicBezTo>
                  <a:pt x="45918" y="1449"/>
                  <a:pt x="45865" y="1474"/>
                  <a:pt x="45777" y="1474"/>
                </a:cubicBezTo>
                <a:cubicBezTo>
                  <a:pt x="45746" y="1474"/>
                  <a:pt x="45711" y="1471"/>
                  <a:pt x="45671" y="1465"/>
                </a:cubicBezTo>
                <a:cubicBezTo>
                  <a:pt x="45641" y="1462"/>
                  <a:pt x="45610" y="1460"/>
                  <a:pt x="45579" y="1460"/>
                </a:cubicBezTo>
                <a:cubicBezTo>
                  <a:pt x="45486" y="1460"/>
                  <a:pt x="45394" y="1474"/>
                  <a:pt x="45349" y="1501"/>
                </a:cubicBezTo>
                <a:cubicBezTo>
                  <a:pt x="45307" y="1517"/>
                  <a:pt x="45247" y="1534"/>
                  <a:pt x="45207" y="1534"/>
                </a:cubicBezTo>
                <a:cubicBezTo>
                  <a:pt x="45191" y="1534"/>
                  <a:pt x="45178" y="1531"/>
                  <a:pt x="45171" y="1524"/>
                </a:cubicBezTo>
                <a:cubicBezTo>
                  <a:pt x="45147" y="1518"/>
                  <a:pt x="45123" y="1515"/>
                  <a:pt x="45102" y="1515"/>
                </a:cubicBezTo>
                <a:cubicBezTo>
                  <a:pt x="45081" y="1515"/>
                  <a:pt x="45064" y="1518"/>
                  <a:pt x="45052" y="1524"/>
                </a:cubicBezTo>
                <a:cubicBezTo>
                  <a:pt x="45016" y="1560"/>
                  <a:pt x="44933" y="1560"/>
                  <a:pt x="44861" y="1560"/>
                </a:cubicBezTo>
                <a:cubicBezTo>
                  <a:pt x="44846" y="1558"/>
                  <a:pt x="44832" y="1557"/>
                  <a:pt x="44818" y="1557"/>
                </a:cubicBezTo>
                <a:cubicBezTo>
                  <a:pt x="44755" y="1557"/>
                  <a:pt x="44706" y="1578"/>
                  <a:pt x="44706" y="1608"/>
                </a:cubicBezTo>
                <a:cubicBezTo>
                  <a:pt x="44706" y="1643"/>
                  <a:pt x="44587" y="1727"/>
                  <a:pt x="44456" y="1786"/>
                </a:cubicBezTo>
                <a:cubicBezTo>
                  <a:pt x="44306" y="1850"/>
                  <a:pt x="44176" y="1882"/>
                  <a:pt x="44032" y="1882"/>
                </a:cubicBezTo>
                <a:cubicBezTo>
                  <a:pt x="43960" y="1882"/>
                  <a:pt x="43885" y="1874"/>
                  <a:pt x="43802" y="1858"/>
                </a:cubicBezTo>
                <a:cubicBezTo>
                  <a:pt x="43794" y="1856"/>
                  <a:pt x="43784" y="1855"/>
                  <a:pt x="43772" y="1855"/>
                </a:cubicBezTo>
                <a:cubicBezTo>
                  <a:pt x="43715" y="1855"/>
                  <a:pt x="43617" y="1880"/>
                  <a:pt x="43528" y="1929"/>
                </a:cubicBezTo>
                <a:cubicBezTo>
                  <a:pt x="43444" y="1977"/>
                  <a:pt x="43313" y="2024"/>
                  <a:pt x="43266" y="2024"/>
                </a:cubicBezTo>
                <a:cubicBezTo>
                  <a:pt x="43206" y="2024"/>
                  <a:pt x="43099" y="2048"/>
                  <a:pt x="42992" y="2096"/>
                </a:cubicBezTo>
                <a:cubicBezTo>
                  <a:pt x="42909" y="2143"/>
                  <a:pt x="42742" y="2167"/>
                  <a:pt x="42635" y="2167"/>
                </a:cubicBezTo>
                <a:cubicBezTo>
                  <a:pt x="42206" y="2167"/>
                  <a:pt x="41885" y="2215"/>
                  <a:pt x="41837" y="2263"/>
                </a:cubicBezTo>
                <a:cubicBezTo>
                  <a:pt x="41811" y="2280"/>
                  <a:pt x="41759" y="2291"/>
                  <a:pt x="41696" y="2291"/>
                </a:cubicBezTo>
                <a:cubicBezTo>
                  <a:pt x="41673" y="2291"/>
                  <a:pt x="41648" y="2290"/>
                  <a:pt x="41623" y="2286"/>
                </a:cubicBezTo>
                <a:cubicBezTo>
                  <a:pt x="41602" y="2283"/>
                  <a:pt x="41578" y="2282"/>
                  <a:pt x="41553" y="2282"/>
                </a:cubicBezTo>
                <a:cubicBezTo>
                  <a:pt x="41478" y="2282"/>
                  <a:pt x="41394" y="2295"/>
                  <a:pt x="41349" y="2322"/>
                </a:cubicBezTo>
                <a:cubicBezTo>
                  <a:pt x="41174" y="2394"/>
                  <a:pt x="40830" y="2484"/>
                  <a:pt x="40655" y="2484"/>
                </a:cubicBezTo>
                <a:cubicBezTo>
                  <a:pt x="40628" y="2484"/>
                  <a:pt x="40605" y="2482"/>
                  <a:pt x="40587" y="2477"/>
                </a:cubicBezTo>
                <a:cubicBezTo>
                  <a:pt x="40577" y="2475"/>
                  <a:pt x="40568" y="2474"/>
                  <a:pt x="40558" y="2474"/>
                </a:cubicBezTo>
                <a:cubicBezTo>
                  <a:pt x="40500" y="2474"/>
                  <a:pt x="40456" y="2504"/>
                  <a:pt x="40456" y="2524"/>
                </a:cubicBezTo>
                <a:cubicBezTo>
                  <a:pt x="40432" y="2584"/>
                  <a:pt x="40063" y="2739"/>
                  <a:pt x="39944" y="2739"/>
                </a:cubicBezTo>
                <a:cubicBezTo>
                  <a:pt x="39896" y="2739"/>
                  <a:pt x="39813" y="2739"/>
                  <a:pt x="39742" y="2751"/>
                </a:cubicBezTo>
                <a:cubicBezTo>
                  <a:pt x="39717" y="2754"/>
                  <a:pt x="39694" y="2756"/>
                  <a:pt x="39672" y="2756"/>
                </a:cubicBezTo>
                <a:cubicBezTo>
                  <a:pt x="39620" y="2756"/>
                  <a:pt x="39580" y="2747"/>
                  <a:pt x="39563" y="2739"/>
                </a:cubicBezTo>
                <a:cubicBezTo>
                  <a:pt x="39548" y="2729"/>
                  <a:pt x="39527" y="2723"/>
                  <a:pt x="39503" y="2723"/>
                </a:cubicBezTo>
                <a:cubicBezTo>
                  <a:pt x="39468" y="2723"/>
                  <a:pt x="39426" y="2735"/>
                  <a:pt x="39384" y="2763"/>
                </a:cubicBezTo>
                <a:cubicBezTo>
                  <a:pt x="39301" y="2798"/>
                  <a:pt x="39206" y="2822"/>
                  <a:pt x="39146" y="2822"/>
                </a:cubicBezTo>
                <a:cubicBezTo>
                  <a:pt x="38932" y="2822"/>
                  <a:pt x="38622" y="2882"/>
                  <a:pt x="38622" y="2929"/>
                </a:cubicBezTo>
                <a:cubicBezTo>
                  <a:pt x="38622" y="2941"/>
                  <a:pt x="38515" y="2977"/>
                  <a:pt x="38396" y="2977"/>
                </a:cubicBezTo>
                <a:cubicBezTo>
                  <a:pt x="38265" y="2977"/>
                  <a:pt x="38170" y="3001"/>
                  <a:pt x="38158" y="3060"/>
                </a:cubicBezTo>
                <a:cubicBezTo>
                  <a:pt x="38150" y="3092"/>
                  <a:pt x="38142" y="3108"/>
                  <a:pt x="38131" y="3108"/>
                </a:cubicBezTo>
                <a:cubicBezTo>
                  <a:pt x="38125" y="3108"/>
                  <a:pt x="38118" y="3104"/>
                  <a:pt x="38110" y="3096"/>
                </a:cubicBezTo>
                <a:cubicBezTo>
                  <a:pt x="38103" y="3072"/>
                  <a:pt x="38062" y="3061"/>
                  <a:pt x="38005" y="3061"/>
                </a:cubicBezTo>
                <a:cubicBezTo>
                  <a:pt x="37867" y="3061"/>
                  <a:pt x="37640" y="3120"/>
                  <a:pt x="37598" y="3179"/>
                </a:cubicBezTo>
                <a:cubicBezTo>
                  <a:pt x="37569" y="3209"/>
                  <a:pt x="37523" y="3230"/>
                  <a:pt x="37482" y="3230"/>
                </a:cubicBezTo>
                <a:cubicBezTo>
                  <a:pt x="37473" y="3230"/>
                  <a:pt x="37464" y="3229"/>
                  <a:pt x="37456" y="3227"/>
                </a:cubicBezTo>
                <a:cubicBezTo>
                  <a:pt x="37430" y="3219"/>
                  <a:pt x="37394" y="3216"/>
                  <a:pt x="37353" y="3216"/>
                </a:cubicBezTo>
                <a:cubicBezTo>
                  <a:pt x="37199" y="3216"/>
                  <a:pt x="36974" y="3261"/>
                  <a:pt x="36955" y="3298"/>
                </a:cubicBezTo>
                <a:cubicBezTo>
                  <a:pt x="36947" y="3325"/>
                  <a:pt x="36857" y="3339"/>
                  <a:pt x="36743" y="3339"/>
                </a:cubicBezTo>
                <a:cubicBezTo>
                  <a:pt x="36705" y="3339"/>
                  <a:pt x="36664" y="3337"/>
                  <a:pt x="36622" y="3334"/>
                </a:cubicBezTo>
                <a:cubicBezTo>
                  <a:pt x="36589" y="3329"/>
                  <a:pt x="36550" y="3327"/>
                  <a:pt x="36509" y="3327"/>
                </a:cubicBezTo>
                <a:cubicBezTo>
                  <a:pt x="36355" y="3327"/>
                  <a:pt x="36158" y="3359"/>
                  <a:pt x="36027" y="3406"/>
                </a:cubicBezTo>
                <a:cubicBezTo>
                  <a:pt x="35872" y="3453"/>
                  <a:pt x="35693" y="3477"/>
                  <a:pt x="35646" y="3477"/>
                </a:cubicBezTo>
                <a:cubicBezTo>
                  <a:pt x="35586" y="3477"/>
                  <a:pt x="35539" y="3477"/>
                  <a:pt x="35539" y="3513"/>
                </a:cubicBezTo>
                <a:cubicBezTo>
                  <a:pt x="35539" y="3536"/>
                  <a:pt x="35431" y="3548"/>
                  <a:pt x="35336" y="3548"/>
                </a:cubicBezTo>
                <a:cubicBezTo>
                  <a:pt x="35217" y="3548"/>
                  <a:pt x="35003" y="3608"/>
                  <a:pt x="34860" y="3691"/>
                </a:cubicBezTo>
                <a:cubicBezTo>
                  <a:pt x="34705" y="3763"/>
                  <a:pt x="34515" y="3810"/>
                  <a:pt x="34419" y="3810"/>
                </a:cubicBezTo>
                <a:cubicBezTo>
                  <a:pt x="34401" y="3805"/>
                  <a:pt x="34381" y="3803"/>
                  <a:pt x="34360" y="3803"/>
                </a:cubicBezTo>
                <a:cubicBezTo>
                  <a:pt x="34287" y="3803"/>
                  <a:pt x="34204" y="3833"/>
                  <a:pt x="34157" y="3870"/>
                </a:cubicBezTo>
                <a:cubicBezTo>
                  <a:pt x="34098" y="3906"/>
                  <a:pt x="34003" y="3941"/>
                  <a:pt x="33943" y="3941"/>
                </a:cubicBezTo>
                <a:cubicBezTo>
                  <a:pt x="33939" y="3941"/>
                  <a:pt x="33934" y="3941"/>
                  <a:pt x="33928" y="3941"/>
                </a:cubicBezTo>
                <a:cubicBezTo>
                  <a:pt x="33778" y="3941"/>
                  <a:pt x="33192" y="4086"/>
                  <a:pt x="33169" y="4132"/>
                </a:cubicBezTo>
                <a:cubicBezTo>
                  <a:pt x="33169" y="4138"/>
                  <a:pt x="33160" y="4141"/>
                  <a:pt x="33141" y="4141"/>
                </a:cubicBezTo>
                <a:cubicBezTo>
                  <a:pt x="33122" y="4141"/>
                  <a:pt x="33092" y="4138"/>
                  <a:pt x="33050" y="4132"/>
                </a:cubicBezTo>
                <a:cubicBezTo>
                  <a:pt x="33020" y="4120"/>
                  <a:pt x="32985" y="4114"/>
                  <a:pt x="32949" y="4114"/>
                </a:cubicBezTo>
                <a:cubicBezTo>
                  <a:pt x="32913" y="4114"/>
                  <a:pt x="32878" y="4120"/>
                  <a:pt x="32848" y="4132"/>
                </a:cubicBezTo>
                <a:cubicBezTo>
                  <a:pt x="32788" y="4168"/>
                  <a:pt x="32669" y="4179"/>
                  <a:pt x="32574" y="4179"/>
                </a:cubicBezTo>
                <a:cubicBezTo>
                  <a:pt x="32491" y="4179"/>
                  <a:pt x="32300" y="4203"/>
                  <a:pt x="32145" y="4239"/>
                </a:cubicBezTo>
                <a:cubicBezTo>
                  <a:pt x="32050" y="4263"/>
                  <a:pt x="31976" y="4275"/>
                  <a:pt x="31918" y="4275"/>
                </a:cubicBezTo>
                <a:cubicBezTo>
                  <a:pt x="31860" y="4275"/>
                  <a:pt x="31818" y="4263"/>
                  <a:pt x="31788" y="4239"/>
                </a:cubicBezTo>
                <a:cubicBezTo>
                  <a:pt x="31760" y="4216"/>
                  <a:pt x="31732" y="4205"/>
                  <a:pt x="31701" y="4205"/>
                </a:cubicBezTo>
                <a:cubicBezTo>
                  <a:pt x="31667" y="4205"/>
                  <a:pt x="31630" y="4219"/>
                  <a:pt x="31586" y="4251"/>
                </a:cubicBezTo>
                <a:cubicBezTo>
                  <a:pt x="31521" y="4297"/>
                  <a:pt x="31428" y="4315"/>
                  <a:pt x="31300" y="4315"/>
                </a:cubicBezTo>
                <a:cubicBezTo>
                  <a:pt x="31264" y="4315"/>
                  <a:pt x="31224" y="4313"/>
                  <a:pt x="31181" y="4310"/>
                </a:cubicBezTo>
                <a:cubicBezTo>
                  <a:pt x="31112" y="4305"/>
                  <a:pt x="31043" y="4303"/>
                  <a:pt x="30981" y="4303"/>
                </a:cubicBezTo>
                <a:cubicBezTo>
                  <a:pt x="30895" y="4303"/>
                  <a:pt x="30823" y="4308"/>
                  <a:pt x="30788" y="4322"/>
                </a:cubicBezTo>
                <a:cubicBezTo>
                  <a:pt x="30728" y="4346"/>
                  <a:pt x="30645" y="4382"/>
                  <a:pt x="30586" y="4406"/>
                </a:cubicBezTo>
                <a:cubicBezTo>
                  <a:pt x="30526" y="4429"/>
                  <a:pt x="30407" y="4429"/>
                  <a:pt x="30336" y="4429"/>
                </a:cubicBezTo>
                <a:cubicBezTo>
                  <a:pt x="30321" y="4427"/>
                  <a:pt x="30303" y="4426"/>
                  <a:pt x="30283" y="4426"/>
                </a:cubicBezTo>
                <a:cubicBezTo>
                  <a:pt x="30183" y="4426"/>
                  <a:pt x="30017" y="4450"/>
                  <a:pt x="29859" y="4489"/>
                </a:cubicBezTo>
                <a:cubicBezTo>
                  <a:pt x="29681" y="4537"/>
                  <a:pt x="29359" y="4596"/>
                  <a:pt x="29181" y="4644"/>
                </a:cubicBezTo>
                <a:cubicBezTo>
                  <a:pt x="28990" y="4679"/>
                  <a:pt x="28823" y="4727"/>
                  <a:pt x="28812" y="4739"/>
                </a:cubicBezTo>
                <a:cubicBezTo>
                  <a:pt x="28806" y="4751"/>
                  <a:pt x="28791" y="4757"/>
                  <a:pt x="28774" y="4757"/>
                </a:cubicBezTo>
                <a:cubicBezTo>
                  <a:pt x="28758" y="4757"/>
                  <a:pt x="28740" y="4751"/>
                  <a:pt x="28728" y="4739"/>
                </a:cubicBezTo>
                <a:cubicBezTo>
                  <a:pt x="28720" y="4736"/>
                  <a:pt x="28707" y="4735"/>
                  <a:pt x="28689" y="4735"/>
                </a:cubicBezTo>
                <a:cubicBezTo>
                  <a:pt x="28628" y="4735"/>
                  <a:pt x="28515" y="4752"/>
                  <a:pt x="28395" y="4799"/>
                </a:cubicBezTo>
                <a:cubicBezTo>
                  <a:pt x="28283" y="4836"/>
                  <a:pt x="28157" y="4866"/>
                  <a:pt x="28085" y="4866"/>
                </a:cubicBezTo>
                <a:cubicBezTo>
                  <a:pt x="28064" y="4866"/>
                  <a:pt x="28048" y="4863"/>
                  <a:pt x="28038" y="4858"/>
                </a:cubicBezTo>
                <a:cubicBezTo>
                  <a:pt x="28024" y="4855"/>
                  <a:pt x="28005" y="4854"/>
                  <a:pt x="27983" y="4854"/>
                </a:cubicBezTo>
                <a:cubicBezTo>
                  <a:pt x="27911" y="4854"/>
                  <a:pt x="27802" y="4869"/>
                  <a:pt x="27692" y="4906"/>
                </a:cubicBezTo>
                <a:cubicBezTo>
                  <a:pt x="27532" y="4959"/>
                  <a:pt x="27411" y="4986"/>
                  <a:pt x="27275" y="4986"/>
                </a:cubicBezTo>
                <a:cubicBezTo>
                  <a:pt x="27230" y="4986"/>
                  <a:pt x="27183" y="4983"/>
                  <a:pt x="27133" y="4977"/>
                </a:cubicBezTo>
                <a:cubicBezTo>
                  <a:pt x="27097" y="4977"/>
                  <a:pt x="27073" y="5013"/>
                  <a:pt x="27073" y="5037"/>
                </a:cubicBezTo>
                <a:cubicBezTo>
                  <a:pt x="27073" y="5066"/>
                  <a:pt x="27025" y="5087"/>
                  <a:pt x="26955" y="5087"/>
                </a:cubicBezTo>
                <a:cubicBezTo>
                  <a:pt x="26940" y="5087"/>
                  <a:pt x="26923" y="5086"/>
                  <a:pt x="26907" y="5084"/>
                </a:cubicBezTo>
                <a:cubicBezTo>
                  <a:pt x="26823" y="5084"/>
                  <a:pt x="26645" y="5096"/>
                  <a:pt x="26490" y="5120"/>
                </a:cubicBezTo>
                <a:cubicBezTo>
                  <a:pt x="26406" y="5134"/>
                  <a:pt x="26318" y="5140"/>
                  <a:pt x="26248" y="5140"/>
                </a:cubicBezTo>
                <a:cubicBezTo>
                  <a:pt x="26198" y="5140"/>
                  <a:pt x="26157" y="5137"/>
                  <a:pt x="26133" y="5132"/>
                </a:cubicBezTo>
                <a:cubicBezTo>
                  <a:pt x="26115" y="5128"/>
                  <a:pt x="26095" y="5125"/>
                  <a:pt x="26074" y="5125"/>
                </a:cubicBezTo>
                <a:cubicBezTo>
                  <a:pt x="26039" y="5125"/>
                  <a:pt x="26005" y="5133"/>
                  <a:pt x="25990" y="5156"/>
                </a:cubicBezTo>
                <a:cubicBezTo>
                  <a:pt x="25960" y="5185"/>
                  <a:pt x="25899" y="5206"/>
                  <a:pt x="25831" y="5206"/>
                </a:cubicBezTo>
                <a:cubicBezTo>
                  <a:pt x="25817" y="5206"/>
                  <a:pt x="25802" y="5205"/>
                  <a:pt x="25787" y="5203"/>
                </a:cubicBezTo>
                <a:cubicBezTo>
                  <a:pt x="25773" y="5201"/>
                  <a:pt x="25758" y="5200"/>
                  <a:pt x="25743" y="5200"/>
                </a:cubicBezTo>
                <a:cubicBezTo>
                  <a:pt x="25669" y="5200"/>
                  <a:pt x="25587" y="5223"/>
                  <a:pt x="25537" y="5263"/>
                </a:cubicBezTo>
                <a:cubicBezTo>
                  <a:pt x="25488" y="5302"/>
                  <a:pt x="25398" y="5325"/>
                  <a:pt x="25294" y="5325"/>
                </a:cubicBezTo>
                <a:cubicBezTo>
                  <a:pt x="25272" y="5325"/>
                  <a:pt x="25250" y="5324"/>
                  <a:pt x="25228" y="5322"/>
                </a:cubicBezTo>
                <a:cubicBezTo>
                  <a:pt x="25201" y="5319"/>
                  <a:pt x="25172" y="5318"/>
                  <a:pt x="25143" y="5318"/>
                </a:cubicBezTo>
                <a:cubicBezTo>
                  <a:pt x="25054" y="5318"/>
                  <a:pt x="24963" y="5331"/>
                  <a:pt x="24918" y="5358"/>
                </a:cubicBezTo>
                <a:cubicBezTo>
                  <a:pt x="24808" y="5404"/>
                  <a:pt x="24181" y="5457"/>
                  <a:pt x="23872" y="5457"/>
                </a:cubicBezTo>
                <a:cubicBezTo>
                  <a:pt x="23781" y="5457"/>
                  <a:pt x="23717" y="5452"/>
                  <a:pt x="23704" y="5441"/>
                </a:cubicBezTo>
                <a:cubicBezTo>
                  <a:pt x="23701" y="5439"/>
                  <a:pt x="23695" y="5437"/>
                  <a:pt x="23686" y="5437"/>
                </a:cubicBezTo>
                <a:cubicBezTo>
                  <a:pt x="23659" y="5437"/>
                  <a:pt x="23606" y="5453"/>
                  <a:pt x="23561" y="5489"/>
                </a:cubicBezTo>
                <a:cubicBezTo>
                  <a:pt x="23501" y="5537"/>
                  <a:pt x="23251" y="5572"/>
                  <a:pt x="22906" y="5572"/>
                </a:cubicBezTo>
                <a:cubicBezTo>
                  <a:pt x="22608" y="5596"/>
                  <a:pt x="22323" y="5620"/>
                  <a:pt x="22275" y="5632"/>
                </a:cubicBezTo>
                <a:cubicBezTo>
                  <a:pt x="22239" y="5668"/>
                  <a:pt x="22096" y="5680"/>
                  <a:pt x="21977" y="5680"/>
                </a:cubicBezTo>
                <a:cubicBezTo>
                  <a:pt x="21858" y="5680"/>
                  <a:pt x="21739" y="5692"/>
                  <a:pt x="21715" y="5715"/>
                </a:cubicBezTo>
                <a:cubicBezTo>
                  <a:pt x="21669" y="5750"/>
                  <a:pt x="20935" y="5906"/>
                  <a:pt x="20788" y="5906"/>
                </a:cubicBezTo>
                <a:cubicBezTo>
                  <a:pt x="20783" y="5906"/>
                  <a:pt x="20779" y="5906"/>
                  <a:pt x="20775" y="5906"/>
                </a:cubicBezTo>
                <a:cubicBezTo>
                  <a:pt x="20751" y="5906"/>
                  <a:pt x="20668" y="5930"/>
                  <a:pt x="20608" y="5965"/>
                </a:cubicBezTo>
                <a:cubicBezTo>
                  <a:pt x="20555" y="5987"/>
                  <a:pt x="20493" y="6027"/>
                  <a:pt x="20446" y="6027"/>
                </a:cubicBezTo>
                <a:cubicBezTo>
                  <a:pt x="20440" y="6027"/>
                  <a:pt x="20435" y="6026"/>
                  <a:pt x="20430" y="6025"/>
                </a:cubicBezTo>
                <a:cubicBezTo>
                  <a:pt x="20394" y="6025"/>
                  <a:pt x="20287" y="6049"/>
                  <a:pt x="20191" y="6096"/>
                </a:cubicBezTo>
                <a:cubicBezTo>
                  <a:pt x="20119" y="6133"/>
                  <a:pt x="20046" y="6148"/>
                  <a:pt x="19994" y="6148"/>
                </a:cubicBezTo>
                <a:cubicBezTo>
                  <a:pt x="19978" y="6148"/>
                  <a:pt x="19965" y="6147"/>
                  <a:pt x="19953" y="6144"/>
                </a:cubicBezTo>
                <a:cubicBezTo>
                  <a:pt x="19935" y="6138"/>
                  <a:pt x="19915" y="6135"/>
                  <a:pt x="19894" y="6135"/>
                </a:cubicBezTo>
                <a:cubicBezTo>
                  <a:pt x="19873" y="6135"/>
                  <a:pt x="19852" y="6138"/>
                  <a:pt x="19834" y="6144"/>
                </a:cubicBezTo>
                <a:cubicBezTo>
                  <a:pt x="19820" y="6158"/>
                  <a:pt x="19778" y="6164"/>
                  <a:pt x="19721" y="6164"/>
                </a:cubicBezTo>
                <a:cubicBezTo>
                  <a:pt x="19681" y="6164"/>
                  <a:pt x="19634" y="6161"/>
                  <a:pt x="19584" y="6156"/>
                </a:cubicBezTo>
                <a:cubicBezTo>
                  <a:pt x="19564" y="6154"/>
                  <a:pt x="19543" y="6153"/>
                  <a:pt x="19521" y="6153"/>
                </a:cubicBezTo>
                <a:cubicBezTo>
                  <a:pt x="19412" y="6153"/>
                  <a:pt x="19283" y="6178"/>
                  <a:pt x="19203" y="6227"/>
                </a:cubicBezTo>
                <a:cubicBezTo>
                  <a:pt x="19117" y="6270"/>
                  <a:pt x="19031" y="6301"/>
                  <a:pt x="18953" y="6301"/>
                </a:cubicBezTo>
                <a:cubicBezTo>
                  <a:pt x="18924" y="6301"/>
                  <a:pt x="18896" y="6297"/>
                  <a:pt x="18870" y="6287"/>
                </a:cubicBezTo>
                <a:cubicBezTo>
                  <a:pt x="18791" y="6264"/>
                  <a:pt x="18672" y="6253"/>
                  <a:pt x="18558" y="6253"/>
                </a:cubicBezTo>
                <a:cubicBezTo>
                  <a:pt x="18378" y="6253"/>
                  <a:pt x="18208" y="6279"/>
                  <a:pt x="18215" y="6323"/>
                </a:cubicBezTo>
                <a:cubicBezTo>
                  <a:pt x="18222" y="6356"/>
                  <a:pt x="18176" y="6371"/>
                  <a:pt x="18104" y="6371"/>
                </a:cubicBezTo>
                <a:cubicBezTo>
                  <a:pt x="18049" y="6371"/>
                  <a:pt x="17978" y="6362"/>
                  <a:pt x="17905" y="6346"/>
                </a:cubicBezTo>
                <a:cubicBezTo>
                  <a:pt x="17881" y="6342"/>
                  <a:pt x="17854" y="6340"/>
                  <a:pt x="17825" y="6340"/>
                </a:cubicBezTo>
                <a:cubicBezTo>
                  <a:pt x="17701" y="6340"/>
                  <a:pt x="17558" y="6377"/>
                  <a:pt x="17548" y="6406"/>
                </a:cubicBezTo>
                <a:cubicBezTo>
                  <a:pt x="17541" y="6458"/>
                  <a:pt x="17473" y="6487"/>
                  <a:pt x="17378" y="6487"/>
                </a:cubicBezTo>
                <a:cubicBezTo>
                  <a:pt x="17320" y="6487"/>
                  <a:pt x="17251" y="6476"/>
                  <a:pt x="17179" y="6454"/>
                </a:cubicBezTo>
                <a:cubicBezTo>
                  <a:pt x="17143" y="6444"/>
                  <a:pt x="17103" y="6441"/>
                  <a:pt x="17063" y="6441"/>
                </a:cubicBezTo>
                <a:cubicBezTo>
                  <a:pt x="16998" y="6441"/>
                  <a:pt x="16933" y="6451"/>
                  <a:pt x="16882" y="6465"/>
                </a:cubicBezTo>
                <a:cubicBezTo>
                  <a:pt x="16820" y="6488"/>
                  <a:pt x="16773" y="6502"/>
                  <a:pt x="16748" y="6502"/>
                </a:cubicBezTo>
                <a:cubicBezTo>
                  <a:pt x="16734" y="6502"/>
                  <a:pt x="16727" y="6498"/>
                  <a:pt x="16727" y="6489"/>
                </a:cubicBezTo>
                <a:cubicBezTo>
                  <a:pt x="16727" y="6471"/>
                  <a:pt x="16721" y="6462"/>
                  <a:pt x="16710" y="6462"/>
                </a:cubicBezTo>
                <a:cubicBezTo>
                  <a:pt x="16700" y="6462"/>
                  <a:pt x="16685" y="6471"/>
                  <a:pt x="16667" y="6489"/>
                </a:cubicBezTo>
                <a:cubicBezTo>
                  <a:pt x="16643" y="6513"/>
                  <a:pt x="16465" y="6525"/>
                  <a:pt x="16298" y="6549"/>
                </a:cubicBezTo>
                <a:cubicBezTo>
                  <a:pt x="16131" y="6561"/>
                  <a:pt x="15989" y="6584"/>
                  <a:pt x="15965" y="6608"/>
                </a:cubicBezTo>
                <a:cubicBezTo>
                  <a:pt x="15965" y="6620"/>
                  <a:pt x="15956" y="6626"/>
                  <a:pt x="15939" y="6626"/>
                </a:cubicBezTo>
                <a:cubicBezTo>
                  <a:pt x="15923" y="6626"/>
                  <a:pt x="15899" y="6620"/>
                  <a:pt x="15869" y="6608"/>
                </a:cubicBezTo>
                <a:cubicBezTo>
                  <a:pt x="15853" y="6598"/>
                  <a:pt x="15837" y="6594"/>
                  <a:pt x="15821" y="6594"/>
                </a:cubicBezTo>
                <a:cubicBezTo>
                  <a:pt x="15779" y="6594"/>
                  <a:pt x="15741" y="6625"/>
                  <a:pt x="15715" y="6668"/>
                </a:cubicBezTo>
                <a:cubicBezTo>
                  <a:pt x="15691" y="6727"/>
                  <a:pt x="15703" y="6763"/>
                  <a:pt x="15750" y="6763"/>
                </a:cubicBezTo>
                <a:cubicBezTo>
                  <a:pt x="15786" y="6763"/>
                  <a:pt x="15667" y="6811"/>
                  <a:pt x="15488" y="6846"/>
                </a:cubicBezTo>
                <a:cubicBezTo>
                  <a:pt x="15349" y="6864"/>
                  <a:pt x="15222" y="6875"/>
                  <a:pt x="15160" y="6875"/>
                </a:cubicBezTo>
                <a:cubicBezTo>
                  <a:pt x="15137" y="6875"/>
                  <a:pt x="15123" y="6873"/>
                  <a:pt x="15119" y="6870"/>
                </a:cubicBezTo>
                <a:cubicBezTo>
                  <a:pt x="15093" y="6838"/>
                  <a:pt x="14934" y="6819"/>
                  <a:pt x="14786" y="6819"/>
                </a:cubicBezTo>
                <a:cubicBezTo>
                  <a:pt x="14665" y="6819"/>
                  <a:pt x="14551" y="6832"/>
                  <a:pt x="14524" y="6858"/>
                </a:cubicBezTo>
                <a:cubicBezTo>
                  <a:pt x="14512" y="6870"/>
                  <a:pt x="14485" y="6876"/>
                  <a:pt x="14453" y="6876"/>
                </a:cubicBezTo>
                <a:cubicBezTo>
                  <a:pt x="14420" y="6876"/>
                  <a:pt x="14381" y="6870"/>
                  <a:pt x="14345" y="6858"/>
                </a:cubicBezTo>
                <a:cubicBezTo>
                  <a:pt x="14324" y="6845"/>
                  <a:pt x="14300" y="6840"/>
                  <a:pt x="14277" y="6840"/>
                </a:cubicBezTo>
                <a:cubicBezTo>
                  <a:pt x="14238" y="6840"/>
                  <a:pt x="14201" y="6855"/>
                  <a:pt x="14179" y="6870"/>
                </a:cubicBezTo>
                <a:cubicBezTo>
                  <a:pt x="14165" y="6891"/>
                  <a:pt x="14123" y="6904"/>
                  <a:pt x="14065" y="6904"/>
                </a:cubicBezTo>
                <a:cubicBezTo>
                  <a:pt x="14022" y="6904"/>
                  <a:pt x="13972" y="6897"/>
                  <a:pt x="13917" y="6882"/>
                </a:cubicBezTo>
                <a:cubicBezTo>
                  <a:pt x="13873" y="6874"/>
                  <a:pt x="13831" y="6870"/>
                  <a:pt x="13792" y="6870"/>
                </a:cubicBezTo>
                <a:cubicBezTo>
                  <a:pt x="13714" y="6870"/>
                  <a:pt x="13651" y="6886"/>
                  <a:pt x="13619" y="6918"/>
                </a:cubicBezTo>
                <a:cubicBezTo>
                  <a:pt x="13585" y="6946"/>
                  <a:pt x="13562" y="6961"/>
                  <a:pt x="13540" y="6961"/>
                </a:cubicBezTo>
                <a:cubicBezTo>
                  <a:pt x="13517" y="6961"/>
                  <a:pt x="13496" y="6943"/>
                  <a:pt x="13464" y="6906"/>
                </a:cubicBezTo>
                <a:cubicBezTo>
                  <a:pt x="13449" y="6880"/>
                  <a:pt x="13435" y="6865"/>
                  <a:pt x="13424" y="6865"/>
                </a:cubicBezTo>
                <a:cubicBezTo>
                  <a:pt x="13410" y="6865"/>
                  <a:pt x="13400" y="6888"/>
                  <a:pt x="13393" y="6942"/>
                </a:cubicBezTo>
                <a:cubicBezTo>
                  <a:pt x="13385" y="6996"/>
                  <a:pt x="13377" y="7020"/>
                  <a:pt x="13363" y="7020"/>
                </a:cubicBezTo>
                <a:cubicBezTo>
                  <a:pt x="13355" y="7020"/>
                  <a:pt x="13346" y="7014"/>
                  <a:pt x="13333" y="7001"/>
                </a:cubicBezTo>
                <a:cubicBezTo>
                  <a:pt x="13318" y="6978"/>
                  <a:pt x="13287" y="6960"/>
                  <a:pt x="13245" y="6960"/>
                </a:cubicBezTo>
                <a:cubicBezTo>
                  <a:pt x="13222" y="6960"/>
                  <a:pt x="13196" y="6965"/>
                  <a:pt x="13167" y="6977"/>
                </a:cubicBezTo>
                <a:cubicBezTo>
                  <a:pt x="13107" y="6989"/>
                  <a:pt x="12976" y="6989"/>
                  <a:pt x="12893" y="6989"/>
                </a:cubicBezTo>
                <a:cubicBezTo>
                  <a:pt x="12865" y="6986"/>
                  <a:pt x="12839" y="6984"/>
                  <a:pt x="12816" y="6984"/>
                </a:cubicBezTo>
                <a:cubicBezTo>
                  <a:pt x="12761" y="6984"/>
                  <a:pt x="12723" y="6993"/>
                  <a:pt x="12714" y="7001"/>
                </a:cubicBezTo>
                <a:cubicBezTo>
                  <a:pt x="12714" y="7037"/>
                  <a:pt x="12619" y="7049"/>
                  <a:pt x="12512" y="7049"/>
                </a:cubicBezTo>
                <a:cubicBezTo>
                  <a:pt x="12417" y="7049"/>
                  <a:pt x="12321" y="7085"/>
                  <a:pt x="12321" y="7096"/>
                </a:cubicBezTo>
                <a:cubicBezTo>
                  <a:pt x="12321" y="7113"/>
                  <a:pt x="12292" y="7130"/>
                  <a:pt x="12253" y="7130"/>
                </a:cubicBezTo>
                <a:cubicBezTo>
                  <a:pt x="12237" y="7130"/>
                  <a:pt x="12220" y="7127"/>
                  <a:pt x="12202" y="7120"/>
                </a:cubicBezTo>
                <a:cubicBezTo>
                  <a:pt x="12196" y="7119"/>
                  <a:pt x="12190" y="7118"/>
                  <a:pt x="12184" y="7118"/>
                </a:cubicBezTo>
                <a:cubicBezTo>
                  <a:pt x="12131" y="7118"/>
                  <a:pt x="12082" y="7162"/>
                  <a:pt x="12071" y="7216"/>
                </a:cubicBezTo>
                <a:lnTo>
                  <a:pt x="12059" y="7323"/>
                </a:lnTo>
                <a:lnTo>
                  <a:pt x="12000" y="7204"/>
                </a:lnTo>
                <a:cubicBezTo>
                  <a:pt x="11968" y="7131"/>
                  <a:pt x="11941" y="7102"/>
                  <a:pt x="11890" y="7102"/>
                </a:cubicBezTo>
                <a:cubicBezTo>
                  <a:pt x="11866" y="7102"/>
                  <a:pt x="11836" y="7109"/>
                  <a:pt x="11798" y="7120"/>
                </a:cubicBezTo>
                <a:cubicBezTo>
                  <a:pt x="11726" y="7156"/>
                  <a:pt x="11643" y="7180"/>
                  <a:pt x="11607" y="7216"/>
                </a:cubicBezTo>
                <a:cubicBezTo>
                  <a:pt x="11575" y="7241"/>
                  <a:pt x="11506" y="7253"/>
                  <a:pt x="11400" y="7253"/>
                </a:cubicBezTo>
                <a:cubicBezTo>
                  <a:pt x="11309" y="7253"/>
                  <a:pt x="11191" y="7244"/>
                  <a:pt x="11047" y="7227"/>
                </a:cubicBezTo>
                <a:cubicBezTo>
                  <a:pt x="11008" y="7225"/>
                  <a:pt x="10974" y="7223"/>
                  <a:pt x="10945" y="7223"/>
                </a:cubicBezTo>
                <a:cubicBezTo>
                  <a:pt x="10851" y="7223"/>
                  <a:pt x="10809" y="7239"/>
                  <a:pt x="10809" y="7275"/>
                </a:cubicBezTo>
                <a:cubicBezTo>
                  <a:pt x="10809" y="7311"/>
                  <a:pt x="10782" y="7327"/>
                  <a:pt x="10747" y="7327"/>
                </a:cubicBezTo>
                <a:cubicBezTo>
                  <a:pt x="10737" y="7327"/>
                  <a:pt x="10725" y="7325"/>
                  <a:pt x="10714" y="7323"/>
                </a:cubicBezTo>
                <a:cubicBezTo>
                  <a:pt x="10698" y="7316"/>
                  <a:pt x="10679" y="7312"/>
                  <a:pt x="10658" y="7312"/>
                </a:cubicBezTo>
                <a:cubicBezTo>
                  <a:pt x="10536" y="7312"/>
                  <a:pt x="10356" y="7415"/>
                  <a:pt x="10416" y="7466"/>
                </a:cubicBezTo>
                <a:cubicBezTo>
                  <a:pt x="10421" y="7470"/>
                  <a:pt x="10418" y="7473"/>
                  <a:pt x="10406" y="7473"/>
                </a:cubicBezTo>
                <a:cubicBezTo>
                  <a:pt x="10389" y="7473"/>
                  <a:pt x="10353" y="7468"/>
                  <a:pt x="10297" y="7454"/>
                </a:cubicBezTo>
                <a:cubicBezTo>
                  <a:pt x="10245" y="7433"/>
                  <a:pt x="10200" y="7423"/>
                  <a:pt x="10156" y="7423"/>
                </a:cubicBezTo>
                <a:cubicBezTo>
                  <a:pt x="10101" y="7423"/>
                  <a:pt x="10048" y="7439"/>
                  <a:pt x="9988" y="7466"/>
                </a:cubicBezTo>
                <a:cubicBezTo>
                  <a:pt x="9937" y="7491"/>
                  <a:pt x="9896" y="7503"/>
                  <a:pt x="9869" y="7503"/>
                </a:cubicBezTo>
                <a:cubicBezTo>
                  <a:pt x="9846" y="7503"/>
                  <a:pt x="9833" y="7494"/>
                  <a:pt x="9833" y="7477"/>
                </a:cubicBezTo>
                <a:cubicBezTo>
                  <a:pt x="9849" y="7429"/>
                  <a:pt x="9693" y="7391"/>
                  <a:pt x="9578" y="7391"/>
                </a:cubicBezTo>
                <a:cubicBezTo>
                  <a:pt x="9524" y="7391"/>
                  <a:pt x="9479" y="7399"/>
                  <a:pt x="9464" y="7418"/>
                </a:cubicBezTo>
                <a:cubicBezTo>
                  <a:pt x="9455" y="7445"/>
                  <a:pt x="9366" y="7458"/>
                  <a:pt x="9256" y="7458"/>
                </a:cubicBezTo>
                <a:cubicBezTo>
                  <a:pt x="9220" y="7458"/>
                  <a:pt x="9181" y="7457"/>
                  <a:pt x="9142" y="7454"/>
                </a:cubicBezTo>
                <a:cubicBezTo>
                  <a:pt x="9062" y="7445"/>
                  <a:pt x="8974" y="7441"/>
                  <a:pt x="8891" y="7441"/>
                </a:cubicBezTo>
                <a:cubicBezTo>
                  <a:pt x="8642" y="7441"/>
                  <a:pt x="8437" y="7474"/>
                  <a:pt x="8607" y="7501"/>
                </a:cubicBezTo>
                <a:cubicBezTo>
                  <a:pt x="8678" y="7513"/>
                  <a:pt x="8726" y="7561"/>
                  <a:pt x="8726" y="7597"/>
                </a:cubicBezTo>
                <a:cubicBezTo>
                  <a:pt x="8726" y="7644"/>
                  <a:pt x="8750" y="7704"/>
                  <a:pt x="8797" y="7716"/>
                </a:cubicBezTo>
                <a:cubicBezTo>
                  <a:pt x="8821" y="7727"/>
                  <a:pt x="8818" y="7733"/>
                  <a:pt x="8791" y="7733"/>
                </a:cubicBezTo>
                <a:cubicBezTo>
                  <a:pt x="8764" y="7733"/>
                  <a:pt x="8714" y="7727"/>
                  <a:pt x="8642" y="7716"/>
                </a:cubicBezTo>
                <a:cubicBezTo>
                  <a:pt x="8488" y="7692"/>
                  <a:pt x="8404" y="7656"/>
                  <a:pt x="8428" y="7597"/>
                </a:cubicBezTo>
                <a:cubicBezTo>
                  <a:pt x="8440" y="7537"/>
                  <a:pt x="8380" y="7513"/>
                  <a:pt x="8214" y="7501"/>
                </a:cubicBezTo>
                <a:cubicBezTo>
                  <a:pt x="8154" y="7493"/>
                  <a:pt x="8112" y="7488"/>
                  <a:pt x="8082" y="7488"/>
                </a:cubicBezTo>
                <a:cubicBezTo>
                  <a:pt x="8023" y="7488"/>
                  <a:pt x="8015" y="7509"/>
                  <a:pt x="8023" y="7573"/>
                </a:cubicBezTo>
                <a:cubicBezTo>
                  <a:pt x="8035" y="7632"/>
                  <a:pt x="7988" y="7692"/>
                  <a:pt x="7928" y="7716"/>
                </a:cubicBezTo>
                <a:cubicBezTo>
                  <a:pt x="7874" y="7742"/>
                  <a:pt x="7834" y="7756"/>
                  <a:pt x="7818" y="7756"/>
                </a:cubicBezTo>
                <a:cubicBezTo>
                  <a:pt x="7812" y="7756"/>
                  <a:pt x="7809" y="7754"/>
                  <a:pt x="7809" y="7751"/>
                </a:cubicBezTo>
                <a:cubicBezTo>
                  <a:pt x="7809" y="7748"/>
                  <a:pt x="7802" y="7747"/>
                  <a:pt x="7790" y="7747"/>
                </a:cubicBezTo>
                <a:cubicBezTo>
                  <a:pt x="7756" y="7747"/>
                  <a:pt x="7682" y="7758"/>
                  <a:pt x="7595" y="7775"/>
                </a:cubicBezTo>
                <a:cubicBezTo>
                  <a:pt x="7476" y="7811"/>
                  <a:pt x="7357" y="7858"/>
                  <a:pt x="7357" y="7870"/>
                </a:cubicBezTo>
                <a:cubicBezTo>
                  <a:pt x="7345" y="7899"/>
                  <a:pt x="7364" y="7914"/>
                  <a:pt x="7403" y="7914"/>
                </a:cubicBezTo>
                <a:cubicBezTo>
                  <a:pt x="7446" y="7914"/>
                  <a:pt x="7514" y="7896"/>
                  <a:pt x="7595" y="7858"/>
                </a:cubicBezTo>
                <a:cubicBezTo>
                  <a:pt x="7648" y="7832"/>
                  <a:pt x="7708" y="7818"/>
                  <a:pt x="7745" y="7818"/>
                </a:cubicBezTo>
                <a:cubicBezTo>
                  <a:pt x="7758" y="7818"/>
                  <a:pt x="7767" y="7820"/>
                  <a:pt x="7773" y="7823"/>
                </a:cubicBezTo>
                <a:cubicBezTo>
                  <a:pt x="7838" y="7888"/>
                  <a:pt x="7686" y="7993"/>
                  <a:pt x="7523" y="7993"/>
                </a:cubicBezTo>
                <a:cubicBezTo>
                  <a:pt x="7507" y="7993"/>
                  <a:pt x="7491" y="7992"/>
                  <a:pt x="7476" y="7989"/>
                </a:cubicBezTo>
                <a:cubicBezTo>
                  <a:pt x="7450" y="7986"/>
                  <a:pt x="7425" y="7985"/>
                  <a:pt x="7402" y="7985"/>
                </a:cubicBezTo>
                <a:cubicBezTo>
                  <a:pt x="7338" y="7985"/>
                  <a:pt x="7284" y="7996"/>
                  <a:pt x="7249" y="8013"/>
                </a:cubicBezTo>
                <a:cubicBezTo>
                  <a:pt x="7232" y="8031"/>
                  <a:pt x="7202" y="8040"/>
                  <a:pt x="7168" y="8040"/>
                </a:cubicBezTo>
                <a:cubicBezTo>
                  <a:pt x="7133" y="8040"/>
                  <a:pt x="7095" y="8031"/>
                  <a:pt x="7059" y="8013"/>
                </a:cubicBezTo>
                <a:cubicBezTo>
                  <a:pt x="7010" y="7998"/>
                  <a:pt x="6977" y="7990"/>
                  <a:pt x="6961" y="7990"/>
                </a:cubicBezTo>
                <a:cubicBezTo>
                  <a:pt x="6938" y="7990"/>
                  <a:pt x="6951" y="8007"/>
                  <a:pt x="6999" y="8049"/>
                </a:cubicBezTo>
                <a:cubicBezTo>
                  <a:pt x="7071" y="8120"/>
                  <a:pt x="7059" y="8132"/>
                  <a:pt x="6964" y="8156"/>
                </a:cubicBezTo>
                <a:cubicBezTo>
                  <a:pt x="6955" y="8158"/>
                  <a:pt x="6946" y="8158"/>
                  <a:pt x="6938" y="8158"/>
                </a:cubicBezTo>
                <a:cubicBezTo>
                  <a:pt x="6884" y="8158"/>
                  <a:pt x="6856" y="8123"/>
                  <a:pt x="6856" y="8061"/>
                </a:cubicBezTo>
                <a:cubicBezTo>
                  <a:pt x="6874" y="7981"/>
                  <a:pt x="6748" y="7915"/>
                  <a:pt x="6643" y="7915"/>
                </a:cubicBezTo>
                <a:cubicBezTo>
                  <a:pt x="6606" y="7915"/>
                  <a:pt x="6572" y="7923"/>
                  <a:pt x="6547" y="7942"/>
                </a:cubicBezTo>
                <a:cubicBezTo>
                  <a:pt x="6523" y="7954"/>
                  <a:pt x="6559" y="7989"/>
                  <a:pt x="6654" y="8001"/>
                </a:cubicBezTo>
                <a:cubicBezTo>
                  <a:pt x="6737" y="8013"/>
                  <a:pt x="6797" y="8049"/>
                  <a:pt x="6797" y="8073"/>
                </a:cubicBezTo>
                <a:cubicBezTo>
                  <a:pt x="6797" y="8108"/>
                  <a:pt x="6797" y="8180"/>
                  <a:pt x="6821" y="8239"/>
                </a:cubicBezTo>
                <a:cubicBezTo>
                  <a:pt x="6833" y="8311"/>
                  <a:pt x="6797" y="8347"/>
                  <a:pt x="6654" y="8370"/>
                </a:cubicBezTo>
                <a:cubicBezTo>
                  <a:pt x="6535" y="8394"/>
                  <a:pt x="6475" y="8430"/>
                  <a:pt x="6487" y="8478"/>
                </a:cubicBezTo>
                <a:cubicBezTo>
                  <a:pt x="6511" y="8525"/>
                  <a:pt x="6484" y="8549"/>
                  <a:pt x="6444" y="8549"/>
                </a:cubicBezTo>
                <a:cubicBezTo>
                  <a:pt x="6404" y="8549"/>
                  <a:pt x="6350" y="8525"/>
                  <a:pt x="6321" y="8478"/>
                </a:cubicBezTo>
                <a:cubicBezTo>
                  <a:pt x="6312" y="8460"/>
                  <a:pt x="6298" y="8452"/>
                  <a:pt x="6279" y="8452"/>
                </a:cubicBezTo>
                <a:cubicBezTo>
                  <a:pt x="6247" y="8452"/>
                  <a:pt x="6198" y="8476"/>
                  <a:pt x="6130" y="8513"/>
                </a:cubicBezTo>
                <a:cubicBezTo>
                  <a:pt x="5999" y="8597"/>
                  <a:pt x="5999" y="8609"/>
                  <a:pt x="6106" y="8668"/>
                </a:cubicBezTo>
                <a:cubicBezTo>
                  <a:pt x="6166" y="8716"/>
                  <a:pt x="6321" y="8751"/>
                  <a:pt x="6499" y="8751"/>
                </a:cubicBezTo>
                <a:cubicBezTo>
                  <a:pt x="6821" y="8751"/>
                  <a:pt x="6904" y="8870"/>
                  <a:pt x="6595" y="8882"/>
                </a:cubicBezTo>
                <a:cubicBezTo>
                  <a:pt x="6499" y="8882"/>
                  <a:pt x="6321" y="8930"/>
                  <a:pt x="6225" y="8990"/>
                </a:cubicBezTo>
                <a:cubicBezTo>
                  <a:pt x="6047" y="9061"/>
                  <a:pt x="6023" y="9109"/>
                  <a:pt x="6071" y="9192"/>
                </a:cubicBezTo>
                <a:cubicBezTo>
                  <a:pt x="6097" y="9235"/>
                  <a:pt x="6116" y="9266"/>
                  <a:pt x="6125" y="9266"/>
                </a:cubicBezTo>
                <a:cubicBezTo>
                  <a:pt x="6128" y="9266"/>
                  <a:pt x="6130" y="9261"/>
                  <a:pt x="6130" y="9251"/>
                </a:cubicBezTo>
                <a:cubicBezTo>
                  <a:pt x="6135" y="9221"/>
                  <a:pt x="6167" y="9206"/>
                  <a:pt x="6200" y="9206"/>
                </a:cubicBezTo>
                <a:cubicBezTo>
                  <a:pt x="6244" y="9206"/>
                  <a:pt x="6292" y="9233"/>
                  <a:pt x="6285" y="9287"/>
                </a:cubicBezTo>
                <a:cubicBezTo>
                  <a:pt x="6271" y="9337"/>
                  <a:pt x="6178" y="9370"/>
                  <a:pt x="6100" y="9370"/>
                </a:cubicBezTo>
                <a:cubicBezTo>
                  <a:pt x="6048" y="9370"/>
                  <a:pt x="6001" y="9356"/>
                  <a:pt x="5987" y="9323"/>
                </a:cubicBezTo>
                <a:cubicBezTo>
                  <a:pt x="5968" y="9303"/>
                  <a:pt x="5952" y="9294"/>
                  <a:pt x="5933" y="9294"/>
                </a:cubicBezTo>
                <a:cubicBezTo>
                  <a:pt x="5918" y="9294"/>
                  <a:pt x="5902" y="9300"/>
                  <a:pt x="5880" y="9311"/>
                </a:cubicBezTo>
                <a:cubicBezTo>
                  <a:pt x="5844" y="9347"/>
                  <a:pt x="5868" y="9359"/>
                  <a:pt x="5904" y="9371"/>
                </a:cubicBezTo>
                <a:cubicBezTo>
                  <a:pt x="5952" y="9371"/>
                  <a:pt x="5963" y="9406"/>
                  <a:pt x="5940" y="9418"/>
                </a:cubicBezTo>
                <a:cubicBezTo>
                  <a:pt x="5904" y="9430"/>
                  <a:pt x="5963" y="9478"/>
                  <a:pt x="6071" y="9502"/>
                </a:cubicBezTo>
                <a:cubicBezTo>
                  <a:pt x="6261" y="9561"/>
                  <a:pt x="6344" y="9787"/>
                  <a:pt x="6166" y="9799"/>
                </a:cubicBezTo>
                <a:cubicBezTo>
                  <a:pt x="6106" y="9808"/>
                  <a:pt x="6066" y="9814"/>
                  <a:pt x="6042" y="9814"/>
                </a:cubicBezTo>
                <a:cubicBezTo>
                  <a:pt x="6005" y="9814"/>
                  <a:pt x="6010" y="9800"/>
                  <a:pt x="6047" y="9763"/>
                </a:cubicBezTo>
                <a:cubicBezTo>
                  <a:pt x="6071" y="9728"/>
                  <a:pt x="6023" y="9704"/>
                  <a:pt x="5940" y="9704"/>
                </a:cubicBezTo>
                <a:cubicBezTo>
                  <a:pt x="5890" y="9696"/>
                  <a:pt x="5856" y="9691"/>
                  <a:pt x="5837" y="9691"/>
                </a:cubicBezTo>
                <a:cubicBezTo>
                  <a:pt x="5795" y="9691"/>
                  <a:pt x="5815" y="9714"/>
                  <a:pt x="5880" y="9787"/>
                </a:cubicBezTo>
                <a:cubicBezTo>
                  <a:pt x="5940" y="9847"/>
                  <a:pt x="5987" y="9954"/>
                  <a:pt x="5987" y="10025"/>
                </a:cubicBezTo>
                <a:cubicBezTo>
                  <a:pt x="5987" y="10097"/>
                  <a:pt x="6023" y="10180"/>
                  <a:pt x="6071" y="10204"/>
                </a:cubicBezTo>
                <a:cubicBezTo>
                  <a:pt x="6142" y="10240"/>
                  <a:pt x="6142" y="10252"/>
                  <a:pt x="6071" y="10264"/>
                </a:cubicBezTo>
                <a:cubicBezTo>
                  <a:pt x="5940" y="10299"/>
                  <a:pt x="6047" y="10394"/>
                  <a:pt x="6249" y="10454"/>
                </a:cubicBezTo>
                <a:cubicBezTo>
                  <a:pt x="6321" y="10478"/>
                  <a:pt x="6368" y="10502"/>
                  <a:pt x="6344" y="10537"/>
                </a:cubicBezTo>
                <a:cubicBezTo>
                  <a:pt x="6324" y="10551"/>
                  <a:pt x="6307" y="10557"/>
                  <a:pt x="6287" y="10557"/>
                </a:cubicBezTo>
                <a:cubicBezTo>
                  <a:pt x="6273" y="10557"/>
                  <a:pt x="6257" y="10554"/>
                  <a:pt x="6237" y="10549"/>
                </a:cubicBezTo>
                <a:cubicBezTo>
                  <a:pt x="6227" y="10546"/>
                  <a:pt x="6217" y="10544"/>
                  <a:pt x="6209" y="10544"/>
                </a:cubicBezTo>
                <a:cubicBezTo>
                  <a:pt x="6190" y="10544"/>
                  <a:pt x="6178" y="10553"/>
                  <a:pt x="6178" y="10561"/>
                </a:cubicBezTo>
                <a:cubicBezTo>
                  <a:pt x="6168" y="10610"/>
                  <a:pt x="6532" y="10692"/>
                  <a:pt x="6726" y="10692"/>
                </a:cubicBezTo>
                <a:cubicBezTo>
                  <a:pt x="6767" y="10692"/>
                  <a:pt x="6800" y="10688"/>
                  <a:pt x="6821" y="10680"/>
                </a:cubicBezTo>
                <a:cubicBezTo>
                  <a:pt x="6845" y="10672"/>
                  <a:pt x="6868" y="10668"/>
                  <a:pt x="6890" y="10668"/>
                </a:cubicBezTo>
                <a:cubicBezTo>
                  <a:pt x="6989" y="10668"/>
                  <a:pt x="7058" y="10747"/>
                  <a:pt x="6999" y="10835"/>
                </a:cubicBezTo>
                <a:cubicBezTo>
                  <a:pt x="6953" y="10881"/>
                  <a:pt x="6855" y="10906"/>
                  <a:pt x="6758" y="10906"/>
                </a:cubicBezTo>
                <a:cubicBezTo>
                  <a:pt x="6682" y="10906"/>
                  <a:pt x="6606" y="10890"/>
                  <a:pt x="6559" y="10859"/>
                </a:cubicBezTo>
                <a:cubicBezTo>
                  <a:pt x="6534" y="10842"/>
                  <a:pt x="6484" y="10825"/>
                  <a:pt x="6449" y="10825"/>
                </a:cubicBezTo>
                <a:cubicBezTo>
                  <a:pt x="6435" y="10825"/>
                  <a:pt x="6423" y="10828"/>
                  <a:pt x="6416" y="10835"/>
                </a:cubicBezTo>
                <a:cubicBezTo>
                  <a:pt x="6405" y="10838"/>
                  <a:pt x="6398" y="10839"/>
                  <a:pt x="6395" y="10839"/>
                </a:cubicBezTo>
                <a:cubicBezTo>
                  <a:pt x="6386" y="10839"/>
                  <a:pt x="6418" y="10824"/>
                  <a:pt x="6464" y="10787"/>
                </a:cubicBezTo>
                <a:cubicBezTo>
                  <a:pt x="6528" y="10741"/>
                  <a:pt x="6543" y="10724"/>
                  <a:pt x="6496" y="10724"/>
                </a:cubicBezTo>
                <a:cubicBezTo>
                  <a:pt x="6482" y="10724"/>
                  <a:pt x="6464" y="10725"/>
                  <a:pt x="6440" y="10728"/>
                </a:cubicBezTo>
                <a:cubicBezTo>
                  <a:pt x="6368" y="10740"/>
                  <a:pt x="6309" y="10752"/>
                  <a:pt x="6309" y="10787"/>
                </a:cubicBezTo>
                <a:cubicBezTo>
                  <a:pt x="6309" y="10811"/>
                  <a:pt x="6249" y="10811"/>
                  <a:pt x="6190" y="10811"/>
                </a:cubicBezTo>
                <a:cubicBezTo>
                  <a:pt x="6170" y="10808"/>
                  <a:pt x="6154" y="10807"/>
                  <a:pt x="6141" y="10807"/>
                </a:cubicBezTo>
                <a:cubicBezTo>
                  <a:pt x="6100" y="10807"/>
                  <a:pt x="6097" y="10822"/>
                  <a:pt x="6142" y="10859"/>
                </a:cubicBezTo>
                <a:cubicBezTo>
                  <a:pt x="6202" y="10918"/>
                  <a:pt x="6190" y="10930"/>
                  <a:pt x="6083" y="10966"/>
                </a:cubicBezTo>
                <a:cubicBezTo>
                  <a:pt x="5918" y="11021"/>
                  <a:pt x="6125" y="11097"/>
                  <a:pt x="6344" y="11097"/>
                </a:cubicBezTo>
                <a:cubicBezTo>
                  <a:pt x="6410" y="11097"/>
                  <a:pt x="6477" y="11090"/>
                  <a:pt x="6535" y="11073"/>
                </a:cubicBezTo>
                <a:cubicBezTo>
                  <a:pt x="6604" y="11050"/>
                  <a:pt x="6678" y="11037"/>
                  <a:pt x="6732" y="11037"/>
                </a:cubicBezTo>
                <a:cubicBezTo>
                  <a:pt x="6761" y="11037"/>
                  <a:pt x="6784" y="11041"/>
                  <a:pt x="6797" y="11049"/>
                </a:cubicBezTo>
                <a:cubicBezTo>
                  <a:pt x="6892" y="11097"/>
                  <a:pt x="6904" y="11383"/>
                  <a:pt x="6821" y="11383"/>
                </a:cubicBezTo>
                <a:cubicBezTo>
                  <a:pt x="6773" y="11383"/>
                  <a:pt x="6702" y="11407"/>
                  <a:pt x="6642" y="11442"/>
                </a:cubicBezTo>
                <a:cubicBezTo>
                  <a:pt x="6585" y="11477"/>
                  <a:pt x="6555" y="11494"/>
                  <a:pt x="6546" y="11494"/>
                </a:cubicBezTo>
                <a:cubicBezTo>
                  <a:pt x="6537" y="11494"/>
                  <a:pt x="6552" y="11474"/>
                  <a:pt x="6583" y="11430"/>
                </a:cubicBezTo>
                <a:cubicBezTo>
                  <a:pt x="6606" y="11383"/>
                  <a:pt x="6595" y="11335"/>
                  <a:pt x="6523" y="11335"/>
                </a:cubicBezTo>
                <a:cubicBezTo>
                  <a:pt x="6508" y="11332"/>
                  <a:pt x="6494" y="11331"/>
                  <a:pt x="6481" y="11331"/>
                </a:cubicBezTo>
                <a:cubicBezTo>
                  <a:pt x="6442" y="11331"/>
                  <a:pt x="6413" y="11344"/>
                  <a:pt x="6404" y="11371"/>
                </a:cubicBezTo>
                <a:cubicBezTo>
                  <a:pt x="6404" y="11388"/>
                  <a:pt x="6359" y="11399"/>
                  <a:pt x="6307" y="11399"/>
                </a:cubicBezTo>
                <a:cubicBezTo>
                  <a:pt x="6288" y="11399"/>
                  <a:pt x="6268" y="11398"/>
                  <a:pt x="6249" y="11395"/>
                </a:cubicBezTo>
                <a:cubicBezTo>
                  <a:pt x="6225" y="11391"/>
                  <a:pt x="6202" y="11390"/>
                  <a:pt x="6183" y="11390"/>
                </a:cubicBezTo>
                <a:cubicBezTo>
                  <a:pt x="6136" y="11390"/>
                  <a:pt x="6106" y="11398"/>
                  <a:pt x="6106" y="11407"/>
                </a:cubicBezTo>
                <a:cubicBezTo>
                  <a:pt x="6089" y="11468"/>
                  <a:pt x="6215" y="11524"/>
                  <a:pt x="6306" y="11524"/>
                </a:cubicBezTo>
                <a:cubicBezTo>
                  <a:pt x="6338" y="11524"/>
                  <a:pt x="6365" y="11517"/>
                  <a:pt x="6380" y="11502"/>
                </a:cubicBezTo>
                <a:cubicBezTo>
                  <a:pt x="6396" y="11491"/>
                  <a:pt x="6411" y="11485"/>
                  <a:pt x="6426" y="11485"/>
                </a:cubicBezTo>
                <a:cubicBezTo>
                  <a:pt x="6488" y="11485"/>
                  <a:pt x="6537" y="11583"/>
                  <a:pt x="6547" y="11728"/>
                </a:cubicBezTo>
                <a:cubicBezTo>
                  <a:pt x="6547" y="11790"/>
                  <a:pt x="6540" y="11825"/>
                  <a:pt x="6513" y="11825"/>
                </a:cubicBezTo>
                <a:cubicBezTo>
                  <a:pt x="6503" y="11825"/>
                  <a:pt x="6491" y="11821"/>
                  <a:pt x="6475" y="11811"/>
                </a:cubicBezTo>
                <a:cubicBezTo>
                  <a:pt x="6452" y="11799"/>
                  <a:pt x="6437" y="11793"/>
                  <a:pt x="6429" y="11793"/>
                </a:cubicBezTo>
                <a:cubicBezTo>
                  <a:pt x="6422" y="11793"/>
                  <a:pt x="6422" y="11799"/>
                  <a:pt x="6428" y="11811"/>
                </a:cubicBezTo>
                <a:cubicBezTo>
                  <a:pt x="6440" y="11847"/>
                  <a:pt x="6475" y="11966"/>
                  <a:pt x="6475" y="12097"/>
                </a:cubicBezTo>
                <a:cubicBezTo>
                  <a:pt x="6485" y="12245"/>
                  <a:pt x="6480" y="12300"/>
                  <a:pt x="6432" y="12300"/>
                </a:cubicBezTo>
                <a:cubicBezTo>
                  <a:pt x="6418" y="12300"/>
                  <a:pt x="6401" y="12295"/>
                  <a:pt x="6380" y="12288"/>
                </a:cubicBezTo>
                <a:cubicBezTo>
                  <a:pt x="6360" y="12280"/>
                  <a:pt x="6337" y="12276"/>
                  <a:pt x="6311" y="12276"/>
                </a:cubicBezTo>
                <a:cubicBezTo>
                  <a:pt x="6258" y="12276"/>
                  <a:pt x="6198" y="12292"/>
                  <a:pt x="6142" y="12323"/>
                </a:cubicBezTo>
                <a:cubicBezTo>
                  <a:pt x="6071" y="12359"/>
                  <a:pt x="5821" y="12407"/>
                  <a:pt x="5594" y="12419"/>
                </a:cubicBezTo>
                <a:cubicBezTo>
                  <a:pt x="5368" y="12442"/>
                  <a:pt x="5154" y="12478"/>
                  <a:pt x="5094" y="12514"/>
                </a:cubicBezTo>
                <a:cubicBezTo>
                  <a:pt x="5059" y="12528"/>
                  <a:pt x="5012" y="12534"/>
                  <a:pt x="4963" y="12534"/>
                </a:cubicBezTo>
                <a:cubicBezTo>
                  <a:pt x="4927" y="12534"/>
                  <a:pt x="4891" y="12531"/>
                  <a:pt x="4856" y="12526"/>
                </a:cubicBezTo>
                <a:cubicBezTo>
                  <a:pt x="4804" y="12508"/>
                  <a:pt x="4743" y="12500"/>
                  <a:pt x="4674" y="12500"/>
                </a:cubicBezTo>
                <a:cubicBezTo>
                  <a:pt x="4555" y="12500"/>
                  <a:pt x="4410" y="12524"/>
                  <a:pt x="4237" y="12561"/>
                </a:cubicBezTo>
                <a:cubicBezTo>
                  <a:pt x="4035" y="12597"/>
                  <a:pt x="3749" y="12633"/>
                  <a:pt x="3511" y="12633"/>
                </a:cubicBezTo>
                <a:cubicBezTo>
                  <a:pt x="3380" y="12633"/>
                  <a:pt x="3273" y="12645"/>
                  <a:pt x="3273" y="12680"/>
                </a:cubicBezTo>
                <a:cubicBezTo>
                  <a:pt x="3273" y="12690"/>
                  <a:pt x="3164" y="12708"/>
                  <a:pt x="3021" y="12708"/>
                </a:cubicBezTo>
                <a:cubicBezTo>
                  <a:pt x="2987" y="12708"/>
                  <a:pt x="2952" y="12707"/>
                  <a:pt x="2915" y="12704"/>
                </a:cubicBezTo>
                <a:cubicBezTo>
                  <a:pt x="2713" y="12704"/>
                  <a:pt x="2570" y="12740"/>
                  <a:pt x="2570" y="12764"/>
                </a:cubicBezTo>
                <a:cubicBezTo>
                  <a:pt x="2570" y="12800"/>
                  <a:pt x="2534" y="12859"/>
                  <a:pt x="2475" y="12883"/>
                </a:cubicBezTo>
                <a:cubicBezTo>
                  <a:pt x="2404" y="12916"/>
                  <a:pt x="2343" y="12931"/>
                  <a:pt x="2312" y="12931"/>
                </a:cubicBezTo>
                <a:cubicBezTo>
                  <a:pt x="2274" y="12931"/>
                  <a:pt x="2279" y="12910"/>
                  <a:pt x="2356" y="12871"/>
                </a:cubicBezTo>
                <a:cubicBezTo>
                  <a:pt x="2415" y="12835"/>
                  <a:pt x="2427" y="12800"/>
                  <a:pt x="2380" y="12776"/>
                </a:cubicBezTo>
                <a:cubicBezTo>
                  <a:pt x="2364" y="12772"/>
                  <a:pt x="2349" y="12769"/>
                  <a:pt x="2336" y="12769"/>
                </a:cubicBezTo>
                <a:cubicBezTo>
                  <a:pt x="2308" y="12769"/>
                  <a:pt x="2284" y="12780"/>
                  <a:pt x="2261" y="12811"/>
                </a:cubicBezTo>
                <a:cubicBezTo>
                  <a:pt x="2240" y="12832"/>
                  <a:pt x="2157" y="12861"/>
                  <a:pt x="2059" y="12861"/>
                </a:cubicBezTo>
                <a:cubicBezTo>
                  <a:pt x="2043" y="12861"/>
                  <a:pt x="2027" y="12861"/>
                  <a:pt x="2011" y="12859"/>
                </a:cubicBezTo>
                <a:cubicBezTo>
                  <a:pt x="1937" y="12849"/>
                  <a:pt x="1893" y="12843"/>
                  <a:pt x="1876" y="12843"/>
                </a:cubicBezTo>
                <a:cubicBezTo>
                  <a:pt x="1852" y="12843"/>
                  <a:pt x="1881" y="12855"/>
                  <a:pt x="1951" y="12883"/>
                </a:cubicBezTo>
                <a:cubicBezTo>
                  <a:pt x="2082" y="12930"/>
                  <a:pt x="2070" y="12942"/>
                  <a:pt x="1880" y="13002"/>
                </a:cubicBezTo>
                <a:cubicBezTo>
                  <a:pt x="1817" y="13023"/>
                  <a:pt x="1747" y="13035"/>
                  <a:pt x="1690" y="13035"/>
                </a:cubicBezTo>
                <a:cubicBezTo>
                  <a:pt x="1648" y="13035"/>
                  <a:pt x="1614" y="13029"/>
                  <a:pt x="1594" y="13014"/>
                </a:cubicBezTo>
                <a:cubicBezTo>
                  <a:pt x="1585" y="13010"/>
                  <a:pt x="1578" y="13008"/>
                  <a:pt x="1570" y="13008"/>
                </a:cubicBezTo>
                <a:cubicBezTo>
                  <a:pt x="1538" y="13008"/>
                  <a:pt x="1518" y="13048"/>
                  <a:pt x="1499" y="13097"/>
                </a:cubicBezTo>
                <a:cubicBezTo>
                  <a:pt x="1491" y="13196"/>
                  <a:pt x="1387" y="13255"/>
                  <a:pt x="1273" y="13255"/>
                </a:cubicBezTo>
                <a:cubicBezTo>
                  <a:pt x="1207" y="13255"/>
                  <a:pt x="1138" y="13236"/>
                  <a:pt x="1082" y="13192"/>
                </a:cubicBezTo>
                <a:cubicBezTo>
                  <a:pt x="1045" y="13161"/>
                  <a:pt x="1023" y="13143"/>
                  <a:pt x="1007" y="13143"/>
                </a:cubicBezTo>
                <a:cubicBezTo>
                  <a:pt x="981" y="13143"/>
                  <a:pt x="973" y="13189"/>
                  <a:pt x="951" y="13300"/>
                </a:cubicBezTo>
                <a:cubicBezTo>
                  <a:pt x="940" y="13437"/>
                  <a:pt x="902" y="13480"/>
                  <a:pt x="835" y="13480"/>
                </a:cubicBezTo>
                <a:cubicBezTo>
                  <a:pt x="827" y="13480"/>
                  <a:pt x="818" y="13480"/>
                  <a:pt x="808" y="13478"/>
                </a:cubicBezTo>
                <a:cubicBezTo>
                  <a:pt x="802" y="13478"/>
                  <a:pt x="797" y="13477"/>
                  <a:pt x="790" y="13477"/>
                </a:cubicBezTo>
                <a:cubicBezTo>
                  <a:pt x="644" y="13477"/>
                  <a:pt x="393" y="13612"/>
                  <a:pt x="427" y="13669"/>
                </a:cubicBezTo>
                <a:cubicBezTo>
                  <a:pt x="445" y="13695"/>
                  <a:pt x="429" y="13709"/>
                  <a:pt x="395" y="13709"/>
                </a:cubicBezTo>
                <a:cubicBezTo>
                  <a:pt x="384" y="13709"/>
                  <a:pt x="371" y="13707"/>
                  <a:pt x="356" y="13704"/>
                </a:cubicBezTo>
                <a:cubicBezTo>
                  <a:pt x="352" y="13704"/>
                  <a:pt x="348" y="13704"/>
                  <a:pt x="344" y="13704"/>
                </a:cubicBezTo>
                <a:cubicBezTo>
                  <a:pt x="222" y="13704"/>
                  <a:pt x="180" y="13888"/>
                  <a:pt x="272" y="14050"/>
                </a:cubicBezTo>
                <a:cubicBezTo>
                  <a:pt x="331" y="14142"/>
                  <a:pt x="307" y="14205"/>
                  <a:pt x="238" y="14205"/>
                </a:cubicBezTo>
                <a:cubicBezTo>
                  <a:pt x="209" y="14205"/>
                  <a:pt x="172" y="14193"/>
                  <a:pt x="129" y="14169"/>
                </a:cubicBezTo>
                <a:cubicBezTo>
                  <a:pt x="101" y="14145"/>
                  <a:pt x="81" y="14133"/>
                  <a:pt x="65" y="14133"/>
                </a:cubicBezTo>
                <a:cubicBezTo>
                  <a:pt x="39" y="14133"/>
                  <a:pt x="25" y="14163"/>
                  <a:pt x="10" y="14228"/>
                </a:cubicBezTo>
                <a:cubicBezTo>
                  <a:pt x="1" y="14287"/>
                  <a:pt x="23" y="14330"/>
                  <a:pt x="51" y="14330"/>
                </a:cubicBezTo>
                <a:cubicBezTo>
                  <a:pt x="57" y="14330"/>
                  <a:pt x="64" y="14328"/>
                  <a:pt x="70" y="14324"/>
                </a:cubicBezTo>
                <a:cubicBezTo>
                  <a:pt x="77" y="14323"/>
                  <a:pt x="84" y="14322"/>
                  <a:pt x="90" y="14322"/>
                </a:cubicBezTo>
                <a:cubicBezTo>
                  <a:pt x="157" y="14322"/>
                  <a:pt x="173" y="14380"/>
                  <a:pt x="129" y="14478"/>
                </a:cubicBezTo>
                <a:cubicBezTo>
                  <a:pt x="121" y="14487"/>
                  <a:pt x="136" y="14495"/>
                  <a:pt x="159" y="14495"/>
                </a:cubicBezTo>
                <a:cubicBezTo>
                  <a:pt x="168" y="14495"/>
                  <a:pt x="178" y="14494"/>
                  <a:pt x="189" y="14490"/>
                </a:cubicBezTo>
                <a:cubicBezTo>
                  <a:pt x="213" y="14484"/>
                  <a:pt x="234" y="14481"/>
                  <a:pt x="248" y="14481"/>
                </a:cubicBezTo>
                <a:cubicBezTo>
                  <a:pt x="263" y="14481"/>
                  <a:pt x="272" y="14484"/>
                  <a:pt x="272" y="14490"/>
                </a:cubicBezTo>
                <a:cubicBezTo>
                  <a:pt x="272" y="14502"/>
                  <a:pt x="284" y="14550"/>
                  <a:pt x="296" y="14597"/>
                </a:cubicBezTo>
                <a:cubicBezTo>
                  <a:pt x="324" y="14644"/>
                  <a:pt x="309" y="14661"/>
                  <a:pt x="267" y="14661"/>
                </a:cubicBezTo>
                <a:cubicBezTo>
                  <a:pt x="255" y="14661"/>
                  <a:pt x="241" y="14660"/>
                  <a:pt x="225" y="14657"/>
                </a:cubicBezTo>
                <a:cubicBezTo>
                  <a:pt x="217" y="14655"/>
                  <a:pt x="209" y="14655"/>
                  <a:pt x="201" y="14655"/>
                </a:cubicBezTo>
                <a:cubicBezTo>
                  <a:pt x="151" y="14655"/>
                  <a:pt x="106" y="14687"/>
                  <a:pt x="106" y="14728"/>
                </a:cubicBezTo>
                <a:cubicBezTo>
                  <a:pt x="106" y="14767"/>
                  <a:pt x="121" y="14806"/>
                  <a:pt x="153" y="14806"/>
                </a:cubicBezTo>
                <a:cubicBezTo>
                  <a:pt x="160" y="14806"/>
                  <a:pt x="168" y="14804"/>
                  <a:pt x="177" y="14800"/>
                </a:cubicBezTo>
                <a:cubicBezTo>
                  <a:pt x="182" y="14799"/>
                  <a:pt x="186" y="14798"/>
                  <a:pt x="190" y="14798"/>
                </a:cubicBezTo>
                <a:cubicBezTo>
                  <a:pt x="224" y="14798"/>
                  <a:pt x="221" y="14843"/>
                  <a:pt x="189" y="14907"/>
                </a:cubicBezTo>
                <a:cubicBezTo>
                  <a:pt x="165" y="14966"/>
                  <a:pt x="165" y="15026"/>
                  <a:pt x="189" y="15038"/>
                </a:cubicBezTo>
                <a:cubicBezTo>
                  <a:pt x="272" y="15062"/>
                  <a:pt x="332" y="15359"/>
                  <a:pt x="272" y="15383"/>
                </a:cubicBezTo>
                <a:cubicBezTo>
                  <a:pt x="266" y="15385"/>
                  <a:pt x="260" y="15386"/>
                  <a:pt x="253" y="15386"/>
                </a:cubicBezTo>
                <a:cubicBezTo>
                  <a:pt x="221" y="15386"/>
                  <a:pt x="185" y="15363"/>
                  <a:pt x="165" y="15324"/>
                </a:cubicBezTo>
                <a:cubicBezTo>
                  <a:pt x="135" y="15287"/>
                  <a:pt x="114" y="15270"/>
                  <a:pt x="101" y="15270"/>
                </a:cubicBezTo>
                <a:lnTo>
                  <a:pt x="101" y="15270"/>
                </a:lnTo>
                <a:cubicBezTo>
                  <a:pt x="45" y="15270"/>
                  <a:pt x="124" y="15551"/>
                  <a:pt x="248" y="15800"/>
                </a:cubicBezTo>
                <a:cubicBezTo>
                  <a:pt x="356" y="15978"/>
                  <a:pt x="427" y="16169"/>
                  <a:pt x="415" y="16205"/>
                </a:cubicBezTo>
                <a:cubicBezTo>
                  <a:pt x="415" y="16252"/>
                  <a:pt x="427" y="16288"/>
                  <a:pt x="475" y="16312"/>
                </a:cubicBezTo>
                <a:cubicBezTo>
                  <a:pt x="522" y="16324"/>
                  <a:pt x="534" y="16383"/>
                  <a:pt x="534" y="16443"/>
                </a:cubicBezTo>
                <a:cubicBezTo>
                  <a:pt x="534" y="16502"/>
                  <a:pt x="546" y="16526"/>
                  <a:pt x="594" y="16550"/>
                </a:cubicBezTo>
                <a:cubicBezTo>
                  <a:pt x="641" y="16550"/>
                  <a:pt x="689" y="16621"/>
                  <a:pt x="701" y="16705"/>
                </a:cubicBezTo>
                <a:cubicBezTo>
                  <a:pt x="713" y="16800"/>
                  <a:pt x="784" y="16883"/>
                  <a:pt x="891" y="16931"/>
                </a:cubicBezTo>
                <a:cubicBezTo>
                  <a:pt x="987" y="16967"/>
                  <a:pt x="1106" y="17062"/>
                  <a:pt x="1165" y="17145"/>
                </a:cubicBezTo>
                <a:cubicBezTo>
                  <a:pt x="1308" y="17336"/>
                  <a:pt x="1582" y="17538"/>
                  <a:pt x="1701" y="17562"/>
                </a:cubicBezTo>
                <a:cubicBezTo>
                  <a:pt x="1761" y="17562"/>
                  <a:pt x="1784" y="17586"/>
                  <a:pt x="1784" y="17622"/>
                </a:cubicBezTo>
                <a:cubicBezTo>
                  <a:pt x="1784" y="17633"/>
                  <a:pt x="1880" y="17717"/>
                  <a:pt x="1999" y="17800"/>
                </a:cubicBezTo>
                <a:cubicBezTo>
                  <a:pt x="2153" y="17895"/>
                  <a:pt x="2296" y="17943"/>
                  <a:pt x="2499" y="17955"/>
                </a:cubicBezTo>
                <a:cubicBezTo>
                  <a:pt x="2588" y="17964"/>
                  <a:pt x="2694" y="17969"/>
                  <a:pt x="2805" y="17969"/>
                </a:cubicBezTo>
                <a:cubicBezTo>
                  <a:pt x="3110" y="17969"/>
                  <a:pt x="3459" y="17936"/>
                  <a:pt x="3642" y="17883"/>
                </a:cubicBezTo>
                <a:cubicBezTo>
                  <a:pt x="3737" y="17860"/>
                  <a:pt x="4237" y="17800"/>
                  <a:pt x="4773" y="17753"/>
                </a:cubicBezTo>
                <a:cubicBezTo>
                  <a:pt x="5297" y="17705"/>
                  <a:pt x="6118" y="17633"/>
                  <a:pt x="6595" y="17574"/>
                </a:cubicBezTo>
                <a:cubicBezTo>
                  <a:pt x="6945" y="17535"/>
                  <a:pt x="7181" y="17516"/>
                  <a:pt x="7338" y="17516"/>
                </a:cubicBezTo>
                <a:cubicBezTo>
                  <a:pt x="7566" y="17516"/>
                  <a:pt x="7625" y="17556"/>
                  <a:pt x="7618" y="17633"/>
                </a:cubicBezTo>
                <a:cubicBezTo>
                  <a:pt x="7618" y="17681"/>
                  <a:pt x="7654" y="17705"/>
                  <a:pt x="7714" y="17717"/>
                </a:cubicBezTo>
                <a:cubicBezTo>
                  <a:pt x="7892" y="17753"/>
                  <a:pt x="8142" y="17979"/>
                  <a:pt x="8380" y="18360"/>
                </a:cubicBezTo>
                <a:cubicBezTo>
                  <a:pt x="8500" y="18574"/>
                  <a:pt x="8642" y="18765"/>
                  <a:pt x="8690" y="18812"/>
                </a:cubicBezTo>
                <a:cubicBezTo>
                  <a:pt x="8738" y="18848"/>
                  <a:pt x="8785" y="18907"/>
                  <a:pt x="8785" y="18931"/>
                </a:cubicBezTo>
                <a:cubicBezTo>
                  <a:pt x="8785" y="18955"/>
                  <a:pt x="8845" y="18967"/>
                  <a:pt x="8916" y="18991"/>
                </a:cubicBezTo>
                <a:cubicBezTo>
                  <a:pt x="9000" y="19003"/>
                  <a:pt x="9059" y="19026"/>
                  <a:pt x="9047" y="19050"/>
                </a:cubicBezTo>
                <a:cubicBezTo>
                  <a:pt x="9047" y="19074"/>
                  <a:pt x="9095" y="19110"/>
                  <a:pt x="9142" y="19110"/>
                </a:cubicBezTo>
                <a:cubicBezTo>
                  <a:pt x="9202" y="19110"/>
                  <a:pt x="9273" y="19181"/>
                  <a:pt x="9297" y="19253"/>
                </a:cubicBezTo>
                <a:cubicBezTo>
                  <a:pt x="9345" y="19324"/>
                  <a:pt x="9416" y="19384"/>
                  <a:pt x="9500" y="19384"/>
                </a:cubicBezTo>
                <a:cubicBezTo>
                  <a:pt x="9654" y="19384"/>
                  <a:pt x="9940" y="19491"/>
                  <a:pt x="9940" y="19550"/>
                </a:cubicBezTo>
                <a:cubicBezTo>
                  <a:pt x="9940" y="19586"/>
                  <a:pt x="10000" y="19610"/>
                  <a:pt x="10095" y="19646"/>
                </a:cubicBezTo>
                <a:cubicBezTo>
                  <a:pt x="10178" y="19669"/>
                  <a:pt x="10297" y="19729"/>
                  <a:pt x="10369" y="19788"/>
                </a:cubicBezTo>
                <a:cubicBezTo>
                  <a:pt x="10435" y="19838"/>
                  <a:pt x="10483" y="19864"/>
                  <a:pt x="10554" y="19864"/>
                </a:cubicBezTo>
                <a:cubicBezTo>
                  <a:pt x="10586" y="19864"/>
                  <a:pt x="10622" y="19859"/>
                  <a:pt x="10666" y="19848"/>
                </a:cubicBezTo>
                <a:cubicBezTo>
                  <a:pt x="10713" y="19841"/>
                  <a:pt x="10751" y="19837"/>
                  <a:pt x="10784" y="19837"/>
                </a:cubicBezTo>
                <a:cubicBezTo>
                  <a:pt x="10858" y="19837"/>
                  <a:pt x="10902" y="19858"/>
                  <a:pt x="10952" y="19908"/>
                </a:cubicBezTo>
                <a:cubicBezTo>
                  <a:pt x="11008" y="19957"/>
                  <a:pt x="11038" y="19981"/>
                  <a:pt x="11063" y="19981"/>
                </a:cubicBezTo>
                <a:cubicBezTo>
                  <a:pt x="11088" y="19981"/>
                  <a:pt x="11108" y="19960"/>
                  <a:pt x="11143" y="19919"/>
                </a:cubicBezTo>
                <a:cubicBezTo>
                  <a:pt x="11184" y="19889"/>
                  <a:pt x="11261" y="19858"/>
                  <a:pt x="11319" y="19858"/>
                </a:cubicBezTo>
                <a:cubicBezTo>
                  <a:pt x="11329" y="19858"/>
                  <a:pt x="11337" y="19858"/>
                  <a:pt x="11345" y="19860"/>
                </a:cubicBezTo>
                <a:cubicBezTo>
                  <a:pt x="11359" y="19865"/>
                  <a:pt x="11379" y="19868"/>
                  <a:pt x="11404" y="19868"/>
                </a:cubicBezTo>
                <a:cubicBezTo>
                  <a:pt x="11488" y="19868"/>
                  <a:pt x="11625" y="19842"/>
                  <a:pt x="11762" y="19824"/>
                </a:cubicBezTo>
                <a:lnTo>
                  <a:pt x="12071" y="19765"/>
                </a:lnTo>
                <a:lnTo>
                  <a:pt x="12357" y="19896"/>
                </a:lnTo>
                <a:cubicBezTo>
                  <a:pt x="12607" y="20015"/>
                  <a:pt x="12750" y="20039"/>
                  <a:pt x="13548" y="20134"/>
                </a:cubicBezTo>
                <a:cubicBezTo>
                  <a:pt x="14036" y="20193"/>
                  <a:pt x="14774" y="20253"/>
                  <a:pt x="15179" y="20253"/>
                </a:cubicBezTo>
                <a:cubicBezTo>
                  <a:pt x="15584" y="20265"/>
                  <a:pt x="16108" y="20277"/>
                  <a:pt x="16346" y="20277"/>
                </a:cubicBezTo>
                <a:cubicBezTo>
                  <a:pt x="16412" y="20284"/>
                  <a:pt x="16483" y="20287"/>
                  <a:pt x="16551" y="20287"/>
                </a:cubicBezTo>
                <a:cubicBezTo>
                  <a:pt x="16701" y="20287"/>
                  <a:pt x="16833" y="20273"/>
                  <a:pt x="16858" y="20265"/>
                </a:cubicBezTo>
                <a:cubicBezTo>
                  <a:pt x="16893" y="20251"/>
                  <a:pt x="16927" y="20245"/>
                  <a:pt x="16955" y="20245"/>
                </a:cubicBezTo>
                <a:cubicBezTo>
                  <a:pt x="16975" y="20245"/>
                  <a:pt x="16991" y="20248"/>
                  <a:pt x="17001" y="20253"/>
                </a:cubicBezTo>
                <a:cubicBezTo>
                  <a:pt x="17012" y="20265"/>
                  <a:pt x="17280" y="20271"/>
                  <a:pt x="17562" y="20271"/>
                </a:cubicBezTo>
                <a:cubicBezTo>
                  <a:pt x="17843" y="20271"/>
                  <a:pt x="18138" y="20265"/>
                  <a:pt x="18203" y="20253"/>
                </a:cubicBezTo>
                <a:cubicBezTo>
                  <a:pt x="18251" y="20241"/>
                  <a:pt x="18429" y="20241"/>
                  <a:pt x="18620" y="20241"/>
                </a:cubicBezTo>
                <a:lnTo>
                  <a:pt x="19441" y="20241"/>
                </a:lnTo>
                <a:cubicBezTo>
                  <a:pt x="19703" y="20217"/>
                  <a:pt x="19977" y="20217"/>
                  <a:pt x="20037" y="20217"/>
                </a:cubicBezTo>
                <a:cubicBezTo>
                  <a:pt x="20096" y="20217"/>
                  <a:pt x="20191" y="20217"/>
                  <a:pt x="20251" y="20205"/>
                </a:cubicBezTo>
                <a:cubicBezTo>
                  <a:pt x="20311" y="20205"/>
                  <a:pt x="20465" y="20193"/>
                  <a:pt x="20584" y="20193"/>
                </a:cubicBezTo>
                <a:cubicBezTo>
                  <a:pt x="20703" y="20193"/>
                  <a:pt x="20822" y="20181"/>
                  <a:pt x="20846" y="20181"/>
                </a:cubicBezTo>
                <a:lnTo>
                  <a:pt x="21120" y="20181"/>
                </a:lnTo>
                <a:cubicBezTo>
                  <a:pt x="21239" y="20181"/>
                  <a:pt x="21406" y="20158"/>
                  <a:pt x="21477" y="20146"/>
                </a:cubicBezTo>
                <a:cubicBezTo>
                  <a:pt x="21549" y="20134"/>
                  <a:pt x="21668" y="20134"/>
                  <a:pt x="21739" y="20134"/>
                </a:cubicBezTo>
                <a:cubicBezTo>
                  <a:pt x="21764" y="20137"/>
                  <a:pt x="21788" y="20139"/>
                  <a:pt x="21811" y="20139"/>
                </a:cubicBezTo>
                <a:cubicBezTo>
                  <a:pt x="21867" y="20139"/>
                  <a:pt x="21916" y="20130"/>
                  <a:pt x="21942" y="20122"/>
                </a:cubicBezTo>
                <a:cubicBezTo>
                  <a:pt x="21965" y="20098"/>
                  <a:pt x="22013" y="20086"/>
                  <a:pt x="22037" y="20086"/>
                </a:cubicBezTo>
                <a:cubicBezTo>
                  <a:pt x="22065" y="20089"/>
                  <a:pt x="22114" y="20090"/>
                  <a:pt x="22180" y="20090"/>
                </a:cubicBezTo>
                <a:cubicBezTo>
                  <a:pt x="22391" y="20090"/>
                  <a:pt x="22768" y="20075"/>
                  <a:pt x="23132" y="20039"/>
                </a:cubicBezTo>
                <a:cubicBezTo>
                  <a:pt x="23430" y="20027"/>
                  <a:pt x="23668" y="20015"/>
                  <a:pt x="23692" y="20015"/>
                </a:cubicBezTo>
                <a:cubicBezTo>
                  <a:pt x="23704" y="20015"/>
                  <a:pt x="23811" y="20003"/>
                  <a:pt x="23918" y="19979"/>
                </a:cubicBezTo>
                <a:cubicBezTo>
                  <a:pt x="24085" y="19955"/>
                  <a:pt x="25168" y="19884"/>
                  <a:pt x="25252" y="19884"/>
                </a:cubicBezTo>
                <a:cubicBezTo>
                  <a:pt x="25275" y="19884"/>
                  <a:pt x="25335" y="19884"/>
                  <a:pt x="25371" y="19860"/>
                </a:cubicBezTo>
                <a:cubicBezTo>
                  <a:pt x="25478" y="19836"/>
                  <a:pt x="26014" y="19800"/>
                  <a:pt x="26145" y="19800"/>
                </a:cubicBezTo>
                <a:cubicBezTo>
                  <a:pt x="26204" y="19800"/>
                  <a:pt x="26347" y="19800"/>
                  <a:pt x="26442" y="19777"/>
                </a:cubicBezTo>
                <a:cubicBezTo>
                  <a:pt x="26549" y="19765"/>
                  <a:pt x="27073" y="19705"/>
                  <a:pt x="27609" y="19646"/>
                </a:cubicBezTo>
                <a:cubicBezTo>
                  <a:pt x="28562" y="19550"/>
                  <a:pt x="29026" y="19491"/>
                  <a:pt x="29335" y="19443"/>
                </a:cubicBezTo>
                <a:cubicBezTo>
                  <a:pt x="29419" y="19431"/>
                  <a:pt x="29716" y="19407"/>
                  <a:pt x="30002" y="19372"/>
                </a:cubicBezTo>
                <a:cubicBezTo>
                  <a:pt x="30550" y="19312"/>
                  <a:pt x="32419" y="19074"/>
                  <a:pt x="33145" y="18955"/>
                </a:cubicBezTo>
                <a:cubicBezTo>
                  <a:pt x="33384" y="18907"/>
                  <a:pt x="33622" y="18896"/>
                  <a:pt x="33669" y="18896"/>
                </a:cubicBezTo>
                <a:cubicBezTo>
                  <a:pt x="33705" y="18896"/>
                  <a:pt x="33872" y="18884"/>
                  <a:pt x="34050" y="18848"/>
                </a:cubicBezTo>
                <a:cubicBezTo>
                  <a:pt x="34229" y="18824"/>
                  <a:pt x="34562" y="18776"/>
                  <a:pt x="34777" y="18753"/>
                </a:cubicBezTo>
                <a:cubicBezTo>
                  <a:pt x="35003" y="18717"/>
                  <a:pt x="35229" y="18693"/>
                  <a:pt x="35277" y="18669"/>
                </a:cubicBezTo>
                <a:cubicBezTo>
                  <a:pt x="35312" y="18657"/>
                  <a:pt x="35479" y="18634"/>
                  <a:pt x="35646" y="18610"/>
                </a:cubicBezTo>
                <a:cubicBezTo>
                  <a:pt x="35812" y="18598"/>
                  <a:pt x="36265" y="18526"/>
                  <a:pt x="36682" y="18455"/>
                </a:cubicBezTo>
                <a:cubicBezTo>
                  <a:pt x="37098" y="18372"/>
                  <a:pt x="37479" y="18312"/>
                  <a:pt x="37515" y="18312"/>
                </a:cubicBezTo>
                <a:cubicBezTo>
                  <a:pt x="37598" y="18312"/>
                  <a:pt x="38348" y="18193"/>
                  <a:pt x="39361" y="18014"/>
                </a:cubicBezTo>
                <a:cubicBezTo>
                  <a:pt x="40361" y="17836"/>
                  <a:pt x="45004" y="16979"/>
                  <a:pt x="45040" y="16967"/>
                </a:cubicBezTo>
                <a:cubicBezTo>
                  <a:pt x="45064" y="16943"/>
                  <a:pt x="45457" y="16871"/>
                  <a:pt x="45897" y="16788"/>
                </a:cubicBezTo>
                <a:cubicBezTo>
                  <a:pt x="46349" y="16693"/>
                  <a:pt x="46778" y="16610"/>
                  <a:pt x="46850" y="16586"/>
                </a:cubicBezTo>
                <a:cubicBezTo>
                  <a:pt x="46921" y="16574"/>
                  <a:pt x="47219" y="16502"/>
                  <a:pt x="47504" y="16443"/>
                </a:cubicBezTo>
                <a:cubicBezTo>
                  <a:pt x="47790" y="16383"/>
                  <a:pt x="48207" y="16288"/>
                  <a:pt x="48409" y="16229"/>
                </a:cubicBezTo>
                <a:cubicBezTo>
                  <a:pt x="48624" y="16169"/>
                  <a:pt x="48945" y="16109"/>
                  <a:pt x="49147" y="16074"/>
                </a:cubicBezTo>
                <a:cubicBezTo>
                  <a:pt x="49826" y="15955"/>
                  <a:pt x="51553" y="15443"/>
                  <a:pt x="52005" y="15252"/>
                </a:cubicBezTo>
                <a:cubicBezTo>
                  <a:pt x="52374" y="15086"/>
                  <a:pt x="52838" y="14776"/>
                  <a:pt x="52850" y="14669"/>
                </a:cubicBezTo>
                <a:cubicBezTo>
                  <a:pt x="52850" y="14645"/>
                  <a:pt x="52969" y="14526"/>
                  <a:pt x="53112" y="14407"/>
                </a:cubicBezTo>
                <a:cubicBezTo>
                  <a:pt x="53279" y="14264"/>
                  <a:pt x="53398" y="14121"/>
                  <a:pt x="53434" y="14002"/>
                </a:cubicBezTo>
                <a:cubicBezTo>
                  <a:pt x="53458" y="13895"/>
                  <a:pt x="53505" y="13752"/>
                  <a:pt x="53553" y="13692"/>
                </a:cubicBezTo>
                <a:cubicBezTo>
                  <a:pt x="53588" y="13609"/>
                  <a:pt x="53577" y="13490"/>
                  <a:pt x="53517" y="13395"/>
                </a:cubicBezTo>
                <a:cubicBezTo>
                  <a:pt x="53458" y="13288"/>
                  <a:pt x="53434" y="13181"/>
                  <a:pt x="53434" y="13157"/>
                </a:cubicBezTo>
                <a:cubicBezTo>
                  <a:pt x="53434" y="13121"/>
                  <a:pt x="53374" y="13002"/>
                  <a:pt x="53279" y="12895"/>
                </a:cubicBezTo>
                <a:cubicBezTo>
                  <a:pt x="53088" y="12645"/>
                  <a:pt x="53100" y="12573"/>
                  <a:pt x="53350" y="12478"/>
                </a:cubicBezTo>
                <a:cubicBezTo>
                  <a:pt x="53469" y="12442"/>
                  <a:pt x="53696" y="12347"/>
                  <a:pt x="53850" y="12276"/>
                </a:cubicBezTo>
                <a:cubicBezTo>
                  <a:pt x="54005" y="12204"/>
                  <a:pt x="54291" y="12097"/>
                  <a:pt x="54470" y="12049"/>
                </a:cubicBezTo>
                <a:cubicBezTo>
                  <a:pt x="55112" y="11907"/>
                  <a:pt x="56017" y="11668"/>
                  <a:pt x="56375" y="11561"/>
                </a:cubicBezTo>
                <a:cubicBezTo>
                  <a:pt x="56548" y="11507"/>
                  <a:pt x="56732" y="11453"/>
                  <a:pt x="56772" y="11453"/>
                </a:cubicBezTo>
                <a:cubicBezTo>
                  <a:pt x="56776" y="11453"/>
                  <a:pt x="56778" y="11453"/>
                  <a:pt x="56779" y="11454"/>
                </a:cubicBezTo>
                <a:cubicBezTo>
                  <a:pt x="56781" y="11454"/>
                  <a:pt x="56783" y="11455"/>
                  <a:pt x="56786" y="11455"/>
                </a:cubicBezTo>
                <a:cubicBezTo>
                  <a:pt x="56901" y="11455"/>
                  <a:pt x="57781" y="11191"/>
                  <a:pt x="57851" y="11133"/>
                </a:cubicBezTo>
                <a:cubicBezTo>
                  <a:pt x="57899" y="11097"/>
                  <a:pt x="57958" y="11085"/>
                  <a:pt x="57982" y="11085"/>
                </a:cubicBezTo>
                <a:cubicBezTo>
                  <a:pt x="57985" y="11085"/>
                  <a:pt x="57989" y="11086"/>
                  <a:pt x="57994" y="11086"/>
                </a:cubicBezTo>
                <a:cubicBezTo>
                  <a:pt x="58127" y="11086"/>
                  <a:pt x="58692" y="10915"/>
                  <a:pt x="58922" y="10799"/>
                </a:cubicBezTo>
                <a:cubicBezTo>
                  <a:pt x="59020" y="10750"/>
                  <a:pt x="59126" y="10710"/>
                  <a:pt x="59187" y="10710"/>
                </a:cubicBezTo>
                <a:cubicBezTo>
                  <a:pt x="59200" y="10710"/>
                  <a:pt x="59212" y="10712"/>
                  <a:pt x="59220" y="10716"/>
                </a:cubicBezTo>
                <a:cubicBezTo>
                  <a:pt x="59221" y="10716"/>
                  <a:pt x="59222" y="10716"/>
                  <a:pt x="59223" y="10716"/>
                </a:cubicBezTo>
                <a:cubicBezTo>
                  <a:pt x="59351" y="10716"/>
                  <a:pt x="60780" y="10001"/>
                  <a:pt x="60792" y="9942"/>
                </a:cubicBezTo>
                <a:cubicBezTo>
                  <a:pt x="60792" y="9906"/>
                  <a:pt x="60839" y="9859"/>
                  <a:pt x="60899" y="9835"/>
                </a:cubicBezTo>
                <a:cubicBezTo>
                  <a:pt x="61054" y="9740"/>
                  <a:pt x="61197" y="9502"/>
                  <a:pt x="61304" y="9192"/>
                </a:cubicBezTo>
                <a:cubicBezTo>
                  <a:pt x="61351" y="9049"/>
                  <a:pt x="61423" y="8906"/>
                  <a:pt x="61447" y="8906"/>
                </a:cubicBezTo>
                <a:cubicBezTo>
                  <a:pt x="61601" y="8870"/>
                  <a:pt x="61554" y="8549"/>
                  <a:pt x="61375" y="8275"/>
                </a:cubicBezTo>
                <a:cubicBezTo>
                  <a:pt x="61268" y="8108"/>
                  <a:pt x="61197" y="7942"/>
                  <a:pt x="61208" y="7894"/>
                </a:cubicBezTo>
                <a:cubicBezTo>
                  <a:pt x="61208" y="7858"/>
                  <a:pt x="61173" y="7763"/>
                  <a:pt x="61113" y="7692"/>
                </a:cubicBezTo>
                <a:cubicBezTo>
                  <a:pt x="61030" y="7632"/>
                  <a:pt x="60970" y="7525"/>
                  <a:pt x="60947" y="7477"/>
                </a:cubicBezTo>
                <a:cubicBezTo>
                  <a:pt x="60887" y="7335"/>
                  <a:pt x="60494" y="6989"/>
                  <a:pt x="60065" y="6739"/>
                </a:cubicBezTo>
                <a:cubicBezTo>
                  <a:pt x="59863" y="6620"/>
                  <a:pt x="59696" y="6489"/>
                  <a:pt x="59708" y="6454"/>
                </a:cubicBezTo>
                <a:cubicBezTo>
                  <a:pt x="59708" y="6430"/>
                  <a:pt x="60101" y="6215"/>
                  <a:pt x="60554" y="5989"/>
                </a:cubicBezTo>
                <a:cubicBezTo>
                  <a:pt x="61375" y="5608"/>
                  <a:pt x="61840" y="5370"/>
                  <a:pt x="61851" y="5322"/>
                </a:cubicBezTo>
                <a:cubicBezTo>
                  <a:pt x="61851" y="5299"/>
                  <a:pt x="62066" y="5180"/>
                  <a:pt x="62221" y="5084"/>
                </a:cubicBezTo>
                <a:cubicBezTo>
                  <a:pt x="62363" y="5013"/>
                  <a:pt x="62685" y="4668"/>
                  <a:pt x="62637" y="4644"/>
                </a:cubicBezTo>
                <a:cubicBezTo>
                  <a:pt x="62625" y="4620"/>
                  <a:pt x="62685" y="4501"/>
                  <a:pt x="62780" y="4382"/>
                </a:cubicBezTo>
                <a:cubicBezTo>
                  <a:pt x="63042" y="4025"/>
                  <a:pt x="63078" y="3489"/>
                  <a:pt x="62852" y="3406"/>
                </a:cubicBezTo>
                <a:cubicBezTo>
                  <a:pt x="62804" y="3394"/>
                  <a:pt x="62756" y="3310"/>
                  <a:pt x="62780" y="3275"/>
                </a:cubicBezTo>
                <a:cubicBezTo>
                  <a:pt x="62785" y="3236"/>
                  <a:pt x="62792" y="3215"/>
                  <a:pt x="62808" y="3215"/>
                </a:cubicBezTo>
                <a:cubicBezTo>
                  <a:pt x="62831" y="3215"/>
                  <a:pt x="62874" y="3259"/>
                  <a:pt x="62959" y="3358"/>
                </a:cubicBezTo>
                <a:cubicBezTo>
                  <a:pt x="63020" y="3437"/>
                  <a:pt x="63075" y="3484"/>
                  <a:pt x="63109" y="3484"/>
                </a:cubicBezTo>
                <a:cubicBezTo>
                  <a:pt x="63121" y="3484"/>
                  <a:pt x="63131" y="3478"/>
                  <a:pt x="63137" y="3465"/>
                </a:cubicBezTo>
                <a:cubicBezTo>
                  <a:pt x="63149" y="3468"/>
                  <a:pt x="63158" y="3470"/>
                  <a:pt x="63164" y="3470"/>
                </a:cubicBezTo>
                <a:cubicBezTo>
                  <a:pt x="63207" y="3470"/>
                  <a:pt x="63165" y="3411"/>
                  <a:pt x="63113" y="3370"/>
                </a:cubicBezTo>
                <a:cubicBezTo>
                  <a:pt x="63054" y="3322"/>
                  <a:pt x="63030" y="3251"/>
                  <a:pt x="63030" y="3203"/>
                </a:cubicBezTo>
                <a:cubicBezTo>
                  <a:pt x="63030" y="3167"/>
                  <a:pt x="63018" y="3060"/>
                  <a:pt x="62971" y="3001"/>
                </a:cubicBezTo>
                <a:cubicBezTo>
                  <a:pt x="62937" y="2939"/>
                  <a:pt x="62918" y="2913"/>
                  <a:pt x="62891" y="2913"/>
                </a:cubicBezTo>
                <a:cubicBezTo>
                  <a:pt x="62870" y="2913"/>
                  <a:pt x="62845" y="2928"/>
                  <a:pt x="62804" y="2953"/>
                </a:cubicBezTo>
                <a:cubicBezTo>
                  <a:pt x="62768" y="2977"/>
                  <a:pt x="62738" y="2989"/>
                  <a:pt x="62715" y="2989"/>
                </a:cubicBezTo>
                <a:cubicBezTo>
                  <a:pt x="62691" y="2989"/>
                  <a:pt x="62673" y="2977"/>
                  <a:pt x="62661" y="2953"/>
                </a:cubicBezTo>
                <a:cubicBezTo>
                  <a:pt x="62625" y="2929"/>
                  <a:pt x="62673" y="2870"/>
                  <a:pt x="62744" y="2834"/>
                </a:cubicBezTo>
                <a:cubicBezTo>
                  <a:pt x="62816" y="2810"/>
                  <a:pt x="62852" y="2774"/>
                  <a:pt x="62804" y="2774"/>
                </a:cubicBezTo>
                <a:cubicBezTo>
                  <a:pt x="62756" y="2774"/>
                  <a:pt x="62744" y="2751"/>
                  <a:pt x="62780" y="2703"/>
                </a:cubicBezTo>
                <a:cubicBezTo>
                  <a:pt x="62804" y="2667"/>
                  <a:pt x="62780" y="2632"/>
                  <a:pt x="62721" y="2596"/>
                </a:cubicBezTo>
                <a:cubicBezTo>
                  <a:pt x="62661" y="2572"/>
                  <a:pt x="62613" y="2524"/>
                  <a:pt x="62613" y="2477"/>
                </a:cubicBezTo>
                <a:cubicBezTo>
                  <a:pt x="62613" y="2441"/>
                  <a:pt x="62602" y="2393"/>
                  <a:pt x="62566" y="2370"/>
                </a:cubicBezTo>
                <a:cubicBezTo>
                  <a:pt x="62563" y="2368"/>
                  <a:pt x="62559" y="2367"/>
                  <a:pt x="62556" y="2367"/>
                </a:cubicBezTo>
                <a:cubicBezTo>
                  <a:pt x="62533" y="2367"/>
                  <a:pt x="62506" y="2401"/>
                  <a:pt x="62506" y="2453"/>
                </a:cubicBezTo>
                <a:cubicBezTo>
                  <a:pt x="62506" y="2513"/>
                  <a:pt x="62447" y="2548"/>
                  <a:pt x="62387" y="2548"/>
                </a:cubicBezTo>
                <a:cubicBezTo>
                  <a:pt x="62316" y="2548"/>
                  <a:pt x="62304" y="2536"/>
                  <a:pt x="62328" y="2465"/>
                </a:cubicBezTo>
                <a:cubicBezTo>
                  <a:pt x="62375" y="2393"/>
                  <a:pt x="62340" y="2370"/>
                  <a:pt x="62197" y="2358"/>
                </a:cubicBezTo>
                <a:cubicBezTo>
                  <a:pt x="62078" y="2358"/>
                  <a:pt x="62042" y="2346"/>
                  <a:pt x="62090" y="2310"/>
                </a:cubicBezTo>
                <a:cubicBezTo>
                  <a:pt x="62197" y="2251"/>
                  <a:pt x="62209" y="2203"/>
                  <a:pt x="62101" y="2179"/>
                </a:cubicBezTo>
                <a:lnTo>
                  <a:pt x="62101" y="2179"/>
                </a:lnTo>
                <a:cubicBezTo>
                  <a:pt x="62066" y="2179"/>
                  <a:pt x="62042" y="2203"/>
                  <a:pt x="62066" y="2227"/>
                </a:cubicBezTo>
                <a:cubicBezTo>
                  <a:pt x="62078" y="2251"/>
                  <a:pt x="62042" y="2286"/>
                  <a:pt x="61982" y="2286"/>
                </a:cubicBezTo>
                <a:cubicBezTo>
                  <a:pt x="61972" y="2288"/>
                  <a:pt x="61962" y="2289"/>
                  <a:pt x="61952" y="2289"/>
                </a:cubicBezTo>
                <a:cubicBezTo>
                  <a:pt x="61904" y="2289"/>
                  <a:pt x="61861" y="2266"/>
                  <a:pt x="61851" y="2227"/>
                </a:cubicBezTo>
                <a:cubicBezTo>
                  <a:pt x="61842" y="2187"/>
                  <a:pt x="61807" y="2164"/>
                  <a:pt x="61769" y="2164"/>
                </a:cubicBezTo>
                <a:cubicBezTo>
                  <a:pt x="61761" y="2164"/>
                  <a:pt x="61752" y="2165"/>
                  <a:pt x="61744" y="2167"/>
                </a:cubicBezTo>
                <a:cubicBezTo>
                  <a:pt x="61741" y="2169"/>
                  <a:pt x="61737" y="2169"/>
                  <a:pt x="61733" y="2169"/>
                </a:cubicBezTo>
                <a:cubicBezTo>
                  <a:pt x="61699" y="2169"/>
                  <a:pt x="61660" y="2125"/>
                  <a:pt x="61649" y="2072"/>
                </a:cubicBezTo>
                <a:cubicBezTo>
                  <a:pt x="61628" y="2020"/>
                  <a:pt x="61599" y="1986"/>
                  <a:pt x="61560" y="1986"/>
                </a:cubicBezTo>
                <a:cubicBezTo>
                  <a:pt x="61554" y="1986"/>
                  <a:pt x="61548" y="1987"/>
                  <a:pt x="61542" y="1989"/>
                </a:cubicBezTo>
                <a:cubicBezTo>
                  <a:pt x="61534" y="1991"/>
                  <a:pt x="61526" y="1992"/>
                  <a:pt x="61518" y="1992"/>
                </a:cubicBezTo>
                <a:cubicBezTo>
                  <a:pt x="61479" y="1992"/>
                  <a:pt x="61445" y="1969"/>
                  <a:pt x="61435" y="1929"/>
                </a:cubicBezTo>
                <a:cubicBezTo>
                  <a:pt x="61425" y="1890"/>
                  <a:pt x="61390" y="1867"/>
                  <a:pt x="61345" y="1867"/>
                </a:cubicBezTo>
                <a:cubicBezTo>
                  <a:pt x="61336" y="1867"/>
                  <a:pt x="61326" y="1868"/>
                  <a:pt x="61316" y="1870"/>
                </a:cubicBezTo>
                <a:cubicBezTo>
                  <a:pt x="61304" y="1873"/>
                  <a:pt x="61293" y="1874"/>
                  <a:pt x="61284" y="1874"/>
                </a:cubicBezTo>
                <a:cubicBezTo>
                  <a:pt x="61258" y="1874"/>
                  <a:pt x="61244" y="1861"/>
                  <a:pt x="61244" y="1834"/>
                </a:cubicBezTo>
                <a:cubicBezTo>
                  <a:pt x="61244" y="1810"/>
                  <a:pt x="61197" y="1774"/>
                  <a:pt x="61125" y="1774"/>
                </a:cubicBezTo>
                <a:cubicBezTo>
                  <a:pt x="60887" y="1762"/>
                  <a:pt x="60816" y="1739"/>
                  <a:pt x="60827" y="1655"/>
                </a:cubicBezTo>
                <a:cubicBezTo>
                  <a:pt x="60834" y="1607"/>
                  <a:pt x="60809" y="1582"/>
                  <a:pt x="60763" y="1582"/>
                </a:cubicBezTo>
                <a:cubicBezTo>
                  <a:pt x="60730" y="1582"/>
                  <a:pt x="60687" y="1595"/>
                  <a:pt x="60637" y="1620"/>
                </a:cubicBezTo>
                <a:cubicBezTo>
                  <a:pt x="60603" y="1637"/>
                  <a:pt x="60578" y="1645"/>
                  <a:pt x="60564" y="1645"/>
                </a:cubicBezTo>
                <a:cubicBezTo>
                  <a:pt x="60528" y="1645"/>
                  <a:pt x="60552" y="1594"/>
                  <a:pt x="60637" y="1501"/>
                </a:cubicBezTo>
                <a:cubicBezTo>
                  <a:pt x="60673" y="1441"/>
                  <a:pt x="60697" y="1381"/>
                  <a:pt x="60661" y="1381"/>
                </a:cubicBezTo>
                <a:cubicBezTo>
                  <a:pt x="60637" y="1381"/>
                  <a:pt x="60530" y="1370"/>
                  <a:pt x="60435" y="1346"/>
                </a:cubicBezTo>
                <a:cubicBezTo>
                  <a:pt x="60304" y="1334"/>
                  <a:pt x="60280" y="1310"/>
                  <a:pt x="60316" y="1215"/>
                </a:cubicBezTo>
                <a:cubicBezTo>
                  <a:pt x="60411" y="1060"/>
                  <a:pt x="60101" y="786"/>
                  <a:pt x="59804" y="739"/>
                </a:cubicBezTo>
                <a:cubicBezTo>
                  <a:pt x="59745" y="726"/>
                  <a:pt x="59699" y="721"/>
                  <a:pt x="59662" y="721"/>
                </a:cubicBezTo>
                <a:cubicBezTo>
                  <a:pt x="59593" y="721"/>
                  <a:pt x="59557" y="739"/>
                  <a:pt x="59542" y="762"/>
                </a:cubicBezTo>
                <a:cubicBezTo>
                  <a:pt x="59536" y="792"/>
                  <a:pt x="59530" y="807"/>
                  <a:pt x="59516" y="807"/>
                </a:cubicBezTo>
                <a:cubicBezTo>
                  <a:pt x="59503" y="807"/>
                  <a:pt x="59482" y="792"/>
                  <a:pt x="59446" y="762"/>
                </a:cubicBezTo>
                <a:cubicBezTo>
                  <a:pt x="59387" y="727"/>
                  <a:pt x="59351" y="643"/>
                  <a:pt x="59351" y="608"/>
                </a:cubicBezTo>
                <a:cubicBezTo>
                  <a:pt x="59351" y="524"/>
                  <a:pt x="59303" y="512"/>
                  <a:pt x="59149" y="488"/>
                </a:cubicBezTo>
                <a:cubicBezTo>
                  <a:pt x="59030" y="477"/>
                  <a:pt x="58922" y="429"/>
                  <a:pt x="58911" y="393"/>
                </a:cubicBezTo>
                <a:cubicBezTo>
                  <a:pt x="58899" y="375"/>
                  <a:pt x="58890" y="366"/>
                  <a:pt x="58882" y="366"/>
                </a:cubicBezTo>
                <a:cubicBezTo>
                  <a:pt x="58875" y="366"/>
                  <a:pt x="58869" y="375"/>
                  <a:pt x="58863" y="393"/>
                </a:cubicBezTo>
                <a:cubicBezTo>
                  <a:pt x="58853" y="423"/>
                  <a:pt x="58827" y="444"/>
                  <a:pt x="58792" y="444"/>
                </a:cubicBezTo>
                <a:cubicBezTo>
                  <a:pt x="58784" y="444"/>
                  <a:pt x="58776" y="443"/>
                  <a:pt x="58768" y="441"/>
                </a:cubicBezTo>
                <a:cubicBezTo>
                  <a:pt x="58732" y="441"/>
                  <a:pt x="58744" y="381"/>
                  <a:pt x="58803" y="322"/>
                </a:cubicBezTo>
                <a:cubicBezTo>
                  <a:pt x="58875" y="238"/>
                  <a:pt x="58887" y="203"/>
                  <a:pt x="58815" y="143"/>
                </a:cubicBezTo>
                <a:cubicBezTo>
                  <a:pt x="58780" y="113"/>
                  <a:pt x="58759" y="99"/>
                  <a:pt x="58750" y="99"/>
                </a:cubicBezTo>
                <a:lnTo>
                  <a:pt x="58750" y="99"/>
                </a:lnTo>
                <a:cubicBezTo>
                  <a:pt x="58741" y="99"/>
                  <a:pt x="58744" y="113"/>
                  <a:pt x="58756" y="143"/>
                </a:cubicBezTo>
                <a:cubicBezTo>
                  <a:pt x="58768" y="191"/>
                  <a:pt x="58744" y="274"/>
                  <a:pt x="58684" y="358"/>
                </a:cubicBezTo>
                <a:lnTo>
                  <a:pt x="58577" y="477"/>
                </a:lnTo>
                <a:lnTo>
                  <a:pt x="58553" y="334"/>
                </a:lnTo>
                <a:cubicBezTo>
                  <a:pt x="58530" y="262"/>
                  <a:pt x="58458" y="203"/>
                  <a:pt x="58399" y="191"/>
                </a:cubicBezTo>
                <a:cubicBezTo>
                  <a:pt x="58327" y="179"/>
                  <a:pt x="58315" y="143"/>
                  <a:pt x="58327" y="119"/>
                </a:cubicBezTo>
                <a:cubicBezTo>
                  <a:pt x="58345" y="85"/>
                  <a:pt x="58343" y="62"/>
                  <a:pt x="58313" y="62"/>
                </a:cubicBezTo>
                <a:cubicBezTo>
                  <a:pt x="58302" y="62"/>
                  <a:pt x="58287" y="65"/>
                  <a:pt x="58268" y="72"/>
                </a:cubicBezTo>
                <a:cubicBezTo>
                  <a:pt x="58172" y="84"/>
                  <a:pt x="58113" y="143"/>
                  <a:pt x="58113" y="262"/>
                </a:cubicBezTo>
                <a:cubicBezTo>
                  <a:pt x="58113" y="274"/>
                  <a:pt x="58030" y="310"/>
                  <a:pt x="57934" y="322"/>
                </a:cubicBezTo>
                <a:cubicBezTo>
                  <a:pt x="57887" y="328"/>
                  <a:pt x="57848" y="331"/>
                  <a:pt x="57824" y="331"/>
                </a:cubicBezTo>
                <a:cubicBezTo>
                  <a:pt x="57800" y="331"/>
                  <a:pt x="57791" y="328"/>
                  <a:pt x="57803" y="322"/>
                </a:cubicBezTo>
                <a:cubicBezTo>
                  <a:pt x="57851" y="298"/>
                  <a:pt x="57565" y="0"/>
                  <a:pt x="574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ES" sz="24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                 ¿</a:t>
            </a:r>
            <a:r>
              <a:rPr lang="es-ES" sz="36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QUE ES LA ETAPA  PRODUCTIVA?</a:t>
            </a:r>
            <a:endParaRPr lang="es-CO" sz="240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9FE4216-64C2-A64B-4278-88A6C3DB4431}"/>
              </a:ext>
            </a:extLst>
          </p:cNvPr>
          <p:cNvGrpSpPr/>
          <p:nvPr/>
        </p:nvGrpSpPr>
        <p:grpSpPr>
          <a:xfrm>
            <a:off x="187300" y="1177379"/>
            <a:ext cx="7579591" cy="5242282"/>
            <a:chOff x="-48555" y="183387"/>
            <a:chExt cx="8751031" cy="4657568"/>
          </a:xfrm>
        </p:grpSpPr>
        <p:sp>
          <p:nvSpPr>
            <p:cNvPr id="44" name="Google Shape;119;p19">
              <a:extLst>
                <a:ext uri="{FF2B5EF4-FFF2-40B4-BE49-F238E27FC236}">
                  <a16:creationId xmlns:a16="http://schemas.microsoft.com/office/drawing/2014/main" id="{B5A34242-D26B-C72F-9FFC-665F76AC9F1D}"/>
                </a:ext>
              </a:extLst>
            </p:cNvPr>
            <p:cNvSpPr/>
            <p:nvPr/>
          </p:nvSpPr>
          <p:spPr>
            <a:xfrm>
              <a:off x="555379" y="4493762"/>
              <a:ext cx="3902619" cy="347193"/>
            </a:xfrm>
            <a:prstGeom prst="ellipse">
              <a:avLst/>
            </a:prstGeom>
            <a:solidFill>
              <a:srgbClr val="E4CE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122;p19">
              <a:extLst>
                <a:ext uri="{FF2B5EF4-FFF2-40B4-BE49-F238E27FC236}">
                  <a16:creationId xmlns:a16="http://schemas.microsoft.com/office/drawing/2014/main" id="{06990512-A382-70F5-E549-5788996633EC}"/>
                </a:ext>
              </a:extLst>
            </p:cNvPr>
            <p:cNvGrpSpPr/>
            <p:nvPr/>
          </p:nvGrpSpPr>
          <p:grpSpPr>
            <a:xfrm>
              <a:off x="653731" y="576623"/>
              <a:ext cx="3918269" cy="4009651"/>
              <a:chOff x="1224500" y="238125"/>
              <a:chExt cx="5118575" cy="5237950"/>
            </a:xfrm>
          </p:grpSpPr>
          <p:grpSp>
            <p:nvGrpSpPr>
              <p:cNvPr id="48" name="Google Shape;123;p19">
                <a:extLst>
                  <a:ext uri="{FF2B5EF4-FFF2-40B4-BE49-F238E27FC236}">
                    <a16:creationId xmlns:a16="http://schemas.microsoft.com/office/drawing/2014/main" id="{C6A046A8-5F4E-406F-6959-C0858A0198A9}"/>
                  </a:ext>
                </a:extLst>
              </p:cNvPr>
              <p:cNvGrpSpPr/>
              <p:nvPr/>
            </p:nvGrpSpPr>
            <p:grpSpPr>
              <a:xfrm>
                <a:off x="1224500" y="238125"/>
                <a:ext cx="5118575" cy="5237950"/>
                <a:chOff x="1224500" y="238125"/>
                <a:chExt cx="5118575" cy="5237950"/>
              </a:xfrm>
            </p:grpSpPr>
            <p:sp>
              <p:nvSpPr>
                <p:cNvPr id="52" name="Google Shape;124;p19">
                  <a:extLst>
                    <a:ext uri="{FF2B5EF4-FFF2-40B4-BE49-F238E27FC236}">
                      <a16:creationId xmlns:a16="http://schemas.microsoft.com/office/drawing/2014/main" id="{C180145E-0DFC-5019-7E58-AB9994E4AEF8}"/>
                    </a:ext>
                  </a:extLst>
                </p:cNvPr>
                <p:cNvSpPr/>
                <p:nvPr/>
              </p:nvSpPr>
              <p:spPr>
                <a:xfrm>
                  <a:off x="1893325" y="4255350"/>
                  <a:ext cx="1699425" cy="1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77" h="6098" extrusionOk="0">
                      <a:moveTo>
                        <a:pt x="3050" y="1"/>
                      </a:moveTo>
                      <a:cubicBezTo>
                        <a:pt x="1366" y="1"/>
                        <a:pt x="1" y="1365"/>
                        <a:pt x="1" y="3049"/>
                      </a:cubicBezTo>
                      <a:cubicBezTo>
                        <a:pt x="1" y="4733"/>
                        <a:pt x="1366" y="6098"/>
                        <a:pt x="3050" y="6098"/>
                      </a:cubicBezTo>
                      <a:lnTo>
                        <a:pt x="64928" y="6098"/>
                      </a:lnTo>
                      <a:cubicBezTo>
                        <a:pt x="66612" y="6098"/>
                        <a:pt x="67976" y="4733"/>
                        <a:pt x="67976" y="3049"/>
                      </a:cubicBezTo>
                      <a:cubicBezTo>
                        <a:pt x="67976" y="1365"/>
                        <a:pt x="66612" y="1"/>
                        <a:pt x="64928" y="1"/>
                      </a:cubicBezTo>
                      <a:close/>
                    </a:path>
                  </a:pathLst>
                </a:custGeom>
                <a:solidFill>
                  <a:srgbClr val="6D392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Google Shape;125;p19">
                  <a:extLst>
                    <a:ext uri="{FF2B5EF4-FFF2-40B4-BE49-F238E27FC236}">
                      <a16:creationId xmlns:a16="http://schemas.microsoft.com/office/drawing/2014/main" id="{F93F09DE-CC2F-1398-EA8C-AB4359B70144}"/>
                    </a:ext>
                  </a:extLst>
                </p:cNvPr>
                <p:cNvSpPr/>
                <p:nvPr/>
              </p:nvSpPr>
              <p:spPr>
                <a:xfrm>
                  <a:off x="2822425" y="3735975"/>
                  <a:ext cx="914597" cy="52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6" h="20463" extrusionOk="0">
                      <a:moveTo>
                        <a:pt x="1" y="1"/>
                      </a:moveTo>
                      <a:lnTo>
                        <a:pt x="238" y="20463"/>
                      </a:lnTo>
                      <a:lnTo>
                        <a:pt x="35716" y="20463"/>
                      </a:lnTo>
                      <a:lnTo>
                        <a:pt x="35716" y="1"/>
                      </a:lnTo>
                      <a:close/>
                    </a:path>
                  </a:pathLst>
                </a:custGeom>
                <a:solidFill>
                  <a:srgbClr val="CC914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" name="Google Shape;126;p19">
                  <a:extLst>
                    <a:ext uri="{FF2B5EF4-FFF2-40B4-BE49-F238E27FC236}">
                      <a16:creationId xmlns:a16="http://schemas.microsoft.com/office/drawing/2014/main" id="{AB7C97ED-0C1E-EF8A-20B3-FBC8A54DEC5D}"/>
                    </a:ext>
                  </a:extLst>
                </p:cNvPr>
                <p:cNvSpPr/>
                <p:nvPr/>
              </p:nvSpPr>
              <p:spPr>
                <a:xfrm>
                  <a:off x="1677375" y="2224325"/>
                  <a:ext cx="1456600" cy="1645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64" h="61608" extrusionOk="0">
                      <a:moveTo>
                        <a:pt x="0" y="1"/>
                      </a:moveTo>
                      <a:lnTo>
                        <a:pt x="15335" y="61607"/>
                      </a:lnTo>
                      <a:lnTo>
                        <a:pt x="58264" y="60829"/>
                      </a:lnTo>
                      <a:lnTo>
                        <a:pt x="38024" y="1"/>
                      </a:lnTo>
                      <a:close/>
                    </a:path>
                  </a:pathLst>
                </a:custGeom>
                <a:solidFill>
                  <a:srgbClr val="6D392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127;p19">
                  <a:extLst>
                    <a:ext uri="{FF2B5EF4-FFF2-40B4-BE49-F238E27FC236}">
                      <a16:creationId xmlns:a16="http://schemas.microsoft.com/office/drawing/2014/main" id="{A4F559A5-410A-79DD-32A0-849540E3B805}"/>
                    </a:ext>
                  </a:extLst>
                </p:cNvPr>
                <p:cNvSpPr/>
                <p:nvPr/>
              </p:nvSpPr>
              <p:spPr>
                <a:xfrm>
                  <a:off x="1893325" y="4407775"/>
                  <a:ext cx="334800" cy="106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92" h="42575" extrusionOk="0">
                      <a:moveTo>
                        <a:pt x="7396" y="1"/>
                      </a:moveTo>
                      <a:lnTo>
                        <a:pt x="1" y="42575"/>
                      </a:lnTo>
                      <a:lnTo>
                        <a:pt x="2791" y="42575"/>
                      </a:lnTo>
                      <a:lnTo>
                        <a:pt x="13392" y="1"/>
                      </a:lnTo>
                      <a:close/>
                    </a:path>
                  </a:pathLst>
                </a:custGeom>
                <a:solidFill>
                  <a:srgbClr val="6D392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128;p19">
                  <a:extLst>
                    <a:ext uri="{FF2B5EF4-FFF2-40B4-BE49-F238E27FC236}">
                      <a16:creationId xmlns:a16="http://schemas.microsoft.com/office/drawing/2014/main" id="{49D47DE5-A684-B068-99C2-30FB4A76D963}"/>
                    </a:ext>
                  </a:extLst>
                </p:cNvPr>
                <p:cNvSpPr/>
                <p:nvPr/>
              </p:nvSpPr>
              <p:spPr>
                <a:xfrm>
                  <a:off x="2493650" y="4393200"/>
                  <a:ext cx="334800" cy="1078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92" h="42575" extrusionOk="0">
                      <a:moveTo>
                        <a:pt x="7395" y="1"/>
                      </a:moveTo>
                      <a:lnTo>
                        <a:pt x="1" y="42575"/>
                      </a:lnTo>
                      <a:lnTo>
                        <a:pt x="2791" y="42575"/>
                      </a:lnTo>
                      <a:lnTo>
                        <a:pt x="13392" y="1"/>
                      </a:lnTo>
                      <a:close/>
                    </a:path>
                  </a:pathLst>
                </a:custGeom>
                <a:solidFill>
                  <a:srgbClr val="61332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Google Shape;129;p19">
                  <a:extLst>
                    <a:ext uri="{FF2B5EF4-FFF2-40B4-BE49-F238E27FC236}">
                      <a16:creationId xmlns:a16="http://schemas.microsoft.com/office/drawing/2014/main" id="{AB0A6B52-CC17-5484-CF27-1A9588059DC9}"/>
                    </a:ext>
                  </a:extLst>
                </p:cNvPr>
                <p:cNvSpPr/>
                <p:nvPr/>
              </p:nvSpPr>
              <p:spPr>
                <a:xfrm>
                  <a:off x="2990300" y="4393175"/>
                  <a:ext cx="334825" cy="1078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93" h="42575" extrusionOk="0">
                      <a:moveTo>
                        <a:pt x="1" y="1"/>
                      </a:moveTo>
                      <a:lnTo>
                        <a:pt x="10603" y="42575"/>
                      </a:lnTo>
                      <a:lnTo>
                        <a:pt x="13393" y="42575"/>
                      </a:lnTo>
                      <a:lnTo>
                        <a:pt x="5998" y="1"/>
                      </a:lnTo>
                      <a:close/>
                    </a:path>
                  </a:pathLst>
                </a:custGeom>
                <a:solidFill>
                  <a:srgbClr val="6D392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" name="Google Shape;130;p19">
                  <a:extLst>
                    <a:ext uri="{FF2B5EF4-FFF2-40B4-BE49-F238E27FC236}">
                      <a16:creationId xmlns:a16="http://schemas.microsoft.com/office/drawing/2014/main" id="{90715E06-1DCF-29C1-ACEC-B3C9D47D8009}"/>
                    </a:ext>
                  </a:extLst>
                </p:cNvPr>
                <p:cNvSpPr/>
                <p:nvPr/>
              </p:nvSpPr>
              <p:spPr>
                <a:xfrm>
                  <a:off x="1224500" y="2224325"/>
                  <a:ext cx="1625575" cy="203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023" h="81526" extrusionOk="0">
                      <a:moveTo>
                        <a:pt x="18115" y="1"/>
                      </a:moveTo>
                      <a:cubicBezTo>
                        <a:pt x="7660" y="1"/>
                        <a:pt x="1" y="9847"/>
                        <a:pt x="2572" y="19981"/>
                      </a:cubicBezTo>
                      <a:lnTo>
                        <a:pt x="18115" y="81242"/>
                      </a:lnTo>
                      <a:lnTo>
                        <a:pt x="65023" y="81526"/>
                      </a:lnTo>
                      <a:lnTo>
                        <a:pt x="64785" y="61064"/>
                      </a:lnTo>
                      <a:lnTo>
                        <a:pt x="33255" y="61064"/>
                      </a:lnTo>
                      <a:lnTo>
                        <a:pt x="18115" y="1"/>
                      </a:lnTo>
                      <a:close/>
                    </a:path>
                  </a:pathLst>
                </a:custGeom>
                <a:solidFill>
                  <a:srgbClr val="CC914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" name="Google Shape;131;p19">
                  <a:extLst>
                    <a:ext uri="{FF2B5EF4-FFF2-40B4-BE49-F238E27FC236}">
                      <a16:creationId xmlns:a16="http://schemas.microsoft.com/office/drawing/2014/main" id="{1F25CB9E-96BA-15E4-2644-142CDC15A1E9}"/>
                    </a:ext>
                  </a:extLst>
                </p:cNvPr>
                <p:cNvSpPr/>
                <p:nvPr/>
              </p:nvSpPr>
              <p:spPr>
                <a:xfrm>
                  <a:off x="1411900" y="2338875"/>
                  <a:ext cx="1410534" cy="1676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51" h="68104" extrusionOk="0">
                      <a:moveTo>
                        <a:pt x="8" y="1"/>
                      </a:move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1" y="2"/>
                        <a:pt x="18" y="97"/>
                        <a:pt x="56" y="280"/>
                      </a:cubicBezTo>
                      <a:cubicBezTo>
                        <a:pt x="102" y="484"/>
                        <a:pt x="162" y="751"/>
                        <a:pt x="239" y="1090"/>
                      </a:cubicBezTo>
                      <a:cubicBezTo>
                        <a:pt x="414" y="1824"/>
                        <a:pt x="662" y="2865"/>
                        <a:pt x="979" y="4193"/>
                      </a:cubicBezTo>
                      <a:cubicBezTo>
                        <a:pt x="1635" y="6911"/>
                        <a:pt x="2575" y="10800"/>
                        <a:pt x="3735" y="15598"/>
                      </a:cubicBezTo>
                      <a:cubicBezTo>
                        <a:pt x="6082" y="25223"/>
                        <a:pt x="9243" y="38546"/>
                        <a:pt x="13187" y="53151"/>
                      </a:cubicBezTo>
                      <a:cubicBezTo>
                        <a:pt x="14594" y="58347"/>
                        <a:pt x="16016" y="63353"/>
                        <a:pt x="17400" y="67961"/>
                      </a:cubicBezTo>
                      <a:lnTo>
                        <a:pt x="17443" y="68104"/>
                      </a:lnTo>
                      <a:lnTo>
                        <a:pt x="17592" y="68104"/>
                      </a:lnTo>
                      <a:lnTo>
                        <a:pt x="45820" y="68030"/>
                      </a:lnTo>
                      <a:lnTo>
                        <a:pt x="54007" y="67971"/>
                      </a:lnTo>
                      <a:lnTo>
                        <a:pt x="56195" y="67938"/>
                      </a:lnTo>
                      <a:lnTo>
                        <a:pt x="56759" y="67921"/>
                      </a:lnTo>
                      <a:cubicBezTo>
                        <a:pt x="56886" y="67915"/>
                        <a:pt x="56951" y="67909"/>
                        <a:pt x="56951" y="67903"/>
                      </a:cubicBezTo>
                      <a:cubicBezTo>
                        <a:pt x="56951" y="67898"/>
                        <a:pt x="56886" y="67891"/>
                        <a:pt x="56759" y="67886"/>
                      </a:cubicBezTo>
                      <a:lnTo>
                        <a:pt x="56195" y="67868"/>
                      </a:lnTo>
                      <a:lnTo>
                        <a:pt x="54007" y="67836"/>
                      </a:lnTo>
                      <a:lnTo>
                        <a:pt x="45820" y="67777"/>
                      </a:lnTo>
                      <a:lnTo>
                        <a:pt x="17743" y="67703"/>
                      </a:lnTo>
                      <a:lnTo>
                        <a:pt x="17743" y="67703"/>
                      </a:lnTo>
                      <a:cubicBezTo>
                        <a:pt x="16384" y="63135"/>
                        <a:pt x="14983" y="58182"/>
                        <a:pt x="13591" y="53041"/>
                      </a:cubicBezTo>
                      <a:cubicBezTo>
                        <a:pt x="9650" y="38444"/>
                        <a:pt x="6444" y="25135"/>
                        <a:pt x="4022" y="15527"/>
                      </a:cubicBezTo>
                      <a:cubicBezTo>
                        <a:pt x="2809" y="10744"/>
                        <a:pt x="1824" y="6864"/>
                        <a:pt x="1137" y="4154"/>
                      </a:cubicBezTo>
                      <a:cubicBezTo>
                        <a:pt x="788" y="2834"/>
                        <a:pt x="513" y="1799"/>
                        <a:pt x="320" y="1069"/>
                      </a:cubicBezTo>
                      <a:cubicBezTo>
                        <a:pt x="227" y="735"/>
                        <a:pt x="153" y="471"/>
                        <a:pt x="98" y="269"/>
                      </a:cubicBezTo>
                      <a:cubicBezTo>
                        <a:pt x="46" y="92"/>
                        <a:pt x="15" y="1"/>
                        <a:pt x="8" y="1"/>
                      </a:cubicBezTo>
                      <a:close/>
                    </a:path>
                  </a:pathLst>
                </a:custGeom>
                <a:solidFill>
                  <a:srgbClr val="1E212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" name="Google Shape;132;p19">
                  <a:extLst>
                    <a:ext uri="{FF2B5EF4-FFF2-40B4-BE49-F238E27FC236}">
                      <a16:creationId xmlns:a16="http://schemas.microsoft.com/office/drawing/2014/main" id="{467893F8-3123-C107-A900-BEB59EF150E3}"/>
                    </a:ext>
                  </a:extLst>
                </p:cNvPr>
                <p:cNvSpPr/>
                <p:nvPr/>
              </p:nvSpPr>
              <p:spPr>
                <a:xfrm>
                  <a:off x="2470250" y="1491250"/>
                  <a:ext cx="1049300" cy="162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72" h="65038" extrusionOk="0">
                      <a:moveTo>
                        <a:pt x="28198" y="0"/>
                      </a:moveTo>
                      <a:cubicBezTo>
                        <a:pt x="23873" y="0"/>
                        <a:pt x="18126" y="185"/>
                        <a:pt x="18126" y="185"/>
                      </a:cubicBezTo>
                      <a:cubicBezTo>
                        <a:pt x="10204" y="358"/>
                        <a:pt x="3400" y="1886"/>
                        <a:pt x="3400" y="1886"/>
                      </a:cubicBezTo>
                      <a:lnTo>
                        <a:pt x="0" y="65038"/>
                      </a:lnTo>
                      <a:lnTo>
                        <a:pt x="41972" y="64902"/>
                      </a:lnTo>
                      <a:cubicBezTo>
                        <a:pt x="41972" y="64902"/>
                        <a:pt x="41143" y="52396"/>
                        <a:pt x="41291" y="36143"/>
                      </a:cubicBezTo>
                      <a:cubicBezTo>
                        <a:pt x="41449" y="18788"/>
                        <a:pt x="34390" y="603"/>
                        <a:pt x="32724" y="185"/>
                      </a:cubicBezTo>
                      <a:cubicBezTo>
                        <a:pt x="32168" y="47"/>
                        <a:pt x="30361" y="0"/>
                        <a:pt x="28198" y="0"/>
                      </a:cubicBezTo>
                      <a:close/>
                    </a:path>
                  </a:pathLst>
                </a:custGeom>
                <a:solidFill>
                  <a:srgbClr val="FD88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" name="Google Shape;133;p19">
                  <a:extLst>
                    <a:ext uri="{FF2B5EF4-FFF2-40B4-BE49-F238E27FC236}">
                      <a16:creationId xmlns:a16="http://schemas.microsoft.com/office/drawing/2014/main" id="{52BFE28A-5C19-1751-2024-3E4DE9A722D5}"/>
                    </a:ext>
                  </a:extLst>
                </p:cNvPr>
                <p:cNvSpPr/>
                <p:nvPr/>
              </p:nvSpPr>
              <p:spPr>
                <a:xfrm>
                  <a:off x="2643600" y="542250"/>
                  <a:ext cx="192325" cy="60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3" h="24322" extrusionOk="0">
                      <a:moveTo>
                        <a:pt x="7693" y="0"/>
                      </a:moveTo>
                      <a:lnTo>
                        <a:pt x="7693" y="0"/>
                      </a:lnTo>
                      <a:cubicBezTo>
                        <a:pt x="3928" y="881"/>
                        <a:pt x="348" y="8499"/>
                        <a:pt x="174" y="12813"/>
                      </a:cubicBezTo>
                      <a:cubicBezTo>
                        <a:pt x="1" y="17128"/>
                        <a:pt x="1872" y="21480"/>
                        <a:pt x="5123" y="24322"/>
                      </a:cubicBezTo>
                      <a:lnTo>
                        <a:pt x="7693" y="0"/>
                      </a:lnTo>
                      <a:close/>
                    </a:path>
                  </a:pathLst>
                </a:custGeom>
                <a:solidFill>
                  <a:srgbClr val="361A1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" name="Google Shape;134;p19">
                  <a:extLst>
                    <a:ext uri="{FF2B5EF4-FFF2-40B4-BE49-F238E27FC236}">
                      <a16:creationId xmlns:a16="http://schemas.microsoft.com/office/drawing/2014/main" id="{207A7CD4-FFC5-E792-0253-660268D0F426}"/>
                    </a:ext>
                  </a:extLst>
                </p:cNvPr>
                <p:cNvSpPr/>
                <p:nvPr/>
              </p:nvSpPr>
              <p:spPr>
                <a:xfrm>
                  <a:off x="2770950" y="991200"/>
                  <a:ext cx="409050" cy="62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2" h="24946" extrusionOk="0">
                      <a:moveTo>
                        <a:pt x="1" y="0"/>
                      </a:moveTo>
                      <a:lnTo>
                        <a:pt x="1" y="23202"/>
                      </a:lnTo>
                      <a:cubicBezTo>
                        <a:pt x="2720" y="24397"/>
                        <a:pt x="5088" y="24946"/>
                        <a:pt x="7421" y="24946"/>
                      </a:cubicBezTo>
                      <a:cubicBezTo>
                        <a:pt x="10262" y="24946"/>
                        <a:pt x="13052" y="24132"/>
                        <a:pt x="16361" y="22677"/>
                      </a:cubicBezTo>
                      <a:lnTo>
                        <a:pt x="16361" y="108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5C8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" name="Google Shape;135;p19">
                  <a:extLst>
                    <a:ext uri="{FF2B5EF4-FFF2-40B4-BE49-F238E27FC236}">
                      <a16:creationId xmlns:a16="http://schemas.microsoft.com/office/drawing/2014/main" id="{984CC268-E31B-EEC8-344F-72FA5034B3F3}"/>
                    </a:ext>
                  </a:extLst>
                </p:cNvPr>
                <p:cNvSpPr/>
                <p:nvPr/>
              </p:nvSpPr>
              <p:spPr>
                <a:xfrm>
                  <a:off x="2810475" y="1080250"/>
                  <a:ext cx="369525" cy="35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81" h="14335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385" y="12449"/>
                        <a:pt x="7414" y="14335"/>
                        <a:pt x="11638" y="14335"/>
                      </a:cubicBezTo>
                      <a:cubicBezTo>
                        <a:pt x="13474" y="14335"/>
                        <a:pt x="14780" y="13978"/>
                        <a:pt x="14780" y="13978"/>
                      </a:cubicBezTo>
                      <a:lnTo>
                        <a:pt x="14780" y="8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7F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" name="Google Shape;136;p19">
                  <a:extLst>
                    <a:ext uri="{FF2B5EF4-FFF2-40B4-BE49-F238E27FC236}">
                      <a16:creationId xmlns:a16="http://schemas.microsoft.com/office/drawing/2014/main" id="{779D61AC-56C1-1FB3-D1C2-CFCEB148C55F}"/>
                    </a:ext>
                  </a:extLst>
                </p:cNvPr>
                <p:cNvSpPr/>
                <p:nvPr/>
              </p:nvSpPr>
              <p:spPr>
                <a:xfrm>
                  <a:off x="2662175" y="841650"/>
                  <a:ext cx="138550" cy="17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2" h="6930" extrusionOk="0">
                      <a:moveTo>
                        <a:pt x="2729" y="1"/>
                      </a:moveTo>
                      <a:cubicBezTo>
                        <a:pt x="2234" y="1"/>
                        <a:pt x="1739" y="119"/>
                        <a:pt x="1339" y="406"/>
                      </a:cubicBezTo>
                      <a:cubicBezTo>
                        <a:pt x="860" y="751"/>
                        <a:pt x="566" y="1303"/>
                        <a:pt x="404" y="1871"/>
                      </a:cubicBezTo>
                      <a:cubicBezTo>
                        <a:pt x="1" y="3286"/>
                        <a:pt x="388" y="4922"/>
                        <a:pt x="1455" y="5935"/>
                      </a:cubicBezTo>
                      <a:cubicBezTo>
                        <a:pt x="2128" y="6576"/>
                        <a:pt x="3063" y="6929"/>
                        <a:pt x="3988" y="6929"/>
                      </a:cubicBezTo>
                      <a:cubicBezTo>
                        <a:pt x="4527" y="6929"/>
                        <a:pt x="5062" y="6809"/>
                        <a:pt x="5541" y="6556"/>
                      </a:cubicBezTo>
                      <a:lnTo>
                        <a:pt x="4984" y="593"/>
                      </a:lnTo>
                      <a:cubicBezTo>
                        <a:pt x="4394" y="355"/>
                        <a:pt x="3796" y="114"/>
                        <a:pt x="3165" y="30"/>
                      </a:cubicBezTo>
                      <a:cubicBezTo>
                        <a:pt x="3021" y="11"/>
                        <a:pt x="2875" y="1"/>
                        <a:pt x="2729" y="1"/>
                      </a:cubicBezTo>
                      <a:close/>
                    </a:path>
                  </a:pathLst>
                </a:custGeom>
                <a:solidFill>
                  <a:srgbClr val="F5C8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" name="Google Shape;137;p19">
                  <a:extLst>
                    <a:ext uri="{FF2B5EF4-FFF2-40B4-BE49-F238E27FC236}">
                      <a16:creationId xmlns:a16="http://schemas.microsoft.com/office/drawing/2014/main" id="{8128F476-84E4-015D-ABA3-A9F5E4A98739}"/>
                    </a:ext>
                  </a:extLst>
                </p:cNvPr>
                <p:cNvSpPr/>
                <p:nvPr/>
              </p:nvSpPr>
              <p:spPr>
                <a:xfrm>
                  <a:off x="2691350" y="865575"/>
                  <a:ext cx="71750" cy="11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0" h="4474" extrusionOk="0">
                      <a:moveTo>
                        <a:pt x="1239" y="1"/>
                      </a:moveTo>
                      <a:cubicBezTo>
                        <a:pt x="1144" y="1"/>
                        <a:pt x="1062" y="123"/>
                        <a:pt x="1148" y="210"/>
                      </a:cubicBezTo>
                      <a:cubicBezTo>
                        <a:pt x="1484" y="555"/>
                        <a:pt x="1803" y="918"/>
                        <a:pt x="2089" y="1305"/>
                      </a:cubicBezTo>
                      <a:lnTo>
                        <a:pt x="2089" y="1305"/>
                      </a:lnTo>
                      <a:cubicBezTo>
                        <a:pt x="1976" y="1272"/>
                        <a:pt x="1859" y="1256"/>
                        <a:pt x="1740" y="1256"/>
                      </a:cubicBezTo>
                      <a:cubicBezTo>
                        <a:pt x="1192" y="1256"/>
                        <a:pt x="625" y="1601"/>
                        <a:pt x="405" y="2186"/>
                      </a:cubicBezTo>
                      <a:cubicBezTo>
                        <a:pt x="0" y="3256"/>
                        <a:pt x="912" y="4474"/>
                        <a:pt x="2001" y="4474"/>
                      </a:cubicBezTo>
                      <a:cubicBezTo>
                        <a:pt x="2114" y="4474"/>
                        <a:pt x="2230" y="4461"/>
                        <a:pt x="2347" y="4432"/>
                      </a:cubicBezTo>
                      <a:cubicBezTo>
                        <a:pt x="2525" y="4390"/>
                        <a:pt x="2490" y="4162"/>
                        <a:pt x="2347" y="4106"/>
                      </a:cubicBezTo>
                      <a:cubicBezTo>
                        <a:pt x="1747" y="3865"/>
                        <a:pt x="1109" y="3699"/>
                        <a:pt x="948" y="2974"/>
                      </a:cubicBezTo>
                      <a:cubicBezTo>
                        <a:pt x="792" y="2271"/>
                        <a:pt x="1279" y="1717"/>
                        <a:pt x="1847" y="1717"/>
                      </a:cubicBezTo>
                      <a:cubicBezTo>
                        <a:pt x="2096" y="1717"/>
                        <a:pt x="2361" y="1824"/>
                        <a:pt x="2595" y="2073"/>
                      </a:cubicBezTo>
                      <a:cubicBezTo>
                        <a:pt x="2621" y="2100"/>
                        <a:pt x="2652" y="2112"/>
                        <a:pt x="2683" y="2112"/>
                      </a:cubicBezTo>
                      <a:cubicBezTo>
                        <a:pt x="2777" y="2112"/>
                        <a:pt x="2869" y="2006"/>
                        <a:pt x="2807" y="1908"/>
                      </a:cubicBezTo>
                      <a:cubicBezTo>
                        <a:pt x="2765" y="1829"/>
                        <a:pt x="2718" y="1758"/>
                        <a:pt x="2667" y="1694"/>
                      </a:cubicBezTo>
                      <a:lnTo>
                        <a:pt x="2667" y="1694"/>
                      </a:lnTo>
                      <a:cubicBezTo>
                        <a:pt x="2268" y="1093"/>
                        <a:pt x="1846" y="548"/>
                        <a:pt x="1321" y="36"/>
                      </a:cubicBezTo>
                      <a:cubicBezTo>
                        <a:pt x="1295" y="11"/>
                        <a:pt x="1266" y="1"/>
                        <a:pt x="1239" y="1"/>
                      </a:cubicBezTo>
                      <a:close/>
                    </a:path>
                  </a:pathLst>
                </a:custGeom>
                <a:solidFill>
                  <a:srgbClr val="DB7F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" name="Google Shape;138;p19">
                  <a:extLst>
                    <a:ext uri="{FF2B5EF4-FFF2-40B4-BE49-F238E27FC236}">
                      <a16:creationId xmlns:a16="http://schemas.microsoft.com/office/drawing/2014/main" id="{E17336F7-0347-BE29-6C06-1ABF209C1CE4}"/>
                    </a:ext>
                  </a:extLst>
                </p:cNvPr>
                <p:cNvSpPr/>
                <p:nvPr/>
              </p:nvSpPr>
              <p:spPr>
                <a:xfrm>
                  <a:off x="2705825" y="522325"/>
                  <a:ext cx="671600" cy="780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4" h="31229" extrusionOk="0">
                      <a:moveTo>
                        <a:pt x="12028" y="0"/>
                      </a:moveTo>
                      <a:cubicBezTo>
                        <a:pt x="11435" y="0"/>
                        <a:pt x="11082" y="53"/>
                        <a:pt x="11082" y="53"/>
                      </a:cubicBezTo>
                      <a:cubicBezTo>
                        <a:pt x="1" y="736"/>
                        <a:pt x="1679" y="9221"/>
                        <a:pt x="3754" y="20435"/>
                      </a:cubicBezTo>
                      <a:cubicBezTo>
                        <a:pt x="5133" y="27888"/>
                        <a:pt x="9302" y="31228"/>
                        <a:pt x="16250" y="31228"/>
                      </a:cubicBezTo>
                      <a:cubicBezTo>
                        <a:pt x="16291" y="31228"/>
                        <a:pt x="16332" y="31228"/>
                        <a:pt x="16373" y="31228"/>
                      </a:cubicBezTo>
                      <a:cubicBezTo>
                        <a:pt x="22296" y="31195"/>
                        <a:pt x="26864" y="27386"/>
                        <a:pt x="24216" y="12639"/>
                      </a:cubicBezTo>
                      <a:cubicBezTo>
                        <a:pt x="22136" y="1057"/>
                        <a:pt x="14681" y="0"/>
                        <a:pt x="12028" y="0"/>
                      </a:cubicBezTo>
                      <a:close/>
                    </a:path>
                  </a:pathLst>
                </a:custGeom>
                <a:solidFill>
                  <a:srgbClr val="F5C8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139;p19">
                  <a:extLst>
                    <a:ext uri="{FF2B5EF4-FFF2-40B4-BE49-F238E27FC236}">
                      <a16:creationId xmlns:a16="http://schemas.microsoft.com/office/drawing/2014/main" id="{691309FD-DF35-2843-466B-A3CDB08DFB11}"/>
                    </a:ext>
                  </a:extLst>
                </p:cNvPr>
                <p:cNvSpPr/>
                <p:nvPr/>
              </p:nvSpPr>
              <p:spPr>
                <a:xfrm>
                  <a:off x="3067000" y="755525"/>
                  <a:ext cx="61375" cy="2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5" h="10838" extrusionOk="0">
                      <a:moveTo>
                        <a:pt x="1620" y="0"/>
                      </a:moveTo>
                      <a:cubicBezTo>
                        <a:pt x="1562" y="0"/>
                        <a:pt x="1506" y="39"/>
                        <a:pt x="1505" y="118"/>
                      </a:cubicBezTo>
                      <a:cubicBezTo>
                        <a:pt x="1484" y="1804"/>
                        <a:pt x="1549" y="3488"/>
                        <a:pt x="1586" y="5173"/>
                      </a:cubicBezTo>
                      <a:cubicBezTo>
                        <a:pt x="1605" y="6048"/>
                        <a:pt x="2172" y="10310"/>
                        <a:pt x="621" y="10310"/>
                      </a:cubicBezTo>
                      <a:cubicBezTo>
                        <a:pt x="560" y="10310"/>
                        <a:pt x="496" y="10303"/>
                        <a:pt x="429" y="10290"/>
                      </a:cubicBezTo>
                      <a:cubicBezTo>
                        <a:pt x="409" y="10286"/>
                        <a:pt x="390" y="10284"/>
                        <a:pt x="372" y="10284"/>
                      </a:cubicBezTo>
                      <a:cubicBezTo>
                        <a:pt x="101" y="10284"/>
                        <a:pt x="0" y="10695"/>
                        <a:pt x="295" y="10772"/>
                      </a:cubicBezTo>
                      <a:cubicBezTo>
                        <a:pt x="464" y="10816"/>
                        <a:pt x="618" y="10837"/>
                        <a:pt x="758" y="10837"/>
                      </a:cubicBezTo>
                      <a:cubicBezTo>
                        <a:pt x="1609" y="10837"/>
                        <a:pt x="1975" y="10083"/>
                        <a:pt x="2091" y="9172"/>
                      </a:cubicBezTo>
                      <a:cubicBezTo>
                        <a:pt x="2454" y="6328"/>
                        <a:pt x="2050" y="2962"/>
                        <a:pt x="1750" y="118"/>
                      </a:cubicBezTo>
                      <a:cubicBezTo>
                        <a:pt x="1742" y="40"/>
                        <a:pt x="1680" y="0"/>
                        <a:pt x="1620" y="0"/>
                      </a:cubicBezTo>
                      <a:close/>
                    </a:path>
                  </a:pathLst>
                </a:custGeom>
                <a:solidFill>
                  <a:srgbClr val="DB7F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" name="Google Shape;140;p19">
                  <a:extLst>
                    <a:ext uri="{FF2B5EF4-FFF2-40B4-BE49-F238E27FC236}">
                      <a16:creationId xmlns:a16="http://schemas.microsoft.com/office/drawing/2014/main" id="{4B63143D-9528-20A6-40B7-66A8D84E5688}"/>
                    </a:ext>
                  </a:extLst>
                </p:cNvPr>
                <p:cNvSpPr/>
                <p:nvPr/>
              </p:nvSpPr>
              <p:spPr>
                <a:xfrm>
                  <a:off x="3010875" y="889000"/>
                  <a:ext cx="49200" cy="4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894" extrusionOk="0">
                      <a:moveTo>
                        <a:pt x="946" y="1"/>
                      </a:moveTo>
                      <a:cubicBezTo>
                        <a:pt x="424" y="1"/>
                        <a:pt x="0" y="424"/>
                        <a:pt x="0" y="947"/>
                      </a:cubicBezTo>
                      <a:cubicBezTo>
                        <a:pt x="0" y="1330"/>
                        <a:pt x="231" y="1675"/>
                        <a:pt x="584" y="1821"/>
                      </a:cubicBezTo>
                      <a:cubicBezTo>
                        <a:pt x="702" y="1870"/>
                        <a:pt x="825" y="1894"/>
                        <a:pt x="947" y="1894"/>
                      </a:cubicBezTo>
                      <a:cubicBezTo>
                        <a:pt x="1194" y="1894"/>
                        <a:pt x="1435" y="1797"/>
                        <a:pt x="1616" y="1616"/>
                      </a:cubicBezTo>
                      <a:cubicBezTo>
                        <a:pt x="1887" y="1345"/>
                        <a:pt x="1968" y="938"/>
                        <a:pt x="1822" y="585"/>
                      </a:cubicBezTo>
                      <a:cubicBezTo>
                        <a:pt x="1674" y="231"/>
                        <a:pt x="1329" y="1"/>
                        <a:pt x="946" y="1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" name="Google Shape;141;p19">
                  <a:extLst>
                    <a:ext uri="{FF2B5EF4-FFF2-40B4-BE49-F238E27FC236}">
                      <a16:creationId xmlns:a16="http://schemas.microsoft.com/office/drawing/2014/main" id="{1DE3A00E-14F2-0F0A-F13E-A6B66A2538DC}"/>
                    </a:ext>
                  </a:extLst>
                </p:cNvPr>
                <p:cNvSpPr/>
                <p:nvPr/>
              </p:nvSpPr>
              <p:spPr>
                <a:xfrm>
                  <a:off x="3211225" y="889000"/>
                  <a:ext cx="49225" cy="4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9" h="1894" extrusionOk="0">
                      <a:moveTo>
                        <a:pt x="948" y="1"/>
                      </a:moveTo>
                      <a:cubicBezTo>
                        <a:pt x="425" y="1"/>
                        <a:pt x="1" y="424"/>
                        <a:pt x="1" y="947"/>
                      </a:cubicBezTo>
                      <a:cubicBezTo>
                        <a:pt x="1" y="1330"/>
                        <a:pt x="231" y="1675"/>
                        <a:pt x="586" y="1821"/>
                      </a:cubicBezTo>
                      <a:cubicBezTo>
                        <a:pt x="703" y="1870"/>
                        <a:pt x="826" y="1894"/>
                        <a:pt x="948" y="1894"/>
                      </a:cubicBezTo>
                      <a:cubicBezTo>
                        <a:pt x="1194" y="1894"/>
                        <a:pt x="1436" y="1797"/>
                        <a:pt x="1617" y="1616"/>
                      </a:cubicBezTo>
                      <a:cubicBezTo>
                        <a:pt x="1888" y="1346"/>
                        <a:pt x="1969" y="938"/>
                        <a:pt x="1822" y="585"/>
                      </a:cubicBezTo>
                      <a:cubicBezTo>
                        <a:pt x="1676" y="231"/>
                        <a:pt x="1330" y="1"/>
                        <a:pt x="948" y="1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" name="Google Shape;142;p19">
                  <a:extLst>
                    <a:ext uri="{FF2B5EF4-FFF2-40B4-BE49-F238E27FC236}">
                      <a16:creationId xmlns:a16="http://schemas.microsoft.com/office/drawing/2014/main" id="{0DEE7221-3D2D-FEDF-1EEF-B3F925EFDB5A}"/>
                    </a:ext>
                  </a:extLst>
                </p:cNvPr>
                <p:cNvSpPr/>
                <p:nvPr/>
              </p:nvSpPr>
              <p:spPr>
                <a:xfrm>
                  <a:off x="3142925" y="775100"/>
                  <a:ext cx="102475" cy="3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9" h="1213" extrusionOk="0">
                      <a:moveTo>
                        <a:pt x="1854" y="1"/>
                      </a:moveTo>
                      <a:cubicBezTo>
                        <a:pt x="1222" y="1"/>
                        <a:pt x="601" y="164"/>
                        <a:pt x="179" y="480"/>
                      </a:cubicBezTo>
                      <a:cubicBezTo>
                        <a:pt x="1" y="613"/>
                        <a:pt x="64" y="935"/>
                        <a:pt x="279" y="935"/>
                      </a:cubicBezTo>
                      <a:cubicBezTo>
                        <a:pt x="306" y="935"/>
                        <a:pt x="334" y="930"/>
                        <a:pt x="364" y="920"/>
                      </a:cubicBezTo>
                      <a:cubicBezTo>
                        <a:pt x="893" y="741"/>
                        <a:pt x="1355" y="574"/>
                        <a:pt x="1892" y="574"/>
                      </a:cubicBezTo>
                      <a:cubicBezTo>
                        <a:pt x="1995" y="574"/>
                        <a:pt x="2101" y="581"/>
                        <a:pt x="2211" y="594"/>
                      </a:cubicBezTo>
                      <a:cubicBezTo>
                        <a:pt x="2820" y="670"/>
                        <a:pt x="3284" y="989"/>
                        <a:pt x="3840" y="1203"/>
                      </a:cubicBezTo>
                      <a:cubicBezTo>
                        <a:pt x="3857" y="1209"/>
                        <a:pt x="3874" y="1212"/>
                        <a:pt x="3890" y="1212"/>
                      </a:cubicBezTo>
                      <a:cubicBezTo>
                        <a:pt x="4007" y="1212"/>
                        <a:pt x="4099" y="1058"/>
                        <a:pt x="4031" y="954"/>
                      </a:cubicBezTo>
                      <a:lnTo>
                        <a:pt x="4031" y="954"/>
                      </a:lnTo>
                      <a:lnTo>
                        <a:pt x="4031" y="955"/>
                      </a:lnTo>
                      <a:cubicBezTo>
                        <a:pt x="3614" y="310"/>
                        <a:pt x="2724" y="1"/>
                        <a:pt x="1854" y="1"/>
                      </a:cubicBezTo>
                      <a:close/>
                    </a:path>
                  </a:pathLst>
                </a:custGeom>
                <a:solidFill>
                  <a:srgbClr val="332A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" name="Google Shape;143;p19">
                  <a:extLst>
                    <a:ext uri="{FF2B5EF4-FFF2-40B4-BE49-F238E27FC236}">
                      <a16:creationId xmlns:a16="http://schemas.microsoft.com/office/drawing/2014/main" id="{147250F0-2442-949C-DEA4-A93C1EB10E2A}"/>
                    </a:ext>
                  </a:extLst>
                </p:cNvPr>
                <p:cNvSpPr/>
                <p:nvPr/>
              </p:nvSpPr>
              <p:spPr>
                <a:xfrm>
                  <a:off x="2940200" y="767750"/>
                  <a:ext cx="102500" cy="3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0" h="1213" extrusionOk="0">
                      <a:moveTo>
                        <a:pt x="1855" y="0"/>
                      </a:moveTo>
                      <a:cubicBezTo>
                        <a:pt x="1222" y="0"/>
                        <a:pt x="601" y="163"/>
                        <a:pt x="179" y="479"/>
                      </a:cubicBezTo>
                      <a:cubicBezTo>
                        <a:pt x="1" y="613"/>
                        <a:pt x="65" y="935"/>
                        <a:pt x="281" y="935"/>
                      </a:cubicBezTo>
                      <a:cubicBezTo>
                        <a:pt x="307" y="935"/>
                        <a:pt x="336" y="930"/>
                        <a:pt x="366" y="920"/>
                      </a:cubicBezTo>
                      <a:cubicBezTo>
                        <a:pt x="893" y="742"/>
                        <a:pt x="1354" y="574"/>
                        <a:pt x="1890" y="574"/>
                      </a:cubicBezTo>
                      <a:cubicBezTo>
                        <a:pt x="1994" y="574"/>
                        <a:pt x="2101" y="581"/>
                        <a:pt x="2211" y="594"/>
                      </a:cubicBezTo>
                      <a:cubicBezTo>
                        <a:pt x="2821" y="670"/>
                        <a:pt x="3284" y="990"/>
                        <a:pt x="3840" y="1203"/>
                      </a:cubicBezTo>
                      <a:cubicBezTo>
                        <a:pt x="3857" y="1210"/>
                        <a:pt x="3874" y="1213"/>
                        <a:pt x="3890" y="1213"/>
                      </a:cubicBezTo>
                      <a:cubicBezTo>
                        <a:pt x="4008" y="1213"/>
                        <a:pt x="4099" y="1058"/>
                        <a:pt x="4033" y="954"/>
                      </a:cubicBezTo>
                      <a:cubicBezTo>
                        <a:pt x="3615" y="309"/>
                        <a:pt x="2725" y="0"/>
                        <a:pt x="1855" y="0"/>
                      </a:cubicBezTo>
                      <a:close/>
                    </a:path>
                  </a:pathLst>
                </a:custGeom>
                <a:solidFill>
                  <a:srgbClr val="332A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" name="Google Shape;144;p19">
                  <a:extLst>
                    <a:ext uri="{FF2B5EF4-FFF2-40B4-BE49-F238E27FC236}">
                      <a16:creationId xmlns:a16="http://schemas.microsoft.com/office/drawing/2014/main" id="{F78E125B-7040-D560-536E-45ACC12E2607}"/>
                    </a:ext>
                  </a:extLst>
                </p:cNvPr>
                <p:cNvSpPr/>
                <p:nvPr/>
              </p:nvSpPr>
              <p:spPr>
                <a:xfrm>
                  <a:off x="2690725" y="872000"/>
                  <a:ext cx="82050" cy="9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2" h="3865" extrusionOk="0">
                      <a:moveTo>
                        <a:pt x="1141" y="0"/>
                      </a:moveTo>
                      <a:cubicBezTo>
                        <a:pt x="927" y="0"/>
                        <a:pt x="709" y="71"/>
                        <a:pt x="537" y="201"/>
                      </a:cubicBezTo>
                      <a:cubicBezTo>
                        <a:pt x="218" y="444"/>
                        <a:pt x="52" y="849"/>
                        <a:pt x="26" y="1250"/>
                      </a:cubicBezTo>
                      <a:cubicBezTo>
                        <a:pt x="0" y="1650"/>
                        <a:pt x="101" y="2048"/>
                        <a:pt x="231" y="2427"/>
                      </a:cubicBezTo>
                      <a:cubicBezTo>
                        <a:pt x="423" y="2983"/>
                        <a:pt x="727" y="3560"/>
                        <a:pt x="1272" y="3781"/>
                      </a:cubicBezTo>
                      <a:cubicBezTo>
                        <a:pt x="1412" y="3838"/>
                        <a:pt x="1560" y="3865"/>
                        <a:pt x="1708" y="3865"/>
                      </a:cubicBezTo>
                      <a:cubicBezTo>
                        <a:pt x="2212" y="3865"/>
                        <a:pt x="2721" y="3559"/>
                        <a:pt x="2965" y="3106"/>
                      </a:cubicBezTo>
                      <a:cubicBezTo>
                        <a:pt x="3282" y="2519"/>
                        <a:pt x="3188" y="1767"/>
                        <a:pt x="2828" y="1206"/>
                      </a:cubicBezTo>
                      <a:cubicBezTo>
                        <a:pt x="2468" y="646"/>
                        <a:pt x="1876" y="265"/>
                        <a:pt x="1246" y="48"/>
                      </a:cubicBezTo>
                      <a:lnTo>
                        <a:pt x="1246" y="48"/>
                      </a:lnTo>
                      <a:lnTo>
                        <a:pt x="1655" y="170"/>
                      </a:lnTo>
                      <a:cubicBezTo>
                        <a:pt x="1509" y="54"/>
                        <a:pt x="1327" y="0"/>
                        <a:pt x="1141" y="0"/>
                      </a:cubicBezTo>
                      <a:close/>
                    </a:path>
                  </a:pathLst>
                </a:custGeom>
                <a:solidFill>
                  <a:srgbClr val="DB7F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" name="Google Shape;145;p19">
                  <a:extLst>
                    <a:ext uri="{FF2B5EF4-FFF2-40B4-BE49-F238E27FC236}">
                      <a16:creationId xmlns:a16="http://schemas.microsoft.com/office/drawing/2014/main" id="{E5EB4F42-E17F-0DDD-DEEB-781579112859}"/>
                    </a:ext>
                  </a:extLst>
                </p:cNvPr>
                <p:cNvSpPr/>
                <p:nvPr/>
              </p:nvSpPr>
              <p:spPr>
                <a:xfrm>
                  <a:off x="3024950" y="1031025"/>
                  <a:ext cx="95700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8" h="2061" extrusionOk="0">
                      <a:moveTo>
                        <a:pt x="243" y="1"/>
                      </a:moveTo>
                      <a:cubicBezTo>
                        <a:pt x="117" y="1"/>
                        <a:pt x="0" y="104"/>
                        <a:pt x="36" y="266"/>
                      </a:cubicBezTo>
                      <a:cubicBezTo>
                        <a:pt x="257" y="1274"/>
                        <a:pt x="1426" y="2060"/>
                        <a:pt x="2499" y="2060"/>
                      </a:cubicBezTo>
                      <a:cubicBezTo>
                        <a:pt x="2928" y="2060"/>
                        <a:pt x="3342" y="1934"/>
                        <a:pt x="3674" y="1647"/>
                      </a:cubicBezTo>
                      <a:cubicBezTo>
                        <a:pt x="3827" y="1513"/>
                        <a:pt x="3717" y="1218"/>
                        <a:pt x="3516" y="1218"/>
                      </a:cubicBezTo>
                      <a:cubicBezTo>
                        <a:pt x="3509" y="1218"/>
                        <a:pt x="3503" y="1218"/>
                        <a:pt x="3497" y="1218"/>
                      </a:cubicBezTo>
                      <a:cubicBezTo>
                        <a:pt x="3085" y="1255"/>
                        <a:pt x="2724" y="1357"/>
                        <a:pt x="2347" y="1357"/>
                      </a:cubicBezTo>
                      <a:cubicBezTo>
                        <a:pt x="2150" y="1357"/>
                        <a:pt x="1948" y="1329"/>
                        <a:pt x="1733" y="1251"/>
                      </a:cubicBezTo>
                      <a:cubicBezTo>
                        <a:pt x="1137" y="1032"/>
                        <a:pt x="795" y="594"/>
                        <a:pt x="432" y="99"/>
                      </a:cubicBezTo>
                      <a:cubicBezTo>
                        <a:pt x="382" y="31"/>
                        <a:pt x="311" y="1"/>
                        <a:pt x="243" y="1"/>
                      </a:cubicBezTo>
                      <a:close/>
                    </a:path>
                  </a:pathLst>
                </a:custGeom>
                <a:solidFill>
                  <a:srgbClr val="DB7F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" name="Google Shape;146;p19">
                  <a:extLst>
                    <a:ext uri="{FF2B5EF4-FFF2-40B4-BE49-F238E27FC236}">
                      <a16:creationId xmlns:a16="http://schemas.microsoft.com/office/drawing/2014/main" id="{A2AAAD98-CBC3-6667-FCE2-278A809B297C}"/>
                    </a:ext>
                  </a:extLst>
                </p:cNvPr>
                <p:cNvSpPr/>
                <p:nvPr/>
              </p:nvSpPr>
              <p:spPr>
                <a:xfrm>
                  <a:off x="2901750" y="808000"/>
                  <a:ext cx="186750" cy="18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70" h="7457" extrusionOk="0">
                      <a:moveTo>
                        <a:pt x="3640" y="412"/>
                      </a:moveTo>
                      <a:cubicBezTo>
                        <a:pt x="5334" y="412"/>
                        <a:pt x="7061" y="1523"/>
                        <a:pt x="7180" y="3732"/>
                      </a:cubicBezTo>
                      <a:cubicBezTo>
                        <a:pt x="7061" y="5938"/>
                        <a:pt x="5333" y="7049"/>
                        <a:pt x="3639" y="7049"/>
                      </a:cubicBezTo>
                      <a:cubicBezTo>
                        <a:pt x="1952" y="7049"/>
                        <a:pt x="299" y="5949"/>
                        <a:pt x="299" y="3732"/>
                      </a:cubicBezTo>
                      <a:cubicBezTo>
                        <a:pt x="299" y="1514"/>
                        <a:pt x="1953" y="412"/>
                        <a:pt x="3640" y="412"/>
                      </a:cubicBezTo>
                      <a:close/>
                      <a:moveTo>
                        <a:pt x="3739" y="1"/>
                      </a:moveTo>
                      <a:cubicBezTo>
                        <a:pt x="1716" y="1"/>
                        <a:pt x="0" y="1701"/>
                        <a:pt x="10" y="3732"/>
                      </a:cubicBezTo>
                      <a:cubicBezTo>
                        <a:pt x="18" y="5691"/>
                        <a:pt x="1585" y="7349"/>
                        <a:pt x="3544" y="7451"/>
                      </a:cubicBezTo>
                      <a:cubicBezTo>
                        <a:pt x="3612" y="7454"/>
                        <a:pt x="3680" y="7456"/>
                        <a:pt x="3747" y="7456"/>
                      </a:cubicBezTo>
                      <a:cubicBezTo>
                        <a:pt x="5820" y="7456"/>
                        <a:pt x="7341" y="5792"/>
                        <a:pt x="7467" y="3769"/>
                      </a:cubicBezTo>
                      <a:lnTo>
                        <a:pt x="7467" y="3769"/>
                      </a:lnTo>
                      <a:cubicBezTo>
                        <a:pt x="7469" y="3758"/>
                        <a:pt x="7470" y="3745"/>
                        <a:pt x="7469" y="3732"/>
                      </a:cubicBezTo>
                      <a:lnTo>
                        <a:pt x="7469" y="3732"/>
                      </a:lnTo>
                      <a:cubicBezTo>
                        <a:pt x="7469" y="3732"/>
                        <a:pt x="7469" y="3732"/>
                        <a:pt x="7469" y="3732"/>
                      </a:cubicBezTo>
                      <a:cubicBezTo>
                        <a:pt x="7470" y="3718"/>
                        <a:pt x="7469" y="3706"/>
                        <a:pt x="7467" y="3694"/>
                      </a:cubicBezTo>
                      <a:lnTo>
                        <a:pt x="7467" y="3694"/>
                      </a:lnTo>
                      <a:cubicBezTo>
                        <a:pt x="7342" y="1684"/>
                        <a:pt x="5841" y="1"/>
                        <a:pt x="3739" y="1"/>
                      </a:cubicBezTo>
                      <a:close/>
                    </a:path>
                  </a:pathLst>
                </a:custGeom>
                <a:solidFill>
                  <a:srgbClr val="1D223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" name="Google Shape;147;p19">
                  <a:extLst>
                    <a:ext uri="{FF2B5EF4-FFF2-40B4-BE49-F238E27FC236}">
                      <a16:creationId xmlns:a16="http://schemas.microsoft.com/office/drawing/2014/main" id="{75C53C6B-5D4E-43A6-A37A-37F2B2A87FA0}"/>
                    </a:ext>
                  </a:extLst>
                </p:cNvPr>
                <p:cNvSpPr/>
                <p:nvPr/>
              </p:nvSpPr>
              <p:spPr>
                <a:xfrm>
                  <a:off x="3135750" y="808000"/>
                  <a:ext cx="186775" cy="18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71" h="7457" extrusionOk="0">
                      <a:moveTo>
                        <a:pt x="3640" y="412"/>
                      </a:moveTo>
                      <a:cubicBezTo>
                        <a:pt x="5334" y="412"/>
                        <a:pt x="7061" y="1523"/>
                        <a:pt x="7180" y="3732"/>
                      </a:cubicBezTo>
                      <a:cubicBezTo>
                        <a:pt x="7061" y="5938"/>
                        <a:pt x="5333" y="7049"/>
                        <a:pt x="3639" y="7049"/>
                      </a:cubicBezTo>
                      <a:cubicBezTo>
                        <a:pt x="1952" y="7049"/>
                        <a:pt x="299" y="5949"/>
                        <a:pt x="299" y="3732"/>
                      </a:cubicBezTo>
                      <a:cubicBezTo>
                        <a:pt x="299" y="1514"/>
                        <a:pt x="1953" y="412"/>
                        <a:pt x="3640" y="412"/>
                      </a:cubicBezTo>
                      <a:close/>
                      <a:moveTo>
                        <a:pt x="3740" y="1"/>
                      </a:moveTo>
                      <a:cubicBezTo>
                        <a:pt x="1716" y="1"/>
                        <a:pt x="0" y="1701"/>
                        <a:pt x="10" y="3732"/>
                      </a:cubicBezTo>
                      <a:cubicBezTo>
                        <a:pt x="19" y="5691"/>
                        <a:pt x="1584" y="7349"/>
                        <a:pt x="3544" y="7451"/>
                      </a:cubicBezTo>
                      <a:cubicBezTo>
                        <a:pt x="3612" y="7454"/>
                        <a:pt x="3680" y="7456"/>
                        <a:pt x="3747" y="7456"/>
                      </a:cubicBezTo>
                      <a:cubicBezTo>
                        <a:pt x="5820" y="7456"/>
                        <a:pt x="7342" y="5791"/>
                        <a:pt x="7468" y="3768"/>
                      </a:cubicBezTo>
                      <a:lnTo>
                        <a:pt x="7468" y="3768"/>
                      </a:lnTo>
                      <a:cubicBezTo>
                        <a:pt x="7470" y="3757"/>
                        <a:pt x="7471" y="3745"/>
                        <a:pt x="7470" y="3732"/>
                      </a:cubicBezTo>
                      <a:lnTo>
                        <a:pt x="7470" y="3732"/>
                      </a:lnTo>
                      <a:cubicBezTo>
                        <a:pt x="7470" y="3732"/>
                        <a:pt x="7470" y="3732"/>
                        <a:pt x="7470" y="3732"/>
                      </a:cubicBezTo>
                      <a:cubicBezTo>
                        <a:pt x="7471" y="3719"/>
                        <a:pt x="7470" y="3707"/>
                        <a:pt x="7468" y="3696"/>
                      </a:cubicBezTo>
                      <a:lnTo>
                        <a:pt x="7468" y="3696"/>
                      </a:lnTo>
                      <a:cubicBezTo>
                        <a:pt x="7342" y="1685"/>
                        <a:pt x="5841" y="1"/>
                        <a:pt x="3740" y="1"/>
                      </a:cubicBezTo>
                      <a:close/>
                    </a:path>
                  </a:pathLst>
                </a:custGeom>
                <a:solidFill>
                  <a:srgbClr val="1D223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" name="Google Shape;148;p19">
                  <a:extLst>
                    <a:ext uri="{FF2B5EF4-FFF2-40B4-BE49-F238E27FC236}">
                      <a16:creationId xmlns:a16="http://schemas.microsoft.com/office/drawing/2014/main" id="{28B04047-5DBC-0DDA-0D70-0C54523D75DE}"/>
                    </a:ext>
                  </a:extLst>
                </p:cNvPr>
                <p:cNvSpPr/>
                <p:nvPr/>
              </p:nvSpPr>
              <p:spPr>
                <a:xfrm>
                  <a:off x="3080175" y="896000"/>
                  <a:ext cx="69225" cy="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9" h="365" extrusionOk="0">
                      <a:moveTo>
                        <a:pt x="1831" y="1"/>
                      </a:moveTo>
                      <a:cubicBezTo>
                        <a:pt x="1275" y="1"/>
                        <a:pt x="717" y="30"/>
                        <a:pt x="166" y="54"/>
                      </a:cubicBezTo>
                      <a:cubicBezTo>
                        <a:pt x="0" y="60"/>
                        <a:pt x="0" y="305"/>
                        <a:pt x="166" y="311"/>
                      </a:cubicBezTo>
                      <a:cubicBezTo>
                        <a:pt x="717" y="335"/>
                        <a:pt x="1275" y="364"/>
                        <a:pt x="1830" y="364"/>
                      </a:cubicBezTo>
                      <a:cubicBezTo>
                        <a:pt x="2075" y="364"/>
                        <a:pt x="2318" y="359"/>
                        <a:pt x="2561" y="344"/>
                      </a:cubicBezTo>
                      <a:cubicBezTo>
                        <a:pt x="2769" y="331"/>
                        <a:pt x="2769" y="33"/>
                        <a:pt x="2561" y="21"/>
                      </a:cubicBezTo>
                      <a:cubicBezTo>
                        <a:pt x="2318" y="6"/>
                        <a:pt x="2075" y="1"/>
                        <a:pt x="1831" y="1"/>
                      </a:cubicBezTo>
                      <a:close/>
                    </a:path>
                  </a:pathLst>
                </a:custGeom>
                <a:solidFill>
                  <a:srgbClr val="1D223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" name="Google Shape;149;p19">
                  <a:extLst>
                    <a:ext uri="{FF2B5EF4-FFF2-40B4-BE49-F238E27FC236}">
                      <a16:creationId xmlns:a16="http://schemas.microsoft.com/office/drawing/2014/main" id="{3D07822A-52CE-0703-BE29-411469D1D21F}"/>
                    </a:ext>
                  </a:extLst>
                </p:cNvPr>
                <p:cNvSpPr/>
                <p:nvPr/>
              </p:nvSpPr>
              <p:spPr>
                <a:xfrm>
                  <a:off x="2762600" y="844550"/>
                  <a:ext cx="159875" cy="1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5" h="630" extrusionOk="0">
                      <a:moveTo>
                        <a:pt x="983" y="1"/>
                      </a:moveTo>
                      <a:cubicBezTo>
                        <a:pt x="673" y="1"/>
                        <a:pt x="367" y="20"/>
                        <a:pt x="70" y="73"/>
                      </a:cubicBezTo>
                      <a:cubicBezTo>
                        <a:pt x="1" y="86"/>
                        <a:pt x="2" y="199"/>
                        <a:pt x="70" y="213"/>
                      </a:cubicBezTo>
                      <a:cubicBezTo>
                        <a:pt x="1007" y="400"/>
                        <a:pt x="2011" y="377"/>
                        <a:pt x="2963" y="451"/>
                      </a:cubicBezTo>
                      <a:cubicBezTo>
                        <a:pt x="3849" y="520"/>
                        <a:pt x="4759" y="630"/>
                        <a:pt x="5655" y="630"/>
                      </a:cubicBezTo>
                      <a:cubicBezTo>
                        <a:pt x="5840" y="630"/>
                        <a:pt x="6024" y="625"/>
                        <a:pt x="6207" y="615"/>
                      </a:cubicBezTo>
                      <a:cubicBezTo>
                        <a:pt x="6395" y="603"/>
                        <a:pt x="6394" y="337"/>
                        <a:pt x="6207" y="322"/>
                      </a:cubicBezTo>
                      <a:cubicBezTo>
                        <a:pt x="5128" y="238"/>
                        <a:pt x="4043" y="206"/>
                        <a:pt x="2963" y="133"/>
                      </a:cubicBezTo>
                      <a:cubicBezTo>
                        <a:pt x="2323" y="90"/>
                        <a:pt x="1645" y="1"/>
                        <a:pt x="983" y="1"/>
                      </a:cubicBezTo>
                      <a:close/>
                    </a:path>
                  </a:pathLst>
                </a:custGeom>
                <a:solidFill>
                  <a:srgbClr val="1D223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" name="Google Shape;150;p19">
                  <a:extLst>
                    <a:ext uri="{FF2B5EF4-FFF2-40B4-BE49-F238E27FC236}">
                      <a16:creationId xmlns:a16="http://schemas.microsoft.com/office/drawing/2014/main" id="{A977AC8C-191F-8AB8-00C6-6130B77FF839}"/>
                    </a:ext>
                  </a:extLst>
                </p:cNvPr>
                <p:cNvSpPr/>
                <p:nvPr/>
              </p:nvSpPr>
              <p:spPr>
                <a:xfrm>
                  <a:off x="2720675" y="238125"/>
                  <a:ext cx="401550" cy="30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62" h="12344" extrusionOk="0">
                      <a:moveTo>
                        <a:pt x="8826" y="0"/>
                      </a:moveTo>
                      <a:cubicBezTo>
                        <a:pt x="6282" y="0"/>
                        <a:pt x="3813" y="1297"/>
                        <a:pt x="2117" y="3207"/>
                      </a:cubicBezTo>
                      <a:cubicBezTo>
                        <a:pt x="889" y="4588"/>
                        <a:pt x="0" y="6368"/>
                        <a:pt x="78" y="8213"/>
                      </a:cubicBezTo>
                      <a:cubicBezTo>
                        <a:pt x="155" y="10060"/>
                        <a:pt x="1380" y="11913"/>
                        <a:pt x="3176" y="12343"/>
                      </a:cubicBezTo>
                      <a:lnTo>
                        <a:pt x="11948" y="11106"/>
                      </a:lnTo>
                      <a:cubicBezTo>
                        <a:pt x="14550" y="10365"/>
                        <a:pt x="16062" y="7230"/>
                        <a:pt x="15331" y="4626"/>
                      </a:cubicBezTo>
                      <a:cubicBezTo>
                        <a:pt x="14601" y="2020"/>
                        <a:pt x="11980" y="178"/>
                        <a:pt x="9279" y="14"/>
                      </a:cubicBezTo>
                      <a:cubicBezTo>
                        <a:pt x="9128" y="5"/>
                        <a:pt x="8977" y="0"/>
                        <a:pt x="8826" y="0"/>
                      </a:cubicBezTo>
                      <a:close/>
                    </a:path>
                  </a:pathLst>
                </a:custGeom>
                <a:solidFill>
                  <a:srgbClr val="361A1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" name="Google Shape;151;p19">
                  <a:extLst>
                    <a:ext uri="{FF2B5EF4-FFF2-40B4-BE49-F238E27FC236}">
                      <a16:creationId xmlns:a16="http://schemas.microsoft.com/office/drawing/2014/main" id="{6411A0AA-8D68-D268-E1E1-8591079C58A0}"/>
                    </a:ext>
                  </a:extLst>
                </p:cNvPr>
                <p:cNvSpPr/>
                <p:nvPr/>
              </p:nvSpPr>
              <p:spPr>
                <a:xfrm>
                  <a:off x="2741875" y="492725"/>
                  <a:ext cx="516700" cy="35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68" h="14276" extrusionOk="0">
                      <a:moveTo>
                        <a:pt x="9647" y="0"/>
                      </a:moveTo>
                      <a:cubicBezTo>
                        <a:pt x="8208" y="0"/>
                        <a:pt x="6784" y="333"/>
                        <a:pt x="5541" y="1059"/>
                      </a:cubicBezTo>
                      <a:cubicBezTo>
                        <a:pt x="3448" y="2281"/>
                        <a:pt x="1339" y="4020"/>
                        <a:pt x="670" y="6349"/>
                      </a:cubicBezTo>
                      <a:cubicBezTo>
                        <a:pt x="0" y="8678"/>
                        <a:pt x="205" y="11067"/>
                        <a:pt x="341" y="13486"/>
                      </a:cubicBezTo>
                      <a:lnTo>
                        <a:pt x="918" y="14216"/>
                      </a:lnTo>
                      <a:cubicBezTo>
                        <a:pt x="1088" y="14256"/>
                        <a:pt x="1260" y="14275"/>
                        <a:pt x="1430" y="14275"/>
                      </a:cubicBezTo>
                      <a:cubicBezTo>
                        <a:pt x="2424" y="14275"/>
                        <a:pt x="3393" y="13629"/>
                        <a:pt x="3941" y="12773"/>
                      </a:cubicBezTo>
                      <a:cubicBezTo>
                        <a:pt x="4585" y="11771"/>
                        <a:pt x="4761" y="10543"/>
                        <a:pt x="4832" y="9354"/>
                      </a:cubicBezTo>
                      <a:cubicBezTo>
                        <a:pt x="4903" y="8165"/>
                        <a:pt x="4887" y="6956"/>
                        <a:pt x="5207" y="5808"/>
                      </a:cubicBezTo>
                      <a:cubicBezTo>
                        <a:pt x="5853" y="7493"/>
                        <a:pt x="7582" y="8702"/>
                        <a:pt x="9387" y="8727"/>
                      </a:cubicBezTo>
                      <a:cubicBezTo>
                        <a:pt x="9407" y="8728"/>
                        <a:pt x="9428" y="8728"/>
                        <a:pt x="9448" y="8728"/>
                      </a:cubicBezTo>
                      <a:cubicBezTo>
                        <a:pt x="11230" y="8728"/>
                        <a:pt x="12963" y="7577"/>
                        <a:pt x="13649" y="5931"/>
                      </a:cubicBezTo>
                      <a:cubicBezTo>
                        <a:pt x="14907" y="7394"/>
                        <a:pt x="16732" y="8357"/>
                        <a:pt x="18650" y="8571"/>
                      </a:cubicBezTo>
                      <a:cubicBezTo>
                        <a:pt x="18729" y="8580"/>
                        <a:pt x="18808" y="8585"/>
                        <a:pt x="18886" y="8585"/>
                      </a:cubicBezTo>
                      <a:cubicBezTo>
                        <a:pt x="19467" y="8585"/>
                        <a:pt x="20006" y="8341"/>
                        <a:pt x="20371" y="7873"/>
                      </a:cubicBezTo>
                      <a:cubicBezTo>
                        <a:pt x="20668" y="7495"/>
                        <a:pt x="20665" y="6613"/>
                        <a:pt x="20412" y="6227"/>
                      </a:cubicBezTo>
                      <a:cubicBezTo>
                        <a:pt x="18844" y="3846"/>
                        <a:pt x="16366" y="2075"/>
                        <a:pt x="13768" y="901"/>
                      </a:cubicBezTo>
                      <a:cubicBezTo>
                        <a:pt x="12483" y="319"/>
                        <a:pt x="11058" y="0"/>
                        <a:pt x="9647" y="0"/>
                      </a:cubicBezTo>
                      <a:close/>
                    </a:path>
                  </a:pathLst>
                </a:custGeom>
                <a:solidFill>
                  <a:srgbClr val="361A1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" name="Google Shape;152;p19">
                  <a:extLst>
                    <a:ext uri="{FF2B5EF4-FFF2-40B4-BE49-F238E27FC236}">
                      <a16:creationId xmlns:a16="http://schemas.microsoft.com/office/drawing/2014/main" id="{2A1B7360-CA94-8562-7198-585F17763C84}"/>
                    </a:ext>
                  </a:extLst>
                </p:cNvPr>
                <p:cNvSpPr/>
                <p:nvPr/>
              </p:nvSpPr>
              <p:spPr>
                <a:xfrm>
                  <a:off x="2705350" y="982825"/>
                  <a:ext cx="61450" cy="5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8" h="2050" extrusionOk="0">
                      <a:moveTo>
                        <a:pt x="1710" y="1"/>
                      </a:moveTo>
                      <a:cubicBezTo>
                        <a:pt x="1591" y="1"/>
                        <a:pt x="1471" y="94"/>
                        <a:pt x="1523" y="230"/>
                      </a:cubicBezTo>
                      <a:cubicBezTo>
                        <a:pt x="1676" y="631"/>
                        <a:pt x="1938" y="1058"/>
                        <a:pt x="1592" y="1452"/>
                      </a:cubicBezTo>
                      <a:cubicBezTo>
                        <a:pt x="1491" y="1568"/>
                        <a:pt x="1327" y="1644"/>
                        <a:pt x="1166" y="1644"/>
                      </a:cubicBezTo>
                      <a:cubicBezTo>
                        <a:pt x="1088" y="1644"/>
                        <a:pt x="1010" y="1626"/>
                        <a:pt x="941" y="1585"/>
                      </a:cubicBezTo>
                      <a:cubicBezTo>
                        <a:pt x="698" y="1442"/>
                        <a:pt x="716" y="1168"/>
                        <a:pt x="798" y="942"/>
                      </a:cubicBezTo>
                      <a:cubicBezTo>
                        <a:pt x="835" y="843"/>
                        <a:pt x="749" y="772"/>
                        <a:pt x="662" y="772"/>
                      </a:cubicBezTo>
                      <a:cubicBezTo>
                        <a:pt x="629" y="772"/>
                        <a:pt x="595" y="783"/>
                        <a:pt x="568" y="807"/>
                      </a:cubicBezTo>
                      <a:cubicBezTo>
                        <a:pt x="1" y="1323"/>
                        <a:pt x="620" y="2049"/>
                        <a:pt x="1241" y="2049"/>
                      </a:cubicBezTo>
                      <a:cubicBezTo>
                        <a:pt x="1303" y="2049"/>
                        <a:pt x="1365" y="2042"/>
                        <a:pt x="1426" y="2026"/>
                      </a:cubicBezTo>
                      <a:cubicBezTo>
                        <a:pt x="2262" y="1815"/>
                        <a:pt x="2457" y="590"/>
                        <a:pt x="1839" y="47"/>
                      </a:cubicBezTo>
                      <a:cubicBezTo>
                        <a:pt x="1803" y="15"/>
                        <a:pt x="1756" y="1"/>
                        <a:pt x="1710" y="1"/>
                      </a:cubicBezTo>
                      <a:close/>
                    </a:path>
                  </a:pathLst>
                </a:custGeom>
                <a:solidFill>
                  <a:srgbClr val="1D223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" name="Google Shape;153;p19">
                  <a:extLst>
                    <a:ext uri="{FF2B5EF4-FFF2-40B4-BE49-F238E27FC236}">
                      <a16:creationId xmlns:a16="http://schemas.microsoft.com/office/drawing/2014/main" id="{5A4A7725-6719-9121-0723-21970F9CB90F}"/>
                    </a:ext>
                  </a:extLst>
                </p:cNvPr>
                <p:cNvSpPr/>
                <p:nvPr/>
              </p:nvSpPr>
              <p:spPr>
                <a:xfrm>
                  <a:off x="3359425" y="2158250"/>
                  <a:ext cx="1431450" cy="68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58" h="27444" extrusionOk="0">
                      <a:moveTo>
                        <a:pt x="16154" y="0"/>
                      </a:moveTo>
                      <a:lnTo>
                        <a:pt x="0" y="2724"/>
                      </a:lnTo>
                      <a:cubicBezTo>
                        <a:pt x="0" y="2724"/>
                        <a:pt x="1356" y="24360"/>
                        <a:pt x="21451" y="27087"/>
                      </a:cubicBezTo>
                      <a:cubicBezTo>
                        <a:pt x="23251" y="27332"/>
                        <a:pt x="25016" y="27443"/>
                        <a:pt x="26738" y="27443"/>
                      </a:cubicBezTo>
                      <a:cubicBezTo>
                        <a:pt x="44235" y="27443"/>
                        <a:pt x="57257" y="15960"/>
                        <a:pt x="57257" y="15960"/>
                      </a:cubicBezTo>
                      <a:lnTo>
                        <a:pt x="48831" y="4506"/>
                      </a:lnTo>
                      <a:cubicBezTo>
                        <a:pt x="48831" y="4506"/>
                        <a:pt x="32105" y="9953"/>
                        <a:pt x="27153" y="9953"/>
                      </a:cubicBezTo>
                      <a:cubicBezTo>
                        <a:pt x="26583" y="9953"/>
                        <a:pt x="26169" y="9881"/>
                        <a:pt x="25954" y="9720"/>
                      </a:cubicBezTo>
                      <a:cubicBezTo>
                        <a:pt x="23876" y="8160"/>
                        <a:pt x="16154" y="0"/>
                        <a:pt x="16154" y="0"/>
                      </a:cubicBezTo>
                      <a:close/>
                    </a:path>
                  </a:pathLst>
                </a:custGeom>
                <a:solidFill>
                  <a:srgbClr val="F5C8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154;p19">
                  <a:extLst>
                    <a:ext uri="{FF2B5EF4-FFF2-40B4-BE49-F238E27FC236}">
                      <a16:creationId xmlns:a16="http://schemas.microsoft.com/office/drawing/2014/main" id="{68DB11F5-8CF6-B2B7-3D52-4DB9BA79D01C}"/>
                    </a:ext>
                  </a:extLst>
                </p:cNvPr>
                <p:cNvSpPr/>
                <p:nvPr/>
              </p:nvSpPr>
              <p:spPr>
                <a:xfrm>
                  <a:off x="4560750" y="2041900"/>
                  <a:ext cx="548650" cy="51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46" h="20776" extrusionOk="0">
                      <a:moveTo>
                        <a:pt x="16606" y="0"/>
                      </a:moveTo>
                      <a:cubicBezTo>
                        <a:pt x="16419" y="0"/>
                        <a:pt x="16194" y="25"/>
                        <a:pt x="15925" y="80"/>
                      </a:cubicBezTo>
                      <a:cubicBezTo>
                        <a:pt x="13279" y="619"/>
                        <a:pt x="6059" y="5124"/>
                        <a:pt x="6059" y="5124"/>
                      </a:cubicBezTo>
                      <a:cubicBezTo>
                        <a:pt x="5628" y="2377"/>
                        <a:pt x="3475" y="2305"/>
                        <a:pt x="3251" y="2305"/>
                      </a:cubicBezTo>
                      <a:cubicBezTo>
                        <a:pt x="3239" y="2305"/>
                        <a:pt x="3232" y="2305"/>
                        <a:pt x="3232" y="2305"/>
                      </a:cubicBezTo>
                      <a:cubicBezTo>
                        <a:pt x="3232" y="2305"/>
                        <a:pt x="3423" y="4021"/>
                        <a:pt x="3300" y="5837"/>
                      </a:cubicBezTo>
                      <a:cubicBezTo>
                        <a:pt x="3180" y="7569"/>
                        <a:pt x="0" y="9410"/>
                        <a:pt x="0" y="9410"/>
                      </a:cubicBezTo>
                      <a:lnTo>
                        <a:pt x="9015" y="20775"/>
                      </a:lnTo>
                      <a:cubicBezTo>
                        <a:pt x="9015" y="20775"/>
                        <a:pt x="11082" y="18834"/>
                        <a:pt x="11329" y="18596"/>
                      </a:cubicBezTo>
                      <a:cubicBezTo>
                        <a:pt x="13254" y="16747"/>
                        <a:pt x="14143" y="16670"/>
                        <a:pt x="17093" y="13521"/>
                      </a:cubicBezTo>
                      <a:cubicBezTo>
                        <a:pt x="17499" y="13086"/>
                        <a:pt x="19046" y="11294"/>
                        <a:pt x="19968" y="9707"/>
                      </a:cubicBezTo>
                      <a:cubicBezTo>
                        <a:pt x="20393" y="8975"/>
                        <a:pt x="20241" y="8134"/>
                        <a:pt x="20006" y="7320"/>
                      </a:cubicBezTo>
                      <a:cubicBezTo>
                        <a:pt x="19976" y="7216"/>
                        <a:pt x="20019" y="7058"/>
                        <a:pt x="20197" y="6815"/>
                      </a:cubicBezTo>
                      <a:cubicBezTo>
                        <a:pt x="21945" y="4450"/>
                        <a:pt x="19731" y="3563"/>
                        <a:pt x="19731" y="3563"/>
                      </a:cubicBezTo>
                      <a:cubicBezTo>
                        <a:pt x="20300" y="2099"/>
                        <a:pt x="18782" y="1870"/>
                        <a:pt x="17775" y="1870"/>
                      </a:cubicBezTo>
                      <a:cubicBezTo>
                        <a:pt x="17316" y="1870"/>
                        <a:pt x="16963" y="1917"/>
                        <a:pt x="16963" y="1917"/>
                      </a:cubicBezTo>
                      <a:cubicBezTo>
                        <a:pt x="16963" y="1917"/>
                        <a:pt x="18260" y="0"/>
                        <a:pt x="16606" y="0"/>
                      </a:cubicBezTo>
                      <a:close/>
                    </a:path>
                  </a:pathLst>
                </a:custGeom>
                <a:solidFill>
                  <a:srgbClr val="F5C8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" name="Google Shape;155;p19">
                  <a:extLst>
                    <a:ext uri="{FF2B5EF4-FFF2-40B4-BE49-F238E27FC236}">
                      <a16:creationId xmlns:a16="http://schemas.microsoft.com/office/drawing/2014/main" id="{74C96022-23B7-9EA8-6CB5-1AEFB547B243}"/>
                    </a:ext>
                  </a:extLst>
                </p:cNvPr>
                <p:cNvSpPr/>
                <p:nvPr/>
              </p:nvSpPr>
              <p:spPr>
                <a:xfrm>
                  <a:off x="4842275" y="2086750"/>
                  <a:ext cx="146450" cy="12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8" h="4874" extrusionOk="0">
                      <a:moveTo>
                        <a:pt x="5703" y="1"/>
                      </a:moveTo>
                      <a:cubicBezTo>
                        <a:pt x="5683" y="1"/>
                        <a:pt x="5662" y="6"/>
                        <a:pt x="5640" y="20"/>
                      </a:cubicBezTo>
                      <a:lnTo>
                        <a:pt x="5641" y="20"/>
                      </a:lnTo>
                      <a:cubicBezTo>
                        <a:pt x="3675" y="1231"/>
                        <a:pt x="1878" y="3002"/>
                        <a:pt x="155" y="4532"/>
                      </a:cubicBezTo>
                      <a:cubicBezTo>
                        <a:pt x="1" y="4669"/>
                        <a:pt x="144" y="4873"/>
                        <a:pt x="308" y="4873"/>
                      </a:cubicBezTo>
                      <a:cubicBezTo>
                        <a:pt x="353" y="4873"/>
                        <a:pt x="400" y="4858"/>
                        <a:pt x="443" y="4821"/>
                      </a:cubicBezTo>
                      <a:cubicBezTo>
                        <a:pt x="2176" y="3312"/>
                        <a:pt x="4282" y="1945"/>
                        <a:pt x="5787" y="209"/>
                      </a:cubicBezTo>
                      <a:cubicBezTo>
                        <a:pt x="5858" y="128"/>
                        <a:pt x="5796" y="1"/>
                        <a:pt x="5703" y="1"/>
                      </a:cubicBezTo>
                      <a:close/>
                    </a:path>
                  </a:pathLst>
                </a:custGeom>
                <a:solidFill>
                  <a:srgbClr val="DB7F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" name="Google Shape;156;p19">
                  <a:extLst>
                    <a:ext uri="{FF2B5EF4-FFF2-40B4-BE49-F238E27FC236}">
                      <a16:creationId xmlns:a16="http://schemas.microsoft.com/office/drawing/2014/main" id="{2974B542-0781-EDC6-DFE5-27087FEF690F}"/>
                    </a:ext>
                  </a:extLst>
                </p:cNvPr>
                <p:cNvSpPr/>
                <p:nvPr/>
              </p:nvSpPr>
              <p:spPr>
                <a:xfrm>
                  <a:off x="4702400" y="2161625"/>
                  <a:ext cx="84875" cy="12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5" h="5055" extrusionOk="0">
                      <a:moveTo>
                        <a:pt x="301" y="0"/>
                      </a:moveTo>
                      <a:cubicBezTo>
                        <a:pt x="300" y="0"/>
                        <a:pt x="299" y="0"/>
                        <a:pt x="298" y="1"/>
                      </a:cubicBezTo>
                      <a:cubicBezTo>
                        <a:pt x="238" y="17"/>
                        <a:pt x="304" y="369"/>
                        <a:pt x="297" y="936"/>
                      </a:cubicBezTo>
                      <a:cubicBezTo>
                        <a:pt x="304" y="1506"/>
                        <a:pt x="135" y="2275"/>
                        <a:pt x="26" y="3200"/>
                      </a:cubicBezTo>
                      <a:lnTo>
                        <a:pt x="1" y="3418"/>
                      </a:lnTo>
                      <a:lnTo>
                        <a:pt x="235" y="3428"/>
                      </a:lnTo>
                      <a:lnTo>
                        <a:pt x="488" y="3440"/>
                      </a:lnTo>
                      <a:cubicBezTo>
                        <a:pt x="1405" y="3512"/>
                        <a:pt x="2162" y="3955"/>
                        <a:pt x="2619" y="4349"/>
                      </a:cubicBezTo>
                      <a:cubicBezTo>
                        <a:pt x="3063" y="4728"/>
                        <a:pt x="3273" y="5055"/>
                        <a:pt x="3341" y="5055"/>
                      </a:cubicBezTo>
                      <a:cubicBezTo>
                        <a:pt x="3345" y="5055"/>
                        <a:pt x="3348" y="5054"/>
                        <a:pt x="3350" y="5052"/>
                      </a:cubicBezTo>
                      <a:cubicBezTo>
                        <a:pt x="3394" y="5033"/>
                        <a:pt x="3276" y="4628"/>
                        <a:pt x="2825" y="4136"/>
                      </a:cubicBezTo>
                      <a:cubicBezTo>
                        <a:pt x="2384" y="3651"/>
                        <a:pt x="1562" y="3104"/>
                        <a:pt x="522" y="3023"/>
                      </a:cubicBezTo>
                      <a:lnTo>
                        <a:pt x="467" y="3020"/>
                      </a:lnTo>
                      <a:lnTo>
                        <a:pt x="467" y="3020"/>
                      </a:lnTo>
                      <a:cubicBezTo>
                        <a:pt x="557" y="2223"/>
                        <a:pt x="660" y="1474"/>
                        <a:pt x="582" y="922"/>
                      </a:cubicBezTo>
                      <a:cubicBezTo>
                        <a:pt x="513" y="333"/>
                        <a:pt x="350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DB7F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" name="Google Shape;157;p19">
                  <a:extLst>
                    <a:ext uri="{FF2B5EF4-FFF2-40B4-BE49-F238E27FC236}">
                      <a16:creationId xmlns:a16="http://schemas.microsoft.com/office/drawing/2014/main" id="{02F4248C-7BA1-A2FC-36C6-896838ABF867}"/>
                    </a:ext>
                  </a:extLst>
                </p:cNvPr>
                <p:cNvSpPr/>
                <p:nvPr/>
              </p:nvSpPr>
              <p:spPr>
                <a:xfrm>
                  <a:off x="4897175" y="2120825"/>
                  <a:ext cx="169500" cy="14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0" h="5741" extrusionOk="0">
                      <a:moveTo>
                        <a:pt x="6687" y="1"/>
                      </a:moveTo>
                      <a:cubicBezTo>
                        <a:pt x="6527" y="1"/>
                        <a:pt x="5084" y="1255"/>
                        <a:pt x="3310" y="2784"/>
                      </a:cubicBezTo>
                      <a:cubicBezTo>
                        <a:pt x="1487" y="4366"/>
                        <a:pt x="0" y="5643"/>
                        <a:pt x="72" y="5735"/>
                      </a:cubicBezTo>
                      <a:cubicBezTo>
                        <a:pt x="75" y="5739"/>
                        <a:pt x="79" y="5740"/>
                        <a:pt x="86" y="5740"/>
                      </a:cubicBezTo>
                      <a:cubicBezTo>
                        <a:pt x="264" y="5740"/>
                        <a:pt x="1822" y="4631"/>
                        <a:pt x="3585" y="3101"/>
                      </a:cubicBezTo>
                      <a:cubicBezTo>
                        <a:pt x="5423" y="1516"/>
                        <a:pt x="6780" y="88"/>
                        <a:pt x="6699" y="4"/>
                      </a:cubicBezTo>
                      <a:cubicBezTo>
                        <a:pt x="6696" y="2"/>
                        <a:pt x="6692" y="1"/>
                        <a:pt x="6687" y="1"/>
                      </a:cubicBezTo>
                      <a:close/>
                    </a:path>
                  </a:pathLst>
                </a:custGeom>
                <a:solidFill>
                  <a:srgbClr val="DB7F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" name="Google Shape;158;p19">
                  <a:extLst>
                    <a:ext uri="{FF2B5EF4-FFF2-40B4-BE49-F238E27FC236}">
                      <a16:creationId xmlns:a16="http://schemas.microsoft.com/office/drawing/2014/main" id="{0558EC1F-4537-02E0-0822-5F7C05E03C1E}"/>
                    </a:ext>
                  </a:extLst>
                </p:cNvPr>
                <p:cNvSpPr/>
                <p:nvPr/>
              </p:nvSpPr>
              <p:spPr>
                <a:xfrm>
                  <a:off x="3266725" y="1493675"/>
                  <a:ext cx="639727" cy="989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52" h="38158" extrusionOk="0">
                      <a:moveTo>
                        <a:pt x="1" y="0"/>
                      </a:moveTo>
                      <a:lnTo>
                        <a:pt x="5606" y="38157"/>
                      </a:lnTo>
                      <a:lnTo>
                        <a:pt x="23652" y="30726"/>
                      </a:lnTo>
                      <a:cubicBezTo>
                        <a:pt x="15535" y="191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D88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" name="Google Shape;159;p19">
                  <a:extLst>
                    <a:ext uri="{FF2B5EF4-FFF2-40B4-BE49-F238E27FC236}">
                      <a16:creationId xmlns:a16="http://schemas.microsoft.com/office/drawing/2014/main" id="{90560500-D22E-A508-7909-43B4EBA100CC}"/>
                    </a:ext>
                  </a:extLst>
                </p:cNvPr>
                <p:cNvSpPr/>
                <p:nvPr/>
              </p:nvSpPr>
              <p:spPr>
                <a:xfrm>
                  <a:off x="3453325" y="1936650"/>
                  <a:ext cx="161525" cy="48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1" h="19565" extrusionOk="0">
                      <a:moveTo>
                        <a:pt x="169" y="1"/>
                      </a:moveTo>
                      <a:cubicBezTo>
                        <a:pt x="147" y="1"/>
                        <a:pt x="120" y="212"/>
                        <a:pt x="94" y="605"/>
                      </a:cubicBezTo>
                      <a:cubicBezTo>
                        <a:pt x="70" y="999"/>
                        <a:pt x="42" y="1573"/>
                        <a:pt x="28" y="2298"/>
                      </a:cubicBezTo>
                      <a:cubicBezTo>
                        <a:pt x="0" y="3748"/>
                        <a:pt x="35" y="5811"/>
                        <a:pt x="349" y="8197"/>
                      </a:cubicBezTo>
                      <a:lnTo>
                        <a:pt x="371" y="8365"/>
                      </a:lnTo>
                      <a:lnTo>
                        <a:pt x="542" y="8367"/>
                      </a:lnTo>
                      <a:cubicBezTo>
                        <a:pt x="1839" y="8379"/>
                        <a:pt x="3249" y="8962"/>
                        <a:pt x="4311" y="10015"/>
                      </a:cubicBezTo>
                      <a:cubicBezTo>
                        <a:pt x="5521" y="11182"/>
                        <a:pt x="6137" y="12802"/>
                        <a:pt x="6007" y="14246"/>
                      </a:cubicBezTo>
                      <a:cubicBezTo>
                        <a:pt x="5899" y="15701"/>
                        <a:pt x="5203" y="16906"/>
                        <a:pt x="4467" y="17722"/>
                      </a:cubicBezTo>
                      <a:cubicBezTo>
                        <a:pt x="3710" y="18538"/>
                        <a:pt x="2907" y="18996"/>
                        <a:pt x="2328" y="19227"/>
                      </a:cubicBezTo>
                      <a:cubicBezTo>
                        <a:pt x="1747" y="19464"/>
                        <a:pt x="1395" y="19513"/>
                        <a:pt x="1404" y="19557"/>
                      </a:cubicBezTo>
                      <a:cubicBezTo>
                        <a:pt x="1404" y="19562"/>
                        <a:pt x="1418" y="19565"/>
                        <a:pt x="1443" y="19565"/>
                      </a:cubicBezTo>
                      <a:cubicBezTo>
                        <a:pt x="1484" y="19565"/>
                        <a:pt x="1557" y="19558"/>
                        <a:pt x="1661" y="19543"/>
                      </a:cubicBezTo>
                      <a:cubicBezTo>
                        <a:pt x="1831" y="19529"/>
                        <a:pt x="2074" y="19474"/>
                        <a:pt x="2384" y="19380"/>
                      </a:cubicBezTo>
                      <a:cubicBezTo>
                        <a:pt x="2998" y="19188"/>
                        <a:pt x="3859" y="18755"/>
                        <a:pt x="4682" y="17924"/>
                      </a:cubicBezTo>
                      <a:cubicBezTo>
                        <a:pt x="5480" y="17096"/>
                        <a:pt x="6251" y="15840"/>
                        <a:pt x="6390" y="14276"/>
                      </a:cubicBezTo>
                      <a:cubicBezTo>
                        <a:pt x="6461" y="13500"/>
                        <a:pt x="6351" y="12666"/>
                        <a:pt x="6046" y="11875"/>
                      </a:cubicBezTo>
                      <a:cubicBezTo>
                        <a:pt x="5738" y="11085"/>
                        <a:pt x="5240" y="10343"/>
                        <a:pt x="4603" y="9715"/>
                      </a:cubicBezTo>
                      <a:cubicBezTo>
                        <a:pt x="3514" y="8636"/>
                        <a:pt x="2071" y="8020"/>
                        <a:pt x="713" y="7976"/>
                      </a:cubicBezTo>
                      <a:lnTo>
                        <a:pt x="713" y="7976"/>
                      </a:lnTo>
                      <a:cubicBezTo>
                        <a:pt x="392" y="5686"/>
                        <a:pt x="307" y="3709"/>
                        <a:pt x="270" y="2297"/>
                      </a:cubicBezTo>
                      <a:cubicBezTo>
                        <a:pt x="232" y="852"/>
                        <a:pt x="217" y="1"/>
                        <a:pt x="169" y="1"/>
                      </a:cubicBezTo>
                      <a:close/>
                    </a:path>
                  </a:pathLst>
                </a:custGeom>
                <a:solidFill>
                  <a:srgbClr val="1D223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" name="Google Shape;160;p19">
                  <a:extLst>
                    <a:ext uri="{FF2B5EF4-FFF2-40B4-BE49-F238E27FC236}">
                      <a16:creationId xmlns:a16="http://schemas.microsoft.com/office/drawing/2014/main" id="{CE8A2EAD-7D7B-28D9-7C29-2863397D5677}"/>
                    </a:ext>
                  </a:extLst>
                </p:cNvPr>
                <p:cNvSpPr/>
                <p:nvPr/>
              </p:nvSpPr>
              <p:spPr>
                <a:xfrm>
                  <a:off x="2733050" y="1378475"/>
                  <a:ext cx="469450" cy="29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78" h="11795" extrusionOk="0">
                      <a:moveTo>
                        <a:pt x="1" y="0"/>
                      </a:moveTo>
                      <a:lnTo>
                        <a:pt x="1" y="5865"/>
                      </a:lnTo>
                      <a:lnTo>
                        <a:pt x="2356" y="10320"/>
                      </a:lnTo>
                      <a:lnTo>
                        <a:pt x="10137" y="11795"/>
                      </a:lnTo>
                      <a:lnTo>
                        <a:pt x="15913" y="10857"/>
                      </a:lnTo>
                      <a:lnTo>
                        <a:pt x="18778" y="6434"/>
                      </a:lnTo>
                      <a:lnTo>
                        <a:pt x="17528" y="1750"/>
                      </a:lnTo>
                      <a:cubicBezTo>
                        <a:pt x="12051" y="3769"/>
                        <a:pt x="12173" y="8738"/>
                        <a:pt x="12173" y="8738"/>
                      </a:cubicBezTo>
                      <a:cubicBezTo>
                        <a:pt x="11259" y="1258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D88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" name="Google Shape;161;p19">
                  <a:extLst>
                    <a:ext uri="{FF2B5EF4-FFF2-40B4-BE49-F238E27FC236}">
                      <a16:creationId xmlns:a16="http://schemas.microsoft.com/office/drawing/2014/main" id="{5F694340-8778-A558-B505-A3BBB7777C64}"/>
                    </a:ext>
                  </a:extLst>
                </p:cNvPr>
                <p:cNvSpPr/>
                <p:nvPr/>
              </p:nvSpPr>
              <p:spPr>
                <a:xfrm>
                  <a:off x="3027175" y="1612050"/>
                  <a:ext cx="10525" cy="97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" h="39054" extrusionOk="0">
                      <a:moveTo>
                        <a:pt x="211" y="0"/>
                      </a:moveTo>
                      <a:cubicBezTo>
                        <a:pt x="94" y="0"/>
                        <a:pt x="1" y="8741"/>
                        <a:pt x="1" y="19528"/>
                      </a:cubicBezTo>
                      <a:cubicBezTo>
                        <a:pt x="1" y="30310"/>
                        <a:pt x="94" y="39053"/>
                        <a:pt x="211" y="39053"/>
                      </a:cubicBezTo>
                      <a:cubicBezTo>
                        <a:pt x="325" y="39053"/>
                        <a:pt x="419" y="30310"/>
                        <a:pt x="420" y="19528"/>
                      </a:cubicBezTo>
                      <a:cubicBezTo>
                        <a:pt x="420" y="8741"/>
                        <a:pt x="326" y="0"/>
                        <a:pt x="211" y="0"/>
                      </a:cubicBezTo>
                      <a:close/>
                    </a:path>
                  </a:pathLst>
                </a:custGeom>
                <a:solidFill>
                  <a:srgbClr val="1D223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" name="Google Shape;162;p19">
                  <a:extLst>
                    <a:ext uri="{FF2B5EF4-FFF2-40B4-BE49-F238E27FC236}">
                      <a16:creationId xmlns:a16="http://schemas.microsoft.com/office/drawing/2014/main" id="{C0C33911-8448-3C58-8756-7DCFA2A05BFA}"/>
                    </a:ext>
                  </a:extLst>
                </p:cNvPr>
                <p:cNvSpPr/>
                <p:nvPr/>
              </p:nvSpPr>
              <p:spPr>
                <a:xfrm>
                  <a:off x="2601450" y="2115425"/>
                  <a:ext cx="186125" cy="1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5" h="7125" extrusionOk="0">
                      <a:moveTo>
                        <a:pt x="3499" y="279"/>
                      </a:moveTo>
                      <a:cubicBezTo>
                        <a:pt x="3664" y="279"/>
                        <a:pt x="3836" y="290"/>
                        <a:pt x="4013" y="313"/>
                      </a:cubicBezTo>
                      <a:cubicBezTo>
                        <a:pt x="4507" y="383"/>
                        <a:pt x="5041" y="554"/>
                        <a:pt x="5515" y="888"/>
                      </a:cubicBezTo>
                      <a:cubicBezTo>
                        <a:pt x="5982" y="1224"/>
                        <a:pt x="6387" y="1721"/>
                        <a:pt x="6589" y="2341"/>
                      </a:cubicBezTo>
                      <a:cubicBezTo>
                        <a:pt x="7016" y="3550"/>
                        <a:pt x="6716" y="5241"/>
                        <a:pt x="5510" y="6147"/>
                      </a:cubicBezTo>
                      <a:cubicBezTo>
                        <a:pt x="4961" y="6541"/>
                        <a:pt x="4315" y="6713"/>
                        <a:pt x="3677" y="6713"/>
                      </a:cubicBezTo>
                      <a:cubicBezTo>
                        <a:pt x="2893" y="6713"/>
                        <a:pt x="2122" y="6452"/>
                        <a:pt x="1560" y="6025"/>
                      </a:cubicBezTo>
                      <a:cubicBezTo>
                        <a:pt x="1030" y="5643"/>
                        <a:pt x="682" y="5105"/>
                        <a:pt x="509" y="4557"/>
                      </a:cubicBezTo>
                      <a:cubicBezTo>
                        <a:pt x="339" y="4002"/>
                        <a:pt x="348" y="3441"/>
                        <a:pt x="438" y="2952"/>
                      </a:cubicBezTo>
                      <a:cubicBezTo>
                        <a:pt x="632" y="1962"/>
                        <a:pt x="1158" y="1273"/>
                        <a:pt x="1583" y="908"/>
                      </a:cubicBezTo>
                      <a:cubicBezTo>
                        <a:pt x="1746" y="767"/>
                        <a:pt x="1891" y="663"/>
                        <a:pt x="2008" y="585"/>
                      </a:cubicBezTo>
                      <a:lnTo>
                        <a:pt x="2008" y="585"/>
                      </a:lnTo>
                      <a:cubicBezTo>
                        <a:pt x="2393" y="416"/>
                        <a:pt x="2904" y="279"/>
                        <a:pt x="3499" y="279"/>
                      </a:cubicBezTo>
                      <a:close/>
                      <a:moveTo>
                        <a:pt x="3656" y="1"/>
                      </a:moveTo>
                      <a:cubicBezTo>
                        <a:pt x="2756" y="1"/>
                        <a:pt x="2045" y="302"/>
                        <a:pt x="1621" y="598"/>
                      </a:cubicBezTo>
                      <a:cubicBezTo>
                        <a:pt x="1373" y="764"/>
                        <a:pt x="1204" y="926"/>
                        <a:pt x="1106" y="1047"/>
                      </a:cubicBezTo>
                      <a:cubicBezTo>
                        <a:pt x="1005" y="1166"/>
                        <a:pt x="959" y="1233"/>
                        <a:pt x="970" y="1242"/>
                      </a:cubicBezTo>
                      <a:cubicBezTo>
                        <a:pt x="972" y="1244"/>
                        <a:pt x="974" y="1245"/>
                        <a:pt x="976" y="1245"/>
                      </a:cubicBezTo>
                      <a:cubicBezTo>
                        <a:pt x="977" y="1245"/>
                        <a:pt x="978" y="1244"/>
                        <a:pt x="978" y="1244"/>
                      </a:cubicBezTo>
                      <a:lnTo>
                        <a:pt x="978" y="1244"/>
                      </a:lnTo>
                      <a:cubicBezTo>
                        <a:pt x="638" y="1633"/>
                        <a:pt x="314" y="2183"/>
                        <a:pt x="148" y="2891"/>
                      </a:cubicBezTo>
                      <a:cubicBezTo>
                        <a:pt x="31" y="3415"/>
                        <a:pt x="1" y="4029"/>
                        <a:pt x="175" y="4654"/>
                      </a:cubicBezTo>
                      <a:cubicBezTo>
                        <a:pt x="352" y="5273"/>
                        <a:pt x="740" y="5896"/>
                        <a:pt x="1326" y="6331"/>
                      </a:cubicBezTo>
                      <a:cubicBezTo>
                        <a:pt x="1954" y="6820"/>
                        <a:pt x="2815" y="7125"/>
                        <a:pt x="3699" y="7125"/>
                      </a:cubicBezTo>
                      <a:cubicBezTo>
                        <a:pt x="4405" y="7125"/>
                        <a:pt x="5125" y="6931"/>
                        <a:pt x="5757" y="6484"/>
                      </a:cubicBezTo>
                      <a:cubicBezTo>
                        <a:pt x="7147" y="5428"/>
                        <a:pt x="7444" y="3556"/>
                        <a:pt x="6952" y="2213"/>
                      </a:cubicBezTo>
                      <a:cubicBezTo>
                        <a:pt x="6717" y="1522"/>
                        <a:pt x="6244" y="964"/>
                        <a:pt x="5712" y="602"/>
                      </a:cubicBezTo>
                      <a:cubicBezTo>
                        <a:pt x="5173" y="242"/>
                        <a:pt x="4582" y="74"/>
                        <a:pt x="4047" y="20"/>
                      </a:cubicBezTo>
                      <a:cubicBezTo>
                        <a:pt x="3914" y="7"/>
                        <a:pt x="3783" y="1"/>
                        <a:pt x="3656" y="1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" name="Google Shape;163;p19">
                  <a:extLst>
                    <a:ext uri="{FF2B5EF4-FFF2-40B4-BE49-F238E27FC236}">
                      <a16:creationId xmlns:a16="http://schemas.microsoft.com/office/drawing/2014/main" id="{2876632C-61DD-DF15-C50F-ADE5451775D8}"/>
                    </a:ext>
                  </a:extLst>
                </p:cNvPr>
                <p:cNvSpPr/>
                <p:nvPr/>
              </p:nvSpPr>
              <p:spPr>
                <a:xfrm>
                  <a:off x="2647225" y="1696900"/>
                  <a:ext cx="186100" cy="17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4" h="7126" extrusionOk="0">
                      <a:moveTo>
                        <a:pt x="3495" y="280"/>
                      </a:moveTo>
                      <a:cubicBezTo>
                        <a:pt x="3662" y="280"/>
                        <a:pt x="3834" y="291"/>
                        <a:pt x="4012" y="315"/>
                      </a:cubicBezTo>
                      <a:cubicBezTo>
                        <a:pt x="4506" y="383"/>
                        <a:pt x="5041" y="554"/>
                        <a:pt x="5515" y="888"/>
                      </a:cubicBezTo>
                      <a:cubicBezTo>
                        <a:pt x="5983" y="1226"/>
                        <a:pt x="6387" y="1721"/>
                        <a:pt x="6588" y="2342"/>
                      </a:cubicBezTo>
                      <a:cubicBezTo>
                        <a:pt x="7015" y="3549"/>
                        <a:pt x="6716" y="5241"/>
                        <a:pt x="5510" y="6146"/>
                      </a:cubicBezTo>
                      <a:cubicBezTo>
                        <a:pt x="4960" y="6540"/>
                        <a:pt x="4315" y="6712"/>
                        <a:pt x="3677" y="6712"/>
                      </a:cubicBezTo>
                      <a:cubicBezTo>
                        <a:pt x="2893" y="6712"/>
                        <a:pt x="2121" y="6452"/>
                        <a:pt x="1559" y="6024"/>
                      </a:cubicBezTo>
                      <a:cubicBezTo>
                        <a:pt x="1029" y="5643"/>
                        <a:pt x="682" y="5105"/>
                        <a:pt x="508" y="4556"/>
                      </a:cubicBezTo>
                      <a:cubicBezTo>
                        <a:pt x="338" y="4002"/>
                        <a:pt x="347" y="3440"/>
                        <a:pt x="438" y="2951"/>
                      </a:cubicBezTo>
                      <a:cubicBezTo>
                        <a:pt x="632" y="1961"/>
                        <a:pt x="1158" y="1273"/>
                        <a:pt x="1582" y="908"/>
                      </a:cubicBezTo>
                      <a:cubicBezTo>
                        <a:pt x="1743" y="768"/>
                        <a:pt x="1887" y="665"/>
                        <a:pt x="2003" y="588"/>
                      </a:cubicBezTo>
                      <a:lnTo>
                        <a:pt x="2003" y="588"/>
                      </a:lnTo>
                      <a:cubicBezTo>
                        <a:pt x="2388" y="418"/>
                        <a:pt x="2899" y="280"/>
                        <a:pt x="3495" y="280"/>
                      </a:cubicBezTo>
                      <a:close/>
                      <a:moveTo>
                        <a:pt x="3659" y="1"/>
                      </a:moveTo>
                      <a:cubicBezTo>
                        <a:pt x="2758" y="1"/>
                        <a:pt x="2044" y="302"/>
                        <a:pt x="1621" y="598"/>
                      </a:cubicBezTo>
                      <a:cubicBezTo>
                        <a:pt x="1372" y="764"/>
                        <a:pt x="1203" y="926"/>
                        <a:pt x="1105" y="1047"/>
                      </a:cubicBezTo>
                      <a:cubicBezTo>
                        <a:pt x="1006" y="1167"/>
                        <a:pt x="959" y="1233"/>
                        <a:pt x="969" y="1243"/>
                      </a:cubicBezTo>
                      <a:cubicBezTo>
                        <a:pt x="971" y="1244"/>
                        <a:pt x="973" y="1245"/>
                        <a:pt x="976" y="1245"/>
                      </a:cubicBezTo>
                      <a:cubicBezTo>
                        <a:pt x="976" y="1245"/>
                        <a:pt x="977" y="1245"/>
                        <a:pt x="977" y="1245"/>
                      </a:cubicBezTo>
                      <a:lnTo>
                        <a:pt x="977" y="1245"/>
                      </a:lnTo>
                      <a:cubicBezTo>
                        <a:pt x="637" y="1634"/>
                        <a:pt x="313" y="2182"/>
                        <a:pt x="148" y="2890"/>
                      </a:cubicBezTo>
                      <a:cubicBezTo>
                        <a:pt x="30" y="3416"/>
                        <a:pt x="1" y="4028"/>
                        <a:pt x="175" y="4654"/>
                      </a:cubicBezTo>
                      <a:cubicBezTo>
                        <a:pt x="351" y="5274"/>
                        <a:pt x="740" y="5896"/>
                        <a:pt x="1326" y="6332"/>
                      </a:cubicBezTo>
                      <a:cubicBezTo>
                        <a:pt x="1954" y="6821"/>
                        <a:pt x="2814" y="7125"/>
                        <a:pt x="3699" y="7125"/>
                      </a:cubicBezTo>
                      <a:cubicBezTo>
                        <a:pt x="4404" y="7125"/>
                        <a:pt x="5125" y="6931"/>
                        <a:pt x="5757" y="6483"/>
                      </a:cubicBezTo>
                      <a:cubicBezTo>
                        <a:pt x="7146" y="5428"/>
                        <a:pt x="7443" y="3557"/>
                        <a:pt x="6951" y="2213"/>
                      </a:cubicBezTo>
                      <a:cubicBezTo>
                        <a:pt x="6716" y="1522"/>
                        <a:pt x="6243" y="963"/>
                        <a:pt x="5711" y="601"/>
                      </a:cubicBezTo>
                      <a:cubicBezTo>
                        <a:pt x="5172" y="241"/>
                        <a:pt x="4582" y="75"/>
                        <a:pt x="4047" y="19"/>
                      </a:cubicBezTo>
                      <a:cubicBezTo>
                        <a:pt x="3914" y="6"/>
                        <a:pt x="3785" y="1"/>
                        <a:pt x="3659" y="1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" name="Google Shape;164;p19">
                  <a:extLst>
                    <a:ext uri="{FF2B5EF4-FFF2-40B4-BE49-F238E27FC236}">
                      <a16:creationId xmlns:a16="http://schemas.microsoft.com/office/drawing/2014/main" id="{1BCE0F76-22FC-AAFB-EF87-EF2E7FD3A133}"/>
                    </a:ext>
                  </a:extLst>
                </p:cNvPr>
                <p:cNvSpPr/>
                <p:nvPr/>
              </p:nvSpPr>
              <p:spPr>
                <a:xfrm>
                  <a:off x="3162000" y="1899325"/>
                  <a:ext cx="186125" cy="1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5" h="7125" extrusionOk="0">
                      <a:moveTo>
                        <a:pt x="3500" y="280"/>
                      </a:moveTo>
                      <a:cubicBezTo>
                        <a:pt x="3665" y="280"/>
                        <a:pt x="3836" y="290"/>
                        <a:pt x="4014" y="314"/>
                      </a:cubicBezTo>
                      <a:cubicBezTo>
                        <a:pt x="4507" y="383"/>
                        <a:pt x="5042" y="554"/>
                        <a:pt x="5516" y="888"/>
                      </a:cubicBezTo>
                      <a:cubicBezTo>
                        <a:pt x="5984" y="1224"/>
                        <a:pt x="6387" y="1721"/>
                        <a:pt x="6589" y="2342"/>
                      </a:cubicBezTo>
                      <a:cubicBezTo>
                        <a:pt x="7016" y="3549"/>
                        <a:pt x="6716" y="5241"/>
                        <a:pt x="5511" y="6146"/>
                      </a:cubicBezTo>
                      <a:cubicBezTo>
                        <a:pt x="4961" y="6540"/>
                        <a:pt x="4315" y="6712"/>
                        <a:pt x="3677" y="6712"/>
                      </a:cubicBezTo>
                      <a:cubicBezTo>
                        <a:pt x="2893" y="6712"/>
                        <a:pt x="2122" y="6452"/>
                        <a:pt x="1560" y="6024"/>
                      </a:cubicBezTo>
                      <a:cubicBezTo>
                        <a:pt x="1030" y="5642"/>
                        <a:pt x="682" y="5105"/>
                        <a:pt x="509" y="4556"/>
                      </a:cubicBezTo>
                      <a:cubicBezTo>
                        <a:pt x="339" y="4002"/>
                        <a:pt x="347" y="3440"/>
                        <a:pt x="439" y="2951"/>
                      </a:cubicBezTo>
                      <a:cubicBezTo>
                        <a:pt x="632" y="1962"/>
                        <a:pt x="1158" y="1273"/>
                        <a:pt x="1583" y="907"/>
                      </a:cubicBezTo>
                      <a:cubicBezTo>
                        <a:pt x="1744" y="768"/>
                        <a:pt x="1888" y="664"/>
                        <a:pt x="2004" y="587"/>
                      </a:cubicBezTo>
                      <a:lnTo>
                        <a:pt x="2004" y="587"/>
                      </a:lnTo>
                      <a:cubicBezTo>
                        <a:pt x="2390" y="417"/>
                        <a:pt x="2903" y="280"/>
                        <a:pt x="3500" y="280"/>
                      </a:cubicBezTo>
                      <a:close/>
                      <a:moveTo>
                        <a:pt x="3657" y="0"/>
                      </a:moveTo>
                      <a:cubicBezTo>
                        <a:pt x="2757" y="0"/>
                        <a:pt x="2045" y="301"/>
                        <a:pt x="1621" y="598"/>
                      </a:cubicBezTo>
                      <a:cubicBezTo>
                        <a:pt x="1373" y="763"/>
                        <a:pt x="1204" y="925"/>
                        <a:pt x="1106" y="1046"/>
                      </a:cubicBezTo>
                      <a:cubicBezTo>
                        <a:pt x="1006" y="1166"/>
                        <a:pt x="960" y="1232"/>
                        <a:pt x="970" y="1242"/>
                      </a:cubicBezTo>
                      <a:cubicBezTo>
                        <a:pt x="972" y="1243"/>
                        <a:pt x="974" y="1244"/>
                        <a:pt x="977" y="1244"/>
                      </a:cubicBezTo>
                      <a:cubicBezTo>
                        <a:pt x="977" y="1244"/>
                        <a:pt x="978" y="1244"/>
                        <a:pt x="978" y="1244"/>
                      </a:cubicBezTo>
                      <a:lnTo>
                        <a:pt x="978" y="1244"/>
                      </a:lnTo>
                      <a:cubicBezTo>
                        <a:pt x="639" y="1633"/>
                        <a:pt x="315" y="2182"/>
                        <a:pt x="149" y="2890"/>
                      </a:cubicBezTo>
                      <a:cubicBezTo>
                        <a:pt x="31" y="3414"/>
                        <a:pt x="1" y="4028"/>
                        <a:pt x="176" y="4653"/>
                      </a:cubicBezTo>
                      <a:cubicBezTo>
                        <a:pt x="352" y="5273"/>
                        <a:pt x="740" y="5896"/>
                        <a:pt x="1326" y="6331"/>
                      </a:cubicBezTo>
                      <a:cubicBezTo>
                        <a:pt x="1955" y="6820"/>
                        <a:pt x="2815" y="7124"/>
                        <a:pt x="3700" y="7124"/>
                      </a:cubicBezTo>
                      <a:cubicBezTo>
                        <a:pt x="4405" y="7124"/>
                        <a:pt x="5126" y="6931"/>
                        <a:pt x="5757" y="6483"/>
                      </a:cubicBezTo>
                      <a:cubicBezTo>
                        <a:pt x="7147" y="5427"/>
                        <a:pt x="7444" y="3556"/>
                        <a:pt x="6952" y="2213"/>
                      </a:cubicBezTo>
                      <a:cubicBezTo>
                        <a:pt x="6717" y="1521"/>
                        <a:pt x="6244" y="963"/>
                        <a:pt x="5711" y="601"/>
                      </a:cubicBezTo>
                      <a:cubicBezTo>
                        <a:pt x="5173" y="241"/>
                        <a:pt x="4583" y="74"/>
                        <a:pt x="4048" y="19"/>
                      </a:cubicBezTo>
                      <a:cubicBezTo>
                        <a:pt x="3914" y="6"/>
                        <a:pt x="3783" y="0"/>
                        <a:pt x="3657" y="0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" name="Google Shape;165;p19">
                  <a:extLst>
                    <a:ext uri="{FF2B5EF4-FFF2-40B4-BE49-F238E27FC236}">
                      <a16:creationId xmlns:a16="http://schemas.microsoft.com/office/drawing/2014/main" id="{3D51596D-B2AA-AB36-5B06-88358D984884}"/>
                    </a:ext>
                  </a:extLst>
                </p:cNvPr>
                <p:cNvSpPr/>
                <p:nvPr/>
              </p:nvSpPr>
              <p:spPr>
                <a:xfrm>
                  <a:off x="2746400" y="2447975"/>
                  <a:ext cx="186100" cy="17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4" h="7126" extrusionOk="0">
                      <a:moveTo>
                        <a:pt x="3497" y="281"/>
                      </a:moveTo>
                      <a:cubicBezTo>
                        <a:pt x="3662" y="281"/>
                        <a:pt x="3834" y="291"/>
                        <a:pt x="4012" y="315"/>
                      </a:cubicBezTo>
                      <a:cubicBezTo>
                        <a:pt x="4506" y="383"/>
                        <a:pt x="5041" y="554"/>
                        <a:pt x="5515" y="888"/>
                      </a:cubicBezTo>
                      <a:cubicBezTo>
                        <a:pt x="5982" y="1226"/>
                        <a:pt x="6387" y="1721"/>
                        <a:pt x="6588" y="2342"/>
                      </a:cubicBezTo>
                      <a:cubicBezTo>
                        <a:pt x="7015" y="3550"/>
                        <a:pt x="6716" y="5241"/>
                        <a:pt x="5510" y="6147"/>
                      </a:cubicBezTo>
                      <a:cubicBezTo>
                        <a:pt x="4961" y="6541"/>
                        <a:pt x="4315" y="6713"/>
                        <a:pt x="3678" y="6713"/>
                      </a:cubicBezTo>
                      <a:cubicBezTo>
                        <a:pt x="2893" y="6713"/>
                        <a:pt x="2122" y="6452"/>
                        <a:pt x="1560" y="6024"/>
                      </a:cubicBezTo>
                      <a:cubicBezTo>
                        <a:pt x="1030" y="5643"/>
                        <a:pt x="682" y="5106"/>
                        <a:pt x="508" y="4556"/>
                      </a:cubicBezTo>
                      <a:cubicBezTo>
                        <a:pt x="338" y="4002"/>
                        <a:pt x="347" y="3440"/>
                        <a:pt x="438" y="2951"/>
                      </a:cubicBezTo>
                      <a:cubicBezTo>
                        <a:pt x="632" y="1961"/>
                        <a:pt x="1158" y="1273"/>
                        <a:pt x="1582" y="908"/>
                      </a:cubicBezTo>
                      <a:cubicBezTo>
                        <a:pt x="1742" y="770"/>
                        <a:pt x="1884" y="667"/>
                        <a:pt x="2000" y="590"/>
                      </a:cubicBezTo>
                      <a:lnTo>
                        <a:pt x="2000" y="590"/>
                      </a:lnTo>
                      <a:cubicBezTo>
                        <a:pt x="2386" y="419"/>
                        <a:pt x="2899" y="281"/>
                        <a:pt x="3497" y="281"/>
                      </a:cubicBezTo>
                      <a:close/>
                      <a:moveTo>
                        <a:pt x="3659" y="1"/>
                      </a:moveTo>
                      <a:cubicBezTo>
                        <a:pt x="2758" y="1"/>
                        <a:pt x="2044" y="302"/>
                        <a:pt x="1620" y="599"/>
                      </a:cubicBezTo>
                      <a:cubicBezTo>
                        <a:pt x="1373" y="764"/>
                        <a:pt x="1203" y="925"/>
                        <a:pt x="1106" y="1047"/>
                      </a:cubicBezTo>
                      <a:cubicBezTo>
                        <a:pt x="1005" y="1167"/>
                        <a:pt x="958" y="1233"/>
                        <a:pt x="969" y="1243"/>
                      </a:cubicBezTo>
                      <a:cubicBezTo>
                        <a:pt x="971" y="1244"/>
                        <a:pt x="973" y="1245"/>
                        <a:pt x="975" y="1245"/>
                      </a:cubicBezTo>
                      <a:cubicBezTo>
                        <a:pt x="976" y="1245"/>
                        <a:pt x="977" y="1245"/>
                        <a:pt x="978" y="1245"/>
                      </a:cubicBezTo>
                      <a:lnTo>
                        <a:pt x="978" y="1245"/>
                      </a:lnTo>
                      <a:cubicBezTo>
                        <a:pt x="638" y="1634"/>
                        <a:pt x="314" y="2182"/>
                        <a:pt x="148" y="2890"/>
                      </a:cubicBezTo>
                      <a:cubicBezTo>
                        <a:pt x="29" y="3416"/>
                        <a:pt x="1" y="4030"/>
                        <a:pt x="175" y="4654"/>
                      </a:cubicBezTo>
                      <a:cubicBezTo>
                        <a:pt x="352" y="5273"/>
                        <a:pt x="740" y="5896"/>
                        <a:pt x="1326" y="6332"/>
                      </a:cubicBezTo>
                      <a:cubicBezTo>
                        <a:pt x="1954" y="6821"/>
                        <a:pt x="2814" y="7125"/>
                        <a:pt x="3699" y="7125"/>
                      </a:cubicBezTo>
                      <a:cubicBezTo>
                        <a:pt x="4404" y="7125"/>
                        <a:pt x="5125" y="6931"/>
                        <a:pt x="5757" y="6483"/>
                      </a:cubicBezTo>
                      <a:cubicBezTo>
                        <a:pt x="7146" y="5428"/>
                        <a:pt x="7443" y="3556"/>
                        <a:pt x="6951" y="2213"/>
                      </a:cubicBezTo>
                      <a:cubicBezTo>
                        <a:pt x="6716" y="1522"/>
                        <a:pt x="6244" y="963"/>
                        <a:pt x="5711" y="601"/>
                      </a:cubicBezTo>
                      <a:cubicBezTo>
                        <a:pt x="5172" y="241"/>
                        <a:pt x="4581" y="74"/>
                        <a:pt x="4046" y="19"/>
                      </a:cubicBezTo>
                      <a:cubicBezTo>
                        <a:pt x="3914" y="6"/>
                        <a:pt x="3784" y="1"/>
                        <a:pt x="3659" y="1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" name="Google Shape;166;p19">
                  <a:extLst>
                    <a:ext uri="{FF2B5EF4-FFF2-40B4-BE49-F238E27FC236}">
                      <a16:creationId xmlns:a16="http://schemas.microsoft.com/office/drawing/2014/main" id="{58985FCC-46E6-9B5C-D294-E8EF59707920}"/>
                    </a:ext>
                  </a:extLst>
                </p:cNvPr>
                <p:cNvSpPr/>
                <p:nvPr/>
              </p:nvSpPr>
              <p:spPr>
                <a:xfrm>
                  <a:off x="3345875" y="1574875"/>
                  <a:ext cx="186100" cy="17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4" h="7126" extrusionOk="0">
                      <a:moveTo>
                        <a:pt x="3497" y="281"/>
                      </a:moveTo>
                      <a:cubicBezTo>
                        <a:pt x="3663" y="281"/>
                        <a:pt x="3835" y="291"/>
                        <a:pt x="4013" y="315"/>
                      </a:cubicBezTo>
                      <a:cubicBezTo>
                        <a:pt x="4507" y="383"/>
                        <a:pt x="5041" y="555"/>
                        <a:pt x="5515" y="889"/>
                      </a:cubicBezTo>
                      <a:cubicBezTo>
                        <a:pt x="5982" y="1226"/>
                        <a:pt x="6387" y="1721"/>
                        <a:pt x="6588" y="2343"/>
                      </a:cubicBezTo>
                      <a:cubicBezTo>
                        <a:pt x="7015" y="3550"/>
                        <a:pt x="6716" y="5242"/>
                        <a:pt x="5510" y="6147"/>
                      </a:cubicBezTo>
                      <a:cubicBezTo>
                        <a:pt x="4961" y="6541"/>
                        <a:pt x="4315" y="6713"/>
                        <a:pt x="3678" y="6713"/>
                      </a:cubicBezTo>
                      <a:cubicBezTo>
                        <a:pt x="2893" y="6713"/>
                        <a:pt x="2122" y="6452"/>
                        <a:pt x="1560" y="6024"/>
                      </a:cubicBezTo>
                      <a:cubicBezTo>
                        <a:pt x="1030" y="5643"/>
                        <a:pt x="682" y="5106"/>
                        <a:pt x="509" y="4556"/>
                      </a:cubicBezTo>
                      <a:cubicBezTo>
                        <a:pt x="338" y="4002"/>
                        <a:pt x="347" y="3441"/>
                        <a:pt x="438" y="2951"/>
                      </a:cubicBezTo>
                      <a:cubicBezTo>
                        <a:pt x="632" y="1963"/>
                        <a:pt x="1158" y="1273"/>
                        <a:pt x="1582" y="909"/>
                      </a:cubicBezTo>
                      <a:cubicBezTo>
                        <a:pt x="1741" y="770"/>
                        <a:pt x="1883" y="668"/>
                        <a:pt x="1999" y="591"/>
                      </a:cubicBezTo>
                      <a:lnTo>
                        <a:pt x="1999" y="591"/>
                      </a:lnTo>
                      <a:cubicBezTo>
                        <a:pt x="2385" y="420"/>
                        <a:pt x="2898" y="281"/>
                        <a:pt x="3497" y="281"/>
                      </a:cubicBezTo>
                      <a:close/>
                      <a:moveTo>
                        <a:pt x="3659" y="1"/>
                      </a:moveTo>
                      <a:cubicBezTo>
                        <a:pt x="2758" y="1"/>
                        <a:pt x="2044" y="302"/>
                        <a:pt x="1621" y="599"/>
                      </a:cubicBezTo>
                      <a:cubicBezTo>
                        <a:pt x="1373" y="764"/>
                        <a:pt x="1203" y="926"/>
                        <a:pt x="1106" y="1047"/>
                      </a:cubicBezTo>
                      <a:cubicBezTo>
                        <a:pt x="1005" y="1167"/>
                        <a:pt x="958" y="1233"/>
                        <a:pt x="970" y="1243"/>
                      </a:cubicBezTo>
                      <a:cubicBezTo>
                        <a:pt x="972" y="1244"/>
                        <a:pt x="974" y="1245"/>
                        <a:pt x="976" y="1245"/>
                      </a:cubicBezTo>
                      <a:cubicBezTo>
                        <a:pt x="977" y="1245"/>
                        <a:pt x="977" y="1245"/>
                        <a:pt x="977" y="1245"/>
                      </a:cubicBezTo>
                      <a:lnTo>
                        <a:pt x="977" y="1245"/>
                      </a:lnTo>
                      <a:cubicBezTo>
                        <a:pt x="638" y="1634"/>
                        <a:pt x="313" y="2182"/>
                        <a:pt x="148" y="2890"/>
                      </a:cubicBezTo>
                      <a:cubicBezTo>
                        <a:pt x="30" y="3416"/>
                        <a:pt x="1" y="4030"/>
                        <a:pt x="175" y="4654"/>
                      </a:cubicBezTo>
                      <a:cubicBezTo>
                        <a:pt x="351" y="5274"/>
                        <a:pt x="740" y="5896"/>
                        <a:pt x="1326" y="6332"/>
                      </a:cubicBezTo>
                      <a:cubicBezTo>
                        <a:pt x="1954" y="6821"/>
                        <a:pt x="2815" y="7125"/>
                        <a:pt x="3700" y="7125"/>
                      </a:cubicBezTo>
                      <a:cubicBezTo>
                        <a:pt x="4405" y="7125"/>
                        <a:pt x="5125" y="6932"/>
                        <a:pt x="5757" y="6485"/>
                      </a:cubicBezTo>
                      <a:cubicBezTo>
                        <a:pt x="7146" y="5429"/>
                        <a:pt x="7443" y="3557"/>
                        <a:pt x="6951" y="2213"/>
                      </a:cubicBezTo>
                      <a:cubicBezTo>
                        <a:pt x="6716" y="1523"/>
                        <a:pt x="6244" y="963"/>
                        <a:pt x="5711" y="602"/>
                      </a:cubicBezTo>
                      <a:cubicBezTo>
                        <a:pt x="5172" y="241"/>
                        <a:pt x="4581" y="75"/>
                        <a:pt x="4046" y="19"/>
                      </a:cubicBezTo>
                      <a:cubicBezTo>
                        <a:pt x="3914" y="7"/>
                        <a:pt x="3785" y="1"/>
                        <a:pt x="3659" y="1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" name="Google Shape;167;p19">
                  <a:extLst>
                    <a:ext uri="{FF2B5EF4-FFF2-40B4-BE49-F238E27FC236}">
                      <a16:creationId xmlns:a16="http://schemas.microsoft.com/office/drawing/2014/main" id="{344F032A-A70D-DA3A-6CFD-0ACC9B66230F}"/>
                    </a:ext>
                  </a:extLst>
                </p:cNvPr>
                <p:cNvSpPr/>
                <p:nvPr/>
              </p:nvSpPr>
              <p:spPr>
                <a:xfrm>
                  <a:off x="3531200" y="1988825"/>
                  <a:ext cx="186050" cy="17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2" h="7126" extrusionOk="0">
                      <a:moveTo>
                        <a:pt x="3497" y="281"/>
                      </a:moveTo>
                      <a:cubicBezTo>
                        <a:pt x="3663" y="281"/>
                        <a:pt x="3834" y="292"/>
                        <a:pt x="4012" y="315"/>
                      </a:cubicBezTo>
                      <a:cubicBezTo>
                        <a:pt x="4505" y="384"/>
                        <a:pt x="5039" y="555"/>
                        <a:pt x="5513" y="889"/>
                      </a:cubicBezTo>
                      <a:cubicBezTo>
                        <a:pt x="5981" y="1226"/>
                        <a:pt x="6385" y="1722"/>
                        <a:pt x="6587" y="2343"/>
                      </a:cubicBezTo>
                      <a:cubicBezTo>
                        <a:pt x="7013" y="3550"/>
                        <a:pt x="6714" y="5243"/>
                        <a:pt x="5509" y="6147"/>
                      </a:cubicBezTo>
                      <a:cubicBezTo>
                        <a:pt x="4959" y="6541"/>
                        <a:pt x="4313" y="6713"/>
                        <a:pt x="3676" y="6713"/>
                      </a:cubicBezTo>
                      <a:cubicBezTo>
                        <a:pt x="2891" y="6713"/>
                        <a:pt x="2120" y="6453"/>
                        <a:pt x="1558" y="6025"/>
                      </a:cubicBezTo>
                      <a:cubicBezTo>
                        <a:pt x="1028" y="5643"/>
                        <a:pt x="680" y="5106"/>
                        <a:pt x="507" y="4557"/>
                      </a:cubicBezTo>
                      <a:cubicBezTo>
                        <a:pt x="338" y="4003"/>
                        <a:pt x="345" y="3441"/>
                        <a:pt x="437" y="2952"/>
                      </a:cubicBezTo>
                      <a:cubicBezTo>
                        <a:pt x="630" y="1963"/>
                        <a:pt x="1157" y="1273"/>
                        <a:pt x="1580" y="909"/>
                      </a:cubicBezTo>
                      <a:cubicBezTo>
                        <a:pt x="1741" y="770"/>
                        <a:pt x="1884" y="666"/>
                        <a:pt x="2000" y="590"/>
                      </a:cubicBezTo>
                      <a:lnTo>
                        <a:pt x="2000" y="590"/>
                      </a:lnTo>
                      <a:cubicBezTo>
                        <a:pt x="2386" y="419"/>
                        <a:pt x="2899" y="281"/>
                        <a:pt x="3497" y="281"/>
                      </a:cubicBezTo>
                      <a:close/>
                      <a:moveTo>
                        <a:pt x="3657" y="1"/>
                      </a:moveTo>
                      <a:cubicBezTo>
                        <a:pt x="2756" y="1"/>
                        <a:pt x="2042" y="302"/>
                        <a:pt x="1619" y="599"/>
                      </a:cubicBezTo>
                      <a:cubicBezTo>
                        <a:pt x="1371" y="764"/>
                        <a:pt x="1203" y="926"/>
                        <a:pt x="1104" y="1047"/>
                      </a:cubicBezTo>
                      <a:cubicBezTo>
                        <a:pt x="1004" y="1167"/>
                        <a:pt x="958" y="1233"/>
                        <a:pt x="969" y="1243"/>
                      </a:cubicBezTo>
                      <a:cubicBezTo>
                        <a:pt x="970" y="1244"/>
                        <a:pt x="972" y="1245"/>
                        <a:pt x="975" y="1245"/>
                      </a:cubicBezTo>
                      <a:cubicBezTo>
                        <a:pt x="975" y="1245"/>
                        <a:pt x="976" y="1245"/>
                        <a:pt x="976" y="1245"/>
                      </a:cubicBezTo>
                      <a:lnTo>
                        <a:pt x="976" y="1245"/>
                      </a:lnTo>
                      <a:cubicBezTo>
                        <a:pt x="637" y="1634"/>
                        <a:pt x="312" y="2183"/>
                        <a:pt x="146" y="2890"/>
                      </a:cubicBezTo>
                      <a:cubicBezTo>
                        <a:pt x="29" y="3416"/>
                        <a:pt x="0" y="4030"/>
                        <a:pt x="173" y="4654"/>
                      </a:cubicBezTo>
                      <a:cubicBezTo>
                        <a:pt x="350" y="5274"/>
                        <a:pt x="738" y="5896"/>
                        <a:pt x="1324" y="6332"/>
                      </a:cubicBezTo>
                      <a:cubicBezTo>
                        <a:pt x="1953" y="6821"/>
                        <a:pt x="2813" y="7125"/>
                        <a:pt x="3698" y="7125"/>
                      </a:cubicBezTo>
                      <a:cubicBezTo>
                        <a:pt x="4403" y="7125"/>
                        <a:pt x="5124" y="6932"/>
                        <a:pt x="5756" y="6485"/>
                      </a:cubicBezTo>
                      <a:cubicBezTo>
                        <a:pt x="7146" y="5429"/>
                        <a:pt x="7442" y="3557"/>
                        <a:pt x="6950" y="2213"/>
                      </a:cubicBezTo>
                      <a:cubicBezTo>
                        <a:pt x="6714" y="1523"/>
                        <a:pt x="6242" y="963"/>
                        <a:pt x="5710" y="602"/>
                      </a:cubicBezTo>
                      <a:cubicBezTo>
                        <a:pt x="5171" y="241"/>
                        <a:pt x="4581" y="75"/>
                        <a:pt x="4045" y="19"/>
                      </a:cubicBezTo>
                      <a:cubicBezTo>
                        <a:pt x="3912" y="7"/>
                        <a:pt x="3783" y="1"/>
                        <a:pt x="3657" y="1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" name="Google Shape;168;p19">
                  <a:extLst>
                    <a:ext uri="{FF2B5EF4-FFF2-40B4-BE49-F238E27FC236}">
                      <a16:creationId xmlns:a16="http://schemas.microsoft.com/office/drawing/2014/main" id="{BC442791-C12C-C2BF-1E71-D25EA1272A75}"/>
                    </a:ext>
                  </a:extLst>
                </p:cNvPr>
                <p:cNvSpPr/>
                <p:nvPr/>
              </p:nvSpPr>
              <p:spPr>
                <a:xfrm>
                  <a:off x="4244050" y="5222500"/>
                  <a:ext cx="639750" cy="2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90" h="9986" extrusionOk="0">
                      <a:moveTo>
                        <a:pt x="1007" y="0"/>
                      </a:moveTo>
                      <a:lnTo>
                        <a:pt x="0" y="9986"/>
                      </a:lnTo>
                      <a:lnTo>
                        <a:pt x="25589" y="9986"/>
                      </a:lnTo>
                      <a:cubicBezTo>
                        <a:pt x="25182" y="6795"/>
                        <a:pt x="22394" y="4990"/>
                        <a:pt x="16501" y="4990"/>
                      </a:cubicBezTo>
                      <a:cubicBezTo>
                        <a:pt x="16350" y="4990"/>
                        <a:pt x="16197" y="4991"/>
                        <a:pt x="16042" y="4993"/>
                      </a:cubicBezTo>
                      <a:lnTo>
                        <a:pt x="16520" y="0"/>
                      </a:lnTo>
                      <a:close/>
                    </a:path>
                  </a:pathLst>
                </a:custGeom>
                <a:solidFill>
                  <a:srgbClr val="47786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" name="Google Shape;169;p19">
                  <a:extLst>
                    <a:ext uri="{FF2B5EF4-FFF2-40B4-BE49-F238E27FC236}">
                      <a16:creationId xmlns:a16="http://schemas.microsoft.com/office/drawing/2014/main" id="{F74E57EC-5649-E841-5B17-52F726FA413B}"/>
                    </a:ext>
                  </a:extLst>
                </p:cNvPr>
                <p:cNvSpPr/>
                <p:nvPr/>
              </p:nvSpPr>
              <p:spPr>
                <a:xfrm>
                  <a:off x="4675450" y="5355225"/>
                  <a:ext cx="41975" cy="6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9" h="2467" extrusionOk="0">
                      <a:moveTo>
                        <a:pt x="1567" y="1"/>
                      </a:moveTo>
                      <a:cubicBezTo>
                        <a:pt x="1419" y="1"/>
                        <a:pt x="889" y="363"/>
                        <a:pt x="493" y="1020"/>
                      </a:cubicBezTo>
                      <a:cubicBezTo>
                        <a:pt x="48" y="1744"/>
                        <a:pt x="0" y="2449"/>
                        <a:pt x="110" y="2466"/>
                      </a:cubicBezTo>
                      <a:cubicBezTo>
                        <a:pt x="113" y="2466"/>
                        <a:pt x="115" y="2467"/>
                        <a:pt x="118" y="2467"/>
                      </a:cubicBezTo>
                      <a:cubicBezTo>
                        <a:pt x="237" y="2467"/>
                        <a:pt x="455" y="1877"/>
                        <a:pt x="850" y="1238"/>
                      </a:cubicBezTo>
                      <a:cubicBezTo>
                        <a:pt x="1247" y="578"/>
                        <a:pt x="1679" y="107"/>
                        <a:pt x="1601" y="14"/>
                      </a:cubicBezTo>
                      <a:cubicBezTo>
                        <a:pt x="1595" y="5"/>
                        <a:pt x="1583" y="1"/>
                        <a:pt x="1567" y="1"/>
                      </a:cubicBezTo>
                      <a:close/>
                    </a:path>
                  </a:pathLst>
                </a:custGeom>
                <a:solidFill>
                  <a:srgbClr val="EBEC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" name="Google Shape;170;p19">
                  <a:extLst>
                    <a:ext uri="{FF2B5EF4-FFF2-40B4-BE49-F238E27FC236}">
                      <a16:creationId xmlns:a16="http://schemas.microsoft.com/office/drawing/2014/main" id="{900F6262-D9B1-72E9-91B4-A63BDA8C57AF}"/>
                    </a:ext>
                  </a:extLst>
                </p:cNvPr>
                <p:cNvSpPr/>
                <p:nvPr/>
              </p:nvSpPr>
              <p:spPr>
                <a:xfrm>
                  <a:off x="4608275" y="5346825"/>
                  <a:ext cx="46725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9" h="2320" extrusionOk="0">
                      <a:moveTo>
                        <a:pt x="1756" y="1"/>
                      </a:moveTo>
                      <a:cubicBezTo>
                        <a:pt x="1586" y="1"/>
                        <a:pt x="1029" y="292"/>
                        <a:pt x="587" y="896"/>
                      </a:cubicBezTo>
                      <a:cubicBezTo>
                        <a:pt x="75" y="1584"/>
                        <a:pt x="1" y="2299"/>
                        <a:pt x="110" y="2318"/>
                      </a:cubicBezTo>
                      <a:cubicBezTo>
                        <a:pt x="113" y="2319"/>
                        <a:pt x="116" y="2319"/>
                        <a:pt x="119" y="2319"/>
                      </a:cubicBezTo>
                      <a:cubicBezTo>
                        <a:pt x="238" y="2319"/>
                        <a:pt x="477" y="1741"/>
                        <a:pt x="923" y="1144"/>
                      </a:cubicBezTo>
                      <a:cubicBezTo>
                        <a:pt x="1373" y="526"/>
                        <a:pt x="1868" y="123"/>
                        <a:pt x="1804" y="20"/>
                      </a:cubicBezTo>
                      <a:cubicBezTo>
                        <a:pt x="1798" y="7"/>
                        <a:pt x="1781" y="1"/>
                        <a:pt x="1756" y="1"/>
                      </a:cubicBezTo>
                      <a:close/>
                    </a:path>
                  </a:pathLst>
                </a:custGeom>
                <a:solidFill>
                  <a:srgbClr val="EBEC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" name="Google Shape;171;p19">
                  <a:extLst>
                    <a:ext uri="{FF2B5EF4-FFF2-40B4-BE49-F238E27FC236}">
                      <a16:creationId xmlns:a16="http://schemas.microsoft.com/office/drawing/2014/main" id="{F2555BAA-2559-22B7-6EC5-332F37E208B3}"/>
                    </a:ext>
                  </a:extLst>
                </p:cNvPr>
                <p:cNvSpPr/>
                <p:nvPr/>
              </p:nvSpPr>
              <p:spPr>
                <a:xfrm>
                  <a:off x="4561975" y="5313325"/>
                  <a:ext cx="87925" cy="2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7" h="905" extrusionOk="0">
                      <a:moveTo>
                        <a:pt x="2182" y="1"/>
                      </a:moveTo>
                      <a:cubicBezTo>
                        <a:pt x="2025" y="1"/>
                        <a:pt x="1859" y="12"/>
                        <a:pt x="1686" y="39"/>
                      </a:cubicBezTo>
                      <a:cubicBezTo>
                        <a:pt x="643" y="193"/>
                        <a:pt x="0" y="811"/>
                        <a:pt x="78" y="889"/>
                      </a:cubicBezTo>
                      <a:cubicBezTo>
                        <a:pt x="86" y="900"/>
                        <a:pt x="100" y="905"/>
                        <a:pt x="122" y="905"/>
                      </a:cubicBezTo>
                      <a:cubicBezTo>
                        <a:pt x="297" y="905"/>
                        <a:pt x="923" y="572"/>
                        <a:pt x="1749" y="454"/>
                      </a:cubicBezTo>
                      <a:cubicBezTo>
                        <a:pt x="2045" y="406"/>
                        <a:pt x="2325" y="393"/>
                        <a:pt x="2570" y="393"/>
                      </a:cubicBezTo>
                      <a:cubicBezTo>
                        <a:pt x="2882" y="393"/>
                        <a:pt x="3137" y="414"/>
                        <a:pt x="3297" y="414"/>
                      </a:cubicBezTo>
                      <a:cubicBezTo>
                        <a:pt x="3402" y="414"/>
                        <a:pt x="3465" y="405"/>
                        <a:pt x="3475" y="373"/>
                      </a:cubicBezTo>
                      <a:cubicBezTo>
                        <a:pt x="3517" y="292"/>
                        <a:pt x="2969" y="1"/>
                        <a:pt x="2182" y="1"/>
                      </a:cubicBezTo>
                      <a:close/>
                    </a:path>
                  </a:pathLst>
                </a:custGeom>
                <a:solidFill>
                  <a:srgbClr val="EBEC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" name="Google Shape;172;p19">
                  <a:extLst>
                    <a:ext uri="{FF2B5EF4-FFF2-40B4-BE49-F238E27FC236}">
                      <a16:creationId xmlns:a16="http://schemas.microsoft.com/office/drawing/2014/main" id="{BA483793-402C-CDC6-F81E-A672484C89B0}"/>
                    </a:ext>
                  </a:extLst>
                </p:cNvPr>
                <p:cNvSpPr/>
                <p:nvPr/>
              </p:nvSpPr>
              <p:spPr>
                <a:xfrm>
                  <a:off x="4262050" y="5440350"/>
                  <a:ext cx="61605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42" h="419" extrusionOk="0">
                      <a:moveTo>
                        <a:pt x="12321" y="0"/>
                      </a:moveTo>
                      <a:cubicBezTo>
                        <a:pt x="5518" y="0"/>
                        <a:pt x="1" y="94"/>
                        <a:pt x="1" y="210"/>
                      </a:cubicBezTo>
                      <a:cubicBezTo>
                        <a:pt x="1" y="325"/>
                        <a:pt x="5518" y="419"/>
                        <a:pt x="12321" y="419"/>
                      </a:cubicBezTo>
                      <a:cubicBezTo>
                        <a:pt x="19126" y="419"/>
                        <a:pt x="24642" y="325"/>
                        <a:pt x="24642" y="210"/>
                      </a:cubicBezTo>
                      <a:cubicBezTo>
                        <a:pt x="24642" y="93"/>
                        <a:pt x="19126" y="0"/>
                        <a:pt x="12321" y="0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" name="Google Shape;173;p19">
                  <a:extLst>
                    <a:ext uri="{FF2B5EF4-FFF2-40B4-BE49-F238E27FC236}">
                      <a16:creationId xmlns:a16="http://schemas.microsoft.com/office/drawing/2014/main" id="{CBF98515-4F44-E7E4-54C6-66D1B9E31C39}"/>
                    </a:ext>
                  </a:extLst>
                </p:cNvPr>
                <p:cNvSpPr/>
                <p:nvPr/>
              </p:nvSpPr>
              <p:spPr>
                <a:xfrm>
                  <a:off x="4259250" y="5314625"/>
                  <a:ext cx="211150" cy="13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46" h="5300" extrusionOk="0">
                      <a:moveTo>
                        <a:pt x="907" y="1"/>
                      </a:moveTo>
                      <a:cubicBezTo>
                        <a:pt x="333" y="1"/>
                        <a:pt x="1" y="78"/>
                        <a:pt x="5" y="111"/>
                      </a:cubicBezTo>
                      <a:cubicBezTo>
                        <a:pt x="8" y="182"/>
                        <a:pt x="597" y="167"/>
                        <a:pt x="1516" y="326"/>
                      </a:cubicBezTo>
                      <a:cubicBezTo>
                        <a:pt x="2433" y="478"/>
                        <a:pt x="3677" y="861"/>
                        <a:pt x="4886" y="1603"/>
                      </a:cubicBezTo>
                      <a:cubicBezTo>
                        <a:pt x="6090" y="2351"/>
                        <a:pt x="6989" y="3292"/>
                        <a:pt x="7536" y="4044"/>
                      </a:cubicBezTo>
                      <a:cubicBezTo>
                        <a:pt x="8075" y="4775"/>
                        <a:pt x="8326" y="5299"/>
                        <a:pt x="8399" y="5299"/>
                      </a:cubicBezTo>
                      <a:cubicBezTo>
                        <a:pt x="8401" y="5299"/>
                        <a:pt x="8402" y="5299"/>
                        <a:pt x="8404" y="5298"/>
                      </a:cubicBezTo>
                      <a:cubicBezTo>
                        <a:pt x="8446" y="5283"/>
                        <a:pt x="8291" y="4700"/>
                        <a:pt x="7782" y="3876"/>
                      </a:cubicBezTo>
                      <a:cubicBezTo>
                        <a:pt x="7279" y="3055"/>
                        <a:pt x="6369" y="2029"/>
                        <a:pt x="5106" y="1246"/>
                      </a:cubicBezTo>
                      <a:cubicBezTo>
                        <a:pt x="3840" y="468"/>
                        <a:pt x="2515" y="112"/>
                        <a:pt x="1555" y="31"/>
                      </a:cubicBezTo>
                      <a:cubicBezTo>
                        <a:pt x="1315" y="9"/>
                        <a:pt x="1097" y="1"/>
                        <a:pt x="907" y="1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" name="Google Shape;174;p19">
                  <a:extLst>
                    <a:ext uri="{FF2B5EF4-FFF2-40B4-BE49-F238E27FC236}">
                      <a16:creationId xmlns:a16="http://schemas.microsoft.com/office/drawing/2014/main" id="{B3C97BEE-3E22-F2AC-ADE8-A7B3066A60BF}"/>
                    </a:ext>
                  </a:extLst>
                </p:cNvPr>
                <p:cNvSpPr/>
                <p:nvPr/>
              </p:nvSpPr>
              <p:spPr>
                <a:xfrm>
                  <a:off x="4308975" y="5230400"/>
                  <a:ext cx="25400" cy="9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" h="3659" extrusionOk="0">
                      <a:moveTo>
                        <a:pt x="881" y="0"/>
                      </a:moveTo>
                      <a:cubicBezTo>
                        <a:pt x="764" y="0"/>
                        <a:pt x="599" y="813"/>
                        <a:pt x="388" y="1806"/>
                      </a:cubicBezTo>
                      <a:cubicBezTo>
                        <a:pt x="180" y="2804"/>
                        <a:pt x="1" y="3619"/>
                        <a:pt x="113" y="3657"/>
                      </a:cubicBezTo>
                      <a:cubicBezTo>
                        <a:pt x="116" y="3658"/>
                        <a:pt x="118" y="3659"/>
                        <a:pt x="121" y="3659"/>
                      </a:cubicBezTo>
                      <a:cubicBezTo>
                        <a:pt x="237" y="3659"/>
                        <a:pt x="588" y="2895"/>
                        <a:pt x="798" y="1892"/>
                      </a:cubicBezTo>
                      <a:cubicBezTo>
                        <a:pt x="1015" y="866"/>
                        <a:pt x="996" y="10"/>
                        <a:pt x="883" y="0"/>
                      </a:cubicBezTo>
                      <a:cubicBezTo>
                        <a:pt x="882" y="0"/>
                        <a:pt x="882" y="0"/>
                        <a:pt x="881" y="0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" name="Google Shape;175;p19">
                  <a:extLst>
                    <a:ext uri="{FF2B5EF4-FFF2-40B4-BE49-F238E27FC236}">
                      <a16:creationId xmlns:a16="http://schemas.microsoft.com/office/drawing/2014/main" id="{F2BAD939-A0CF-80A2-053F-BFEB8B386D6E}"/>
                    </a:ext>
                  </a:extLst>
                </p:cNvPr>
                <p:cNvSpPr/>
                <p:nvPr/>
              </p:nvSpPr>
              <p:spPr>
                <a:xfrm>
                  <a:off x="4733775" y="5369175"/>
                  <a:ext cx="60425" cy="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7" h="3050" extrusionOk="0">
                      <a:moveTo>
                        <a:pt x="2225" y="0"/>
                      </a:moveTo>
                      <a:cubicBezTo>
                        <a:pt x="2114" y="0"/>
                        <a:pt x="1951" y="24"/>
                        <a:pt x="1752" y="88"/>
                      </a:cubicBezTo>
                      <a:cubicBezTo>
                        <a:pt x="1380" y="205"/>
                        <a:pt x="884" y="495"/>
                        <a:pt x="516" y="989"/>
                      </a:cubicBezTo>
                      <a:cubicBezTo>
                        <a:pt x="149" y="1483"/>
                        <a:pt x="13" y="2041"/>
                        <a:pt x="8" y="2431"/>
                      </a:cubicBezTo>
                      <a:cubicBezTo>
                        <a:pt x="1" y="2820"/>
                        <a:pt x="92" y="3049"/>
                        <a:pt x="144" y="3049"/>
                      </a:cubicBezTo>
                      <a:cubicBezTo>
                        <a:pt x="145" y="3049"/>
                        <a:pt x="146" y="3049"/>
                        <a:pt x="147" y="3049"/>
                      </a:cubicBezTo>
                      <a:cubicBezTo>
                        <a:pt x="266" y="3048"/>
                        <a:pt x="210" y="2096"/>
                        <a:pt x="853" y="1239"/>
                      </a:cubicBezTo>
                      <a:cubicBezTo>
                        <a:pt x="1489" y="376"/>
                        <a:pt x="2417" y="158"/>
                        <a:pt x="2384" y="43"/>
                      </a:cubicBezTo>
                      <a:cubicBezTo>
                        <a:pt x="2380" y="19"/>
                        <a:pt x="2323" y="0"/>
                        <a:pt x="2225" y="0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" name="Google Shape;176;p19">
                  <a:extLst>
                    <a:ext uri="{FF2B5EF4-FFF2-40B4-BE49-F238E27FC236}">
                      <a16:creationId xmlns:a16="http://schemas.microsoft.com/office/drawing/2014/main" id="{F0630720-A3DC-BEE4-34E8-828AE17A3692}"/>
                    </a:ext>
                  </a:extLst>
                </p:cNvPr>
                <p:cNvSpPr/>
                <p:nvPr/>
              </p:nvSpPr>
              <p:spPr>
                <a:xfrm>
                  <a:off x="3724125" y="5226425"/>
                  <a:ext cx="639750" cy="2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90" h="9986" extrusionOk="0">
                      <a:moveTo>
                        <a:pt x="1007" y="0"/>
                      </a:moveTo>
                      <a:lnTo>
                        <a:pt x="0" y="9986"/>
                      </a:lnTo>
                      <a:lnTo>
                        <a:pt x="25589" y="9986"/>
                      </a:lnTo>
                      <a:cubicBezTo>
                        <a:pt x="25182" y="6796"/>
                        <a:pt x="22395" y="4989"/>
                        <a:pt x="16505" y="4989"/>
                      </a:cubicBezTo>
                      <a:cubicBezTo>
                        <a:pt x="16353" y="4989"/>
                        <a:pt x="16199" y="4991"/>
                        <a:pt x="16042" y="4993"/>
                      </a:cubicBezTo>
                      <a:lnTo>
                        <a:pt x="16520" y="0"/>
                      </a:lnTo>
                      <a:close/>
                    </a:path>
                  </a:pathLst>
                </a:custGeom>
                <a:solidFill>
                  <a:srgbClr val="47786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" name="Google Shape;177;p19">
                  <a:extLst>
                    <a:ext uri="{FF2B5EF4-FFF2-40B4-BE49-F238E27FC236}">
                      <a16:creationId xmlns:a16="http://schemas.microsoft.com/office/drawing/2014/main" id="{BA0B1575-A3D4-0B46-5951-63F185A95509}"/>
                    </a:ext>
                  </a:extLst>
                </p:cNvPr>
                <p:cNvSpPr/>
                <p:nvPr/>
              </p:nvSpPr>
              <p:spPr>
                <a:xfrm>
                  <a:off x="4148725" y="5355225"/>
                  <a:ext cx="41975" cy="6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9" h="2467" extrusionOk="0">
                      <a:moveTo>
                        <a:pt x="1567" y="1"/>
                      </a:moveTo>
                      <a:cubicBezTo>
                        <a:pt x="1418" y="1"/>
                        <a:pt x="889" y="363"/>
                        <a:pt x="492" y="1020"/>
                      </a:cubicBezTo>
                      <a:cubicBezTo>
                        <a:pt x="49" y="1744"/>
                        <a:pt x="0" y="2449"/>
                        <a:pt x="110" y="2466"/>
                      </a:cubicBezTo>
                      <a:cubicBezTo>
                        <a:pt x="113" y="2466"/>
                        <a:pt x="115" y="2467"/>
                        <a:pt x="118" y="2467"/>
                      </a:cubicBezTo>
                      <a:cubicBezTo>
                        <a:pt x="237" y="2467"/>
                        <a:pt x="456" y="1877"/>
                        <a:pt x="850" y="1238"/>
                      </a:cubicBezTo>
                      <a:cubicBezTo>
                        <a:pt x="1246" y="578"/>
                        <a:pt x="1679" y="107"/>
                        <a:pt x="1602" y="14"/>
                      </a:cubicBezTo>
                      <a:cubicBezTo>
                        <a:pt x="1595" y="5"/>
                        <a:pt x="1583" y="1"/>
                        <a:pt x="1567" y="1"/>
                      </a:cubicBezTo>
                      <a:close/>
                    </a:path>
                  </a:pathLst>
                </a:custGeom>
                <a:solidFill>
                  <a:srgbClr val="EBEC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" name="Google Shape;178;p19">
                  <a:extLst>
                    <a:ext uri="{FF2B5EF4-FFF2-40B4-BE49-F238E27FC236}">
                      <a16:creationId xmlns:a16="http://schemas.microsoft.com/office/drawing/2014/main" id="{2E46B0AA-086C-898E-5DB3-3AE783D7D9A0}"/>
                    </a:ext>
                  </a:extLst>
                </p:cNvPr>
                <p:cNvSpPr/>
                <p:nvPr/>
              </p:nvSpPr>
              <p:spPr>
                <a:xfrm>
                  <a:off x="4081550" y="5346825"/>
                  <a:ext cx="4675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0" h="2320" extrusionOk="0">
                      <a:moveTo>
                        <a:pt x="1756" y="1"/>
                      </a:moveTo>
                      <a:cubicBezTo>
                        <a:pt x="1586" y="1"/>
                        <a:pt x="1028" y="292"/>
                        <a:pt x="587" y="896"/>
                      </a:cubicBezTo>
                      <a:cubicBezTo>
                        <a:pt x="74" y="1584"/>
                        <a:pt x="1" y="2299"/>
                        <a:pt x="111" y="2318"/>
                      </a:cubicBezTo>
                      <a:cubicBezTo>
                        <a:pt x="113" y="2319"/>
                        <a:pt x="116" y="2319"/>
                        <a:pt x="120" y="2319"/>
                      </a:cubicBezTo>
                      <a:cubicBezTo>
                        <a:pt x="239" y="2319"/>
                        <a:pt x="478" y="1741"/>
                        <a:pt x="924" y="1144"/>
                      </a:cubicBezTo>
                      <a:cubicBezTo>
                        <a:pt x="1374" y="526"/>
                        <a:pt x="1869" y="123"/>
                        <a:pt x="1805" y="20"/>
                      </a:cubicBezTo>
                      <a:cubicBezTo>
                        <a:pt x="1799" y="7"/>
                        <a:pt x="1782" y="1"/>
                        <a:pt x="1756" y="1"/>
                      </a:cubicBezTo>
                      <a:close/>
                    </a:path>
                  </a:pathLst>
                </a:custGeom>
                <a:solidFill>
                  <a:srgbClr val="EBEC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" name="Google Shape;179;p19">
                  <a:extLst>
                    <a:ext uri="{FF2B5EF4-FFF2-40B4-BE49-F238E27FC236}">
                      <a16:creationId xmlns:a16="http://schemas.microsoft.com/office/drawing/2014/main" id="{0F262517-A6C6-B16D-8C15-F306F0FBE96F}"/>
                    </a:ext>
                  </a:extLst>
                </p:cNvPr>
                <p:cNvSpPr/>
                <p:nvPr/>
              </p:nvSpPr>
              <p:spPr>
                <a:xfrm>
                  <a:off x="4035225" y="5313325"/>
                  <a:ext cx="87975" cy="2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9" h="905" extrusionOk="0">
                      <a:moveTo>
                        <a:pt x="2183" y="1"/>
                      </a:moveTo>
                      <a:cubicBezTo>
                        <a:pt x="2026" y="1"/>
                        <a:pt x="1860" y="12"/>
                        <a:pt x="1687" y="39"/>
                      </a:cubicBezTo>
                      <a:cubicBezTo>
                        <a:pt x="644" y="193"/>
                        <a:pt x="1" y="811"/>
                        <a:pt x="79" y="889"/>
                      </a:cubicBezTo>
                      <a:cubicBezTo>
                        <a:pt x="86" y="900"/>
                        <a:pt x="101" y="905"/>
                        <a:pt x="122" y="905"/>
                      </a:cubicBezTo>
                      <a:cubicBezTo>
                        <a:pt x="298" y="905"/>
                        <a:pt x="924" y="572"/>
                        <a:pt x="1751" y="454"/>
                      </a:cubicBezTo>
                      <a:cubicBezTo>
                        <a:pt x="2047" y="406"/>
                        <a:pt x="2327" y="393"/>
                        <a:pt x="2571" y="393"/>
                      </a:cubicBezTo>
                      <a:cubicBezTo>
                        <a:pt x="2884" y="393"/>
                        <a:pt x="3139" y="414"/>
                        <a:pt x="3297" y="414"/>
                      </a:cubicBezTo>
                      <a:cubicBezTo>
                        <a:pt x="3402" y="414"/>
                        <a:pt x="3465" y="405"/>
                        <a:pt x="3475" y="373"/>
                      </a:cubicBezTo>
                      <a:cubicBezTo>
                        <a:pt x="3518" y="292"/>
                        <a:pt x="2971" y="1"/>
                        <a:pt x="2183" y="1"/>
                      </a:cubicBezTo>
                      <a:close/>
                    </a:path>
                  </a:pathLst>
                </a:custGeom>
                <a:solidFill>
                  <a:srgbClr val="EBEC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" name="Google Shape;180;p19">
                  <a:extLst>
                    <a:ext uri="{FF2B5EF4-FFF2-40B4-BE49-F238E27FC236}">
                      <a16:creationId xmlns:a16="http://schemas.microsoft.com/office/drawing/2014/main" id="{D9794ED8-949A-5ADD-AD77-06A7F9035F2E}"/>
                    </a:ext>
                  </a:extLst>
                </p:cNvPr>
                <p:cNvSpPr/>
                <p:nvPr/>
              </p:nvSpPr>
              <p:spPr>
                <a:xfrm>
                  <a:off x="3735350" y="5440350"/>
                  <a:ext cx="61605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42" h="419" extrusionOk="0">
                      <a:moveTo>
                        <a:pt x="12321" y="0"/>
                      </a:moveTo>
                      <a:cubicBezTo>
                        <a:pt x="5517" y="0"/>
                        <a:pt x="1" y="94"/>
                        <a:pt x="1" y="210"/>
                      </a:cubicBezTo>
                      <a:cubicBezTo>
                        <a:pt x="1" y="325"/>
                        <a:pt x="5517" y="419"/>
                        <a:pt x="12321" y="419"/>
                      </a:cubicBezTo>
                      <a:cubicBezTo>
                        <a:pt x="19125" y="419"/>
                        <a:pt x="24642" y="325"/>
                        <a:pt x="24642" y="210"/>
                      </a:cubicBezTo>
                      <a:cubicBezTo>
                        <a:pt x="24642" y="93"/>
                        <a:pt x="19125" y="0"/>
                        <a:pt x="12321" y="0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" name="Google Shape;181;p19">
                  <a:extLst>
                    <a:ext uri="{FF2B5EF4-FFF2-40B4-BE49-F238E27FC236}">
                      <a16:creationId xmlns:a16="http://schemas.microsoft.com/office/drawing/2014/main" id="{31F7B0FA-FC56-3C64-4921-A60F62CB96CA}"/>
                    </a:ext>
                  </a:extLst>
                </p:cNvPr>
                <p:cNvSpPr/>
                <p:nvPr/>
              </p:nvSpPr>
              <p:spPr>
                <a:xfrm>
                  <a:off x="3732525" y="5314625"/>
                  <a:ext cx="211125" cy="13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45" h="5300" extrusionOk="0">
                      <a:moveTo>
                        <a:pt x="906" y="1"/>
                      </a:moveTo>
                      <a:cubicBezTo>
                        <a:pt x="333" y="1"/>
                        <a:pt x="1" y="78"/>
                        <a:pt x="5" y="111"/>
                      </a:cubicBezTo>
                      <a:cubicBezTo>
                        <a:pt x="8" y="182"/>
                        <a:pt x="597" y="167"/>
                        <a:pt x="1516" y="326"/>
                      </a:cubicBezTo>
                      <a:cubicBezTo>
                        <a:pt x="2433" y="478"/>
                        <a:pt x="3677" y="861"/>
                        <a:pt x="4884" y="1603"/>
                      </a:cubicBezTo>
                      <a:cubicBezTo>
                        <a:pt x="6090" y="2351"/>
                        <a:pt x="6989" y="3292"/>
                        <a:pt x="7536" y="4044"/>
                      </a:cubicBezTo>
                      <a:cubicBezTo>
                        <a:pt x="8073" y="4775"/>
                        <a:pt x="8325" y="5299"/>
                        <a:pt x="8398" y="5299"/>
                      </a:cubicBezTo>
                      <a:cubicBezTo>
                        <a:pt x="8400" y="5299"/>
                        <a:pt x="8402" y="5299"/>
                        <a:pt x="8404" y="5298"/>
                      </a:cubicBezTo>
                      <a:cubicBezTo>
                        <a:pt x="8444" y="5283"/>
                        <a:pt x="8290" y="4700"/>
                        <a:pt x="7781" y="3876"/>
                      </a:cubicBezTo>
                      <a:cubicBezTo>
                        <a:pt x="7278" y="3055"/>
                        <a:pt x="6368" y="2029"/>
                        <a:pt x="5105" y="1246"/>
                      </a:cubicBezTo>
                      <a:cubicBezTo>
                        <a:pt x="3839" y="468"/>
                        <a:pt x="2515" y="112"/>
                        <a:pt x="1555" y="31"/>
                      </a:cubicBezTo>
                      <a:cubicBezTo>
                        <a:pt x="1314" y="9"/>
                        <a:pt x="1097" y="1"/>
                        <a:pt x="906" y="1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" name="Google Shape;182;p19">
                  <a:extLst>
                    <a:ext uri="{FF2B5EF4-FFF2-40B4-BE49-F238E27FC236}">
                      <a16:creationId xmlns:a16="http://schemas.microsoft.com/office/drawing/2014/main" id="{85D8D264-C08F-C121-C8E7-874A7B78D640}"/>
                    </a:ext>
                  </a:extLst>
                </p:cNvPr>
                <p:cNvSpPr/>
                <p:nvPr/>
              </p:nvSpPr>
              <p:spPr>
                <a:xfrm>
                  <a:off x="3782275" y="5230400"/>
                  <a:ext cx="25400" cy="9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" h="3659" extrusionOk="0">
                      <a:moveTo>
                        <a:pt x="881" y="0"/>
                      </a:moveTo>
                      <a:cubicBezTo>
                        <a:pt x="763" y="0"/>
                        <a:pt x="598" y="813"/>
                        <a:pt x="387" y="1806"/>
                      </a:cubicBezTo>
                      <a:cubicBezTo>
                        <a:pt x="179" y="2804"/>
                        <a:pt x="1" y="3619"/>
                        <a:pt x="113" y="3657"/>
                      </a:cubicBezTo>
                      <a:cubicBezTo>
                        <a:pt x="115" y="3658"/>
                        <a:pt x="118" y="3659"/>
                        <a:pt x="121" y="3659"/>
                      </a:cubicBezTo>
                      <a:cubicBezTo>
                        <a:pt x="236" y="3659"/>
                        <a:pt x="588" y="2895"/>
                        <a:pt x="797" y="1892"/>
                      </a:cubicBezTo>
                      <a:cubicBezTo>
                        <a:pt x="1015" y="866"/>
                        <a:pt x="995" y="10"/>
                        <a:pt x="883" y="0"/>
                      </a:cubicBezTo>
                      <a:cubicBezTo>
                        <a:pt x="882" y="0"/>
                        <a:pt x="881" y="0"/>
                        <a:pt x="881" y="0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" name="Google Shape;183;p19">
                  <a:extLst>
                    <a:ext uri="{FF2B5EF4-FFF2-40B4-BE49-F238E27FC236}">
                      <a16:creationId xmlns:a16="http://schemas.microsoft.com/office/drawing/2014/main" id="{7A6689A0-AE43-8388-3B81-13AB79CAEE04}"/>
                    </a:ext>
                  </a:extLst>
                </p:cNvPr>
                <p:cNvSpPr/>
                <p:nvPr/>
              </p:nvSpPr>
              <p:spPr>
                <a:xfrm>
                  <a:off x="4207050" y="5369175"/>
                  <a:ext cx="60425" cy="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7" h="3050" extrusionOk="0">
                      <a:moveTo>
                        <a:pt x="2225" y="0"/>
                      </a:moveTo>
                      <a:cubicBezTo>
                        <a:pt x="2114" y="0"/>
                        <a:pt x="1951" y="24"/>
                        <a:pt x="1751" y="88"/>
                      </a:cubicBezTo>
                      <a:cubicBezTo>
                        <a:pt x="1380" y="205"/>
                        <a:pt x="884" y="495"/>
                        <a:pt x="517" y="989"/>
                      </a:cubicBezTo>
                      <a:cubicBezTo>
                        <a:pt x="149" y="1483"/>
                        <a:pt x="14" y="2041"/>
                        <a:pt x="8" y="2431"/>
                      </a:cubicBezTo>
                      <a:cubicBezTo>
                        <a:pt x="0" y="2820"/>
                        <a:pt x="91" y="3049"/>
                        <a:pt x="145" y="3049"/>
                      </a:cubicBezTo>
                      <a:cubicBezTo>
                        <a:pt x="146" y="3049"/>
                        <a:pt x="147" y="3049"/>
                        <a:pt x="147" y="3049"/>
                      </a:cubicBezTo>
                      <a:cubicBezTo>
                        <a:pt x="267" y="3048"/>
                        <a:pt x="209" y="2096"/>
                        <a:pt x="852" y="1239"/>
                      </a:cubicBezTo>
                      <a:cubicBezTo>
                        <a:pt x="1490" y="376"/>
                        <a:pt x="2417" y="158"/>
                        <a:pt x="2383" y="43"/>
                      </a:cubicBezTo>
                      <a:cubicBezTo>
                        <a:pt x="2380" y="19"/>
                        <a:pt x="2323" y="0"/>
                        <a:pt x="2225" y="0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" name="Google Shape;184;p19">
                  <a:extLst>
                    <a:ext uri="{FF2B5EF4-FFF2-40B4-BE49-F238E27FC236}">
                      <a16:creationId xmlns:a16="http://schemas.microsoft.com/office/drawing/2014/main" id="{6C111ECB-E11D-3FEC-919D-D441D3EBF0D8}"/>
                    </a:ext>
                  </a:extLst>
                </p:cNvPr>
                <p:cNvSpPr/>
                <p:nvPr/>
              </p:nvSpPr>
              <p:spPr>
                <a:xfrm>
                  <a:off x="2742500" y="3104425"/>
                  <a:ext cx="1988125" cy="21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525" h="86742" extrusionOk="0">
                      <a:moveTo>
                        <a:pt x="37" y="0"/>
                      </a:moveTo>
                      <a:lnTo>
                        <a:pt x="33" y="1799"/>
                      </a:lnTo>
                      <a:cubicBezTo>
                        <a:pt x="1" y="15665"/>
                        <a:pt x="10821" y="25793"/>
                        <a:pt x="24687" y="25841"/>
                      </a:cubicBezTo>
                      <a:cubicBezTo>
                        <a:pt x="26162" y="25846"/>
                        <a:pt x="27656" y="25848"/>
                        <a:pt x="29150" y="25848"/>
                      </a:cubicBezTo>
                      <a:cubicBezTo>
                        <a:pt x="32539" y="25848"/>
                        <a:pt x="35924" y="25838"/>
                        <a:pt x="39068" y="25838"/>
                      </a:cubicBezTo>
                      <a:cubicBezTo>
                        <a:pt x="43690" y="25838"/>
                        <a:pt x="47793" y="25858"/>
                        <a:pt x="50625" y="25957"/>
                      </a:cubicBezTo>
                      <a:cubicBezTo>
                        <a:pt x="53112" y="26044"/>
                        <a:pt x="55114" y="28022"/>
                        <a:pt x="55236" y="30507"/>
                      </a:cubicBezTo>
                      <a:lnTo>
                        <a:pt x="54634" y="86741"/>
                      </a:lnTo>
                      <a:lnTo>
                        <a:pt x="77872" y="86741"/>
                      </a:lnTo>
                      <a:lnTo>
                        <a:pt x="79524" y="27583"/>
                      </a:lnTo>
                      <a:cubicBezTo>
                        <a:pt x="79524" y="12276"/>
                        <a:pt x="71824" y="277"/>
                        <a:pt x="56516" y="218"/>
                      </a:cubicBez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rgbClr val="FD88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" name="Google Shape;185;p19">
                  <a:extLst>
                    <a:ext uri="{FF2B5EF4-FFF2-40B4-BE49-F238E27FC236}">
                      <a16:creationId xmlns:a16="http://schemas.microsoft.com/office/drawing/2014/main" id="{35FFD8FF-500E-DA41-DAE1-5203DD9838BC}"/>
                    </a:ext>
                  </a:extLst>
                </p:cNvPr>
                <p:cNvSpPr/>
                <p:nvPr/>
              </p:nvSpPr>
              <p:spPr>
                <a:xfrm>
                  <a:off x="2362900" y="3104425"/>
                  <a:ext cx="1919700" cy="21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788" h="86742" extrusionOk="0">
                      <a:moveTo>
                        <a:pt x="37" y="0"/>
                      </a:moveTo>
                      <a:lnTo>
                        <a:pt x="33" y="1799"/>
                      </a:lnTo>
                      <a:cubicBezTo>
                        <a:pt x="1" y="15665"/>
                        <a:pt x="8084" y="25793"/>
                        <a:pt x="21949" y="25841"/>
                      </a:cubicBezTo>
                      <a:cubicBezTo>
                        <a:pt x="23424" y="25846"/>
                        <a:pt x="24919" y="25848"/>
                        <a:pt x="26412" y="25848"/>
                      </a:cubicBezTo>
                      <a:cubicBezTo>
                        <a:pt x="29802" y="25848"/>
                        <a:pt x="33187" y="25838"/>
                        <a:pt x="36331" y="25838"/>
                      </a:cubicBezTo>
                      <a:cubicBezTo>
                        <a:pt x="40953" y="25838"/>
                        <a:pt x="45056" y="25858"/>
                        <a:pt x="47888" y="25957"/>
                      </a:cubicBezTo>
                      <a:cubicBezTo>
                        <a:pt x="50374" y="26044"/>
                        <a:pt x="52376" y="28022"/>
                        <a:pt x="52498" y="30507"/>
                      </a:cubicBezTo>
                      <a:lnTo>
                        <a:pt x="51897" y="86741"/>
                      </a:lnTo>
                      <a:lnTo>
                        <a:pt x="75134" y="86741"/>
                      </a:lnTo>
                      <a:lnTo>
                        <a:pt x="76788" y="27583"/>
                      </a:lnTo>
                      <a:cubicBezTo>
                        <a:pt x="76788" y="12276"/>
                        <a:pt x="69087" y="277"/>
                        <a:pt x="53780" y="218"/>
                      </a:cubicBez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rgbClr val="FFAD8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" name="Google Shape;186;p19">
                  <a:extLst>
                    <a:ext uri="{FF2B5EF4-FFF2-40B4-BE49-F238E27FC236}">
                      <a16:creationId xmlns:a16="http://schemas.microsoft.com/office/drawing/2014/main" id="{8329C646-7DE8-D8B4-6A86-5EA1125678A6}"/>
                    </a:ext>
                  </a:extLst>
                </p:cNvPr>
                <p:cNvSpPr/>
                <p:nvPr/>
              </p:nvSpPr>
              <p:spPr>
                <a:xfrm>
                  <a:off x="3942575" y="1887025"/>
                  <a:ext cx="1023500" cy="100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40" h="40049" extrusionOk="0">
                      <a:moveTo>
                        <a:pt x="38555" y="1"/>
                      </a:moveTo>
                      <a:lnTo>
                        <a:pt x="32876" y="37663"/>
                      </a:lnTo>
                      <a:lnTo>
                        <a:pt x="1" y="38336"/>
                      </a:lnTo>
                      <a:lnTo>
                        <a:pt x="1" y="40049"/>
                      </a:lnTo>
                      <a:lnTo>
                        <a:pt x="35297" y="40049"/>
                      </a:lnTo>
                      <a:lnTo>
                        <a:pt x="4093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" name="Google Shape;187;p19">
                  <a:extLst>
                    <a:ext uri="{FF2B5EF4-FFF2-40B4-BE49-F238E27FC236}">
                      <a16:creationId xmlns:a16="http://schemas.microsoft.com/office/drawing/2014/main" id="{FBFAEFB9-A7CA-D061-D59D-D89B1241413E}"/>
                    </a:ext>
                  </a:extLst>
                </p:cNvPr>
                <p:cNvSpPr/>
                <p:nvPr/>
              </p:nvSpPr>
              <p:spPr>
                <a:xfrm>
                  <a:off x="2699750" y="890400"/>
                  <a:ext cx="61650" cy="5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6" h="2373" extrusionOk="0">
                      <a:moveTo>
                        <a:pt x="1279" y="0"/>
                      </a:moveTo>
                      <a:cubicBezTo>
                        <a:pt x="799" y="0"/>
                        <a:pt x="366" y="289"/>
                        <a:pt x="183" y="733"/>
                      </a:cubicBezTo>
                      <a:cubicBezTo>
                        <a:pt x="0" y="1176"/>
                        <a:pt x="102" y="1686"/>
                        <a:pt x="440" y="2025"/>
                      </a:cubicBezTo>
                      <a:cubicBezTo>
                        <a:pt x="667" y="2252"/>
                        <a:pt x="971" y="2372"/>
                        <a:pt x="1279" y="2372"/>
                      </a:cubicBezTo>
                      <a:cubicBezTo>
                        <a:pt x="1432" y="2372"/>
                        <a:pt x="1586" y="2343"/>
                        <a:pt x="1733" y="2282"/>
                      </a:cubicBezTo>
                      <a:cubicBezTo>
                        <a:pt x="2176" y="2098"/>
                        <a:pt x="2466" y="1666"/>
                        <a:pt x="2466" y="1186"/>
                      </a:cubicBezTo>
                      <a:cubicBezTo>
                        <a:pt x="2466" y="531"/>
                        <a:pt x="1934" y="0"/>
                        <a:pt x="1279" y="0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" name="Google Shape;188;p19">
                  <a:extLst>
                    <a:ext uri="{FF2B5EF4-FFF2-40B4-BE49-F238E27FC236}">
                      <a16:creationId xmlns:a16="http://schemas.microsoft.com/office/drawing/2014/main" id="{B0256FE8-3402-C493-02B8-F2224DBE814D}"/>
                    </a:ext>
                  </a:extLst>
                </p:cNvPr>
                <p:cNvSpPr/>
                <p:nvPr/>
              </p:nvSpPr>
              <p:spPr>
                <a:xfrm>
                  <a:off x="2720350" y="935900"/>
                  <a:ext cx="15450" cy="11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" h="4513" extrusionOk="0">
                      <a:moveTo>
                        <a:pt x="618" y="1"/>
                      </a:moveTo>
                      <a:lnTo>
                        <a:pt x="0" y="301"/>
                      </a:lnTo>
                      <a:lnTo>
                        <a:pt x="0" y="4512"/>
                      </a:lnTo>
                      <a:lnTo>
                        <a:pt x="618" y="4512"/>
                      </a:lnTo>
                      <a:lnTo>
                        <a:pt x="618" y="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" name="Google Shape;189;p19">
                  <a:extLst>
                    <a:ext uri="{FF2B5EF4-FFF2-40B4-BE49-F238E27FC236}">
                      <a16:creationId xmlns:a16="http://schemas.microsoft.com/office/drawing/2014/main" id="{2249EA05-56E1-54E6-15AD-6C889FCFC831}"/>
                    </a:ext>
                  </a:extLst>
                </p:cNvPr>
                <p:cNvSpPr/>
                <p:nvPr/>
              </p:nvSpPr>
              <p:spPr>
                <a:xfrm>
                  <a:off x="2722700" y="1040375"/>
                  <a:ext cx="491725" cy="66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69" h="26438" extrusionOk="0">
                      <a:moveTo>
                        <a:pt x="231" y="1"/>
                      </a:moveTo>
                      <a:cubicBezTo>
                        <a:pt x="231" y="1"/>
                        <a:pt x="231" y="1"/>
                        <a:pt x="231" y="1"/>
                      </a:cubicBezTo>
                      <a:cubicBezTo>
                        <a:pt x="216" y="2"/>
                        <a:pt x="223" y="185"/>
                        <a:pt x="245" y="532"/>
                      </a:cubicBezTo>
                      <a:cubicBezTo>
                        <a:pt x="266" y="878"/>
                        <a:pt x="294" y="1388"/>
                        <a:pt x="314" y="2045"/>
                      </a:cubicBezTo>
                      <a:cubicBezTo>
                        <a:pt x="357" y="3361"/>
                        <a:pt x="309" y="5264"/>
                        <a:pt x="212" y="7621"/>
                      </a:cubicBezTo>
                      <a:cubicBezTo>
                        <a:pt x="139" y="9971"/>
                        <a:pt x="0" y="12817"/>
                        <a:pt x="606" y="15917"/>
                      </a:cubicBezTo>
                      <a:cubicBezTo>
                        <a:pt x="910" y="17458"/>
                        <a:pt x="1412" y="19063"/>
                        <a:pt x="2276" y="20561"/>
                      </a:cubicBezTo>
                      <a:cubicBezTo>
                        <a:pt x="3160" y="22118"/>
                        <a:pt x="4399" y="23445"/>
                        <a:pt x="5889" y="24437"/>
                      </a:cubicBezTo>
                      <a:cubicBezTo>
                        <a:pt x="7415" y="25447"/>
                        <a:pt x="9105" y="26133"/>
                        <a:pt x="10828" y="26370"/>
                      </a:cubicBezTo>
                      <a:cubicBezTo>
                        <a:pt x="11164" y="26413"/>
                        <a:pt x="11502" y="26437"/>
                        <a:pt x="11839" y="26437"/>
                      </a:cubicBezTo>
                      <a:cubicBezTo>
                        <a:pt x="12363" y="26437"/>
                        <a:pt x="12883" y="26380"/>
                        <a:pt x="13384" y="26250"/>
                      </a:cubicBezTo>
                      <a:cubicBezTo>
                        <a:pt x="14207" y="26041"/>
                        <a:pt x="14953" y="25615"/>
                        <a:pt x="15552" y="25080"/>
                      </a:cubicBezTo>
                      <a:cubicBezTo>
                        <a:pt x="16756" y="23996"/>
                        <a:pt x="17462" y="22623"/>
                        <a:pt x="18025" y="21354"/>
                      </a:cubicBezTo>
                      <a:cubicBezTo>
                        <a:pt x="18579" y="20069"/>
                        <a:pt x="18964" y="18817"/>
                        <a:pt x="19198" y="17652"/>
                      </a:cubicBezTo>
                      <a:cubicBezTo>
                        <a:pt x="19669" y="15318"/>
                        <a:pt x="19628" y="13374"/>
                        <a:pt x="19485" y="12060"/>
                      </a:cubicBezTo>
                      <a:cubicBezTo>
                        <a:pt x="19436" y="11554"/>
                        <a:pt x="19359" y="11051"/>
                        <a:pt x="19255" y="10554"/>
                      </a:cubicBezTo>
                      <a:cubicBezTo>
                        <a:pt x="19182" y="10216"/>
                        <a:pt x="19136" y="10040"/>
                        <a:pt x="19121" y="10040"/>
                      </a:cubicBezTo>
                      <a:cubicBezTo>
                        <a:pt x="19121" y="10040"/>
                        <a:pt x="19121" y="10040"/>
                        <a:pt x="19121" y="10040"/>
                      </a:cubicBezTo>
                      <a:cubicBezTo>
                        <a:pt x="19107" y="10042"/>
                        <a:pt x="19125" y="10225"/>
                        <a:pt x="19171" y="10568"/>
                      </a:cubicBezTo>
                      <a:cubicBezTo>
                        <a:pt x="19217" y="10910"/>
                        <a:pt x="19282" y="11418"/>
                        <a:pt x="19323" y="12073"/>
                      </a:cubicBezTo>
                      <a:cubicBezTo>
                        <a:pt x="19415" y="13379"/>
                        <a:pt x="19409" y="15300"/>
                        <a:pt x="18908" y="17589"/>
                      </a:cubicBezTo>
                      <a:cubicBezTo>
                        <a:pt x="18660" y="18733"/>
                        <a:pt x="18264" y="19958"/>
                        <a:pt x="17706" y="21212"/>
                      </a:cubicBezTo>
                      <a:cubicBezTo>
                        <a:pt x="17141" y="22455"/>
                        <a:pt x="16435" y="23782"/>
                        <a:pt x="15296" y="24789"/>
                      </a:cubicBezTo>
                      <a:cubicBezTo>
                        <a:pt x="14730" y="25288"/>
                        <a:pt x="14047" y="25671"/>
                        <a:pt x="13285" y="25862"/>
                      </a:cubicBezTo>
                      <a:cubicBezTo>
                        <a:pt x="12828" y="25978"/>
                        <a:pt x="12349" y="26030"/>
                        <a:pt x="11862" y="26030"/>
                      </a:cubicBezTo>
                      <a:cubicBezTo>
                        <a:pt x="11538" y="26030"/>
                        <a:pt x="11209" y="26007"/>
                        <a:pt x="10881" y="25963"/>
                      </a:cubicBezTo>
                      <a:cubicBezTo>
                        <a:pt x="9241" y="25733"/>
                        <a:pt x="7592" y="25065"/>
                        <a:pt x="6123" y="24089"/>
                      </a:cubicBezTo>
                      <a:cubicBezTo>
                        <a:pt x="4685" y="23133"/>
                        <a:pt x="3490" y="21855"/>
                        <a:pt x="2631" y="20356"/>
                      </a:cubicBezTo>
                      <a:cubicBezTo>
                        <a:pt x="1792" y="18910"/>
                        <a:pt x="1292" y="17351"/>
                        <a:pt x="985" y="15840"/>
                      </a:cubicBezTo>
                      <a:cubicBezTo>
                        <a:pt x="369" y="12805"/>
                        <a:pt x="472" y="9979"/>
                        <a:pt x="508" y="7629"/>
                      </a:cubicBezTo>
                      <a:cubicBezTo>
                        <a:pt x="567" y="5273"/>
                        <a:pt x="572" y="3357"/>
                        <a:pt x="478" y="2037"/>
                      </a:cubicBezTo>
                      <a:cubicBezTo>
                        <a:pt x="433" y="1378"/>
                        <a:pt x="380" y="867"/>
                        <a:pt x="329" y="523"/>
                      </a:cubicBezTo>
                      <a:cubicBezTo>
                        <a:pt x="279" y="180"/>
                        <a:pt x="246" y="1"/>
                        <a:pt x="231" y="1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" name="Google Shape;190;p19">
                  <a:extLst>
                    <a:ext uri="{FF2B5EF4-FFF2-40B4-BE49-F238E27FC236}">
                      <a16:creationId xmlns:a16="http://schemas.microsoft.com/office/drawing/2014/main" id="{95FBDE40-1393-5CD3-CF85-94B3CC876D37}"/>
                    </a:ext>
                  </a:extLst>
                </p:cNvPr>
                <p:cNvSpPr/>
                <p:nvPr/>
              </p:nvSpPr>
              <p:spPr>
                <a:xfrm>
                  <a:off x="3017425" y="1700300"/>
                  <a:ext cx="1253525" cy="14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41" h="57995" extrusionOk="0">
                      <a:moveTo>
                        <a:pt x="906" y="0"/>
                      </a:moveTo>
                      <a:cubicBezTo>
                        <a:pt x="906" y="0"/>
                        <a:pt x="905" y="0"/>
                        <a:pt x="905" y="0"/>
                      </a:cubicBezTo>
                      <a:cubicBezTo>
                        <a:pt x="876" y="15"/>
                        <a:pt x="1083" y="314"/>
                        <a:pt x="1321" y="953"/>
                      </a:cubicBezTo>
                      <a:cubicBezTo>
                        <a:pt x="1564" y="1585"/>
                        <a:pt x="1819" y="2567"/>
                        <a:pt x="1839" y="3859"/>
                      </a:cubicBezTo>
                      <a:cubicBezTo>
                        <a:pt x="1865" y="5149"/>
                        <a:pt x="1649" y="6724"/>
                        <a:pt x="1224" y="8513"/>
                      </a:cubicBezTo>
                      <a:cubicBezTo>
                        <a:pt x="811" y="10300"/>
                        <a:pt x="188" y="12334"/>
                        <a:pt x="53" y="14683"/>
                      </a:cubicBezTo>
                      <a:cubicBezTo>
                        <a:pt x="1" y="15853"/>
                        <a:pt x="95" y="17110"/>
                        <a:pt x="544" y="18331"/>
                      </a:cubicBezTo>
                      <a:cubicBezTo>
                        <a:pt x="980" y="19563"/>
                        <a:pt x="1812" y="20638"/>
                        <a:pt x="2597" y="21740"/>
                      </a:cubicBezTo>
                      <a:cubicBezTo>
                        <a:pt x="3387" y="22837"/>
                        <a:pt x="4118" y="24053"/>
                        <a:pt x="4278" y="25475"/>
                      </a:cubicBezTo>
                      <a:cubicBezTo>
                        <a:pt x="4470" y="26885"/>
                        <a:pt x="4224" y="28371"/>
                        <a:pt x="3790" y="29820"/>
                      </a:cubicBezTo>
                      <a:cubicBezTo>
                        <a:pt x="3351" y="31273"/>
                        <a:pt x="2701" y="32706"/>
                        <a:pt x="2141" y="34223"/>
                      </a:cubicBezTo>
                      <a:cubicBezTo>
                        <a:pt x="1578" y="35730"/>
                        <a:pt x="1126" y="37370"/>
                        <a:pt x="1123" y="39078"/>
                      </a:cubicBezTo>
                      <a:cubicBezTo>
                        <a:pt x="1079" y="42487"/>
                        <a:pt x="2458" y="45946"/>
                        <a:pt x="4756" y="48688"/>
                      </a:cubicBezTo>
                      <a:cubicBezTo>
                        <a:pt x="7054" y="51449"/>
                        <a:pt x="10006" y="53453"/>
                        <a:pt x="13020" y="54917"/>
                      </a:cubicBezTo>
                      <a:cubicBezTo>
                        <a:pt x="16049" y="56378"/>
                        <a:pt x="19203" y="57290"/>
                        <a:pt x="22262" y="57705"/>
                      </a:cubicBezTo>
                      <a:cubicBezTo>
                        <a:pt x="23678" y="57904"/>
                        <a:pt x="25067" y="57995"/>
                        <a:pt x="26420" y="57995"/>
                      </a:cubicBezTo>
                      <a:cubicBezTo>
                        <a:pt x="30936" y="57995"/>
                        <a:pt x="35039" y="56979"/>
                        <a:pt x="38317" y="55550"/>
                      </a:cubicBezTo>
                      <a:cubicBezTo>
                        <a:pt x="41704" y="54088"/>
                        <a:pt x="44803" y="52032"/>
                        <a:pt x="47466" y="49480"/>
                      </a:cubicBezTo>
                      <a:cubicBezTo>
                        <a:pt x="49322" y="47651"/>
                        <a:pt x="50140" y="46457"/>
                        <a:pt x="50140" y="46457"/>
                      </a:cubicBezTo>
                      <a:cubicBezTo>
                        <a:pt x="50140" y="46457"/>
                        <a:pt x="50140" y="46457"/>
                        <a:pt x="50140" y="46457"/>
                      </a:cubicBezTo>
                      <a:cubicBezTo>
                        <a:pt x="50131" y="46457"/>
                        <a:pt x="50068" y="46521"/>
                        <a:pt x="49953" y="46647"/>
                      </a:cubicBezTo>
                      <a:cubicBezTo>
                        <a:pt x="49823" y="46795"/>
                        <a:pt x="49652" y="46987"/>
                        <a:pt x="49438" y="47228"/>
                      </a:cubicBezTo>
                      <a:cubicBezTo>
                        <a:pt x="48984" y="47739"/>
                        <a:pt x="48292" y="48470"/>
                        <a:pt x="47353" y="49362"/>
                      </a:cubicBezTo>
                      <a:cubicBezTo>
                        <a:pt x="45457" y="51106"/>
                        <a:pt x="42470" y="53473"/>
                        <a:pt x="38202" y="55278"/>
                      </a:cubicBezTo>
                      <a:cubicBezTo>
                        <a:pt x="34974" y="56652"/>
                        <a:pt x="30962" y="57626"/>
                        <a:pt x="26551" y="57626"/>
                      </a:cubicBezTo>
                      <a:cubicBezTo>
                        <a:pt x="25174" y="57626"/>
                        <a:pt x="23758" y="57531"/>
                        <a:pt x="22315" y="57324"/>
                      </a:cubicBezTo>
                      <a:cubicBezTo>
                        <a:pt x="19295" y="56902"/>
                        <a:pt x="16185" y="55995"/>
                        <a:pt x="13200" y="54548"/>
                      </a:cubicBezTo>
                      <a:cubicBezTo>
                        <a:pt x="10227" y="53100"/>
                        <a:pt x="7325" y="51120"/>
                        <a:pt x="5078" y="48421"/>
                      </a:cubicBezTo>
                      <a:cubicBezTo>
                        <a:pt x="2834" y="45743"/>
                        <a:pt x="1497" y="42379"/>
                        <a:pt x="1533" y="39082"/>
                      </a:cubicBezTo>
                      <a:cubicBezTo>
                        <a:pt x="1528" y="35746"/>
                        <a:pt x="3282" y="32888"/>
                        <a:pt x="4160" y="29930"/>
                      </a:cubicBezTo>
                      <a:cubicBezTo>
                        <a:pt x="4598" y="28448"/>
                        <a:pt x="4853" y="26911"/>
                        <a:pt x="4643" y="25425"/>
                      </a:cubicBezTo>
                      <a:cubicBezTo>
                        <a:pt x="4468" y="23923"/>
                        <a:pt x="3679" y="22633"/>
                        <a:pt x="2879" y="21539"/>
                      </a:cubicBezTo>
                      <a:cubicBezTo>
                        <a:pt x="2080" y="20430"/>
                        <a:pt x="1268" y="19390"/>
                        <a:pt x="848" y="18219"/>
                      </a:cubicBezTo>
                      <a:cubicBezTo>
                        <a:pt x="410" y="17055"/>
                        <a:pt x="307" y="15840"/>
                        <a:pt x="349" y="14696"/>
                      </a:cubicBezTo>
                      <a:cubicBezTo>
                        <a:pt x="462" y="12395"/>
                        <a:pt x="1058" y="10366"/>
                        <a:pt x="1453" y="8565"/>
                      </a:cubicBezTo>
                      <a:cubicBezTo>
                        <a:pt x="1858" y="6762"/>
                        <a:pt x="2053" y="5163"/>
                        <a:pt x="2003" y="3855"/>
                      </a:cubicBezTo>
                      <a:cubicBezTo>
                        <a:pt x="1957" y="2545"/>
                        <a:pt x="1671" y="1551"/>
                        <a:pt x="1398" y="922"/>
                      </a:cubicBezTo>
                      <a:cubicBezTo>
                        <a:pt x="1265" y="604"/>
                        <a:pt x="1143" y="373"/>
                        <a:pt x="1048" y="224"/>
                      </a:cubicBezTo>
                      <a:cubicBezTo>
                        <a:pt x="962" y="76"/>
                        <a:pt x="914" y="0"/>
                        <a:pt x="906" y="0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" name="Google Shape;191;p19">
                  <a:extLst>
                    <a:ext uri="{FF2B5EF4-FFF2-40B4-BE49-F238E27FC236}">
                      <a16:creationId xmlns:a16="http://schemas.microsoft.com/office/drawing/2014/main" id="{1F237063-2F63-C69B-0627-0302F6BA4BB5}"/>
                    </a:ext>
                  </a:extLst>
                </p:cNvPr>
                <p:cNvSpPr/>
                <p:nvPr/>
              </p:nvSpPr>
              <p:spPr>
                <a:xfrm>
                  <a:off x="4248775" y="2850000"/>
                  <a:ext cx="33800" cy="3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2" h="1302" extrusionOk="0">
                      <a:moveTo>
                        <a:pt x="702" y="0"/>
                      </a:moveTo>
                      <a:cubicBezTo>
                        <a:pt x="439" y="0"/>
                        <a:pt x="202" y="159"/>
                        <a:pt x="100" y="402"/>
                      </a:cubicBezTo>
                      <a:cubicBezTo>
                        <a:pt x="0" y="645"/>
                        <a:pt x="56" y="925"/>
                        <a:pt x="241" y="1111"/>
                      </a:cubicBezTo>
                      <a:cubicBezTo>
                        <a:pt x="366" y="1235"/>
                        <a:pt x="532" y="1301"/>
                        <a:pt x="702" y="1301"/>
                      </a:cubicBezTo>
                      <a:cubicBezTo>
                        <a:pt x="785" y="1301"/>
                        <a:pt x="870" y="1285"/>
                        <a:pt x="950" y="1252"/>
                      </a:cubicBezTo>
                      <a:cubicBezTo>
                        <a:pt x="1194" y="1152"/>
                        <a:pt x="1352" y="915"/>
                        <a:pt x="1352" y="651"/>
                      </a:cubicBezTo>
                      <a:cubicBezTo>
                        <a:pt x="1352" y="292"/>
                        <a:pt x="1061" y="0"/>
                        <a:pt x="702" y="0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" name="Google Shape;192;p19">
                  <a:extLst>
                    <a:ext uri="{FF2B5EF4-FFF2-40B4-BE49-F238E27FC236}">
                      <a16:creationId xmlns:a16="http://schemas.microsoft.com/office/drawing/2014/main" id="{8F56F266-AC7F-9047-21AC-2AA2D842B66A}"/>
                    </a:ext>
                  </a:extLst>
                </p:cNvPr>
                <p:cNvSpPr/>
                <p:nvPr/>
              </p:nvSpPr>
              <p:spPr>
                <a:xfrm>
                  <a:off x="3152525" y="2545525"/>
                  <a:ext cx="456375" cy="39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55" h="15617" extrusionOk="0">
                      <a:moveTo>
                        <a:pt x="6355" y="1"/>
                      </a:moveTo>
                      <a:cubicBezTo>
                        <a:pt x="2705" y="1"/>
                        <a:pt x="1" y="1563"/>
                        <a:pt x="1" y="1563"/>
                      </a:cubicBezTo>
                      <a:lnTo>
                        <a:pt x="3187" y="15617"/>
                      </a:lnTo>
                      <a:lnTo>
                        <a:pt x="13694" y="10460"/>
                      </a:lnTo>
                      <a:cubicBezTo>
                        <a:pt x="14261" y="10675"/>
                        <a:pt x="14706" y="10762"/>
                        <a:pt x="15056" y="10762"/>
                      </a:cubicBezTo>
                      <a:cubicBezTo>
                        <a:pt x="16579" y="10762"/>
                        <a:pt x="16285" y="9108"/>
                        <a:pt x="16285" y="9108"/>
                      </a:cubicBezTo>
                      <a:lnTo>
                        <a:pt x="16285" y="9108"/>
                      </a:lnTo>
                      <a:cubicBezTo>
                        <a:pt x="16600" y="9311"/>
                        <a:pt x="16864" y="9395"/>
                        <a:pt x="17087" y="9395"/>
                      </a:cubicBezTo>
                      <a:cubicBezTo>
                        <a:pt x="18118" y="9395"/>
                        <a:pt x="18254" y="7602"/>
                        <a:pt x="18254" y="7602"/>
                      </a:cubicBezTo>
                      <a:cubicBezTo>
                        <a:pt x="14497" y="1528"/>
                        <a:pt x="9964" y="1"/>
                        <a:pt x="6355" y="1"/>
                      </a:cubicBezTo>
                      <a:close/>
                    </a:path>
                  </a:pathLst>
                </a:custGeom>
                <a:solidFill>
                  <a:srgbClr val="F5C8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" name="Google Shape;193;p19">
                  <a:extLst>
                    <a:ext uri="{FF2B5EF4-FFF2-40B4-BE49-F238E27FC236}">
                      <a16:creationId xmlns:a16="http://schemas.microsoft.com/office/drawing/2014/main" id="{5E26A4F6-7523-6BD3-BF36-741DDD9063CD}"/>
                    </a:ext>
                  </a:extLst>
                </p:cNvPr>
                <p:cNvSpPr/>
                <p:nvPr/>
              </p:nvSpPr>
              <p:spPr>
                <a:xfrm>
                  <a:off x="3285900" y="2635425"/>
                  <a:ext cx="278225" cy="14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9" h="5783" extrusionOk="0">
                      <a:moveTo>
                        <a:pt x="2075" y="1"/>
                      </a:moveTo>
                      <a:cubicBezTo>
                        <a:pt x="1445" y="1"/>
                        <a:pt x="818" y="61"/>
                        <a:pt x="208" y="183"/>
                      </a:cubicBezTo>
                      <a:cubicBezTo>
                        <a:pt x="0" y="225"/>
                        <a:pt x="36" y="570"/>
                        <a:pt x="241" y="570"/>
                      </a:cubicBezTo>
                      <a:cubicBezTo>
                        <a:pt x="247" y="570"/>
                        <a:pt x="254" y="569"/>
                        <a:pt x="260" y="569"/>
                      </a:cubicBezTo>
                      <a:cubicBezTo>
                        <a:pt x="738" y="523"/>
                        <a:pt x="1199" y="500"/>
                        <a:pt x="1645" y="500"/>
                      </a:cubicBezTo>
                      <a:cubicBezTo>
                        <a:pt x="5619" y="500"/>
                        <a:pt x="8352" y="2319"/>
                        <a:pt x="10755" y="5707"/>
                      </a:cubicBezTo>
                      <a:cubicBezTo>
                        <a:pt x="10792" y="5759"/>
                        <a:pt x="10852" y="5782"/>
                        <a:pt x="10911" y="5782"/>
                      </a:cubicBezTo>
                      <a:cubicBezTo>
                        <a:pt x="11021" y="5782"/>
                        <a:pt x="11128" y="5701"/>
                        <a:pt x="11075" y="5572"/>
                      </a:cubicBezTo>
                      <a:lnTo>
                        <a:pt x="11075" y="5571"/>
                      </a:lnTo>
                      <a:cubicBezTo>
                        <a:pt x="9627" y="2073"/>
                        <a:pt x="5787" y="1"/>
                        <a:pt x="2075" y="1"/>
                      </a:cubicBezTo>
                      <a:close/>
                    </a:path>
                  </a:pathLst>
                </a:custGeom>
                <a:solidFill>
                  <a:srgbClr val="DB7F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" name="Google Shape;194;p19">
                  <a:extLst>
                    <a:ext uri="{FF2B5EF4-FFF2-40B4-BE49-F238E27FC236}">
                      <a16:creationId xmlns:a16="http://schemas.microsoft.com/office/drawing/2014/main" id="{8AEC3651-370C-DA1B-98C8-B149EF871140}"/>
                    </a:ext>
                  </a:extLst>
                </p:cNvPr>
                <p:cNvSpPr/>
                <p:nvPr/>
              </p:nvSpPr>
              <p:spPr>
                <a:xfrm>
                  <a:off x="3288325" y="2728600"/>
                  <a:ext cx="212475" cy="7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99" h="3128" extrusionOk="0">
                      <a:moveTo>
                        <a:pt x="330" y="0"/>
                      </a:moveTo>
                      <a:cubicBezTo>
                        <a:pt x="71" y="0"/>
                        <a:pt x="1" y="435"/>
                        <a:pt x="273" y="474"/>
                      </a:cubicBezTo>
                      <a:cubicBezTo>
                        <a:pt x="1600" y="665"/>
                        <a:pt x="2901" y="854"/>
                        <a:pt x="4181" y="1271"/>
                      </a:cubicBezTo>
                      <a:cubicBezTo>
                        <a:pt x="5621" y="1741"/>
                        <a:pt x="6872" y="2514"/>
                        <a:pt x="8245" y="3116"/>
                      </a:cubicBezTo>
                      <a:cubicBezTo>
                        <a:pt x="8263" y="3124"/>
                        <a:pt x="8281" y="3127"/>
                        <a:pt x="8299" y="3127"/>
                      </a:cubicBezTo>
                      <a:cubicBezTo>
                        <a:pt x="8405" y="3127"/>
                        <a:pt x="8498" y="3006"/>
                        <a:pt x="8400" y="2914"/>
                      </a:cubicBezTo>
                      <a:cubicBezTo>
                        <a:pt x="6384" y="1037"/>
                        <a:pt x="3039" y="78"/>
                        <a:pt x="337" y="0"/>
                      </a:cubicBezTo>
                      <a:cubicBezTo>
                        <a:pt x="335" y="0"/>
                        <a:pt x="332" y="0"/>
                        <a:pt x="330" y="0"/>
                      </a:cubicBezTo>
                      <a:close/>
                    </a:path>
                  </a:pathLst>
                </a:custGeom>
                <a:solidFill>
                  <a:srgbClr val="DB7F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95;p19">
                  <a:extLst>
                    <a:ext uri="{FF2B5EF4-FFF2-40B4-BE49-F238E27FC236}">
                      <a16:creationId xmlns:a16="http://schemas.microsoft.com/office/drawing/2014/main" id="{8B41B438-B775-7090-BFB5-956A34BC210B}"/>
                    </a:ext>
                  </a:extLst>
                </p:cNvPr>
                <p:cNvSpPr/>
                <p:nvPr/>
              </p:nvSpPr>
              <p:spPr>
                <a:xfrm>
                  <a:off x="2111525" y="2406100"/>
                  <a:ext cx="1140300" cy="74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12" h="29841" extrusionOk="0">
                      <a:moveTo>
                        <a:pt x="9434" y="1"/>
                      </a:moveTo>
                      <a:cubicBezTo>
                        <a:pt x="6304" y="1"/>
                        <a:pt x="2756" y="513"/>
                        <a:pt x="1" y="2325"/>
                      </a:cubicBezTo>
                      <a:cubicBezTo>
                        <a:pt x="1" y="2325"/>
                        <a:pt x="962" y="29302"/>
                        <a:pt x="15588" y="29830"/>
                      </a:cubicBezTo>
                      <a:cubicBezTo>
                        <a:pt x="15792" y="29837"/>
                        <a:pt x="15999" y="29841"/>
                        <a:pt x="16210" y="29841"/>
                      </a:cubicBezTo>
                      <a:cubicBezTo>
                        <a:pt x="26753" y="29841"/>
                        <a:pt x="45612" y="20827"/>
                        <a:pt x="45612" y="20827"/>
                      </a:cubicBezTo>
                      <a:lnTo>
                        <a:pt x="43269" y="6702"/>
                      </a:lnTo>
                      <a:lnTo>
                        <a:pt x="19324" y="10265"/>
                      </a:lnTo>
                      <a:lnTo>
                        <a:pt x="16865" y="865"/>
                      </a:lnTo>
                      <a:cubicBezTo>
                        <a:pt x="16865" y="865"/>
                        <a:pt x="13502" y="1"/>
                        <a:pt x="9434" y="1"/>
                      </a:cubicBezTo>
                      <a:close/>
                    </a:path>
                  </a:pathLst>
                </a:custGeom>
                <a:solidFill>
                  <a:srgbClr val="F5C8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" name="Google Shape;196;p19">
                  <a:extLst>
                    <a:ext uri="{FF2B5EF4-FFF2-40B4-BE49-F238E27FC236}">
                      <a16:creationId xmlns:a16="http://schemas.microsoft.com/office/drawing/2014/main" id="{3D487694-C8A7-543C-8A80-C0547F69EB66}"/>
                    </a:ext>
                  </a:extLst>
                </p:cNvPr>
                <p:cNvSpPr/>
                <p:nvPr/>
              </p:nvSpPr>
              <p:spPr>
                <a:xfrm>
                  <a:off x="2504025" y="2653875"/>
                  <a:ext cx="97450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8" h="4300" extrusionOk="0">
                      <a:moveTo>
                        <a:pt x="3804" y="0"/>
                      </a:moveTo>
                      <a:cubicBezTo>
                        <a:pt x="3597" y="0"/>
                        <a:pt x="2433" y="530"/>
                        <a:pt x="1433" y="1689"/>
                      </a:cubicBezTo>
                      <a:cubicBezTo>
                        <a:pt x="337" y="2938"/>
                        <a:pt x="0" y="4277"/>
                        <a:pt x="105" y="4298"/>
                      </a:cubicBezTo>
                      <a:cubicBezTo>
                        <a:pt x="107" y="4299"/>
                        <a:pt x="109" y="4300"/>
                        <a:pt x="112" y="4300"/>
                      </a:cubicBezTo>
                      <a:cubicBezTo>
                        <a:pt x="240" y="4300"/>
                        <a:pt x="732" y="3119"/>
                        <a:pt x="1749" y="1964"/>
                      </a:cubicBezTo>
                      <a:cubicBezTo>
                        <a:pt x="2772" y="775"/>
                        <a:pt x="3898" y="122"/>
                        <a:pt x="3836" y="12"/>
                      </a:cubicBezTo>
                      <a:cubicBezTo>
                        <a:pt x="3833" y="4"/>
                        <a:pt x="3822" y="0"/>
                        <a:pt x="3804" y="0"/>
                      </a:cubicBezTo>
                      <a:close/>
                    </a:path>
                  </a:pathLst>
                </a:custGeom>
                <a:solidFill>
                  <a:srgbClr val="DB7F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" name="Google Shape;197;p19">
                  <a:extLst>
                    <a:ext uri="{FF2B5EF4-FFF2-40B4-BE49-F238E27FC236}">
                      <a16:creationId xmlns:a16="http://schemas.microsoft.com/office/drawing/2014/main" id="{B13220B9-0A2D-6D5E-BE94-5A686F43C5C2}"/>
                    </a:ext>
                  </a:extLst>
                </p:cNvPr>
                <p:cNvSpPr/>
                <p:nvPr/>
              </p:nvSpPr>
              <p:spPr>
                <a:xfrm>
                  <a:off x="2102850" y="1537200"/>
                  <a:ext cx="497075" cy="94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3" h="37620" extrusionOk="0">
                      <a:moveTo>
                        <a:pt x="18703" y="0"/>
                      </a:moveTo>
                      <a:cubicBezTo>
                        <a:pt x="18703" y="0"/>
                        <a:pt x="661" y="2903"/>
                        <a:pt x="1" y="37212"/>
                      </a:cubicBezTo>
                      <a:cubicBezTo>
                        <a:pt x="1" y="37212"/>
                        <a:pt x="2839" y="37619"/>
                        <a:pt x="19883" y="37619"/>
                      </a:cubicBezTo>
                      <a:lnTo>
                        <a:pt x="18703" y="0"/>
                      </a:lnTo>
                      <a:close/>
                    </a:path>
                  </a:pathLst>
                </a:custGeom>
                <a:solidFill>
                  <a:srgbClr val="FD88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" name="Google Shape;198;p19">
                  <a:extLst>
                    <a:ext uri="{FF2B5EF4-FFF2-40B4-BE49-F238E27FC236}">
                      <a16:creationId xmlns:a16="http://schemas.microsoft.com/office/drawing/2014/main" id="{AE5961B2-CD23-A801-AEEE-05A0E17D6774}"/>
                    </a:ext>
                  </a:extLst>
                </p:cNvPr>
                <p:cNvSpPr/>
                <p:nvPr/>
              </p:nvSpPr>
              <p:spPr>
                <a:xfrm>
                  <a:off x="2537775" y="1957425"/>
                  <a:ext cx="34100" cy="47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4" h="18913" extrusionOk="0">
                      <a:moveTo>
                        <a:pt x="1306" y="0"/>
                      </a:moveTo>
                      <a:cubicBezTo>
                        <a:pt x="1248" y="0"/>
                        <a:pt x="1126" y="1056"/>
                        <a:pt x="976" y="2762"/>
                      </a:cubicBezTo>
                      <a:cubicBezTo>
                        <a:pt x="825" y="4471"/>
                        <a:pt x="646" y="6831"/>
                        <a:pt x="474" y="9443"/>
                      </a:cubicBezTo>
                      <a:cubicBezTo>
                        <a:pt x="301" y="12053"/>
                        <a:pt x="169" y="14418"/>
                        <a:pt x="94" y="16132"/>
                      </a:cubicBezTo>
                      <a:cubicBezTo>
                        <a:pt x="19" y="17845"/>
                        <a:pt x="1" y="18908"/>
                        <a:pt x="59" y="18913"/>
                      </a:cubicBezTo>
                      <a:cubicBezTo>
                        <a:pt x="59" y="18913"/>
                        <a:pt x="59" y="18913"/>
                        <a:pt x="59" y="18913"/>
                      </a:cubicBezTo>
                      <a:cubicBezTo>
                        <a:pt x="118" y="18913"/>
                        <a:pt x="239" y="17860"/>
                        <a:pt x="390" y="16155"/>
                      </a:cubicBezTo>
                      <a:cubicBezTo>
                        <a:pt x="540" y="14446"/>
                        <a:pt x="720" y="12082"/>
                        <a:pt x="891" y="9469"/>
                      </a:cubicBezTo>
                      <a:cubicBezTo>
                        <a:pt x="1063" y="6858"/>
                        <a:pt x="1197" y="4491"/>
                        <a:pt x="1272" y="2778"/>
                      </a:cubicBezTo>
                      <a:cubicBezTo>
                        <a:pt x="1346" y="1064"/>
                        <a:pt x="1363" y="2"/>
                        <a:pt x="1306" y="0"/>
                      </a:cubicBezTo>
                      <a:cubicBezTo>
                        <a:pt x="1306" y="0"/>
                        <a:pt x="1306" y="0"/>
                        <a:pt x="1306" y="0"/>
                      </a:cubicBezTo>
                      <a:close/>
                    </a:path>
                  </a:pathLst>
                </a:custGeom>
                <a:solidFill>
                  <a:srgbClr val="1D223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" name="Google Shape;199;p19">
                  <a:extLst>
                    <a:ext uri="{FF2B5EF4-FFF2-40B4-BE49-F238E27FC236}">
                      <a16:creationId xmlns:a16="http://schemas.microsoft.com/office/drawing/2014/main" id="{0F9F3D13-5A14-7457-F740-53DF11A2D155}"/>
                    </a:ext>
                  </a:extLst>
                </p:cNvPr>
                <p:cNvSpPr/>
                <p:nvPr/>
              </p:nvSpPr>
              <p:spPr>
                <a:xfrm>
                  <a:off x="2381500" y="1644975"/>
                  <a:ext cx="186075" cy="1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3" h="7125" extrusionOk="0">
                      <a:moveTo>
                        <a:pt x="3498" y="280"/>
                      </a:moveTo>
                      <a:cubicBezTo>
                        <a:pt x="3663" y="280"/>
                        <a:pt x="3835" y="291"/>
                        <a:pt x="4012" y="314"/>
                      </a:cubicBezTo>
                      <a:cubicBezTo>
                        <a:pt x="4505" y="383"/>
                        <a:pt x="5040" y="554"/>
                        <a:pt x="5514" y="888"/>
                      </a:cubicBezTo>
                      <a:cubicBezTo>
                        <a:pt x="5982" y="1225"/>
                        <a:pt x="6387" y="1721"/>
                        <a:pt x="6587" y="2342"/>
                      </a:cubicBezTo>
                      <a:cubicBezTo>
                        <a:pt x="7014" y="3549"/>
                        <a:pt x="6715" y="5242"/>
                        <a:pt x="5509" y="6146"/>
                      </a:cubicBezTo>
                      <a:cubicBezTo>
                        <a:pt x="4960" y="6540"/>
                        <a:pt x="4314" y="6712"/>
                        <a:pt x="3676" y="6712"/>
                      </a:cubicBezTo>
                      <a:cubicBezTo>
                        <a:pt x="2892" y="6712"/>
                        <a:pt x="2120" y="6452"/>
                        <a:pt x="1558" y="6024"/>
                      </a:cubicBezTo>
                      <a:cubicBezTo>
                        <a:pt x="1028" y="5642"/>
                        <a:pt x="681" y="5105"/>
                        <a:pt x="507" y="4556"/>
                      </a:cubicBezTo>
                      <a:cubicBezTo>
                        <a:pt x="338" y="4002"/>
                        <a:pt x="346" y="3440"/>
                        <a:pt x="437" y="2951"/>
                      </a:cubicBezTo>
                      <a:cubicBezTo>
                        <a:pt x="630" y="1961"/>
                        <a:pt x="1157" y="1272"/>
                        <a:pt x="1582" y="908"/>
                      </a:cubicBezTo>
                      <a:cubicBezTo>
                        <a:pt x="1741" y="769"/>
                        <a:pt x="1883" y="666"/>
                        <a:pt x="1999" y="589"/>
                      </a:cubicBezTo>
                      <a:lnTo>
                        <a:pt x="1999" y="589"/>
                      </a:lnTo>
                      <a:cubicBezTo>
                        <a:pt x="2385" y="419"/>
                        <a:pt x="2899" y="280"/>
                        <a:pt x="3498" y="280"/>
                      </a:cubicBezTo>
                      <a:close/>
                      <a:moveTo>
                        <a:pt x="3655" y="0"/>
                      </a:moveTo>
                      <a:cubicBezTo>
                        <a:pt x="2756" y="0"/>
                        <a:pt x="2043" y="301"/>
                        <a:pt x="1620" y="598"/>
                      </a:cubicBezTo>
                      <a:cubicBezTo>
                        <a:pt x="1372" y="763"/>
                        <a:pt x="1202" y="926"/>
                        <a:pt x="1105" y="1046"/>
                      </a:cubicBezTo>
                      <a:cubicBezTo>
                        <a:pt x="1005" y="1166"/>
                        <a:pt x="958" y="1232"/>
                        <a:pt x="969" y="1242"/>
                      </a:cubicBezTo>
                      <a:cubicBezTo>
                        <a:pt x="970" y="1243"/>
                        <a:pt x="972" y="1244"/>
                        <a:pt x="975" y="1244"/>
                      </a:cubicBezTo>
                      <a:cubicBezTo>
                        <a:pt x="976" y="1244"/>
                        <a:pt x="976" y="1244"/>
                        <a:pt x="976" y="1244"/>
                      </a:cubicBezTo>
                      <a:lnTo>
                        <a:pt x="976" y="1244"/>
                      </a:lnTo>
                      <a:cubicBezTo>
                        <a:pt x="637" y="1633"/>
                        <a:pt x="313" y="2182"/>
                        <a:pt x="147" y="2889"/>
                      </a:cubicBezTo>
                      <a:cubicBezTo>
                        <a:pt x="29" y="3415"/>
                        <a:pt x="0" y="4029"/>
                        <a:pt x="174" y="4653"/>
                      </a:cubicBezTo>
                      <a:cubicBezTo>
                        <a:pt x="350" y="5274"/>
                        <a:pt x="739" y="5895"/>
                        <a:pt x="1325" y="6331"/>
                      </a:cubicBezTo>
                      <a:cubicBezTo>
                        <a:pt x="1954" y="6820"/>
                        <a:pt x="2814" y="7124"/>
                        <a:pt x="3699" y="7124"/>
                      </a:cubicBezTo>
                      <a:cubicBezTo>
                        <a:pt x="4404" y="7124"/>
                        <a:pt x="5125" y="6931"/>
                        <a:pt x="5757" y="6483"/>
                      </a:cubicBezTo>
                      <a:cubicBezTo>
                        <a:pt x="7146" y="5427"/>
                        <a:pt x="7443" y="3557"/>
                        <a:pt x="6950" y="2213"/>
                      </a:cubicBezTo>
                      <a:cubicBezTo>
                        <a:pt x="6715" y="1522"/>
                        <a:pt x="6242" y="963"/>
                        <a:pt x="5711" y="601"/>
                      </a:cubicBezTo>
                      <a:cubicBezTo>
                        <a:pt x="5171" y="241"/>
                        <a:pt x="4581" y="75"/>
                        <a:pt x="4046" y="19"/>
                      </a:cubicBezTo>
                      <a:cubicBezTo>
                        <a:pt x="3912" y="6"/>
                        <a:pt x="3782" y="0"/>
                        <a:pt x="3655" y="0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" name="Google Shape;200;p19">
                  <a:extLst>
                    <a:ext uri="{FF2B5EF4-FFF2-40B4-BE49-F238E27FC236}">
                      <a16:creationId xmlns:a16="http://schemas.microsoft.com/office/drawing/2014/main" id="{CD6FBE66-E065-5BEF-12FE-7385CA31DA66}"/>
                    </a:ext>
                  </a:extLst>
                </p:cNvPr>
                <p:cNvSpPr/>
                <p:nvPr/>
              </p:nvSpPr>
              <p:spPr>
                <a:xfrm>
                  <a:off x="2223275" y="1899325"/>
                  <a:ext cx="186075" cy="1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3" h="7125" extrusionOk="0">
                      <a:moveTo>
                        <a:pt x="3498" y="280"/>
                      </a:moveTo>
                      <a:cubicBezTo>
                        <a:pt x="3663" y="280"/>
                        <a:pt x="3835" y="290"/>
                        <a:pt x="4012" y="314"/>
                      </a:cubicBezTo>
                      <a:cubicBezTo>
                        <a:pt x="4505" y="383"/>
                        <a:pt x="5040" y="554"/>
                        <a:pt x="5514" y="888"/>
                      </a:cubicBezTo>
                      <a:cubicBezTo>
                        <a:pt x="5982" y="1224"/>
                        <a:pt x="6387" y="1721"/>
                        <a:pt x="6588" y="2342"/>
                      </a:cubicBezTo>
                      <a:cubicBezTo>
                        <a:pt x="7015" y="3549"/>
                        <a:pt x="6716" y="5241"/>
                        <a:pt x="5509" y="6146"/>
                      </a:cubicBezTo>
                      <a:cubicBezTo>
                        <a:pt x="4960" y="6540"/>
                        <a:pt x="4314" y="6712"/>
                        <a:pt x="3676" y="6712"/>
                      </a:cubicBezTo>
                      <a:cubicBezTo>
                        <a:pt x="2892" y="6712"/>
                        <a:pt x="2121" y="6452"/>
                        <a:pt x="1558" y="6024"/>
                      </a:cubicBezTo>
                      <a:cubicBezTo>
                        <a:pt x="1028" y="5642"/>
                        <a:pt x="681" y="5105"/>
                        <a:pt x="508" y="4556"/>
                      </a:cubicBezTo>
                      <a:cubicBezTo>
                        <a:pt x="338" y="4002"/>
                        <a:pt x="345" y="3440"/>
                        <a:pt x="437" y="2951"/>
                      </a:cubicBezTo>
                      <a:cubicBezTo>
                        <a:pt x="630" y="1962"/>
                        <a:pt x="1157" y="1273"/>
                        <a:pt x="1582" y="907"/>
                      </a:cubicBezTo>
                      <a:cubicBezTo>
                        <a:pt x="1742" y="768"/>
                        <a:pt x="1885" y="665"/>
                        <a:pt x="2001" y="588"/>
                      </a:cubicBezTo>
                      <a:lnTo>
                        <a:pt x="2001" y="588"/>
                      </a:lnTo>
                      <a:cubicBezTo>
                        <a:pt x="2387" y="418"/>
                        <a:pt x="2900" y="280"/>
                        <a:pt x="3498" y="280"/>
                      </a:cubicBezTo>
                      <a:close/>
                      <a:moveTo>
                        <a:pt x="3655" y="0"/>
                      </a:moveTo>
                      <a:cubicBezTo>
                        <a:pt x="2755" y="0"/>
                        <a:pt x="2043" y="301"/>
                        <a:pt x="1619" y="598"/>
                      </a:cubicBezTo>
                      <a:cubicBezTo>
                        <a:pt x="1371" y="763"/>
                        <a:pt x="1203" y="925"/>
                        <a:pt x="1105" y="1046"/>
                      </a:cubicBezTo>
                      <a:cubicBezTo>
                        <a:pt x="1004" y="1166"/>
                        <a:pt x="958" y="1232"/>
                        <a:pt x="969" y="1242"/>
                      </a:cubicBezTo>
                      <a:cubicBezTo>
                        <a:pt x="971" y="1243"/>
                        <a:pt x="973" y="1244"/>
                        <a:pt x="975" y="1244"/>
                      </a:cubicBezTo>
                      <a:cubicBezTo>
                        <a:pt x="976" y="1244"/>
                        <a:pt x="976" y="1244"/>
                        <a:pt x="977" y="1244"/>
                      </a:cubicBezTo>
                      <a:lnTo>
                        <a:pt x="977" y="1244"/>
                      </a:lnTo>
                      <a:cubicBezTo>
                        <a:pt x="637" y="1633"/>
                        <a:pt x="313" y="2182"/>
                        <a:pt x="148" y="2890"/>
                      </a:cubicBezTo>
                      <a:cubicBezTo>
                        <a:pt x="29" y="3414"/>
                        <a:pt x="0" y="4028"/>
                        <a:pt x="174" y="4653"/>
                      </a:cubicBezTo>
                      <a:cubicBezTo>
                        <a:pt x="351" y="5273"/>
                        <a:pt x="738" y="5896"/>
                        <a:pt x="1326" y="6331"/>
                      </a:cubicBezTo>
                      <a:cubicBezTo>
                        <a:pt x="1954" y="6820"/>
                        <a:pt x="2814" y="7124"/>
                        <a:pt x="3699" y="7124"/>
                      </a:cubicBezTo>
                      <a:cubicBezTo>
                        <a:pt x="4404" y="7124"/>
                        <a:pt x="5125" y="6931"/>
                        <a:pt x="5757" y="6483"/>
                      </a:cubicBezTo>
                      <a:cubicBezTo>
                        <a:pt x="7146" y="5427"/>
                        <a:pt x="7443" y="3556"/>
                        <a:pt x="6951" y="2213"/>
                      </a:cubicBezTo>
                      <a:cubicBezTo>
                        <a:pt x="6716" y="1521"/>
                        <a:pt x="6243" y="963"/>
                        <a:pt x="5711" y="601"/>
                      </a:cubicBezTo>
                      <a:cubicBezTo>
                        <a:pt x="5172" y="241"/>
                        <a:pt x="4581" y="74"/>
                        <a:pt x="4046" y="19"/>
                      </a:cubicBezTo>
                      <a:cubicBezTo>
                        <a:pt x="3912" y="6"/>
                        <a:pt x="3782" y="0"/>
                        <a:pt x="3655" y="0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" name="Google Shape;201;p19">
                  <a:extLst>
                    <a:ext uri="{FF2B5EF4-FFF2-40B4-BE49-F238E27FC236}">
                      <a16:creationId xmlns:a16="http://schemas.microsoft.com/office/drawing/2014/main" id="{3488207C-7506-6244-7EB3-AD35523DC343}"/>
                    </a:ext>
                  </a:extLst>
                </p:cNvPr>
                <p:cNvSpPr/>
                <p:nvPr/>
              </p:nvSpPr>
              <p:spPr>
                <a:xfrm>
                  <a:off x="2284700" y="2215575"/>
                  <a:ext cx="186075" cy="1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3" h="7125" extrusionOk="0">
                      <a:moveTo>
                        <a:pt x="3498" y="280"/>
                      </a:moveTo>
                      <a:cubicBezTo>
                        <a:pt x="3663" y="280"/>
                        <a:pt x="3835" y="290"/>
                        <a:pt x="4012" y="314"/>
                      </a:cubicBezTo>
                      <a:cubicBezTo>
                        <a:pt x="4505" y="383"/>
                        <a:pt x="5040" y="554"/>
                        <a:pt x="5514" y="888"/>
                      </a:cubicBezTo>
                      <a:cubicBezTo>
                        <a:pt x="5982" y="1225"/>
                        <a:pt x="6386" y="1721"/>
                        <a:pt x="6587" y="2342"/>
                      </a:cubicBezTo>
                      <a:cubicBezTo>
                        <a:pt x="7015" y="3549"/>
                        <a:pt x="6716" y="5241"/>
                        <a:pt x="5509" y="6146"/>
                      </a:cubicBezTo>
                      <a:cubicBezTo>
                        <a:pt x="4960" y="6540"/>
                        <a:pt x="4314" y="6712"/>
                        <a:pt x="3676" y="6712"/>
                      </a:cubicBezTo>
                      <a:cubicBezTo>
                        <a:pt x="2892" y="6712"/>
                        <a:pt x="2121" y="6452"/>
                        <a:pt x="1558" y="6024"/>
                      </a:cubicBezTo>
                      <a:cubicBezTo>
                        <a:pt x="1029" y="5642"/>
                        <a:pt x="682" y="5105"/>
                        <a:pt x="508" y="4556"/>
                      </a:cubicBezTo>
                      <a:cubicBezTo>
                        <a:pt x="338" y="4002"/>
                        <a:pt x="346" y="3440"/>
                        <a:pt x="437" y="2951"/>
                      </a:cubicBezTo>
                      <a:cubicBezTo>
                        <a:pt x="630" y="1962"/>
                        <a:pt x="1157" y="1272"/>
                        <a:pt x="1582" y="907"/>
                      </a:cubicBezTo>
                      <a:cubicBezTo>
                        <a:pt x="1743" y="768"/>
                        <a:pt x="1886" y="664"/>
                        <a:pt x="2003" y="587"/>
                      </a:cubicBezTo>
                      <a:lnTo>
                        <a:pt x="2003" y="587"/>
                      </a:lnTo>
                      <a:cubicBezTo>
                        <a:pt x="2388" y="417"/>
                        <a:pt x="2901" y="280"/>
                        <a:pt x="3498" y="280"/>
                      </a:cubicBezTo>
                      <a:close/>
                      <a:moveTo>
                        <a:pt x="3658" y="0"/>
                      </a:moveTo>
                      <a:cubicBezTo>
                        <a:pt x="2757" y="0"/>
                        <a:pt x="2044" y="302"/>
                        <a:pt x="1619" y="598"/>
                      </a:cubicBezTo>
                      <a:cubicBezTo>
                        <a:pt x="1371" y="764"/>
                        <a:pt x="1203" y="925"/>
                        <a:pt x="1104" y="1046"/>
                      </a:cubicBezTo>
                      <a:cubicBezTo>
                        <a:pt x="1004" y="1167"/>
                        <a:pt x="958" y="1233"/>
                        <a:pt x="969" y="1243"/>
                      </a:cubicBezTo>
                      <a:cubicBezTo>
                        <a:pt x="970" y="1244"/>
                        <a:pt x="973" y="1245"/>
                        <a:pt x="975" y="1245"/>
                      </a:cubicBezTo>
                      <a:cubicBezTo>
                        <a:pt x="975" y="1245"/>
                        <a:pt x="976" y="1245"/>
                        <a:pt x="976" y="1245"/>
                      </a:cubicBezTo>
                      <a:lnTo>
                        <a:pt x="976" y="1245"/>
                      </a:lnTo>
                      <a:cubicBezTo>
                        <a:pt x="637" y="1634"/>
                        <a:pt x="313" y="2182"/>
                        <a:pt x="147" y="2890"/>
                      </a:cubicBezTo>
                      <a:cubicBezTo>
                        <a:pt x="29" y="3414"/>
                        <a:pt x="0" y="4028"/>
                        <a:pt x="173" y="4653"/>
                      </a:cubicBezTo>
                      <a:cubicBezTo>
                        <a:pt x="351" y="5273"/>
                        <a:pt x="739" y="5896"/>
                        <a:pt x="1324" y="6332"/>
                      </a:cubicBezTo>
                      <a:cubicBezTo>
                        <a:pt x="1953" y="6820"/>
                        <a:pt x="2813" y="7125"/>
                        <a:pt x="3697" y="7125"/>
                      </a:cubicBezTo>
                      <a:cubicBezTo>
                        <a:pt x="4403" y="7125"/>
                        <a:pt x="5124" y="6931"/>
                        <a:pt x="5756" y="6483"/>
                      </a:cubicBezTo>
                      <a:cubicBezTo>
                        <a:pt x="7146" y="5428"/>
                        <a:pt x="7443" y="3556"/>
                        <a:pt x="6951" y="2213"/>
                      </a:cubicBezTo>
                      <a:cubicBezTo>
                        <a:pt x="6716" y="1522"/>
                        <a:pt x="6243" y="963"/>
                        <a:pt x="5710" y="601"/>
                      </a:cubicBezTo>
                      <a:cubicBezTo>
                        <a:pt x="5172" y="241"/>
                        <a:pt x="4581" y="74"/>
                        <a:pt x="4046" y="19"/>
                      </a:cubicBezTo>
                      <a:cubicBezTo>
                        <a:pt x="3913" y="6"/>
                        <a:pt x="3784" y="0"/>
                        <a:pt x="3658" y="0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202;p19">
                  <a:extLst>
                    <a:ext uri="{FF2B5EF4-FFF2-40B4-BE49-F238E27FC236}">
                      <a16:creationId xmlns:a16="http://schemas.microsoft.com/office/drawing/2014/main" id="{91EAA783-FC2E-BB89-C29B-E87F83427828}"/>
                    </a:ext>
                  </a:extLst>
                </p:cNvPr>
                <p:cNvSpPr/>
                <p:nvPr/>
              </p:nvSpPr>
              <p:spPr>
                <a:xfrm>
                  <a:off x="2411625" y="4224300"/>
                  <a:ext cx="544050" cy="123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2" h="49511" extrusionOk="0">
                      <a:moveTo>
                        <a:pt x="2704" y="1"/>
                      </a:moveTo>
                      <a:lnTo>
                        <a:pt x="3755" y="3940"/>
                      </a:lnTo>
                      <a:cubicBezTo>
                        <a:pt x="3755" y="3940"/>
                        <a:pt x="19349" y="36644"/>
                        <a:pt x="15998" y="41594"/>
                      </a:cubicBezTo>
                      <a:cubicBezTo>
                        <a:pt x="12646" y="46544"/>
                        <a:pt x="2773" y="47351"/>
                        <a:pt x="2773" y="47351"/>
                      </a:cubicBezTo>
                      <a:lnTo>
                        <a:pt x="1" y="49209"/>
                      </a:lnTo>
                      <a:cubicBezTo>
                        <a:pt x="1" y="49209"/>
                        <a:pt x="2908" y="49510"/>
                        <a:pt x="6441" y="49510"/>
                      </a:cubicBezTo>
                      <a:cubicBezTo>
                        <a:pt x="11367" y="49510"/>
                        <a:pt x="17507" y="48925"/>
                        <a:pt x="18678" y="46126"/>
                      </a:cubicBezTo>
                      <a:cubicBezTo>
                        <a:pt x="20689" y="41317"/>
                        <a:pt x="21762" y="34269"/>
                        <a:pt x="18678" y="28276"/>
                      </a:cubicBezTo>
                      <a:cubicBezTo>
                        <a:pt x="15596" y="22283"/>
                        <a:pt x="2705" y="2"/>
                        <a:pt x="2704" y="1"/>
                      </a:cubicBezTo>
                      <a:close/>
                    </a:path>
                  </a:pathLst>
                </a:custGeom>
                <a:solidFill>
                  <a:srgbClr val="47786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" name="Google Shape;203;p19">
                  <a:extLst>
                    <a:ext uri="{FF2B5EF4-FFF2-40B4-BE49-F238E27FC236}">
                      <a16:creationId xmlns:a16="http://schemas.microsoft.com/office/drawing/2014/main" id="{3C0A0B7C-A4BE-2A5B-DE12-98FD4B0F6285}"/>
                    </a:ext>
                  </a:extLst>
                </p:cNvPr>
                <p:cNvSpPr/>
                <p:nvPr/>
              </p:nvSpPr>
              <p:spPr>
                <a:xfrm>
                  <a:off x="2241600" y="4224300"/>
                  <a:ext cx="544100" cy="123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4" h="49511" extrusionOk="0">
                      <a:moveTo>
                        <a:pt x="2706" y="1"/>
                      </a:moveTo>
                      <a:lnTo>
                        <a:pt x="3756" y="3940"/>
                      </a:lnTo>
                      <a:cubicBezTo>
                        <a:pt x="3756" y="3940"/>
                        <a:pt x="19350" y="36644"/>
                        <a:pt x="15998" y="41594"/>
                      </a:cubicBezTo>
                      <a:cubicBezTo>
                        <a:pt x="12648" y="46544"/>
                        <a:pt x="2774" y="47351"/>
                        <a:pt x="2774" y="47351"/>
                      </a:cubicBezTo>
                      <a:lnTo>
                        <a:pt x="1" y="49209"/>
                      </a:lnTo>
                      <a:cubicBezTo>
                        <a:pt x="1" y="49209"/>
                        <a:pt x="2909" y="49510"/>
                        <a:pt x="6442" y="49510"/>
                      </a:cubicBezTo>
                      <a:cubicBezTo>
                        <a:pt x="11368" y="49510"/>
                        <a:pt x="17509" y="48925"/>
                        <a:pt x="18680" y="46126"/>
                      </a:cubicBezTo>
                      <a:cubicBezTo>
                        <a:pt x="20690" y="41317"/>
                        <a:pt x="21763" y="34269"/>
                        <a:pt x="18680" y="28276"/>
                      </a:cubicBezTo>
                      <a:cubicBezTo>
                        <a:pt x="15597" y="22283"/>
                        <a:pt x="2706" y="2"/>
                        <a:pt x="2706" y="1"/>
                      </a:cubicBezTo>
                      <a:close/>
                    </a:path>
                  </a:pathLst>
                </a:custGeom>
                <a:solidFill>
                  <a:srgbClr val="47786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" name="Google Shape;204;p19">
                  <a:extLst>
                    <a:ext uri="{FF2B5EF4-FFF2-40B4-BE49-F238E27FC236}">
                      <a16:creationId xmlns:a16="http://schemas.microsoft.com/office/drawing/2014/main" id="{9CD35CE0-F7E6-1448-C165-E5C4AA859E8E}"/>
                    </a:ext>
                  </a:extLst>
                </p:cNvPr>
                <p:cNvSpPr/>
                <p:nvPr/>
              </p:nvSpPr>
              <p:spPr>
                <a:xfrm>
                  <a:off x="2192075" y="4025725"/>
                  <a:ext cx="445050" cy="143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02" h="57506" extrusionOk="0">
                      <a:moveTo>
                        <a:pt x="6920" y="1"/>
                      </a:moveTo>
                      <a:lnTo>
                        <a:pt x="0" y="57506"/>
                      </a:lnTo>
                      <a:lnTo>
                        <a:pt x="8096" y="57506"/>
                      </a:lnTo>
                      <a:cubicBezTo>
                        <a:pt x="11107" y="57506"/>
                        <a:pt x="13725" y="55441"/>
                        <a:pt x="14426" y="52513"/>
                      </a:cubicBezTo>
                      <a:cubicBezTo>
                        <a:pt x="15814" y="46727"/>
                        <a:pt x="17801" y="37178"/>
                        <a:pt x="17541" y="30859"/>
                      </a:cubicBezTo>
                      <a:cubicBezTo>
                        <a:pt x="17257" y="23949"/>
                        <a:pt x="13960" y="11565"/>
                        <a:pt x="12137" y="5171"/>
                      </a:cubicBezTo>
                      <a:cubicBezTo>
                        <a:pt x="11421" y="2654"/>
                        <a:pt x="9443" y="694"/>
                        <a:pt x="6920" y="1"/>
                      </a:cubicBezTo>
                      <a:close/>
                    </a:path>
                  </a:pathLst>
                </a:custGeom>
                <a:solidFill>
                  <a:srgbClr val="47786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" name="Google Shape;205;p19">
                  <a:extLst>
                    <a:ext uri="{FF2B5EF4-FFF2-40B4-BE49-F238E27FC236}">
                      <a16:creationId xmlns:a16="http://schemas.microsoft.com/office/drawing/2014/main" id="{297E9E3C-9B41-8AB9-4F64-6C6B2F1F6EA5}"/>
                    </a:ext>
                  </a:extLst>
                </p:cNvPr>
                <p:cNvSpPr/>
                <p:nvPr/>
              </p:nvSpPr>
              <p:spPr>
                <a:xfrm>
                  <a:off x="1411900" y="4019275"/>
                  <a:ext cx="1064250" cy="144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70" h="57891" extrusionOk="0">
                      <a:moveTo>
                        <a:pt x="22900" y="0"/>
                      </a:moveTo>
                      <a:cubicBezTo>
                        <a:pt x="19408" y="0"/>
                        <a:pt x="15990" y="1317"/>
                        <a:pt x="13581" y="3851"/>
                      </a:cubicBezTo>
                      <a:cubicBezTo>
                        <a:pt x="11794" y="5731"/>
                        <a:pt x="10378" y="8411"/>
                        <a:pt x="10565" y="12141"/>
                      </a:cubicBezTo>
                      <a:cubicBezTo>
                        <a:pt x="11040" y="21632"/>
                        <a:pt x="11753" y="30181"/>
                        <a:pt x="11753" y="30181"/>
                      </a:cubicBezTo>
                      <a:cubicBezTo>
                        <a:pt x="11753" y="30181"/>
                        <a:pt x="2290" y="33354"/>
                        <a:pt x="385" y="51179"/>
                      </a:cubicBezTo>
                      <a:cubicBezTo>
                        <a:pt x="0" y="54774"/>
                        <a:pt x="2868" y="57891"/>
                        <a:pt x="6479" y="57891"/>
                      </a:cubicBezTo>
                      <a:cubicBezTo>
                        <a:pt x="6489" y="57891"/>
                        <a:pt x="6499" y="57891"/>
                        <a:pt x="6508" y="57891"/>
                      </a:cubicBezTo>
                      <a:lnTo>
                        <a:pt x="31208" y="57781"/>
                      </a:lnTo>
                      <a:cubicBezTo>
                        <a:pt x="33671" y="57770"/>
                        <a:pt x="35878" y="56285"/>
                        <a:pt x="36833" y="54016"/>
                      </a:cubicBezTo>
                      <a:cubicBezTo>
                        <a:pt x="39051" y="48748"/>
                        <a:pt x="42569" y="38669"/>
                        <a:pt x="42108" y="28601"/>
                      </a:cubicBezTo>
                      <a:cubicBezTo>
                        <a:pt x="41439" y="14033"/>
                        <a:pt x="38127" y="259"/>
                        <a:pt x="38127" y="259"/>
                      </a:cubicBezTo>
                      <a:lnTo>
                        <a:pt x="23137" y="2"/>
                      </a:lnTo>
                      <a:cubicBezTo>
                        <a:pt x="23058" y="1"/>
                        <a:pt x="22979" y="0"/>
                        <a:pt x="22900" y="0"/>
                      </a:cubicBezTo>
                      <a:close/>
                    </a:path>
                  </a:pathLst>
                </a:custGeom>
                <a:solidFill>
                  <a:srgbClr val="47786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" name="Google Shape;206;p19">
                  <a:extLst>
                    <a:ext uri="{FF2B5EF4-FFF2-40B4-BE49-F238E27FC236}">
                      <a16:creationId xmlns:a16="http://schemas.microsoft.com/office/drawing/2014/main" id="{6F605404-5D71-AFFF-0410-BD88D734AC68}"/>
                    </a:ext>
                  </a:extLst>
                </p:cNvPr>
                <p:cNvSpPr/>
                <p:nvPr/>
              </p:nvSpPr>
              <p:spPr>
                <a:xfrm>
                  <a:off x="1703775" y="4753800"/>
                  <a:ext cx="494125" cy="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65" h="1336" extrusionOk="0">
                      <a:moveTo>
                        <a:pt x="7766" y="0"/>
                      </a:moveTo>
                      <a:cubicBezTo>
                        <a:pt x="5882" y="0"/>
                        <a:pt x="4199" y="88"/>
                        <a:pt x="2888" y="205"/>
                      </a:cubicBezTo>
                      <a:cubicBezTo>
                        <a:pt x="1992" y="285"/>
                        <a:pt x="1269" y="369"/>
                        <a:pt x="771" y="445"/>
                      </a:cubicBezTo>
                      <a:cubicBezTo>
                        <a:pt x="274" y="520"/>
                        <a:pt x="0" y="575"/>
                        <a:pt x="4" y="603"/>
                      </a:cubicBezTo>
                      <a:cubicBezTo>
                        <a:pt x="6" y="619"/>
                        <a:pt x="76" y="626"/>
                        <a:pt x="208" y="626"/>
                      </a:cubicBezTo>
                      <a:cubicBezTo>
                        <a:pt x="607" y="626"/>
                        <a:pt x="1565" y="564"/>
                        <a:pt x="2908" y="501"/>
                      </a:cubicBezTo>
                      <a:cubicBezTo>
                        <a:pt x="4029" y="448"/>
                        <a:pt x="5420" y="406"/>
                        <a:pt x="6975" y="406"/>
                      </a:cubicBezTo>
                      <a:cubicBezTo>
                        <a:pt x="7900" y="406"/>
                        <a:pt x="8883" y="421"/>
                        <a:pt x="9901" y="457"/>
                      </a:cubicBezTo>
                      <a:cubicBezTo>
                        <a:pt x="12630" y="559"/>
                        <a:pt x="15092" y="797"/>
                        <a:pt x="16871" y="1009"/>
                      </a:cubicBezTo>
                      <a:cubicBezTo>
                        <a:pt x="18387" y="1190"/>
                        <a:pt x="19410" y="1336"/>
                        <a:pt x="19685" y="1336"/>
                      </a:cubicBezTo>
                      <a:cubicBezTo>
                        <a:pt x="19733" y="1336"/>
                        <a:pt x="19758" y="1331"/>
                        <a:pt x="19760" y="1322"/>
                      </a:cubicBezTo>
                      <a:cubicBezTo>
                        <a:pt x="19765" y="1293"/>
                        <a:pt x="19497" y="1220"/>
                        <a:pt x="19006" y="1107"/>
                      </a:cubicBezTo>
                      <a:cubicBezTo>
                        <a:pt x="18516" y="995"/>
                        <a:pt x="17800" y="859"/>
                        <a:pt x="16912" y="716"/>
                      </a:cubicBezTo>
                      <a:cubicBezTo>
                        <a:pt x="15137" y="425"/>
                        <a:pt x="12662" y="140"/>
                        <a:pt x="9916" y="39"/>
                      </a:cubicBezTo>
                      <a:cubicBezTo>
                        <a:pt x="9178" y="12"/>
                        <a:pt x="8459" y="0"/>
                        <a:pt x="7766" y="0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" name="Google Shape;207;p19">
                  <a:extLst>
                    <a:ext uri="{FF2B5EF4-FFF2-40B4-BE49-F238E27FC236}">
                      <a16:creationId xmlns:a16="http://schemas.microsoft.com/office/drawing/2014/main" id="{23FCC947-1CA1-2538-DDDD-37449F570D12}"/>
                    </a:ext>
                  </a:extLst>
                </p:cNvPr>
                <p:cNvSpPr/>
                <p:nvPr/>
              </p:nvSpPr>
              <p:spPr>
                <a:xfrm>
                  <a:off x="1697675" y="4699875"/>
                  <a:ext cx="507025" cy="6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1" h="2792" extrusionOk="0">
                      <a:moveTo>
                        <a:pt x="17927" y="1"/>
                      </a:moveTo>
                      <a:cubicBezTo>
                        <a:pt x="17719" y="1"/>
                        <a:pt x="17501" y="2"/>
                        <a:pt x="17271" y="5"/>
                      </a:cubicBezTo>
                      <a:cubicBezTo>
                        <a:pt x="15412" y="23"/>
                        <a:pt x="12840" y="164"/>
                        <a:pt x="10024" y="532"/>
                      </a:cubicBezTo>
                      <a:cubicBezTo>
                        <a:pt x="7207" y="905"/>
                        <a:pt x="4686" y="1433"/>
                        <a:pt x="2886" y="1897"/>
                      </a:cubicBezTo>
                      <a:cubicBezTo>
                        <a:pt x="1985" y="2128"/>
                        <a:pt x="1260" y="2333"/>
                        <a:pt x="767" y="2495"/>
                      </a:cubicBezTo>
                      <a:cubicBezTo>
                        <a:pt x="271" y="2654"/>
                        <a:pt x="1" y="2755"/>
                        <a:pt x="8" y="2783"/>
                      </a:cubicBezTo>
                      <a:cubicBezTo>
                        <a:pt x="10" y="2789"/>
                        <a:pt x="22" y="2791"/>
                        <a:pt x="43" y="2791"/>
                      </a:cubicBezTo>
                      <a:cubicBezTo>
                        <a:pt x="243" y="2791"/>
                        <a:pt x="1313" y="2537"/>
                        <a:pt x="2953" y="2186"/>
                      </a:cubicBezTo>
                      <a:cubicBezTo>
                        <a:pt x="4764" y="1797"/>
                        <a:pt x="7278" y="1318"/>
                        <a:pt x="10079" y="947"/>
                      </a:cubicBezTo>
                      <a:cubicBezTo>
                        <a:pt x="12879" y="580"/>
                        <a:pt x="15431" y="395"/>
                        <a:pt x="17281" y="300"/>
                      </a:cubicBezTo>
                      <a:cubicBezTo>
                        <a:pt x="19131" y="205"/>
                        <a:pt x="20279" y="179"/>
                        <a:pt x="20280" y="114"/>
                      </a:cubicBezTo>
                      <a:cubicBezTo>
                        <a:pt x="20280" y="86"/>
                        <a:pt x="19994" y="58"/>
                        <a:pt x="19474" y="33"/>
                      </a:cubicBezTo>
                      <a:cubicBezTo>
                        <a:pt x="19082" y="12"/>
                        <a:pt x="18559" y="1"/>
                        <a:pt x="17927" y="1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" name="Google Shape;208;p19">
                  <a:extLst>
                    <a:ext uri="{FF2B5EF4-FFF2-40B4-BE49-F238E27FC236}">
                      <a16:creationId xmlns:a16="http://schemas.microsoft.com/office/drawing/2014/main" id="{8383F60C-C95E-35F7-5C73-7A9392E374D9}"/>
                    </a:ext>
                  </a:extLst>
                </p:cNvPr>
                <p:cNvSpPr/>
                <p:nvPr/>
              </p:nvSpPr>
              <p:spPr>
                <a:xfrm>
                  <a:off x="1741175" y="4102000"/>
                  <a:ext cx="638075" cy="75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23" h="30236" extrusionOk="0">
                      <a:moveTo>
                        <a:pt x="10371" y="0"/>
                      </a:moveTo>
                      <a:cubicBezTo>
                        <a:pt x="9355" y="0"/>
                        <a:pt x="8351" y="51"/>
                        <a:pt x="7362" y="212"/>
                      </a:cubicBezTo>
                      <a:cubicBezTo>
                        <a:pt x="4975" y="596"/>
                        <a:pt x="2655" y="1699"/>
                        <a:pt x="1367" y="3621"/>
                      </a:cubicBezTo>
                      <a:cubicBezTo>
                        <a:pt x="734" y="4571"/>
                        <a:pt x="381" y="5643"/>
                        <a:pt x="204" y="6690"/>
                      </a:cubicBezTo>
                      <a:cubicBezTo>
                        <a:pt x="25" y="7740"/>
                        <a:pt x="0" y="8770"/>
                        <a:pt x="15" y="9755"/>
                      </a:cubicBezTo>
                      <a:cubicBezTo>
                        <a:pt x="71" y="11729"/>
                        <a:pt x="187" y="13547"/>
                        <a:pt x="263" y="15217"/>
                      </a:cubicBezTo>
                      <a:cubicBezTo>
                        <a:pt x="437" y="18525"/>
                        <a:pt x="579" y="21214"/>
                        <a:pt x="679" y="23117"/>
                      </a:cubicBezTo>
                      <a:cubicBezTo>
                        <a:pt x="736" y="24021"/>
                        <a:pt x="781" y="24736"/>
                        <a:pt x="814" y="25263"/>
                      </a:cubicBezTo>
                      <a:cubicBezTo>
                        <a:pt x="832" y="25487"/>
                        <a:pt x="847" y="25670"/>
                        <a:pt x="859" y="25820"/>
                      </a:cubicBezTo>
                      <a:cubicBezTo>
                        <a:pt x="872" y="25945"/>
                        <a:pt x="881" y="26009"/>
                        <a:pt x="889" y="26009"/>
                      </a:cubicBezTo>
                      <a:cubicBezTo>
                        <a:pt x="889" y="26009"/>
                        <a:pt x="889" y="26009"/>
                        <a:pt x="889" y="26009"/>
                      </a:cubicBezTo>
                      <a:cubicBezTo>
                        <a:pt x="896" y="26009"/>
                        <a:pt x="901" y="25944"/>
                        <a:pt x="902" y="25818"/>
                      </a:cubicBezTo>
                      <a:cubicBezTo>
                        <a:pt x="901" y="25667"/>
                        <a:pt x="899" y="25484"/>
                        <a:pt x="898" y="25259"/>
                      </a:cubicBezTo>
                      <a:cubicBezTo>
                        <a:pt x="885" y="24731"/>
                        <a:pt x="865" y="24015"/>
                        <a:pt x="842" y="23109"/>
                      </a:cubicBezTo>
                      <a:cubicBezTo>
                        <a:pt x="773" y="21205"/>
                        <a:pt x="677" y="18514"/>
                        <a:pt x="559" y="15204"/>
                      </a:cubicBezTo>
                      <a:cubicBezTo>
                        <a:pt x="503" y="13538"/>
                        <a:pt x="403" y="11704"/>
                        <a:pt x="362" y="9751"/>
                      </a:cubicBezTo>
                      <a:cubicBezTo>
                        <a:pt x="351" y="7826"/>
                        <a:pt x="480" y="5643"/>
                        <a:pt x="1687" y="3838"/>
                      </a:cubicBezTo>
                      <a:cubicBezTo>
                        <a:pt x="2898" y="2043"/>
                        <a:pt x="5112" y="984"/>
                        <a:pt x="7428" y="617"/>
                      </a:cubicBezTo>
                      <a:cubicBezTo>
                        <a:pt x="8373" y="465"/>
                        <a:pt x="9341" y="416"/>
                        <a:pt x="10327" y="416"/>
                      </a:cubicBezTo>
                      <a:cubicBezTo>
                        <a:pt x="11789" y="416"/>
                        <a:pt x="13291" y="523"/>
                        <a:pt x="14818" y="553"/>
                      </a:cubicBezTo>
                      <a:cubicBezTo>
                        <a:pt x="16095" y="575"/>
                        <a:pt x="17350" y="558"/>
                        <a:pt x="18567" y="693"/>
                      </a:cubicBezTo>
                      <a:cubicBezTo>
                        <a:pt x="19777" y="822"/>
                        <a:pt x="20970" y="1111"/>
                        <a:pt x="21930" y="1759"/>
                      </a:cubicBezTo>
                      <a:cubicBezTo>
                        <a:pt x="22903" y="2390"/>
                        <a:pt x="23542" y="3393"/>
                        <a:pt x="23853" y="4472"/>
                      </a:cubicBezTo>
                      <a:cubicBezTo>
                        <a:pt x="24182" y="5552"/>
                        <a:pt x="24275" y="6677"/>
                        <a:pt x="24377" y="7774"/>
                      </a:cubicBezTo>
                      <a:cubicBezTo>
                        <a:pt x="24785" y="12170"/>
                        <a:pt x="25102" y="16130"/>
                        <a:pt x="25174" y="19464"/>
                      </a:cubicBezTo>
                      <a:cubicBezTo>
                        <a:pt x="25264" y="22797"/>
                        <a:pt x="25112" y="25496"/>
                        <a:pt x="24946" y="27351"/>
                      </a:cubicBezTo>
                      <a:cubicBezTo>
                        <a:pt x="24851" y="28280"/>
                        <a:pt x="24776" y="29001"/>
                        <a:pt x="24710" y="29487"/>
                      </a:cubicBezTo>
                      <a:cubicBezTo>
                        <a:pt x="24684" y="29711"/>
                        <a:pt x="24664" y="29894"/>
                        <a:pt x="24647" y="30043"/>
                      </a:cubicBezTo>
                      <a:cubicBezTo>
                        <a:pt x="24635" y="30168"/>
                        <a:pt x="24633" y="30234"/>
                        <a:pt x="24639" y="30235"/>
                      </a:cubicBezTo>
                      <a:cubicBezTo>
                        <a:pt x="24639" y="30235"/>
                        <a:pt x="24639" y="30235"/>
                        <a:pt x="24640" y="30235"/>
                      </a:cubicBezTo>
                      <a:cubicBezTo>
                        <a:pt x="24647" y="30235"/>
                        <a:pt x="24664" y="30172"/>
                        <a:pt x="24690" y="30050"/>
                      </a:cubicBezTo>
                      <a:cubicBezTo>
                        <a:pt x="24717" y="29901"/>
                        <a:pt x="24751" y="29721"/>
                        <a:pt x="24793" y="29500"/>
                      </a:cubicBezTo>
                      <a:cubicBezTo>
                        <a:pt x="24887" y="29016"/>
                        <a:pt x="24987" y="28297"/>
                        <a:pt x="25108" y="27368"/>
                      </a:cubicBezTo>
                      <a:cubicBezTo>
                        <a:pt x="25326" y="25512"/>
                        <a:pt x="25522" y="22805"/>
                        <a:pt x="25470" y="19458"/>
                      </a:cubicBezTo>
                      <a:cubicBezTo>
                        <a:pt x="25436" y="16112"/>
                        <a:pt x="25149" y="12138"/>
                        <a:pt x="24761" y="7740"/>
                      </a:cubicBezTo>
                      <a:cubicBezTo>
                        <a:pt x="24664" y="6643"/>
                        <a:pt x="24577" y="5494"/>
                        <a:pt x="24237" y="4356"/>
                      </a:cubicBezTo>
                      <a:cubicBezTo>
                        <a:pt x="23916" y="3220"/>
                        <a:pt x="23216" y="2105"/>
                        <a:pt x="22159" y="1418"/>
                      </a:cubicBezTo>
                      <a:cubicBezTo>
                        <a:pt x="21116" y="712"/>
                        <a:pt x="19856" y="413"/>
                        <a:pt x="18613" y="279"/>
                      </a:cubicBezTo>
                      <a:cubicBezTo>
                        <a:pt x="17361" y="138"/>
                        <a:pt x="16093" y="156"/>
                        <a:pt x="14824" y="135"/>
                      </a:cubicBezTo>
                      <a:cubicBezTo>
                        <a:pt x="13329" y="106"/>
                        <a:pt x="11839" y="0"/>
                        <a:pt x="10371" y="0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209;p19">
                  <a:extLst>
                    <a:ext uri="{FF2B5EF4-FFF2-40B4-BE49-F238E27FC236}">
                      <a16:creationId xmlns:a16="http://schemas.microsoft.com/office/drawing/2014/main" id="{0D7E05B5-0540-46E6-643C-E8EF2F3D1848}"/>
                    </a:ext>
                  </a:extLst>
                </p:cNvPr>
                <p:cNvSpPr/>
                <p:nvPr/>
              </p:nvSpPr>
              <p:spPr>
                <a:xfrm>
                  <a:off x="2350800" y="4846975"/>
                  <a:ext cx="47175" cy="6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7" h="2426" extrusionOk="0">
                      <a:moveTo>
                        <a:pt x="331" y="395"/>
                      </a:moveTo>
                      <a:lnTo>
                        <a:pt x="331" y="395"/>
                      </a:lnTo>
                      <a:cubicBezTo>
                        <a:pt x="413" y="477"/>
                        <a:pt x="511" y="576"/>
                        <a:pt x="616" y="693"/>
                      </a:cubicBezTo>
                      <a:cubicBezTo>
                        <a:pt x="807" y="902"/>
                        <a:pt x="979" y="1127"/>
                        <a:pt x="1131" y="1365"/>
                      </a:cubicBezTo>
                      <a:cubicBezTo>
                        <a:pt x="1221" y="1505"/>
                        <a:pt x="1302" y="1649"/>
                        <a:pt x="1375" y="1797"/>
                      </a:cubicBezTo>
                      <a:cubicBezTo>
                        <a:pt x="1404" y="1858"/>
                        <a:pt x="1433" y="1913"/>
                        <a:pt x="1449" y="1957"/>
                      </a:cubicBezTo>
                      <a:lnTo>
                        <a:pt x="1449" y="1957"/>
                      </a:lnTo>
                      <a:cubicBezTo>
                        <a:pt x="1407" y="1919"/>
                        <a:pt x="1348" y="1846"/>
                        <a:pt x="1298" y="1790"/>
                      </a:cubicBezTo>
                      <a:cubicBezTo>
                        <a:pt x="1183" y="1658"/>
                        <a:pt x="1078" y="1526"/>
                        <a:pt x="981" y="1397"/>
                      </a:cubicBezTo>
                      <a:cubicBezTo>
                        <a:pt x="810" y="1168"/>
                        <a:pt x="649" y="930"/>
                        <a:pt x="502" y="684"/>
                      </a:cubicBezTo>
                      <a:cubicBezTo>
                        <a:pt x="438" y="578"/>
                        <a:pt x="381" y="480"/>
                        <a:pt x="331" y="395"/>
                      </a:cubicBezTo>
                      <a:close/>
                      <a:moveTo>
                        <a:pt x="57" y="1"/>
                      </a:moveTo>
                      <a:cubicBezTo>
                        <a:pt x="55" y="1"/>
                        <a:pt x="53" y="1"/>
                        <a:pt x="51" y="2"/>
                      </a:cubicBezTo>
                      <a:cubicBezTo>
                        <a:pt x="0" y="19"/>
                        <a:pt x="40" y="339"/>
                        <a:pt x="237" y="818"/>
                      </a:cubicBezTo>
                      <a:cubicBezTo>
                        <a:pt x="355" y="1097"/>
                        <a:pt x="498" y="1365"/>
                        <a:pt x="664" y="1618"/>
                      </a:cubicBezTo>
                      <a:cubicBezTo>
                        <a:pt x="763" y="1769"/>
                        <a:pt x="869" y="1914"/>
                        <a:pt x="983" y="2053"/>
                      </a:cubicBezTo>
                      <a:cubicBezTo>
                        <a:pt x="1046" y="2127"/>
                        <a:pt x="1090" y="2193"/>
                        <a:pt x="1189" y="2284"/>
                      </a:cubicBezTo>
                      <a:cubicBezTo>
                        <a:pt x="1253" y="2333"/>
                        <a:pt x="1354" y="2425"/>
                        <a:pt x="1509" y="2425"/>
                      </a:cubicBezTo>
                      <a:cubicBezTo>
                        <a:pt x="1557" y="2425"/>
                        <a:pt x="1610" y="2416"/>
                        <a:pt x="1669" y="2395"/>
                      </a:cubicBezTo>
                      <a:cubicBezTo>
                        <a:pt x="1772" y="2352"/>
                        <a:pt x="1853" y="2240"/>
                        <a:pt x="1871" y="2145"/>
                      </a:cubicBezTo>
                      <a:cubicBezTo>
                        <a:pt x="1887" y="2068"/>
                        <a:pt x="1886" y="1988"/>
                        <a:pt x="1867" y="1912"/>
                      </a:cubicBezTo>
                      <a:cubicBezTo>
                        <a:pt x="1835" y="1776"/>
                        <a:pt x="1778" y="1690"/>
                        <a:pt x="1740" y="1610"/>
                      </a:cubicBezTo>
                      <a:cubicBezTo>
                        <a:pt x="1653" y="1449"/>
                        <a:pt x="1556" y="1294"/>
                        <a:pt x="1449" y="1146"/>
                      </a:cubicBezTo>
                      <a:cubicBezTo>
                        <a:pt x="1268" y="898"/>
                        <a:pt x="1056" y="673"/>
                        <a:pt x="820" y="478"/>
                      </a:cubicBezTo>
                      <a:cubicBezTo>
                        <a:pt x="508" y="224"/>
                        <a:pt x="253" y="102"/>
                        <a:pt x="139" y="79"/>
                      </a:cubicBezTo>
                      <a:lnTo>
                        <a:pt x="139" y="79"/>
                      </a:lnTo>
                      <a:cubicBezTo>
                        <a:pt x="104" y="29"/>
                        <a:pt x="77" y="1"/>
                        <a:pt x="57" y="1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" name="Google Shape;210;p19">
                  <a:extLst>
                    <a:ext uri="{FF2B5EF4-FFF2-40B4-BE49-F238E27FC236}">
                      <a16:creationId xmlns:a16="http://schemas.microsoft.com/office/drawing/2014/main" id="{3626C9B2-383E-295F-FD05-7A6069C7EEA0}"/>
                    </a:ext>
                  </a:extLst>
                </p:cNvPr>
                <p:cNvSpPr/>
                <p:nvPr/>
              </p:nvSpPr>
              <p:spPr>
                <a:xfrm>
                  <a:off x="1477425" y="4775100"/>
                  <a:ext cx="247250" cy="51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90" h="20412" extrusionOk="0">
                      <a:moveTo>
                        <a:pt x="9833" y="1"/>
                      </a:moveTo>
                      <a:cubicBezTo>
                        <a:pt x="9792" y="1"/>
                        <a:pt x="9535" y="196"/>
                        <a:pt x="9101" y="553"/>
                      </a:cubicBezTo>
                      <a:cubicBezTo>
                        <a:pt x="8639" y="923"/>
                        <a:pt x="8011" y="1509"/>
                        <a:pt x="7281" y="2276"/>
                      </a:cubicBezTo>
                      <a:cubicBezTo>
                        <a:pt x="6544" y="3039"/>
                        <a:pt x="5739" y="4015"/>
                        <a:pt x="4921" y="5155"/>
                      </a:cubicBezTo>
                      <a:cubicBezTo>
                        <a:pt x="4120" y="6308"/>
                        <a:pt x="3317" y="7631"/>
                        <a:pt x="2608" y="9089"/>
                      </a:cubicBezTo>
                      <a:cubicBezTo>
                        <a:pt x="1913" y="10554"/>
                        <a:pt x="1384" y="12007"/>
                        <a:pt x="985" y="13353"/>
                      </a:cubicBezTo>
                      <a:cubicBezTo>
                        <a:pt x="607" y="14704"/>
                        <a:pt x="349" y="15943"/>
                        <a:pt x="214" y="16995"/>
                      </a:cubicBezTo>
                      <a:cubicBezTo>
                        <a:pt x="73" y="18045"/>
                        <a:pt x="7" y="18901"/>
                        <a:pt x="8" y="19492"/>
                      </a:cubicBezTo>
                      <a:cubicBezTo>
                        <a:pt x="1" y="20085"/>
                        <a:pt x="9" y="20411"/>
                        <a:pt x="39" y="20412"/>
                      </a:cubicBezTo>
                      <a:cubicBezTo>
                        <a:pt x="39" y="20412"/>
                        <a:pt x="39" y="20412"/>
                        <a:pt x="39" y="20412"/>
                      </a:cubicBezTo>
                      <a:cubicBezTo>
                        <a:pt x="117" y="20412"/>
                        <a:pt x="154" y="19106"/>
                        <a:pt x="507" y="17040"/>
                      </a:cubicBezTo>
                      <a:cubicBezTo>
                        <a:pt x="678" y="16005"/>
                        <a:pt x="963" y="14789"/>
                        <a:pt x="1356" y="13462"/>
                      </a:cubicBezTo>
                      <a:cubicBezTo>
                        <a:pt x="1769" y="12141"/>
                        <a:pt x="2302" y="10713"/>
                        <a:pt x="2986" y="9271"/>
                      </a:cubicBezTo>
                      <a:cubicBezTo>
                        <a:pt x="3685" y="7833"/>
                        <a:pt x="4465" y="6524"/>
                        <a:pt x="5238" y="5376"/>
                      </a:cubicBezTo>
                      <a:cubicBezTo>
                        <a:pt x="6027" y="4239"/>
                        <a:pt x="6798" y="3256"/>
                        <a:pt x="7500" y="2475"/>
                      </a:cubicBezTo>
                      <a:cubicBezTo>
                        <a:pt x="8892" y="907"/>
                        <a:pt x="9889" y="61"/>
                        <a:pt x="9838" y="2"/>
                      </a:cubicBezTo>
                      <a:cubicBezTo>
                        <a:pt x="9837" y="1"/>
                        <a:pt x="9836" y="1"/>
                        <a:pt x="9833" y="1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" name="Google Shape;211;p19">
                  <a:extLst>
                    <a:ext uri="{FF2B5EF4-FFF2-40B4-BE49-F238E27FC236}">
                      <a16:creationId xmlns:a16="http://schemas.microsoft.com/office/drawing/2014/main" id="{022A30D0-F15F-6054-57A1-E0E252D0EDB0}"/>
                    </a:ext>
                  </a:extLst>
                </p:cNvPr>
                <p:cNvSpPr/>
                <p:nvPr/>
              </p:nvSpPr>
              <p:spPr>
                <a:xfrm>
                  <a:off x="1584750" y="4915125"/>
                  <a:ext cx="668675" cy="37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47" h="15031" extrusionOk="0">
                      <a:moveTo>
                        <a:pt x="4043" y="1"/>
                      </a:moveTo>
                      <a:cubicBezTo>
                        <a:pt x="3757" y="2"/>
                        <a:pt x="3608" y="8"/>
                        <a:pt x="3608" y="19"/>
                      </a:cubicBezTo>
                      <a:cubicBezTo>
                        <a:pt x="3607" y="31"/>
                        <a:pt x="3756" y="46"/>
                        <a:pt x="4042" y="67"/>
                      </a:cubicBezTo>
                      <a:lnTo>
                        <a:pt x="5301" y="140"/>
                      </a:lnTo>
                      <a:cubicBezTo>
                        <a:pt x="6439" y="203"/>
                        <a:pt x="8035" y="292"/>
                        <a:pt x="10032" y="402"/>
                      </a:cubicBezTo>
                      <a:cubicBezTo>
                        <a:pt x="14040" y="643"/>
                        <a:pt x="19685" y="1051"/>
                        <a:pt x="26277" y="1785"/>
                      </a:cubicBezTo>
                      <a:lnTo>
                        <a:pt x="26277" y="1785"/>
                      </a:lnTo>
                      <a:cubicBezTo>
                        <a:pt x="25875" y="3694"/>
                        <a:pt x="25453" y="5692"/>
                        <a:pt x="25017" y="7757"/>
                      </a:cubicBezTo>
                      <a:cubicBezTo>
                        <a:pt x="24791" y="8827"/>
                        <a:pt x="24560" y="9914"/>
                        <a:pt x="24327" y="11016"/>
                      </a:cubicBezTo>
                      <a:cubicBezTo>
                        <a:pt x="24085" y="12087"/>
                        <a:pt x="23675" y="13190"/>
                        <a:pt x="22731" y="13769"/>
                      </a:cubicBezTo>
                      <a:cubicBezTo>
                        <a:pt x="21731" y="14402"/>
                        <a:pt x="20473" y="14482"/>
                        <a:pt x="19282" y="14535"/>
                      </a:cubicBezTo>
                      <a:cubicBezTo>
                        <a:pt x="18073" y="14588"/>
                        <a:pt x="16882" y="14612"/>
                        <a:pt x="15710" y="14620"/>
                      </a:cubicBezTo>
                      <a:cubicBezTo>
                        <a:pt x="15525" y="14621"/>
                        <a:pt x="15340" y="14621"/>
                        <a:pt x="15156" y="14621"/>
                      </a:cubicBezTo>
                      <a:cubicBezTo>
                        <a:pt x="13012" y="14621"/>
                        <a:pt x="10939" y="14548"/>
                        <a:pt x="8961" y="14418"/>
                      </a:cubicBezTo>
                      <a:cubicBezTo>
                        <a:pt x="6814" y="14281"/>
                        <a:pt x="4777" y="14071"/>
                        <a:pt x="2879" y="13827"/>
                      </a:cubicBezTo>
                      <a:cubicBezTo>
                        <a:pt x="1969" y="13667"/>
                        <a:pt x="875" y="13733"/>
                        <a:pt x="508" y="12992"/>
                      </a:cubicBezTo>
                      <a:cubicBezTo>
                        <a:pt x="331" y="12641"/>
                        <a:pt x="327" y="12207"/>
                        <a:pt x="354" y="11794"/>
                      </a:cubicBezTo>
                      <a:cubicBezTo>
                        <a:pt x="391" y="11376"/>
                        <a:pt x="428" y="10959"/>
                        <a:pt x="482" y="10558"/>
                      </a:cubicBezTo>
                      <a:cubicBezTo>
                        <a:pt x="890" y="7334"/>
                        <a:pt x="1781" y="4827"/>
                        <a:pt x="2492" y="3160"/>
                      </a:cubicBezTo>
                      <a:cubicBezTo>
                        <a:pt x="2847" y="2322"/>
                        <a:pt x="3172" y="1693"/>
                        <a:pt x="3381" y="1262"/>
                      </a:cubicBezTo>
                      <a:cubicBezTo>
                        <a:pt x="3480" y="1068"/>
                        <a:pt x="3562" y="907"/>
                        <a:pt x="3629" y="776"/>
                      </a:cubicBezTo>
                      <a:cubicBezTo>
                        <a:pt x="3683" y="665"/>
                        <a:pt x="3708" y="606"/>
                        <a:pt x="3701" y="602"/>
                      </a:cubicBezTo>
                      <a:cubicBezTo>
                        <a:pt x="3701" y="602"/>
                        <a:pt x="3701" y="602"/>
                        <a:pt x="3700" y="602"/>
                      </a:cubicBezTo>
                      <a:cubicBezTo>
                        <a:pt x="3693" y="602"/>
                        <a:pt x="3656" y="653"/>
                        <a:pt x="3592" y="755"/>
                      </a:cubicBezTo>
                      <a:cubicBezTo>
                        <a:pt x="3514" y="881"/>
                        <a:pt x="3420" y="1034"/>
                        <a:pt x="3307" y="1221"/>
                      </a:cubicBezTo>
                      <a:cubicBezTo>
                        <a:pt x="3072" y="1641"/>
                        <a:pt x="2723" y="2260"/>
                        <a:pt x="2344" y="3093"/>
                      </a:cubicBezTo>
                      <a:cubicBezTo>
                        <a:pt x="1583" y="4750"/>
                        <a:pt x="639" y="7264"/>
                        <a:pt x="188" y="10519"/>
                      </a:cubicBezTo>
                      <a:cubicBezTo>
                        <a:pt x="128" y="10925"/>
                        <a:pt x="87" y="11341"/>
                        <a:pt x="45" y="11772"/>
                      </a:cubicBezTo>
                      <a:cubicBezTo>
                        <a:pt x="15" y="12202"/>
                        <a:pt x="0" y="12681"/>
                        <a:pt x="220" y="13138"/>
                      </a:cubicBezTo>
                      <a:cubicBezTo>
                        <a:pt x="438" y="13613"/>
                        <a:pt x="961" y="13866"/>
                        <a:pt x="1423" y="13954"/>
                      </a:cubicBezTo>
                      <a:cubicBezTo>
                        <a:pt x="1897" y="14052"/>
                        <a:pt x="2355" y="14098"/>
                        <a:pt x="2833" y="14171"/>
                      </a:cubicBezTo>
                      <a:cubicBezTo>
                        <a:pt x="4737" y="14430"/>
                        <a:pt x="6780" y="14654"/>
                        <a:pt x="8935" y="14802"/>
                      </a:cubicBezTo>
                      <a:cubicBezTo>
                        <a:pt x="11002" y="14948"/>
                        <a:pt x="13173" y="15030"/>
                        <a:pt x="15421" y="15030"/>
                      </a:cubicBezTo>
                      <a:cubicBezTo>
                        <a:pt x="15518" y="15030"/>
                        <a:pt x="15615" y="15030"/>
                        <a:pt x="15713" y="15030"/>
                      </a:cubicBezTo>
                      <a:cubicBezTo>
                        <a:pt x="16888" y="15024"/>
                        <a:pt x="18086" y="15002"/>
                        <a:pt x="19299" y="14950"/>
                      </a:cubicBezTo>
                      <a:cubicBezTo>
                        <a:pt x="20499" y="14893"/>
                        <a:pt x="21819" y="14833"/>
                        <a:pt x="22957" y="14119"/>
                      </a:cubicBezTo>
                      <a:cubicBezTo>
                        <a:pt x="23481" y="13793"/>
                        <a:pt x="23895" y="13301"/>
                        <a:pt x="24166" y="12767"/>
                      </a:cubicBezTo>
                      <a:cubicBezTo>
                        <a:pt x="24441" y="12232"/>
                        <a:pt x="24602" y="11666"/>
                        <a:pt x="24733" y="11110"/>
                      </a:cubicBezTo>
                      <a:cubicBezTo>
                        <a:pt x="24966" y="10003"/>
                        <a:pt x="25194" y="8912"/>
                        <a:pt x="25420" y="7840"/>
                      </a:cubicBezTo>
                      <a:cubicBezTo>
                        <a:pt x="25865" y="5697"/>
                        <a:pt x="26293" y="3628"/>
                        <a:pt x="26703" y="1654"/>
                      </a:cubicBezTo>
                      <a:lnTo>
                        <a:pt x="26747" y="1442"/>
                      </a:lnTo>
                      <a:lnTo>
                        <a:pt x="26533" y="1420"/>
                      </a:lnTo>
                      <a:cubicBezTo>
                        <a:pt x="19838" y="700"/>
                        <a:pt x="14101" y="338"/>
                        <a:pt x="10045" y="163"/>
                      </a:cubicBezTo>
                      <a:cubicBezTo>
                        <a:pt x="8016" y="74"/>
                        <a:pt x="6407" y="30"/>
                        <a:pt x="5305" y="11"/>
                      </a:cubicBezTo>
                      <a:lnTo>
                        <a:pt x="4043" y="1"/>
                      </a:ln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" name="Google Shape;212;p19">
                  <a:extLst>
                    <a:ext uri="{FF2B5EF4-FFF2-40B4-BE49-F238E27FC236}">
                      <a16:creationId xmlns:a16="http://schemas.microsoft.com/office/drawing/2014/main" id="{6E9E3185-2A50-BC7D-EA6C-3C1884686BDE}"/>
                    </a:ext>
                  </a:extLst>
                </p:cNvPr>
                <p:cNvSpPr/>
                <p:nvPr/>
              </p:nvSpPr>
              <p:spPr>
                <a:xfrm>
                  <a:off x="2237125" y="4952100"/>
                  <a:ext cx="57350" cy="4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4" h="1824" extrusionOk="0">
                      <a:moveTo>
                        <a:pt x="959" y="477"/>
                      </a:moveTo>
                      <a:cubicBezTo>
                        <a:pt x="1119" y="540"/>
                        <a:pt x="1271" y="622"/>
                        <a:pt x="1411" y="721"/>
                      </a:cubicBezTo>
                      <a:cubicBezTo>
                        <a:pt x="1636" y="868"/>
                        <a:pt x="1870" y="1142"/>
                        <a:pt x="1825" y="1303"/>
                      </a:cubicBezTo>
                      <a:cubicBezTo>
                        <a:pt x="1796" y="1375"/>
                        <a:pt x="1770" y="1405"/>
                        <a:pt x="1681" y="1405"/>
                      </a:cubicBezTo>
                      <a:cubicBezTo>
                        <a:pt x="1674" y="1405"/>
                        <a:pt x="1666" y="1405"/>
                        <a:pt x="1658" y="1405"/>
                      </a:cubicBezTo>
                      <a:cubicBezTo>
                        <a:pt x="1552" y="1395"/>
                        <a:pt x="1429" y="1331"/>
                        <a:pt x="1339" y="1253"/>
                      </a:cubicBezTo>
                      <a:cubicBezTo>
                        <a:pt x="1157" y="1115"/>
                        <a:pt x="1106" y="842"/>
                        <a:pt x="1013" y="621"/>
                      </a:cubicBezTo>
                      <a:cubicBezTo>
                        <a:pt x="997" y="570"/>
                        <a:pt x="979" y="522"/>
                        <a:pt x="959" y="477"/>
                      </a:cubicBezTo>
                      <a:close/>
                      <a:moveTo>
                        <a:pt x="536" y="0"/>
                      </a:moveTo>
                      <a:cubicBezTo>
                        <a:pt x="524" y="0"/>
                        <a:pt x="516" y="4"/>
                        <a:pt x="513" y="12"/>
                      </a:cubicBezTo>
                      <a:cubicBezTo>
                        <a:pt x="504" y="28"/>
                        <a:pt x="515" y="56"/>
                        <a:pt x="535" y="101"/>
                      </a:cubicBezTo>
                      <a:lnTo>
                        <a:pt x="535" y="101"/>
                      </a:lnTo>
                      <a:cubicBezTo>
                        <a:pt x="190" y="110"/>
                        <a:pt x="0" y="215"/>
                        <a:pt x="12" y="254"/>
                      </a:cubicBezTo>
                      <a:cubicBezTo>
                        <a:pt x="22" y="313"/>
                        <a:pt x="275" y="290"/>
                        <a:pt x="651" y="380"/>
                      </a:cubicBezTo>
                      <a:lnTo>
                        <a:pt x="651" y="380"/>
                      </a:lnTo>
                      <a:cubicBezTo>
                        <a:pt x="681" y="469"/>
                        <a:pt x="708" y="576"/>
                        <a:pt x="728" y="703"/>
                      </a:cubicBezTo>
                      <a:cubicBezTo>
                        <a:pt x="751" y="815"/>
                        <a:pt x="775" y="942"/>
                        <a:pt x="816" y="1084"/>
                      </a:cubicBezTo>
                      <a:cubicBezTo>
                        <a:pt x="849" y="1219"/>
                        <a:pt x="941" y="1412"/>
                        <a:pt x="1076" y="1536"/>
                      </a:cubicBezTo>
                      <a:cubicBezTo>
                        <a:pt x="1211" y="1665"/>
                        <a:pt x="1378" y="1776"/>
                        <a:pt x="1608" y="1812"/>
                      </a:cubicBezTo>
                      <a:cubicBezTo>
                        <a:pt x="1637" y="1819"/>
                        <a:pt x="1668" y="1823"/>
                        <a:pt x="1701" y="1823"/>
                      </a:cubicBezTo>
                      <a:cubicBezTo>
                        <a:pt x="1920" y="1823"/>
                        <a:pt x="2188" y="1651"/>
                        <a:pt x="2231" y="1405"/>
                      </a:cubicBezTo>
                      <a:cubicBezTo>
                        <a:pt x="2293" y="1116"/>
                        <a:pt x="2160" y="900"/>
                        <a:pt x="2041" y="749"/>
                      </a:cubicBezTo>
                      <a:cubicBezTo>
                        <a:pt x="1910" y="589"/>
                        <a:pt x="1765" y="490"/>
                        <a:pt x="1623" y="399"/>
                      </a:cubicBezTo>
                      <a:cubicBezTo>
                        <a:pt x="1333" y="223"/>
                        <a:pt x="1038" y="137"/>
                        <a:pt x="790" y="112"/>
                      </a:cubicBezTo>
                      <a:cubicBezTo>
                        <a:pt x="762" y="109"/>
                        <a:pt x="734" y="107"/>
                        <a:pt x="708" y="105"/>
                      </a:cubicBezTo>
                      <a:lnTo>
                        <a:pt x="708" y="105"/>
                      </a:lnTo>
                      <a:cubicBezTo>
                        <a:pt x="634" y="35"/>
                        <a:pt x="569" y="0"/>
                        <a:pt x="536" y="0"/>
                      </a:cubicBezTo>
                      <a:close/>
                    </a:path>
                  </a:pathLst>
                </a:custGeom>
                <a:solidFill>
                  <a:srgbClr val="1B1F2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" name="Google Shape;213;p19">
                  <a:extLst>
                    <a:ext uri="{FF2B5EF4-FFF2-40B4-BE49-F238E27FC236}">
                      <a16:creationId xmlns:a16="http://schemas.microsoft.com/office/drawing/2014/main" id="{306581BC-9F26-51A6-F55C-9FE439378DFD}"/>
                    </a:ext>
                  </a:extLst>
                </p:cNvPr>
                <p:cNvSpPr/>
                <p:nvPr/>
              </p:nvSpPr>
              <p:spPr>
                <a:xfrm>
                  <a:off x="1943125" y="4472975"/>
                  <a:ext cx="213000" cy="5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0" h="2051" extrusionOk="0">
                      <a:moveTo>
                        <a:pt x="0" y="0"/>
                      </a:moveTo>
                      <a:lnTo>
                        <a:pt x="0" y="2050"/>
                      </a:lnTo>
                      <a:lnTo>
                        <a:pt x="8520" y="2050"/>
                      </a:lnTo>
                      <a:lnTo>
                        <a:pt x="8520" y="0"/>
                      </a:lnTo>
                      <a:close/>
                    </a:path>
                  </a:pathLst>
                </a:custGeom>
                <a:solidFill>
                  <a:srgbClr val="EAE7E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" name="Google Shape;214;p19">
                  <a:extLst>
                    <a:ext uri="{FF2B5EF4-FFF2-40B4-BE49-F238E27FC236}">
                      <a16:creationId xmlns:a16="http://schemas.microsoft.com/office/drawing/2014/main" id="{9137A46E-5656-575E-4150-7451866F6C74}"/>
                    </a:ext>
                  </a:extLst>
                </p:cNvPr>
                <p:cNvSpPr/>
                <p:nvPr/>
              </p:nvSpPr>
              <p:spPr>
                <a:xfrm>
                  <a:off x="3671925" y="3038675"/>
                  <a:ext cx="108500" cy="24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0" h="97335" extrusionOk="0">
                      <a:moveTo>
                        <a:pt x="1" y="1"/>
                      </a:moveTo>
                      <a:lnTo>
                        <a:pt x="1" y="97335"/>
                      </a:lnTo>
                      <a:lnTo>
                        <a:pt x="4340" y="97335"/>
                      </a:lnTo>
                      <a:lnTo>
                        <a:pt x="4340" y="1"/>
                      </a:lnTo>
                      <a:close/>
                    </a:path>
                  </a:pathLst>
                </a:custGeom>
                <a:solidFill>
                  <a:srgbClr val="6D392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" name="Google Shape;215;p19">
                  <a:extLst>
                    <a:ext uri="{FF2B5EF4-FFF2-40B4-BE49-F238E27FC236}">
                      <a16:creationId xmlns:a16="http://schemas.microsoft.com/office/drawing/2014/main" id="{5400A832-FF4C-85B5-449E-D54CD52D554F}"/>
                    </a:ext>
                  </a:extLst>
                </p:cNvPr>
                <p:cNvSpPr/>
                <p:nvPr/>
              </p:nvSpPr>
              <p:spPr>
                <a:xfrm>
                  <a:off x="3780400" y="3045650"/>
                  <a:ext cx="108525" cy="242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1" h="97056" extrusionOk="0">
                      <a:moveTo>
                        <a:pt x="1" y="0"/>
                      </a:moveTo>
                      <a:lnTo>
                        <a:pt x="1" y="97056"/>
                      </a:lnTo>
                      <a:lnTo>
                        <a:pt x="4340" y="97056"/>
                      </a:lnTo>
                      <a:lnTo>
                        <a:pt x="4340" y="0"/>
                      </a:lnTo>
                      <a:close/>
                    </a:path>
                  </a:pathLst>
                </a:custGeom>
                <a:solidFill>
                  <a:srgbClr val="61332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" name="Google Shape;216;p19">
                  <a:extLst>
                    <a:ext uri="{FF2B5EF4-FFF2-40B4-BE49-F238E27FC236}">
                      <a16:creationId xmlns:a16="http://schemas.microsoft.com/office/drawing/2014/main" id="{717DF51F-D1F4-1A41-465B-9FFA7F465170}"/>
                    </a:ext>
                  </a:extLst>
                </p:cNvPr>
                <p:cNvSpPr/>
                <p:nvPr/>
              </p:nvSpPr>
              <p:spPr>
                <a:xfrm>
                  <a:off x="5758425" y="3038675"/>
                  <a:ext cx="108500" cy="24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0" h="97335" extrusionOk="0">
                      <a:moveTo>
                        <a:pt x="0" y="1"/>
                      </a:moveTo>
                      <a:lnTo>
                        <a:pt x="0" y="97335"/>
                      </a:lnTo>
                      <a:lnTo>
                        <a:pt x="4339" y="97335"/>
                      </a:lnTo>
                      <a:lnTo>
                        <a:pt x="4339" y="1"/>
                      </a:lnTo>
                      <a:close/>
                    </a:path>
                  </a:pathLst>
                </a:custGeom>
                <a:solidFill>
                  <a:srgbClr val="6D392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217;p19">
                  <a:extLst>
                    <a:ext uri="{FF2B5EF4-FFF2-40B4-BE49-F238E27FC236}">
                      <a16:creationId xmlns:a16="http://schemas.microsoft.com/office/drawing/2014/main" id="{9F1DF8AC-613A-7CF0-05EF-CD8EF857AFEC}"/>
                    </a:ext>
                  </a:extLst>
                </p:cNvPr>
                <p:cNvSpPr/>
                <p:nvPr/>
              </p:nvSpPr>
              <p:spPr>
                <a:xfrm>
                  <a:off x="5866900" y="3045650"/>
                  <a:ext cx="108500" cy="242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0" h="97056" extrusionOk="0">
                      <a:moveTo>
                        <a:pt x="0" y="0"/>
                      </a:moveTo>
                      <a:lnTo>
                        <a:pt x="0" y="97056"/>
                      </a:lnTo>
                      <a:lnTo>
                        <a:pt x="4340" y="97056"/>
                      </a:lnTo>
                      <a:lnTo>
                        <a:pt x="4340" y="0"/>
                      </a:lnTo>
                      <a:close/>
                    </a:path>
                  </a:pathLst>
                </a:custGeom>
                <a:solidFill>
                  <a:srgbClr val="61332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" name="Google Shape;218;p19">
                  <a:extLst>
                    <a:ext uri="{FF2B5EF4-FFF2-40B4-BE49-F238E27FC236}">
                      <a16:creationId xmlns:a16="http://schemas.microsoft.com/office/drawing/2014/main" id="{25BDFEA6-70BF-5774-895F-D124307547CA}"/>
                    </a:ext>
                  </a:extLst>
                </p:cNvPr>
                <p:cNvSpPr/>
                <p:nvPr/>
              </p:nvSpPr>
              <p:spPr>
                <a:xfrm>
                  <a:off x="4808775" y="3038675"/>
                  <a:ext cx="108525" cy="24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1" h="97335" extrusionOk="0">
                      <a:moveTo>
                        <a:pt x="1" y="1"/>
                      </a:moveTo>
                      <a:lnTo>
                        <a:pt x="1" y="97335"/>
                      </a:lnTo>
                      <a:lnTo>
                        <a:pt x="4340" y="97335"/>
                      </a:lnTo>
                      <a:lnTo>
                        <a:pt x="4340" y="1"/>
                      </a:lnTo>
                      <a:close/>
                    </a:path>
                  </a:pathLst>
                </a:custGeom>
                <a:solidFill>
                  <a:srgbClr val="61332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" name="Google Shape;219;p19">
                  <a:extLst>
                    <a:ext uri="{FF2B5EF4-FFF2-40B4-BE49-F238E27FC236}">
                      <a16:creationId xmlns:a16="http://schemas.microsoft.com/office/drawing/2014/main" id="{E420D191-0303-4BAC-2377-CC514391A048}"/>
                    </a:ext>
                  </a:extLst>
                </p:cNvPr>
                <p:cNvSpPr/>
                <p:nvPr/>
              </p:nvSpPr>
              <p:spPr>
                <a:xfrm>
                  <a:off x="4917275" y="3045650"/>
                  <a:ext cx="108500" cy="242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0" h="97056" extrusionOk="0">
                      <a:moveTo>
                        <a:pt x="0" y="0"/>
                      </a:moveTo>
                      <a:lnTo>
                        <a:pt x="0" y="97056"/>
                      </a:lnTo>
                      <a:lnTo>
                        <a:pt x="4340" y="97056"/>
                      </a:lnTo>
                      <a:lnTo>
                        <a:pt x="4340" y="0"/>
                      </a:lnTo>
                      <a:close/>
                    </a:path>
                  </a:pathLst>
                </a:custGeom>
                <a:solidFill>
                  <a:srgbClr val="6D392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" name="Google Shape;220;p19">
                  <a:extLst>
                    <a:ext uri="{FF2B5EF4-FFF2-40B4-BE49-F238E27FC236}">
                      <a16:creationId xmlns:a16="http://schemas.microsoft.com/office/drawing/2014/main" id="{62BC78AA-6BA3-1BA6-26E2-0A45F4CCE8C6}"/>
                    </a:ext>
                  </a:extLst>
                </p:cNvPr>
                <p:cNvSpPr/>
                <p:nvPr/>
              </p:nvSpPr>
              <p:spPr>
                <a:xfrm>
                  <a:off x="3359425" y="2888225"/>
                  <a:ext cx="2983650" cy="21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346" h="8496" extrusionOk="0">
                      <a:moveTo>
                        <a:pt x="0" y="1"/>
                      </a:moveTo>
                      <a:lnTo>
                        <a:pt x="0" y="8496"/>
                      </a:lnTo>
                      <a:lnTo>
                        <a:pt x="119345" y="8496"/>
                      </a:lnTo>
                      <a:lnTo>
                        <a:pt x="119345" y="1"/>
                      </a:lnTo>
                      <a:close/>
                    </a:path>
                  </a:pathLst>
                </a:custGeom>
                <a:solidFill>
                  <a:srgbClr val="6D392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" name="Google Shape;221;p19">
                  <a:extLst>
                    <a:ext uri="{FF2B5EF4-FFF2-40B4-BE49-F238E27FC236}">
                      <a16:creationId xmlns:a16="http://schemas.microsoft.com/office/drawing/2014/main" id="{CE7D9FE6-4D82-3167-3AD3-B15625599E61}"/>
                    </a:ext>
                  </a:extLst>
                </p:cNvPr>
                <p:cNvSpPr/>
                <p:nvPr/>
              </p:nvSpPr>
              <p:spPr>
                <a:xfrm>
                  <a:off x="5849150" y="1733200"/>
                  <a:ext cx="367075" cy="30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83" h="12216" extrusionOk="0">
                      <a:moveTo>
                        <a:pt x="10353" y="0"/>
                      </a:moveTo>
                      <a:cubicBezTo>
                        <a:pt x="8034" y="0"/>
                        <a:pt x="5709" y="793"/>
                        <a:pt x="3919" y="2271"/>
                      </a:cubicBezTo>
                      <a:cubicBezTo>
                        <a:pt x="1390" y="4359"/>
                        <a:pt x="0" y="7750"/>
                        <a:pt x="338" y="11012"/>
                      </a:cubicBezTo>
                      <a:lnTo>
                        <a:pt x="564" y="11296"/>
                      </a:lnTo>
                      <a:cubicBezTo>
                        <a:pt x="1654" y="11927"/>
                        <a:pt x="2886" y="12215"/>
                        <a:pt x="4136" y="12215"/>
                      </a:cubicBezTo>
                      <a:cubicBezTo>
                        <a:pt x="6043" y="12215"/>
                        <a:pt x="7990" y="11545"/>
                        <a:pt x="9533" y="10400"/>
                      </a:cubicBezTo>
                      <a:cubicBezTo>
                        <a:pt x="12089" y="8505"/>
                        <a:pt x="13660" y="5529"/>
                        <a:pt x="14527" y="2468"/>
                      </a:cubicBezTo>
                      <a:cubicBezTo>
                        <a:pt x="14608" y="2185"/>
                        <a:pt x="14682" y="1890"/>
                        <a:pt x="14628" y="1602"/>
                      </a:cubicBezTo>
                      <a:cubicBezTo>
                        <a:pt x="14507" y="955"/>
                        <a:pt x="13810" y="603"/>
                        <a:pt x="13180" y="412"/>
                      </a:cubicBezTo>
                      <a:cubicBezTo>
                        <a:pt x="12264" y="135"/>
                        <a:pt x="11309" y="0"/>
                        <a:pt x="10353" y="0"/>
                      </a:cubicBezTo>
                      <a:close/>
                    </a:path>
                  </a:pathLst>
                </a:custGeom>
                <a:solidFill>
                  <a:srgbClr val="47786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" name="Google Shape;222;p19">
                  <a:extLst>
                    <a:ext uri="{FF2B5EF4-FFF2-40B4-BE49-F238E27FC236}">
                      <a16:creationId xmlns:a16="http://schemas.microsoft.com/office/drawing/2014/main" id="{26119D74-3059-CDCF-1BB2-AA4CBD5D6145}"/>
                    </a:ext>
                  </a:extLst>
                </p:cNvPr>
                <p:cNvSpPr/>
                <p:nvPr/>
              </p:nvSpPr>
              <p:spPr>
                <a:xfrm>
                  <a:off x="5428800" y="1307575"/>
                  <a:ext cx="447500" cy="66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0" h="26476" extrusionOk="0">
                      <a:moveTo>
                        <a:pt x="6671" y="1"/>
                      </a:moveTo>
                      <a:cubicBezTo>
                        <a:pt x="5791" y="1"/>
                        <a:pt x="4991" y="709"/>
                        <a:pt x="4408" y="1417"/>
                      </a:cubicBezTo>
                      <a:cubicBezTo>
                        <a:pt x="1129" y="5399"/>
                        <a:pt x="0" y="11051"/>
                        <a:pt x="1498" y="15985"/>
                      </a:cubicBezTo>
                      <a:cubicBezTo>
                        <a:pt x="2995" y="20920"/>
                        <a:pt x="7077" y="24991"/>
                        <a:pt x="12016" y="26476"/>
                      </a:cubicBezTo>
                      <a:lnTo>
                        <a:pt x="12567" y="26319"/>
                      </a:lnTo>
                      <a:cubicBezTo>
                        <a:pt x="16549" y="23289"/>
                        <a:pt x="17899" y="17613"/>
                        <a:pt x="16696" y="12757"/>
                      </a:cubicBezTo>
                      <a:cubicBezTo>
                        <a:pt x="15491" y="7900"/>
                        <a:pt x="12125" y="3819"/>
                        <a:pt x="8205" y="707"/>
                      </a:cubicBezTo>
                      <a:cubicBezTo>
                        <a:pt x="7845" y="420"/>
                        <a:pt x="7462" y="133"/>
                        <a:pt x="7010" y="37"/>
                      </a:cubicBezTo>
                      <a:cubicBezTo>
                        <a:pt x="6896" y="12"/>
                        <a:pt x="6783" y="1"/>
                        <a:pt x="6671" y="1"/>
                      </a:cubicBezTo>
                      <a:close/>
                    </a:path>
                  </a:pathLst>
                </a:custGeom>
                <a:solidFill>
                  <a:srgbClr val="47786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" name="Google Shape;223;p19">
                  <a:extLst>
                    <a:ext uri="{FF2B5EF4-FFF2-40B4-BE49-F238E27FC236}">
                      <a16:creationId xmlns:a16="http://schemas.microsoft.com/office/drawing/2014/main" id="{7731CCC7-3F65-A16E-71EA-AED4CBFA5536}"/>
                    </a:ext>
                  </a:extLst>
                </p:cNvPr>
                <p:cNvSpPr/>
                <p:nvPr/>
              </p:nvSpPr>
              <p:spPr>
                <a:xfrm>
                  <a:off x="5648500" y="1603550"/>
                  <a:ext cx="146450" cy="69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8" h="27652" extrusionOk="0">
                      <a:moveTo>
                        <a:pt x="212" y="0"/>
                      </a:moveTo>
                      <a:cubicBezTo>
                        <a:pt x="110" y="0"/>
                        <a:pt x="0" y="86"/>
                        <a:pt x="28" y="218"/>
                      </a:cubicBezTo>
                      <a:cubicBezTo>
                        <a:pt x="1950" y="9246"/>
                        <a:pt x="3295" y="18396"/>
                        <a:pt x="5212" y="27430"/>
                      </a:cubicBezTo>
                      <a:cubicBezTo>
                        <a:pt x="5245" y="27585"/>
                        <a:pt x="5359" y="27652"/>
                        <a:pt x="5480" y="27652"/>
                      </a:cubicBezTo>
                      <a:cubicBezTo>
                        <a:pt x="5662" y="27652"/>
                        <a:pt x="5858" y="27499"/>
                        <a:pt x="5808" y="27265"/>
                      </a:cubicBezTo>
                      <a:cubicBezTo>
                        <a:pt x="3881" y="18242"/>
                        <a:pt x="2284" y="9151"/>
                        <a:pt x="362" y="125"/>
                      </a:cubicBezTo>
                      <a:cubicBezTo>
                        <a:pt x="344" y="38"/>
                        <a:pt x="279" y="0"/>
                        <a:pt x="21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224;p19">
                  <a:extLst>
                    <a:ext uri="{FF2B5EF4-FFF2-40B4-BE49-F238E27FC236}">
                      <a16:creationId xmlns:a16="http://schemas.microsoft.com/office/drawing/2014/main" id="{CF466A22-1ABF-BC50-2EC6-B3EA913703B0}"/>
                    </a:ext>
                  </a:extLst>
                </p:cNvPr>
                <p:cNvSpPr/>
                <p:nvPr/>
              </p:nvSpPr>
              <p:spPr>
                <a:xfrm>
                  <a:off x="5413625" y="2238250"/>
                  <a:ext cx="685125" cy="65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05" h="26184" extrusionOk="0">
                      <a:moveTo>
                        <a:pt x="1" y="0"/>
                      </a:moveTo>
                      <a:lnTo>
                        <a:pt x="1" y="26043"/>
                      </a:lnTo>
                      <a:cubicBezTo>
                        <a:pt x="1" y="26120"/>
                        <a:pt x="64" y="26183"/>
                        <a:pt x="141" y="26183"/>
                      </a:cubicBezTo>
                      <a:lnTo>
                        <a:pt x="27263" y="26183"/>
                      </a:lnTo>
                      <a:cubicBezTo>
                        <a:pt x="27341" y="26183"/>
                        <a:pt x="27404" y="26120"/>
                        <a:pt x="27404" y="26043"/>
                      </a:cubicBezTo>
                      <a:lnTo>
                        <a:pt x="27404" y="0"/>
                      </a:lnTo>
                      <a:close/>
                    </a:path>
                  </a:pathLst>
                </a:custGeom>
                <a:solidFill>
                  <a:srgbClr val="FFAD8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" name="Google Shape;225;p19">
                  <a:extLst>
                    <a:ext uri="{FF2B5EF4-FFF2-40B4-BE49-F238E27FC236}">
                      <a16:creationId xmlns:a16="http://schemas.microsoft.com/office/drawing/2014/main" id="{186585CF-3261-6D82-13C9-01CD14D8F39F}"/>
                    </a:ext>
                  </a:extLst>
                </p:cNvPr>
                <p:cNvSpPr/>
                <p:nvPr/>
              </p:nvSpPr>
              <p:spPr>
                <a:xfrm>
                  <a:off x="5754025" y="1856100"/>
                  <a:ext cx="269675" cy="27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87" h="11121" extrusionOk="0">
                      <a:moveTo>
                        <a:pt x="10379" y="1"/>
                      </a:moveTo>
                      <a:cubicBezTo>
                        <a:pt x="10312" y="1"/>
                        <a:pt x="10243" y="29"/>
                        <a:pt x="10183" y="97"/>
                      </a:cubicBezTo>
                      <a:cubicBezTo>
                        <a:pt x="6970" y="3745"/>
                        <a:pt x="2770" y="6898"/>
                        <a:pt x="61" y="10943"/>
                      </a:cubicBezTo>
                      <a:cubicBezTo>
                        <a:pt x="1" y="11032"/>
                        <a:pt x="84" y="11121"/>
                        <a:pt x="170" y="11121"/>
                      </a:cubicBezTo>
                      <a:cubicBezTo>
                        <a:pt x="198" y="11121"/>
                        <a:pt x="226" y="11111"/>
                        <a:pt x="250" y="11090"/>
                      </a:cubicBezTo>
                      <a:lnTo>
                        <a:pt x="250" y="11089"/>
                      </a:lnTo>
                      <a:cubicBezTo>
                        <a:pt x="3840" y="7820"/>
                        <a:pt x="7472" y="4229"/>
                        <a:pt x="10602" y="516"/>
                      </a:cubicBezTo>
                      <a:cubicBezTo>
                        <a:pt x="10787" y="296"/>
                        <a:pt x="10594" y="1"/>
                        <a:pt x="1037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" name="Google Shape;226;p19">
                  <a:extLst>
                    <a:ext uri="{FF2B5EF4-FFF2-40B4-BE49-F238E27FC236}">
                      <a16:creationId xmlns:a16="http://schemas.microsoft.com/office/drawing/2014/main" id="{FC7051A8-E20F-64FC-8E6F-941EE04BCBD1}"/>
                    </a:ext>
                  </a:extLst>
                </p:cNvPr>
                <p:cNvSpPr/>
                <p:nvPr/>
              </p:nvSpPr>
              <p:spPr>
                <a:xfrm>
                  <a:off x="5656550" y="2240950"/>
                  <a:ext cx="438375" cy="23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35" h="9589" extrusionOk="0">
                      <a:moveTo>
                        <a:pt x="8372" y="2708"/>
                      </a:moveTo>
                      <a:cubicBezTo>
                        <a:pt x="8529" y="2708"/>
                        <a:pt x="8685" y="2731"/>
                        <a:pt x="8836" y="2773"/>
                      </a:cubicBezTo>
                      <a:cubicBezTo>
                        <a:pt x="9168" y="2863"/>
                        <a:pt x="9461" y="3063"/>
                        <a:pt x="9733" y="3269"/>
                      </a:cubicBezTo>
                      <a:lnTo>
                        <a:pt x="9733" y="3269"/>
                      </a:lnTo>
                      <a:cubicBezTo>
                        <a:pt x="9864" y="3718"/>
                        <a:pt x="9909" y="4190"/>
                        <a:pt x="9730" y="4568"/>
                      </a:cubicBezTo>
                      <a:cubicBezTo>
                        <a:pt x="9550" y="4965"/>
                        <a:pt x="9151" y="5229"/>
                        <a:pt x="8722" y="5383"/>
                      </a:cubicBezTo>
                      <a:cubicBezTo>
                        <a:pt x="8132" y="5578"/>
                        <a:pt x="7508" y="5657"/>
                        <a:pt x="6904" y="5657"/>
                      </a:cubicBezTo>
                      <a:cubicBezTo>
                        <a:pt x="6800" y="5657"/>
                        <a:pt x="6696" y="5655"/>
                        <a:pt x="6594" y="5650"/>
                      </a:cubicBezTo>
                      <a:lnTo>
                        <a:pt x="6594" y="5650"/>
                      </a:lnTo>
                      <a:cubicBezTo>
                        <a:pt x="6577" y="5590"/>
                        <a:pt x="6561" y="5530"/>
                        <a:pt x="6547" y="5468"/>
                      </a:cubicBezTo>
                      <a:cubicBezTo>
                        <a:pt x="6287" y="4472"/>
                        <a:pt x="6790" y="3240"/>
                        <a:pt x="7782" y="2822"/>
                      </a:cubicBezTo>
                      <a:cubicBezTo>
                        <a:pt x="7971" y="2745"/>
                        <a:pt x="8172" y="2708"/>
                        <a:pt x="8372" y="2708"/>
                      </a:cubicBezTo>
                      <a:close/>
                      <a:moveTo>
                        <a:pt x="14" y="0"/>
                      </a:moveTo>
                      <a:cubicBezTo>
                        <a:pt x="14" y="0"/>
                        <a:pt x="13" y="0"/>
                        <a:pt x="13" y="0"/>
                      </a:cubicBezTo>
                      <a:cubicBezTo>
                        <a:pt x="0" y="2"/>
                        <a:pt x="6" y="104"/>
                        <a:pt x="30" y="296"/>
                      </a:cubicBezTo>
                      <a:cubicBezTo>
                        <a:pt x="72" y="576"/>
                        <a:pt x="135" y="851"/>
                        <a:pt x="219" y="1122"/>
                      </a:cubicBezTo>
                      <a:cubicBezTo>
                        <a:pt x="431" y="1826"/>
                        <a:pt x="879" y="2843"/>
                        <a:pt x="1804" y="3834"/>
                      </a:cubicBezTo>
                      <a:cubicBezTo>
                        <a:pt x="2716" y="4821"/>
                        <a:pt x="4179" y="5729"/>
                        <a:pt x="5997" y="5971"/>
                      </a:cubicBezTo>
                      <a:cubicBezTo>
                        <a:pt x="6091" y="5983"/>
                        <a:pt x="6185" y="5993"/>
                        <a:pt x="6280" y="6002"/>
                      </a:cubicBezTo>
                      <a:lnTo>
                        <a:pt x="6280" y="6002"/>
                      </a:lnTo>
                      <a:cubicBezTo>
                        <a:pt x="6631" y="6957"/>
                        <a:pt x="7328" y="7699"/>
                        <a:pt x="8057" y="8242"/>
                      </a:cubicBezTo>
                      <a:cubicBezTo>
                        <a:pt x="9357" y="9200"/>
                        <a:pt x="10841" y="9589"/>
                        <a:pt x="12156" y="9589"/>
                      </a:cubicBezTo>
                      <a:cubicBezTo>
                        <a:pt x="12579" y="9589"/>
                        <a:pt x="12984" y="9549"/>
                        <a:pt x="13360" y="9474"/>
                      </a:cubicBezTo>
                      <a:cubicBezTo>
                        <a:pt x="14931" y="9167"/>
                        <a:pt x="16023" y="8400"/>
                        <a:pt x="16661" y="7809"/>
                      </a:cubicBezTo>
                      <a:cubicBezTo>
                        <a:pt x="16906" y="7579"/>
                        <a:pt x="17134" y="7328"/>
                        <a:pt x="17338" y="7060"/>
                      </a:cubicBezTo>
                      <a:cubicBezTo>
                        <a:pt x="17471" y="6871"/>
                        <a:pt x="17534" y="6769"/>
                        <a:pt x="17523" y="6760"/>
                      </a:cubicBezTo>
                      <a:cubicBezTo>
                        <a:pt x="17522" y="6759"/>
                        <a:pt x="17521" y="6759"/>
                        <a:pt x="17519" y="6759"/>
                      </a:cubicBezTo>
                      <a:cubicBezTo>
                        <a:pt x="17476" y="6759"/>
                        <a:pt x="17190" y="7148"/>
                        <a:pt x="16553" y="7686"/>
                      </a:cubicBezTo>
                      <a:cubicBezTo>
                        <a:pt x="15899" y="8227"/>
                        <a:pt x="14816" y="8927"/>
                        <a:pt x="13308" y="9183"/>
                      </a:cubicBezTo>
                      <a:cubicBezTo>
                        <a:pt x="12987" y="9238"/>
                        <a:pt x="12645" y="9268"/>
                        <a:pt x="12290" y="9268"/>
                      </a:cubicBezTo>
                      <a:cubicBezTo>
                        <a:pt x="11004" y="9268"/>
                        <a:pt x="9547" y="8881"/>
                        <a:pt x="8288" y="7933"/>
                      </a:cubicBezTo>
                      <a:cubicBezTo>
                        <a:pt x="7651" y="7451"/>
                        <a:pt x="7056" y="6807"/>
                        <a:pt x="6729" y="6032"/>
                      </a:cubicBezTo>
                      <a:lnTo>
                        <a:pt x="6729" y="6032"/>
                      </a:lnTo>
                      <a:cubicBezTo>
                        <a:pt x="6818" y="6035"/>
                        <a:pt x="6906" y="6037"/>
                        <a:pt x="6996" y="6037"/>
                      </a:cubicBezTo>
                      <a:cubicBezTo>
                        <a:pt x="7602" y="6037"/>
                        <a:pt x="8226" y="5959"/>
                        <a:pt x="8857" y="5758"/>
                      </a:cubicBezTo>
                      <a:cubicBezTo>
                        <a:pt x="9336" y="5590"/>
                        <a:pt x="9850" y="5277"/>
                        <a:pt x="10100" y="4740"/>
                      </a:cubicBezTo>
                      <a:cubicBezTo>
                        <a:pt x="10352" y="4202"/>
                        <a:pt x="10267" y="3600"/>
                        <a:pt x="10110" y="3082"/>
                      </a:cubicBezTo>
                      <a:lnTo>
                        <a:pt x="10092" y="3022"/>
                      </a:lnTo>
                      <a:lnTo>
                        <a:pt x="10047" y="2988"/>
                      </a:lnTo>
                      <a:cubicBezTo>
                        <a:pt x="9729" y="2740"/>
                        <a:pt x="9381" y="2491"/>
                        <a:pt x="8953" y="2372"/>
                      </a:cubicBezTo>
                      <a:cubicBezTo>
                        <a:pt x="8768" y="2319"/>
                        <a:pt x="8571" y="2291"/>
                        <a:pt x="8373" y="2291"/>
                      </a:cubicBezTo>
                      <a:cubicBezTo>
                        <a:pt x="8120" y="2291"/>
                        <a:pt x="7864" y="2336"/>
                        <a:pt x="7626" y="2434"/>
                      </a:cubicBezTo>
                      <a:cubicBezTo>
                        <a:pt x="6393" y="2961"/>
                        <a:pt x="5852" y="4403"/>
                        <a:pt x="6147" y="5557"/>
                      </a:cubicBezTo>
                      <a:cubicBezTo>
                        <a:pt x="6151" y="5578"/>
                        <a:pt x="6156" y="5598"/>
                        <a:pt x="6162" y="5619"/>
                      </a:cubicBezTo>
                      <a:lnTo>
                        <a:pt x="6162" y="5619"/>
                      </a:lnTo>
                      <a:cubicBezTo>
                        <a:pt x="6122" y="5615"/>
                        <a:pt x="6083" y="5611"/>
                        <a:pt x="6044" y="5606"/>
                      </a:cubicBezTo>
                      <a:cubicBezTo>
                        <a:pt x="4312" y="5399"/>
                        <a:pt x="2905" y="4566"/>
                        <a:pt x="2002" y="3643"/>
                      </a:cubicBezTo>
                      <a:cubicBezTo>
                        <a:pt x="1280" y="2913"/>
                        <a:pt x="719" y="2037"/>
                        <a:pt x="360" y="1074"/>
                      </a:cubicBezTo>
                      <a:cubicBezTo>
                        <a:pt x="110" y="399"/>
                        <a:pt x="49" y="0"/>
                        <a:pt x="14" y="0"/>
                      </a:cubicBezTo>
                      <a:close/>
                    </a:path>
                  </a:pathLst>
                </a:custGeom>
                <a:solidFill>
                  <a:srgbClr val="E660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" name="Google Shape;227;p19">
                  <a:extLst>
                    <a:ext uri="{FF2B5EF4-FFF2-40B4-BE49-F238E27FC236}">
                      <a16:creationId xmlns:a16="http://schemas.microsoft.com/office/drawing/2014/main" id="{BABFBF0B-65A2-E435-6D14-3EFC6E93B9AB}"/>
                    </a:ext>
                  </a:extLst>
                </p:cNvPr>
                <p:cNvSpPr/>
                <p:nvPr/>
              </p:nvSpPr>
              <p:spPr>
                <a:xfrm>
                  <a:off x="5409800" y="2464075"/>
                  <a:ext cx="398300" cy="4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2" h="17076" extrusionOk="0">
                      <a:moveTo>
                        <a:pt x="9503" y="3182"/>
                      </a:moveTo>
                      <a:cubicBezTo>
                        <a:pt x="9725" y="3843"/>
                        <a:pt x="9768" y="4592"/>
                        <a:pt x="9577" y="5310"/>
                      </a:cubicBezTo>
                      <a:cubicBezTo>
                        <a:pt x="9439" y="5824"/>
                        <a:pt x="9173" y="6317"/>
                        <a:pt x="8776" y="6692"/>
                      </a:cubicBezTo>
                      <a:cubicBezTo>
                        <a:pt x="8391" y="7065"/>
                        <a:pt x="7878" y="7299"/>
                        <a:pt x="7328" y="7394"/>
                      </a:cubicBezTo>
                      <a:lnTo>
                        <a:pt x="7328" y="7394"/>
                      </a:lnTo>
                      <a:cubicBezTo>
                        <a:pt x="6970" y="7303"/>
                        <a:pt x="6634" y="7134"/>
                        <a:pt x="6414" y="6875"/>
                      </a:cubicBezTo>
                      <a:cubicBezTo>
                        <a:pt x="6198" y="6598"/>
                        <a:pt x="6133" y="6217"/>
                        <a:pt x="6223" y="5836"/>
                      </a:cubicBezTo>
                      <a:cubicBezTo>
                        <a:pt x="6391" y="5069"/>
                        <a:pt x="6971" y="4375"/>
                        <a:pt x="7659" y="3901"/>
                      </a:cubicBezTo>
                      <a:cubicBezTo>
                        <a:pt x="8217" y="3523"/>
                        <a:pt x="8853" y="3282"/>
                        <a:pt x="9503" y="3182"/>
                      </a:cubicBezTo>
                      <a:close/>
                      <a:moveTo>
                        <a:pt x="4882" y="0"/>
                      </a:moveTo>
                      <a:cubicBezTo>
                        <a:pt x="4774" y="0"/>
                        <a:pt x="4667" y="3"/>
                        <a:pt x="4561" y="8"/>
                      </a:cubicBezTo>
                      <a:cubicBezTo>
                        <a:pt x="3018" y="100"/>
                        <a:pt x="1873" y="592"/>
                        <a:pt x="1123" y="939"/>
                      </a:cubicBezTo>
                      <a:cubicBezTo>
                        <a:pt x="747" y="1118"/>
                        <a:pt x="468" y="1277"/>
                        <a:pt x="281" y="1386"/>
                      </a:cubicBezTo>
                      <a:cubicBezTo>
                        <a:pt x="95" y="1499"/>
                        <a:pt x="1" y="1563"/>
                        <a:pt x="7" y="1573"/>
                      </a:cubicBezTo>
                      <a:cubicBezTo>
                        <a:pt x="8" y="1575"/>
                        <a:pt x="10" y="1576"/>
                        <a:pt x="13" y="1576"/>
                      </a:cubicBezTo>
                      <a:cubicBezTo>
                        <a:pt x="66" y="1576"/>
                        <a:pt x="462" y="1369"/>
                        <a:pt x="1181" y="1067"/>
                      </a:cubicBezTo>
                      <a:cubicBezTo>
                        <a:pt x="1939" y="763"/>
                        <a:pt x="3083" y="322"/>
                        <a:pt x="4572" y="269"/>
                      </a:cubicBezTo>
                      <a:cubicBezTo>
                        <a:pt x="4626" y="267"/>
                        <a:pt x="4681" y="267"/>
                        <a:pt x="4735" y="267"/>
                      </a:cubicBezTo>
                      <a:cubicBezTo>
                        <a:pt x="5430" y="267"/>
                        <a:pt x="6191" y="382"/>
                        <a:pt x="6945" y="680"/>
                      </a:cubicBezTo>
                      <a:cubicBezTo>
                        <a:pt x="7754" y="997"/>
                        <a:pt x="8561" y="1546"/>
                        <a:pt x="9106" y="2365"/>
                      </a:cubicBezTo>
                      <a:cubicBezTo>
                        <a:pt x="9194" y="2497"/>
                        <a:pt x="9273" y="2638"/>
                        <a:pt x="9343" y="2785"/>
                      </a:cubicBezTo>
                      <a:lnTo>
                        <a:pt x="9343" y="2785"/>
                      </a:lnTo>
                      <a:cubicBezTo>
                        <a:pt x="8667" y="2902"/>
                        <a:pt x="8007" y="3158"/>
                        <a:pt x="7423" y="3554"/>
                      </a:cubicBezTo>
                      <a:cubicBezTo>
                        <a:pt x="6664" y="4085"/>
                        <a:pt x="6023" y="4826"/>
                        <a:pt x="5815" y="5752"/>
                      </a:cubicBezTo>
                      <a:cubicBezTo>
                        <a:pt x="5707" y="6204"/>
                        <a:pt x="5781" y="6746"/>
                        <a:pt x="6093" y="7133"/>
                      </a:cubicBezTo>
                      <a:cubicBezTo>
                        <a:pt x="6412" y="7509"/>
                        <a:pt x="6854" y="7700"/>
                        <a:pt x="7271" y="7799"/>
                      </a:cubicBezTo>
                      <a:lnTo>
                        <a:pt x="7311" y="7808"/>
                      </a:lnTo>
                      <a:lnTo>
                        <a:pt x="7352" y="7803"/>
                      </a:lnTo>
                      <a:cubicBezTo>
                        <a:pt x="7986" y="7700"/>
                        <a:pt x="8598" y="7424"/>
                        <a:pt x="9049" y="6982"/>
                      </a:cubicBezTo>
                      <a:cubicBezTo>
                        <a:pt x="9505" y="6545"/>
                        <a:pt x="9801" y="5982"/>
                        <a:pt x="9949" y="5408"/>
                      </a:cubicBezTo>
                      <a:cubicBezTo>
                        <a:pt x="10146" y="4636"/>
                        <a:pt x="10103" y="3845"/>
                        <a:pt x="9873" y="3140"/>
                      </a:cubicBezTo>
                      <a:lnTo>
                        <a:pt x="9873" y="3140"/>
                      </a:lnTo>
                      <a:cubicBezTo>
                        <a:pt x="9984" y="3132"/>
                        <a:pt x="10095" y="3128"/>
                        <a:pt x="10206" y="3128"/>
                      </a:cubicBezTo>
                      <a:cubicBezTo>
                        <a:pt x="10730" y="3128"/>
                        <a:pt x="11247" y="3218"/>
                        <a:pt x="11726" y="3400"/>
                      </a:cubicBezTo>
                      <a:cubicBezTo>
                        <a:pt x="13030" y="3873"/>
                        <a:pt x="14061" y="4859"/>
                        <a:pt x="14692" y="5967"/>
                      </a:cubicBezTo>
                      <a:cubicBezTo>
                        <a:pt x="15326" y="7084"/>
                        <a:pt x="15568" y="8328"/>
                        <a:pt x="15568" y="9475"/>
                      </a:cubicBezTo>
                      <a:cubicBezTo>
                        <a:pt x="15572" y="10628"/>
                        <a:pt x="15343" y="11699"/>
                        <a:pt x="15003" y="12617"/>
                      </a:cubicBezTo>
                      <a:cubicBezTo>
                        <a:pt x="14312" y="14472"/>
                        <a:pt x="13151" y="15676"/>
                        <a:pt x="12243" y="16284"/>
                      </a:cubicBezTo>
                      <a:cubicBezTo>
                        <a:pt x="11327" y="16909"/>
                        <a:pt x="10698" y="17028"/>
                        <a:pt x="10717" y="17075"/>
                      </a:cubicBezTo>
                      <a:cubicBezTo>
                        <a:pt x="10717" y="17075"/>
                        <a:pt x="11361" y="17019"/>
                        <a:pt x="12332" y="16421"/>
                      </a:cubicBezTo>
                      <a:cubicBezTo>
                        <a:pt x="13292" y="15838"/>
                        <a:pt x="14529" y="14627"/>
                        <a:pt x="15279" y="12724"/>
                      </a:cubicBezTo>
                      <a:cubicBezTo>
                        <a:pt x="15648" y="11779"/>
                        <a:pt x="15903" y="10677"/>
                        <a:pt x="15915" y="9476"/>
                      </a:cubicBezTo>
                      <a:cubicBezTo>
                        <a:pt x="15931" y="8282"/>
                        <a:pt x="15692" y="6973"/>
                        <a:pt x="15028" y="5777"/>
                      </a:cubicBezTo>
                      <a:cubicBezTo>
                        <a:pt x="14366" y="4594"/>
                        <a:pt x="13278" y="3534"/>
                        <a:pt x="11866" y="3015"/>
                      </a:cubicBezTo>
                      <a:cubicBezTo>
                        <a:pt x="11340" y="2813"/>
                        <a:pt x="10770" y="2712"/>
                        <a:pt x="10193" y="2712"/>
                      </a:cubicBezTo>
                      <a:cubicBezTo>
                        <a:pt x="10034" y="2712"/>
                        <a:pt x="9875" y="2720"/>
                        <a:pt x="9716" y="2735"/>
                      </a:cubicBezTo>
                      <a:lnTo>
                        <a:pt x="9716" y="2735"/>
                      </a:lnTo>
                      <a:cubicBezTo>
                        <a:pt x="9626" y="2535"/>
                        <a:pt x="9519" y="2345"/>
                        <a:pt x="9398" y="2167"/>
                      </a:cubicBezTo>
                      <a:cubicBezTo>
                        <a:pt x="8792" y="1281"/>
                        <a:pt x="7916" y="711"/>
                        <a:pt x="7057" y="390"/>
                      </a:cubicBezTo>
                      <a:cubicBezTo>
                        <a:pt x="6311" y="109"/>
                        <a:pt x="5566" y="0"/>
                        <a:pt x="4882" y="0"/>
                      </a:cubicBezTo>
                      <a:close/>
                    </a:path>
                  </a:pathLst>
                </a:custGeom>
                <a:solidFill>
                  <a:srgbClr val="E660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9" name="Google Shape;228;p19">
                <a:extLst>
                  <a:ext uri="{FF2B5EF4-FFF2-40B4-BE49-F238E27FC236}">
                    <a16:creationId xmlns:a16="http://schemas.microsoft.com/office/drawing/2014/main" id="{76D7026C-8ABF-73F1-CD5B-F807529A92C8}"/>
                  </a:ext>
                </a:extLst>
              </p:cNvPr>
              <p:cNvSpPr/>
              <p:nvPr/>
            </p:nvSpPr>
            <p:spPr>
              <a:xfrm>
                <a:off x="3340250" y="2190575"/>
                <a:ext cx="89100" cy="269400"/>
              </a:xfrm>
              <a:prstGeom prst="rect">
                <a:avLst/>
              </a:pr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229;p19">
                <a:extLst>
                  <a:ext uri="{FF2B5EF4-FFF2-40B4-BE49-F238E27FC236}">
                    <a16:creationId xmlns:a16="http://schemas.microsoft.com/office/drawing/2014/main" id="{1E2C5787-3ED8-0C98-9742-36F94AC75AAC}"/>
                  </a:ext>
                </a:extLst>
              </p:cNvPr>
              <p:cNvSpPr/>
              <p:nvPr/>
            </p:nvSpPr>
            <p:spPr>
              <a:xfrm>
                <a:off x="2766025" y="449625"/>
                <a:ext cx="111300" cy="101400"/>
              </a:xfrm>
              <a:prstGeom prst="ellipse">
                <a:avLst/>
              </a:prstGeom>
              <a:solidFill>
                <a:srgbClr val="361A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230;p19">
                <a:extLst>
                  <a:ext uri="{FF2B5EF4-FFF2-40B4-BE49-F238E27FC236}">
                    <a16:creationId xmlns:a16="http://schemas.microsoft.com/office/drawing/2014/main" id="{005778D1-1FC1-A996-91C7-3898E26A3432}"/>
                  </a:ext>
                </a:extLst>
              </p:cNvPr>
              <p:cNvSpPr/>
              <p:nvPr/>
            </p:nvSpPr>
            <p:spPr>
              <a:xfrm>
                <a:off x="3261275" y="2271425"/>
                <a:ext cx="186100" cy="178125"/>
              </a:xfrm>
              <a:custGeom>
                <a:avLst/>
                <a:gdLst/>
                <a:ahLst/>
                <a:cxnLst/>
                <a:rect l="l" t="t" r="r" b="b"/>
                <a:pathLst>
                  <a:path w="7444" h="7125" extrusionOk="0">
                    <a:moveTo>
                      <a:pt x="3496" y="279"/>
                    </a:moveTo>
                    <a:cubicBezTo>
                      <a:pt x="3662" y="279"/>
                      <a:pt x="3834" y="290"/>
                      <a:pt x="4013" y="313"/>
                    </a:cubicBezTo>
                    <a:cubicBezTo>
                      <a:pt x="4506" y="382"/>
                      <a:pt x="5041" y="554"/>
                      <a:pt x="5515" y="887"/>
                    </a:cubicBezTo>
                    <a:cubicBezTo>
                      <a:pt x="5983" y="1224"/>
                      <a:pt x="6386" y="1720"/>
                      <a:pt x="6589" y="2342"/>
                    </a:cubicBezTo>
                    <a:cubicBezTo>
                      <a:pt x="7016" y="3549"/>
                      <a:pt x="6716" y="5241"/>
                      <a:pt x="5511" y="6146"/>
                    </a:cubicBezTo>
                    <a:cubicBezTo>
                      <a:pt x="4961" y="6540"/>
                      <a:pt x="4315" y="6712"/>
                      <a:pt x="3677" y="6712"/>
                    </a:cubicBezTo>
                    <a:cubicBezTo>
                      <a:pt x="2893" y="6712"/>
                      <a:pt x="2122" y="6451"/>
                      <a:pt x="1560" y="6024"/>
                    </a:cubicBezTo>
                    <a:cubicBezTo>
                      <a:pt x="1030" y="5642"/>
                      <a:pt x="682" y="5104"/>
                      <a:pt x="509" y="4556"/>
                    </a:cubicBezTo>
                    <a:cubicBezTo>
                      <a:pt x="339" y="4001"/>
                      <a:pt x="347" y="3440"/>
                      <a:pt x="439" y="2951"/>
                    </a:cubicBezTo>
                    <a:cubicBezTo>
                      <a:pt x="632" y="1961"/>
                      <a:pt x="1158" y="1272"/>
                      <a:pt x="1582" y="907"/>
                    </a:cubicBezTo>
                    <a:cubicBezTo>
                      <a:pt x="1745" y="766"/>
                      <a:pt x="1891" y="661"/>
                      <a:pt x="2008" y="584"/>
                    </a:cubicBezTo>
                    <a:lnTo>
                      <a:pt x="2008" y="584"/>
                    </a:lnTo>
                    <a:cubicBezTo>
                      <a:pt x="2393" y="415"/>
                      <a:pt x="2902" y="279"/>
                      <a:pt x="3496" y="279"/>
                    </a:cubicBezTo>
                    <a:close/>
                    <a:moveTo>
                      <a:pt x="3659" y="0"/>
                    </a:moveTo>
                    <a:cubicBezTo>
                      <a:pt x="2758" y="0"/>
                      <a:pt x="2044" y="301"/>
                      <a:pt x="1621" y="597"/>
                    </a:cubicBezTo>
                    <a:cubicBezTo>
                      <a:pt x="1373" y="763"/>
                      <a:pt x="1204" y="925"/>
                      <a:pt x="1106" y="1046"/>
                    </a:cubicBezTo>
                    <a:cubicBezTo>
                      <a:pt x="1006" y="1165"/>
                      <a:pt x="960" y="1233"/>
                      <a:pt x="970" y="1242"/>
                    </a:cubicBezTo>
                    <a:cubicBezTo>
                      <a:pt x="972" y="1244"/>
                      <a:pt x="974" y="1245"/>
                      <a:pt x="977" y="1245"/>
                    </a:cubicBezTo>
                    <a:cubicBezTo>
                      <a:pt x="977" y="1245"/>
                      <a:pt x="977" y="1245"/>
                      <a:pt x="977" y="1245"/>
                    </a:cubicBezTo>
                    <a:lnTo>
                      <a:pt x="977" y="1245"/>
                    </a:lnTo>
                    <a:cubicBezTo>
                      <a:pt x="638" y="1634"/>
                      <a:pt x="314" y="2182"/>
                      <a:pt x="148" y="2890"/>
                    </a:cubicBezTo>
                    <a:cubicBezTo>
                      <a:pt x="31" y="3414"/>
                      <a:pt x="1" y="4028"/>
                      <a:pt x="175" y="4653"/>
                    </a:cubicBezTo>
                    <a:cubicBezTo>
                      <a:pt x="352" y="5273"/>
                      <a:pt x="740" y="5896"/>
                      <a:pt x="1326" y="6331"/>
                    </a:cubicBezTo>
                    <a:cubicBezTo>
                      <a:pt x="1955" y="6820"/>
                      <a:pt x="2815" y="7124"/>
                      <a:pt x="3700" y="7124"/>
                    </a:cubicBezTo>
                    <a:cubicBezTo>
                      <a:pt x="4405" y="7124"/>
                      <a:pt x="5126" y="6931"/>
                      <a:pt x="5757" y="6483"/>
                    </a:cubicBezTo>
                    <a:cubicBezTo>
                      <a:pt x="7148" y="5428"/>
                      <a:pt x="7443" y="3556"/>
                      <a:pt x="6952" y="2213"/>
                    </a:cubicBezTo>
                    <a:cubicBezTo>
                      <a:pt x="6716" y="1522"/>
                      <a:pt x="6244" y="963"/>
                      <a:pt x="5711" y="601"/>
                    </a:cubicBezTo>
                    <a:cubicBezTo>
                      <a:pt x="5173" y="241"/>
                      <a:pt x="4583" y="74"/>
                      <a:pt x="4047" y="19"/>
                    </a:cubicBezTo>
                    <a:cubicBezTo>
                      <a:pt x="3914" y="6"/>
                      <a:pt x="3785" y="0"/>
                      <a:pt x="3659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" name="Google Shape;336;p22">
              <a:extLst>
                <a:ext uri="{FF2B5EF4-FFF2-40B4-BE49-F238E27FC236}">
                  <a16:creationId xmlns:a16="http://schemas.microsoft.com/office/drawing/2014/main" id="{7A2748D6-9302-71BD-9709-7850C7C258BC}"/>
                </a:ext>
              </a:extLst>
            </p:cNvPr>
            <p:cNvSpPr/>
            <p:nvPr/>
          </p:nvSpPr>
          <p:spPr>
            <a:xfrm>
              <a:off x="-48555" y="183387"/>
              <a:ext cx="162300" cy="4521900"/>
            </a:xfrm>
            <a:prstGeom prst="rect">
              <a:avLst/>
            </a:prstGeom>
            <a:solidFill>
              <a:srgbClr val="38A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E41A8296-104E-C7E4-E2D9-D7597A68461A}"/>
                </a:ext>
              </a:extLst>
            </p:cNvPr>
            <p:cNvSpPr txBox="1"/>
            <p:nvPr/>
          </p:nvSpPr>
          <p:spPr>
            <a:xfrm>
              <a:off x="4581775" y="467291"/>
              <a:ext cx="4120701" cy="792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s-ES" sz="2600">
                <a:solidFill>
                  <a:schemeClr val="bg1"/>
                </a:solidFill>
                <a:latin typeface="Bahnschrift SemiLight Condensed" panose="020B0502040204020203" pitchFamily="34" charset="0"/>
              </a:endParaRPr>
            </a:p>
            <a:p>
              <a:pPr algn="ctr"/>
              <a:endParaRPr lang="es-ES" sz="2600">
                <a:solidFill>
                  <a:schemeClr val="bg1"/>
                </a:solidFill>
                <a:latin typeface="Bahnschrift SemiLight Condensed" panose="020B0502040204020203" pitchFamily="34" charset="0"/>
              </a:endParaRPr>
            </a:p>
          </p:txBody>
        </p:sp>
      </p:grpSp>
      <p:graphicFrame>
        <p:nvGraphicFramePr>
          <p:cNvPr id="269" name="Diagrama 268">
            <a:extLst>
              <a:ext uri="{FF2B5EF4-FFF2-40B4-BE49-F238E27FC236}">
                <a16:creationId xmlns:a16="http://schemas.microsoft.com/office/drawing/2014/main" id="{7A6F9912-A602-B0D0-1166-ADEDBA343F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4306408"/>
              </p:ext>
            </p:extLst>
          </p:nvPr>
        </p:nvGraphicFramePr>
        <p:xfrm>
          <a:off x="4287372" y="1359982"/>
          <a:ext cx="7735968" cy="544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1267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F008F-CE87-01B3-F5D5-ABD5869D7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4;p41">
            <a:extLst>
              <a:ext uri="{FF2B5EF4-FFF2-40B4-BE49-F238E27FC236}">
                <a16:creationId xmlns:a16="http://schemas.microsoft.com/office/drawing/2014/main" id="{D99B542B-6BAD-F42F-BBB1-C3535A80C20D}"/>
              </a:ext>
            </a:extLst>
          </p:cNvPr>
          <p:cNvSpPr/>
          <p:nvPr/>
        </p:nvSpPr>
        <p:spPr>
          <a:xfrm>
            <a:off x="1070264" y="1340428"/>
            <a:ext cx="10422082" cy="4520045"/>
          </a:xfrm>
          <a:custGeom>
            <a:avLst/>
            <a:gdLst/>
            <a:ahLst/>
            <a:cxnLst/>
            <a:rect l="l" t="t" r="r" b="b"/>
            <a:pathLst>
              <a:path w="63208" h="20287" extrusionOk="0">
                <a:moveTo>
                  <a:pt x="59743" y="865"/>
                </a:moveTo>
                <a:cubicBezTo>
                  <a:pt x="59778" y="865"/>
                  <a:pt x="59807" y="878"/>
                  <a:pt x="59815" y="905"/>
                </a:cubicBezTo>
                <a:cubicBezTo>
                  <a:pt x="59863" y="929"/>
                  <a:pt x="59815" y="941"/>
                  <a:pt x="59756" y="941"/>
                </a:cubicBezTo>
                <a:cubicBezTo>
                  <a:pt x="59637" y="929"/>
                  <a:pt x="59625" y="905"/>
                  <a:pt x="59708" y="869"/>
                </a:cubicBezTo>
                <a:cubicBezTo>
                  <a:pt x="59720" y="867"/>
                  <a:pt x="59732" y="865"/>
                  <a:pt x="59743" y="865"/>
                </a:cubicBezTo>
                <a:close/>
                <a:moveTo>
                  <a:pt x="60113" y="949"/>
                </a:moveTo>
                <a:cubicBezTo>
                  <a:pt x="60129" y="949"/>
                  <a:pt x="60146" y="955"/>
                  <a:pt x="60161" y="965"/>
                </a:cubicBezTo>
                <a:cubicBezTo>
                  <a:pt x="60196" y="989"/>
                  <a:pt x="60196" y="1036"/>
                  <a:pt x="60173" y="1060"/>
                </a:cubicBezTo>
                <a:cubicBezTo>
                  <a:pt x="60149" y="1092"/>
                  <a:pt x="60125" y="1102"/>
                  <a:pt x="60101" y="1102"/>
                </a:cubicBezTo>
                <a:cubicBezTo>
                  <a:pt x="60089" y="1102"/>
                  <a:pt x="60077" y="1100"/>
                  <a:pt x="60065" y="1096"/>
                </a:cubicBezTo>
                <a:cubicBezTo>
                  <a:pt x="60042" y="1084"/>
                  <a:pt x="60018" y="1036"/>
                  <a:pt x="60054" y="989"/>
                </a:cubicBezTo>
                <a:cubicBezTo>
                  <a:pt x="60068" y="961"/>
                  <a:pt x="60090" y="949"/>
                  <a:pt x="60113" y="949"/>
                </a:cubicBezTo>
                <a:close/>
                <a:moveTo>
                  <a:pt x="52312" y="1282"/>
                </a:moveTo>
                <a:cubicBezTo>
                  <a:pt x="52342" y="1282"/>
                  <a:pt x="52362" y="1295"/>
                  <a:pt x="52362" y="1322"/>
                </a:cubicBezTo>
                <a:cubicBezTo>
                  <a:pt x="52362" y="1346"/>
                  <a:pt x="52315" y="1381"/>
                  <a:pt x="52267" y="1393"/>
                </a:cubicBezTo>
                <a:cubicBezTo>
                  <a:pt x="52255" y="1396"/>
                  <a:pt x="52245" y="1398"/>
                  <a:pt x="52236" y="1398"/>
                </a:cubicBezTo>
                <a:cubicBezTo>
                  <a:pt x="52209" y="1398"/>
                  <a:pt x="52195" y="1384"/>
                  <a:pt x="52195" y="1358"/>
                </a:cubicBezTo>
                <a:cubicBezTo>
                  <a:pt x="52195" y="1334"/>
                  <a:pt x="52243" y="1298"/>
                  <a:pt x="52279" y="1286"/>
                </a:cubicBezTo>
                <a:cubicBezTo>
                  <a:pt x="52291" y="1283"/>
                  <a:pt x="52302" y="1282"/>
                  <a:pt x="52312" y="1282"/>
                </a:cubicBezTo>
                <a:close/>
                <a:moveTo>
                  <a:pt x="41541" y="2359"/>
                </a:moveTo>
                <a:cubicBezTo>
                  <a:pt x="41562" y="2359"/>
                  <a:pt x="41586" y="2369"/>
                  <a:pt x="41611" y="2393"/>
                </a:cubicBezTo>
                <a:cubicBezTo>
                  <a:pt x="41647" y="2417"/>
                  <a:pt x="41647" y="2465"/>
                  <a:pt x="41611" y="2489"/>
                </a:cubicBezTo>
                <a:cubicBezTo>
                  <a:pt x="41590" y="2510"/>
                  <a:pt x="41574" y="2519"/>
                  <a:pt x="41559" y="2519"/>
                </a:cubicBezTo>
                <a:cubicBezTo>
                  <a:pt x="41540" y="2519"/>
                  <a:pt x="41524" y="2504"/>
                  <a:pt x="41504" y="2477"/>
                </a:cubicBezTo>
                <a:cubicBezTo>
                  <a:pt x="41462" y="2418"/>
                  <a:pt x="41491" y="2359"/>
                  <a:pt x="41541" y="2359"/>
                </a:cubicBezTo>
                <a:close/>
                <a:moveTo>
                  <a:pt x="39384" y="2870"/>
                </a:moveTo>
                <a:cubicBezTo>
                  <a:pt x="39420" y="2870"/>
                  <a:pt x="39456" y="2882"/>
                  <a:pt x="39456" y="2894"/>
                </a:cubicBezTo>
                <a:cubicBezTo>
                  <a:pt x="39456" y="2905"/>
                  <a:pt x="39420" y="2929"/>
                  <a:pt x="39384" y="2941"/>
                </a:cubicBezTo>
                <a:cubicBezTo>
                  <a:pt x="39372" y="2944"/>
                  <a:pt x="39361" y="2946"/>
                  <a:pt x="39351" y="2946"/>
                </a:cubicBezTo>
                <a:cubicBezTo>
                  <a:pt x="39321" y="2946"/>
                  <a:pt x="39301" y="2932"/>
                  <a:pt x="39301" y="2905"/>
                </a:cubicBezTo>
                <a:cubicBezTo>
                  <a:pt x="39301" y="2882"/>
                  <a:pt x="39349" y="2870"/>
                  <a:pt x="39384" y="2870"/>
                </a:cubicBezTo>
                <a:close/>
                <a:moveTo>
                  <a:pt x="36182" y="3596"/>
                </a:moveTo>
                <a:cubicBezTo>
                  <a:pt x="36372" y="3596"/>
                  <a:pt x="36586" y="3608"/>
                  <a:pt x="36717" y="3644"/>
                </a:cubicBezTo>
                <a:cubicBezTo>
                  <a:pt x="36955" y="3667"/>
                  <a:pt x="36789" y="3727"/>
                  <a:pt x="36491" y="3727"/>
                </a:cubicBezTo>
                <a:lnTo>
                  <a:pt x="36074" y="3727"/>
                </a:lnTo>
                <a:cubicBezTo>
                  <a:pt x="35991" y="3727"/>
                  <a:pt x="35943" y="3715"/>
                  <a:pt x="35955" y="3667"/>
                </a:cubicBezTo>
                <a:cubicBezTo>
                  <a:pt x="35955" y="3632"/>
                  <a:pt x="35991" y="3596"/>
                  <a:pt x="36015" y="3596"/>
                </a:cubicBezTo>
                <a:close/>
                <a:moveTo>
                  <a:pt x="8150" y="7979"/>
                </a:moveTo>
                <a:cubicBezTo>
                  <a:pt x="8178" y="7979"/>
                  <a:pt x="8217" y="7993"/>
                  <a:pt x="8249" y="8001"/>
                </a:cubicBezTo>
                <a:cubicBezTo>
                  <a:pt x="8292" y="8018"/>
                  <a:pt x="8286" y="8035"/>
                  <a:pt x="8254" y="8035"/>
                </a:cubicBezTo>
                <a:cubicBezTo>
                  <a:pt x="8241" y="8035"/>
                  <a:pt x="8223" y="8032"/>
                  <a:pt x="8202" y="8025"/>
                </a:cubicBezTo>
                <a:cubicBezTo>
                  <a:pt x="8130" y="8013"/>
                  <a:pt x="8083" y="8001"/>
                  <a:pt x="8119" y="7989"/>
                </a:cubicBezTo>
                <a:cubicBezTo>
                  <a:pt x="8126" y="7982"/>
                  <a:pt x="8137" y="7979"/>
                  <a:pt x="8150" y="7979"/>
                </a:cubicBezTo>
                <a:close/>
                <a:moveTo>
                  <a:pt x="6237" y="9926"/>
                </a:moveTo>
                <a:cubicBezTo>
                  <a:pt x="6271" y="9926"/>
                  <a:pt x="6300" y="9939"/>
                  <a:pt x="6309" y="9966"/>
                </a:cubicBezTo>
                <a:cubicBezTo>
                  <a:pt x="6318" y="9993"/>
                  <a:pt x="6307" y="10006"/>
                  <a:pt x="6275" y="10006"/>
                </a:cubicBezTo>
                <a:cubicBezTo>
                  <a:pt x="6265" y="10006"/>
                  <a:pt x="6252" y="10005"/>
                  <a:pt x="6237" y="10002"/>
                </a:cubicBezTo>
                <a:cubicBezTo>
                  <a:pt x="6118" y="9978"/>
                  <a:pt x="6106" y="9966"/>
                  <a:pt x="6202" y="9930"/>
                </a:cubicBezTo>
                <a:cubicBezTo>
                  <a:pt x="6214" y="9927"/>
                  <a:pt x="6225" y="9926"/>
                  <a:pt x="6237" y="9926"/>
                </a:cubicBezTo>
                <a:close/>
                <a:moveTo>
                  <a:pt x="6842" y="10545"/>
                </a:moveTo>
                <a:cubicBezTo>
                  <a:pt x="6855" y="10545"/>
                  <a:pt x="6868" y="10546"/>
                  <a:pt x="6880" y="10549"/>
                </a:cubicBezTo>
                <a:cubicBezTo>
                  <a:pt x="6928" y="10549"/>
                  <a:pt x="6940" y="10573"/>
                  <a:pt x="6940" y="10609"/>
                </a:cubicBezTo>
                <a:cubicBezTo>
                  <a:pt x="6940" y="10621"/>
                  <a:pt x="6880" y="10633"/>
                  <a:pt x="6821" y="10633"/>
                </a:cubicBezTo>
                <a:cubicBezTo>
                  <a:pt x="6761" y="10621"/>
                  <a:pt x="6725" y="10609"/>
                  <a:pt x="6761" y="10573"/>
                </a:cubicBezTo>
                <a:cubicBezTo>
                  <a:pt x="6779" y="10556"/>
                  <a:pt x="6809" y="10545"/>
                  <a:pt x="6842" y="10545"/>
                </a:cubicBezTo>
                <a:close/>
                <a:moveTo>
                  <a:pt x="807" y="13583"/>
                </a:moveTo>
                <a:cubicBezTo>
                  <a:pt x="817" y="13583"/>
                  <a:pt x="829" y="13583"/>
                  <a:pt x="844" y="13585"/>
                </a:cubicBezTo>
                <a:cubicBezTo>
                  <a:pt x="891" y="13585"/>
                  <a:pt x="939" y="13633"/>
                  <a:pt x="951" y="13669"/>
                </a:cubicBezTo>
                <a:cubicBezTo>
                  <a:pt x="970" y="13714"/>
                  <a:pt x="972" y="13735"/>
                  <a:pt x="957" y="13735"/>
                </a:cubicBezTo>
                <a:cubicBezTo>
                  <a:pt x="943" y="13735"/>
                  <a:pt x="918" y="13720"/>
                  <a:pt x="880" y="13692"/>
                </a:cubicBezTo>
                <a:cubicBezTo>
                  <a:pt x="779" y="13612"/>
                  <a:pt x="755" y="13583"/>
                  <a:pt x="807" y="13583"/>
                </a:cubicBezTo>
                <a:close/>
                <a:moveTo>
                  <a:pt x="57482" y="0"/>
                </a:moveTo>
                <a:cubicBezTo>
                  <a:pt x="57458" y="0"/>
                  <a:pt x="57434" y="24"/>
                  <a:pt x="57434" y="84"/>
                </a:cubicBezTo>
                <a:cubicBezTo>
                  <a:pt x="57434" y="133"/>
                  <a:pt x="57393" y="158"/>
                  <a:pt x="57345" y="158"/>
                </a:cubicBezTo>
                <a:cubicBezTo>
                  <a:pt x="57335" y="158"/>
                  <a:pt x="57325" y="157"/>
                  <a:pt x="57315" y="155"/>
                </a:cubicBezTo>
                <a:cubicBezTo>
                  <a:pt x="57300" y="152"/>
                  <a:pt x="57285" y="151"/>
                  <a:pt x="57271" y="151"/>
                </a:cubicBezTo>
                <a:cubicBezTo>
                  <a:pt x="57230" y="151"/>
                  <a:pt x="57196" y="164"/>
                  <a:pt x="57196" y="191"/>
                </a:cubicBezTo>
                <a:cubicBezTo>
                  <a:pt x="57196" y="215"/>
                  <a:pt x="57148" y="227"/>
                  <a:pt x="57125" y="227"/>
                </a:cubicBezTo>
                <a:cubicBezTo>
                  <a:pt x="57077" y="227"/>
                  <a:pt x="57041" y="191"/>
                  <a:pt x="57065" y="143"/>
                </a:cubicBezTo>
                <a:cubicBezTo>
                  <a:pt x="57071" y="100"/>
                  <a:pt x="57074" y="79"/>
                  <a:pt x="57062" y="79"/>
                </a:cubicBezTo>
                <a:cubicBezTo>
                  <a:pt x="57051" y="79"/>
                  <a:pt x="57028" y="97"/>
                  <a:pt x="56982" y="131"/>
                </a:cubicBezTo>
                <a:cubicBezTo>
                  <a:pt x="56936" y="168"/>
                  <a:pt x="56856" y="183"/>
                  <a:pt x="56736" y="183"/>
                </a:cubicBezTo>
                <a:cubicBezTo>
                  <a:pt x="56699" y="183"/>
                  <a:pt x="56658" y="182"/>
                  <a:pt x="56613" y="179"/>
                </a:cubicBezTo>
                <a:cubicBezTo>
                  <a:pt x="56541" y="166"/>
                  <a:pt x="56483" y="159"/>
                  <a:pt x="56437" y="159"/>
                </a:cubicBezTo>
                <a:cubicBezTo>
                  <a:pt x="56361" y="159"/>
                  <a:pt x="56318" y="177"/>
                  <a:pt x="56303" y="215"/>
                </a:cubicBezTo>
                <a:cubicBezTo>
                  <a:pt x="56282" y="257"/>
                  <a:pt x="56209" y="278"/>
                  <a:pt x="56119" y="278"/>
                </a:cubicBezTo>
                <a:cubicBezTo>
                  <a:pt x="56006" y="278"/>
                  <a:pt x="55867" y="245"/>
                  <a:pt x="55767" y="179"/>
                </a:cubicBezTo>
                <a:cubicBezTo>
                  <a:pt x="55670" y="121"/>
                  <a:pt x="55598" y="91"/>
                  <a:pt x="55559" y="91"/>
                </a:cubicBezTo>
                <a:cubicBezTo>
                  <a:pt x="55527" y="91"/>
                  <a:pt x="55519" y="112"/>
                  <a:pt x="55541" y="155"/>
                </a:cubicBezTo>
                <a:cubicBezTo>
                  <a:pt x="55550" y="192"/>
                  <a:pt x="55545" y="207"/>
                  <a:pt x="55532" y="207"/>
                </a:cubicBezTo>
                <a:cubicBezTo>
                  <a:pt x="55528" y="207"/>
                  <a:pt x="55523" y="206"/>
                  <a:pt x="55517" y="203"/>
                </a:cubicBezTo>
                <a:cubicBezTo>
                  <a:pt x="55505" y="200"/>
                  <a:pt x="55494" y="198"/>
                  <a:pt x="55484" y="198"/>
                </a:cubicBezTo>
                <a:cubicBezTo>
                  <a:pt x="55454" y="198"/>
                  <a:pt x="55434" y="212"/>
                  <a:pt x="55434" y="238"/>
                </a:cubicBezTo>
                <a:cubicBezTo>
                  <a:pt x="55428" y="280"/>
                  <a:pt x="55425" y="301"/>
                  <a:pt x="55394" y="301"/>
                </a:cubicBezTo>
                <a:cubicBezTo>
                  <a:pt x="55363" y="301"/>
                  <a:pt x="55303" y="280"/>
                  <a:pt x="55184" y="238"/>
                </a:cubicBezTo>
                <a:cubicBezTo>
                  <a:pt x="55105" y="207"/>
                  <a:pt x="55046" y="191"/>
                  <a:pt x="55006" y="191"/>
                </a:cubicBezTo>
                <a:cubicBezTo>
                  <a:pt x="54985" y="191"/>
                  <a:pt x="54970" y="195"/>
                  <a:pt x="54958" y="203"/>
                </a:cubicBezTo>
                <a:cubicBezTo>
                  <a:pt x="54941" y="211"/>
                  <a:pt x="54891" y="225"/>
                  <a:pt x="54838" y="225"/>
                </a:cubicBezTo>
                <a:cubicBezTo>
                  <a:pt x="54814" y="225"/>
                  <a:pt x="54789" y="222"/>
                  <a:pt x="54767" y="215"/>
                </a:cubicBezTo>
                <a:cubicBezTo>
                  <a:pt x="54753" y="213"/>
                  <a:pt x="54739" y="212"/>
                  <a:pt x="54727" y="212"/>
                </a:cubicBezTo>
                <a:cubicBezTo>
                  <a:pt x="54665" y="212"/>
                  <a:pt x="54624" y="235"/>
                  <a:pt x="54624" y="274"/>
                </a:cubicBezTo>
                <a:cubicBezTo>
                  <a:pt x="54624" y="311"/>
                  <a:pt x="54576" y="326"/>
                  <a:pt x="54494" y="326"/>
                </a:cubicBezTo>
                <a:cubicBezTo>
                  <a:pt x="54469" y="326"/>
                  <a:pt x="54441" y="325"/>
                  <a:pt x="54410" y="322"/>
                </a:cubicBezTo>
                <a:cubicBezTo>
                  <a:pt x="54202" y="286"/>
                  <a:pt x="54053" y="268"/>
                  <a:pt x="53955" y="268"/>
                </a:cubicBezTo>
                <a:cubicBezTo>
                  <a:pt x="53856" y="268"/>
                  <a:pt x="53809" y="286"/>
                  <a:pt x="53803" y="322"/>
                </a:cubicBezTo>
                <a:cubicBezTo>
                  <a:pt x="53803" y="358"/>
                  <a:pt x="53780" y="372"/>
                  <a:pt x="53741" y="372"/>
                </a:cubicBezTo>
                <a:cubicBezTo>
                  <a:pt x="53716" y="372"/>
                  <a:pt x="53685" y="367"/>
                  <a:pt x="53648" y="358"/>
                </a:cubicBezTo>
                <a:cubicBezTo>
                  <a:pt x="53615" y="343"/>
                  <a:pt x="53577" y="337"/>
                  <a:pt x="53536" y="337"/>
                </a:cubicBezTo>
                <a:cubicBezTo>
                  <a:pt x="53474" y="337"/>
                  <a:pt x="53408" y="352"/>
                  <a:pt x="53350" y="381"/>
                </a:cubicBezTo>
                <a:cubicBezTo>
                  <a:pt x="53306" y="407"/>
                  <a:pt x="53268" y="419"/>
                  <a:pt x="53242" y="419"/>
                </a:cubicBezTo>
                <a:cubicBezTo>
                  <a:pt x="53220" y="419"/>
                  <a:pt x="53207" y="410"/>
                  <a:pt x="53207" y="393"/>
                </a:cubicBezTo>
                <a:cubicBezTo>
                  <a:pt x="53207" y="386"/>
                  <a:pt x="53203" y="382"/>
                  <a:pt x="53194" y="382"/>
                </a:cubicBezTo>
                <a:cubicBezTo>
                  <a:pt x="53176" y="382"/>
                  <a:pt x="53141" y="400"/>
                  <a:pt x="53100" y="441"/>
                </a:cubicBezTo>
                <a:cubicBezTo>
                  <a:pt x="53041" y="500"/>
                  <a:pt x="52922" y="548"/>
                  <a:pt x="52838" y="548"/>
                </a:cubicBezTo>
                <a:cubicBezTo>
                  <a:pt x="52743" y="548"/>
                  <a:pt x="52672" y="572"/>
                  <a:pt x="52660" y="608"/>
                </a:cubicBezTo>
                <a:cubicBezTo>
                  <a:pt x="52660" y="636"/>
                  <a:pt x="52642" y="652"/>
                  <a:pt x="52621" y="652"/>
                </a:cubicBezTo>
                <a:cubicBezTo>
                  <a:pt x="52606" y="652"/>
                  <a:pt x="52591" y="645"/>
                  <a:pt x="52576" y="631"/>
                </a:cubicBezTo>
                <a:cubicBezTo>
                  <a:pt x="52541" y="608"/>
                  <a:pt x="52541" y="572"/>
                  <a:pt x="52565" y="560"/>
                </a:cubicBezTo>
                <a:cubicBezTo>
                  <a:pt x="52600" y="548"/>
                  <a:pt x="52576" y="512"/>
                  <a:pt x="52541" y="512"/>
                </a:cubicBezTo>
                <a:cubicBezTo>
                  <a:pt x="52493" y="512"/>
                  <a:pt x="52434" y="536"/>
                  <a:pt x="52398" y="572"/>
                </a:cubicBezTo>
                <a:cubicBezTo>
                  <a:pt x="52384" y="600"/>
                  <a:pt x="52345" y="611"/>
                  <a:pt x="52290" y="611"/>
                </a:cubicBezTo>
                <a:cubicBezTo>
                  <a:pt x="52250" y="611"/>
                  <a:pt x="52202" y="606"/>
                  <a:pt x="52148" y="596"/>
                </a:cubicBezTo>
                <a:cubicBezTo>
                  <a:pt x="52080" y="573"/>
                  <a:pt x="52031" y="561"/>
                  <a:pt x="51996" y="561"/>
                </a:cubicBezTo>
                <a:cubicBezTo>
                  <a:pt x="51957" y="561"/>
                  <a:pt x="51934" y="576"/>
                  <a:pt x="51922" y="608"/>
                </a:cubicBezTo>
                <a:cubicBezTo>
                  <a:pt x="51914" y="660"/>
                  <a:pt x="51836" y="693"/>
                  <a:pt x="51764" y="693"/>
                </a:cubicBezTo>
                <a:cubicBezTo>
                  <a:pt x="51722" y="693"/>
                  <a:pt x="51682" y="682"/>
                  <a:pt x="51660" y="655"/>
                </a:cubicBezTo>
                <a:cubicBezTo>
                  <a:pt x="51624" y="619"/>
                  <a:pt x="51672" y="560"/>
                  <a:pt x="51767" y="548"/>
                </a:cubicBezTo>
                <a:cubicBezTo>
                  <a:pt x="51898" y="500"/>
                  <a:pt x="51898" y="500"/>
                  <a:pt x="51743" y="477"/>
                </a:cubicBezTo>
                <a:cubicBezTo>
                  <a:pt x="51717" y="469"/>
                  <a:pt x="51690" y="466"/>
                  <a:pt x="51665" y="466"/>
                </a:cubicBezTo>
                <a:cubicBezTo>
                  <a:pt x="51607" y="466"/>
                  <a:pt x="51557" y="480"/>
                  <a:pt x="51541" y="488"/>
                </a:cubicBezTo>
                <a:cubicBezTo>
                  <a:pt x="51523" y="500"/>
                  <a:pt x="51499" y="506"/>
                  <a:pt x="51472" y="506"/>
                </a:cubicBezTo>
                <a:cubicBezTo>
                  <a:pt x="51445" y="506"/>
                  <a:pt x="51416" y="500"/>
                  <a:pt x="51386" y="488"/>
                </a:cubicBezTo>
                <a:cubicBezTo>
                  <a:pt x="51364" y="484"/>
                  <a:pt x="51342" y="481"/>
                  <a:pt x="51322" y="481"/>
                </a:cubicBezTo>
                <a:cubicBezTo>
                  <a:pt x="51288" y="481"/>
                  <a:pt x="51258" y="490"/>
                  <a:pt x="51243" y="512"/>
                </a:cubicBezTo>
                <a:cubicBezTo>
                  <a:pt x="51214" y="542"/>
                  <a:pt x="51152" y="563"/>
                  <a:pt x="51091" y="563"/>
                </a:cubicBezTo>
                <a:cubicBezTo>
                  <a:pt x="51078" y="563"/>
                  <a:pt x="51065" y="562"/>
                  <a:pt x="51052" y="560"/>
                </a:cubicBezTo>
                <a:cubicBezTo>
                  <a:pt x="51038" y="558"/>
                  <a:pt x="51023" y="557"/>
                  <a:pt x="51007" y="557"/>
                </a:cubicBezTo>
                <a:cubicBezTo>
                  <a:pt x="50936" y="557"/>
                  <a:pt x="50863" y="578"/>
                  <a:pt x="50814" y="608"/>
                </a:cubicBezTo>
                <a:cubicBezTo>
                  <a:pt x="50769" y="626"/>
                  <a:pt x="50702" y="651"/>
                  <a:pt x="50641" y="651"/>
                </a:cubicBezTo>
                <a:cubicBezTo>
                  <a:pt x="50623" y="651"/>
                  <a:pt x="50605" y="649"/>
                  <a:pt x="50588" y="643"/>
                </a:cubicBezTo>
                <a:cubicBezTo>
                  <a:pt x="50579" y="642"/>
                  <a:pt x="50569" y="641"/>
                  <a:pt x="50558" y="641"/>
                </a:cubicBezTo>
                <a:cubicBezTo>
                  <a:pt x="50486" y="641"/>
                  <a:pt x="50384" y="673"/>
                  <a:pt x="50290" y="715"/>
                </a:cubicBezTo>
                <a:cubicBezTo>
                  <a:pt x="50213" y="740"/>
                  <a:pt x="50136" y="760"/>
                  <a:pt x="50090" y="760"/>
                </a:cubicBezTo>
                <a:cubicBezTo>
                  <a:pt x="50072" y="760"/>
                  <a:pt x="50059" y="757"/>
                  <a:pt x="50052" y="750"/>
                </a:cubicBezTo>
                <a:cubicBezTo>
                  <a:pt x="50034" y="741"/>
                  <a:pt x="50019" y="737"/>
                  <a:pt x="50008" y="737"/>
                </a:cubicBezTo>
                <a:cubicBezTo>
                  <a:pt x="49990" y="737"/>
                  <a:pt x="49981" y="748"/>
                  <a:pt x="49981" y="762"/>
                </a:cubicBezTo>
                <a:cubicBezTo>
                  <a:pt x="49981" y="785"/>
                  <a:pt x="49957" y="793"/>
                  <a:pt x="49918" y="793"/>
                </a:cubicBezTo>
                <a:cubicBezTo>
                  <a:pt x="49896" y="793"/>
                  <a:pt x="49869" y="791"/>
                  <a:pt x="49838" y="786"/>
                </a:cubicBezTo>
                <a:cubicBezTo>
                  <a:pt x="49809" y="774"/>
                  <a:pt x="49775" y="767"/>
                  <a:pt x="49735" y="767"/>
                </a:cubicBezTo>
                <a:cubicBezTo>
                  <a:pt x="49660" y="767"/>
                  <a:pt x="49566" y="791"/>
                  <a:pt x="49457" y="846"/>
                </a:cubicBezTo>
                <a:cubicBezTo>
                  <a:pt x="49348" y="895"/>
                  <a:pt x="49214" y="920"/>
                  <a:pt x="49138" y="920"/>
                </a:cubicBezTo>
                <a:cubicBezTo>
                  <a:pt x="49123" y="920"/>
                  <a:pt x="49110" y="919"/>
                  <a:pt x="49100" y="917"/>
                </a:cubicBezTo>
                <a:cubicBezTo>
                  <a:pt x="49087" y="914"/>
                  <a:pt x="49073" y="912"/>
                  <a:pt x="49058" y="912"/>
                </a:cubicBezTo>
                <a:cubicBezTo>
                  <a:pt x="49016" y="912"/>
                  <a:pt x="48971" y="923"/>
                  <a:pt x="48945" y="941"/>
                </a:cubicBezTo>
                <a:cubicBezTo>
                  <a:pt x="48909" y="1012"/>
                  <a:pt x="48338" y="1084"/>
                  <a:pt x="48028" y="1084"/>
                </a:cubicBezTo>
                <a:cubicBezTo>
                  <a:pt x="47969" y="1084"/>
                  <a:pt x="47897" y="1096"/>
                  <a:pt x="47862" y="1120"/>
                </a:cubicBezTo>
                <a:cubicBezTo>
                  <a:pt x="47839" y="1136"/>
                  <a:pt x="47823" y="1145"/>
                  <a:pt x="47807" y="1145"/>
                </a:cubicBezTo>
                <a:cubicBezTo>
                  <a:pt x="47789" y="1145"/>
                  <a:pt x="47774" y="1133"/>
                  <a:pt x="47754" y="1108"/>
                </a:cubicBezTo>
                <a:cubicBezTo>
                  <a:pt x="47744" y="1097"/>
                  <a:pt x="47723" y="1091"/>
                  <a:pt x="47696" y="1091"/>
                </a:cubicBezTo>
                <a:cubicBezTo>
                  <a:pt x="47662" y="1091"/>
                  <a:pt x="47616" y="1100"/>
                  <a:pt x="47564" y="1120"/>
                </a:cubicBezTo>
                <a:cubicBezTo>
                  <a:pt x="47481" y="1167"/>
                  <a:pt x="47338" y="1191"/>
                  <a:pt x="47266" y="1191"/>
                </a:cubicBezTo>
                <a:cubicBezTo>
                  <a:pt x="47195" y="1191"/>
                  <a:pt x="47088" y="1203"/>
                  <a:pt x="47064" y="1227"/>
                </a:cubicBezTo>
                <a:cubicBezTo>
                  <a:pt x="47016" y="1274"/>
                  <a:pt x="46897" y="1286"/>
                  <a:pt x="46790" y="1286"/>
                </a:cubicBezTo>
                <a:cubicBezTo>
                  <a:pt x="46683" y="1286"/>
                  <a:pt x="46540" y="1310"/>
                  <a:pt x="46480" y="1346"/>
                </a:cubicBezTo>
                <a:cubicBezTo>
                  <a:pt x="46433" y="1377"/>
                  <a:pt x="46375" y="1393"/>
                  <a:pt x="46302" y="1393"/>
                </a:cubicBezTo>
                <a:cubicBezTo>
                  <a:pt x="46266" y="1393"/>
                  <a:pt x="46226" y="1389"/>
                  <a:pt x="46183" y="1381"/>
                </a:cubicBezTo>
                <a:cubicBezTo>
                  <a:pt x="46126" y="1366"/>
                  <a:pt x="46078" y="1357"/>
                  <a:pt x="46040" y="1357"/>
                </a:cubicBezTo>
                <a:cubicBezTo>
                  <a:pt x="45990" y="1357"/>
                  <a:pt x="45958" y="1372"/>
                  <a:pt x="45945" y="1405"/>
                </a:cubicBezTo>
                <a:cubicBezTo>
                  <a:pt x="45918" y="1449"/>
                  <a:pt x="45865" y="1474"/>
                  <a:pt x="45777" y="1474"/>
                </a:cubicBezTo>
                <a:cubicBezTo>
                  <a:pt x="45746" y="1474"/>
                  <a:pt x="45711" y="1471"/>
                  <a:pt x="45671" y="1465"/>
                </a:cubicBezTo>
                <a:cubicBezTo>
                  <a:pt x="45641" y="1462"/>
                  <a:pt x="45610" y="1460"/>
                  <a:pt x="45579" y="1460"/>
                </a:cubicBezTo>
                <a:cubicBezTo>
                  <a:pt x="45486" y="1460"/>
                  <a:pt x="45394" y="1474"/>
                  <a:pt x="45349" y="1501"/>
                </a:cubicBezTo>
                <a:cubicBezTo>
                  <a:pt x="45307" y="1517"/>
                  <a:pt x="45247" y="1534"/>
                  <a:pt x="45207" y="1534"/>
                </a:cubicBezTo>
                <a:cubicBezTo>
                  <a:pt x="45191" y="1534"/>
                  <a:pt x="45178" y="1531"/>
                  <a:pt x="45171" y="1524"/>
                </a:cubicBezTo>
                <a:cubicBezTo>
                  <a:pt x="45147" y="1518"/>
                  <a:pt x="45123" y="1515"/>
                  <a:pt x="45102" y="1515"/>
                </a:cubicBezTo>
                <a:cubicBezTo>
                  <a:pt x="45081" y="1515"/>
                  <a:pt x="45064" y="1518"/>
                  <a:pt x="45052" y="1524"/>
                </a:cubicBezTo>
                <a:cubicBezTo>
                  <a:pt x="45016" y="1560"/>
                  <a:pt x="44933" y="1560"/>
                  <a:pt x="44861" y="1560"/>
                </a:cubicBezTo>
                <a:cubicBezTo>
                  <a:pt x="44846" y="1558"/>
                  <a:pt x="44832" y="1557"/>
                  <a:pt x="44818" y="1557"/>
                </a:cubicBezTo>
                <a:cubicBezTo>
                  <a:pt x="44755" y="1557"/>
                  <a:pt x="44706" y="1578"/>
                  <a:pt x="44706" y="1608"/>
                </a:cubicBezTo>
                <a:cubicBezTo>
                  <a:pt x="44706" y="1643"/>
                  <a:pt x="44587" y="1727"/>
                  <a:pt x="44456" y="1786"/>
                </a:cubicBezTo>
                <a:cubicBezTo>
                  <a:pt x="44306" y="1850"/>
                  <a:pt x="44176" y="1882"/>
                  <a:pt x="44032" y="1882"/>
                </a:cubicBezTo>
                <a:cubicBezTo>
                  <a:pt x="43960" y="1882"/>
                  <a:pt x="43885" y="1874"/>
                  <a:pt x="43802" y="1858"/>
                </a:cubicBezTo>
                <a:cubicBezTo>
                  <a:pt x="43794" y="1856"/>
                  <a:pt x="43784" y="1855"/>
                  <a:pt x="43772" y="1855"/>
                </a:cubicBezTo>
                <a:cubicBezTo>
                  <a:pt x="43715" y="1855"/>
                  <a:pt x="43617" y="1880"/>
                  <a:pt x="43528" y="1929"/>
                </a:cubicBezTo>
                <a:cubicBezTo>
                  <a:pt x="43444" y="1977"/>
                  <a:pt x="43313" y="2024"/>
                  <a:pt x="43266" y="2024"/>
                </a:cubicBezTo>
                <a:cubicBezTo>
                  <a:pt x="43206" y="2024"/>
                  <a:pt x="43099" y="2048"/>
                  <a:pt x="42992" y="2096"/>
                </a:cubicBezTo>
                <a:cubicBezTo>
                  <a:pt x="42909" y="2143"/>
                  <a:pt x="42742" y="2167"/>
                  <a:pt x="42635" y="2167"/>
                </a:cubicBezTo>
                <a:cubicBezTo>
                  <a:pt x="42206" y="2167"/>
                  <a:pt x="41885" y="2215"/>
                  <a:pt x="41837" y="2263"/>
                </a:cubicBezTo>
                <a:cubicBezTo>
                  <a:pt x="41811" y="2280"/>
                  <a:pt x="41759" y="2291"/>
                  <a:pt x="41696" y="2291"/>
                </a:cubicBezTo>
                <a:cubicBezTo>
                  <a:pt x="41673" y="2291"/>
                  <a:pt x="41648" y="2290"/>
                  <a:pt x="41623" y="2286"/>
                </a:cubicBezTo>
                <a:cubicBezTo>
                  <a:pt x="41602" y="2283"/>
                  <a:pt x="41578" y="2282"/>
                  <a:pt x="41553" y="2282"/>
                </a:cubicBezTo>
                <a:cubicBezTo>
                  <a:pt x="41478" y="2282"/>
                  <a:pt x="41394" y="2295"/>
                  <a:pt x="41349" y="2322"/>
                </a:cubicBezTo>
                <a:cubicBezTo>
                  <a:pt x="41174" y="2394"/>
                  <a:pt x="40830" y="2484"/>
                  <a:pt x="40655" y="2484"/>
                </a:cubicBezTo>
                <a:cubicBezTo>
                  <a:pt x="40628" y="2484"/>
                  <a:pt x="40605" y="2482"/>
                  <a:pt x="40587" y="2477"/>
                </a:cubicBezTo>
                <a:cubicBezTo>
                  <a:pt x="40577" y="2475"/>
                  <a:pt x="40568" y="2474"/>
                  <a:pt x="40558" y="2474"/>
                </a:cubicBezTo>
                <a:cubicBezTo>
                  <a:pt x="40500" y="2474"/>
                  <a:pt x="40456" y="2504"/>
                  <a:pt x="40456" y="2524"/>
                </a:cubicBezTo>
                <a:cubicBezTo>
                  <a:pt x="40432" y="2584"/>
                  <a:pt x="40063" y="2739"/>
                  <a:pt x="39944" y="2739"/>
                </a:cubicBezTo>
                <a:cubicBezTo>
                  <a:pt x="39896" y="2739"/>
                  <a:pt x="39813" y="2739"/>
                  <a:pt x="39742" y="2751"/>
                </a:cubicBezTo>
                <a:cubicBezTo>
                  <a:pt x="39717" y="2754"/>
                  <a:pt x="39694" y="2756"/>
                  <a:pt x="39672" y="2756"/>
                </a:cubicBezTo>
                <a:cubicBezTo>
                  <a:pt x="39620" y="2756"/>
                  <a:pt x="39580" y="2747"/>
                  <a:pt x="39563" y="2739"/>
                </a:cubicBezTo>
                <a:cubicBezTo>
                  <a:pt x="39548" y="2729"/>
                  <a:pt x="39527" y="2723"/>
                  <a:pt x="39503" y="2723"/>
                </a:cubicBezTo>
                <a:cubicBezTo>
                  <a:pt x="39468" y="2723"/>
                  <a:pt x="39426" y="2735"/>
                  <a:pt x="39384" y="2763"/>
                </a:cubicBezTo>
                <a:cubicBezTo>
                  <a:pt x="39301" y="2798"/>
                  <a:pt x="39206" y="2822"/>
                  <a:pt x="39146" y="2822"/>
                </a:cubicBezTo>
                <a:cubicBezTo>
                  <a:pt x="38932" y="2822"/>
                  <a:pt x="38622" y="2882"/>
                  <a:pt x="38622" y="2929"/>
                </a:cubicBezTo>
                <a:cubicBezTo>
                  <a:pt x="38622" y="2941"/>
                  <a:pt x="38515" y="2977"/>
                  <a:pt x="38396" y="2977"/>
                </a:cubicBezTo>
                <a:cubicBezTo>
                  <a:pt x="38265" y="2977"/>
                  <a:pt x="38170" y="3001"/>
                  <a:pt x="38158" y="3060"/>
                </a:cubicBezTo>
                <a:cubicBezTo>
                  <a:pt x="38150" y="3092"/>
                  <a:pt x="38142" y="3108"/>
                  <a:pt x="38131" y="3108"/>
                </a:cubicBezTo>
                <a:cubicBezTo>
                  <a:pt x="38125" y="3108"/>
                  <a:pt x="38118" y="3104"/>
                  <a:pt x="38110" y="3096"/>
                </a:cubicBezTo>
                <a:cubicBezTo>
                  <a:pt x="38103" y="3072"/>
                  <a:pt x="38062" y="3061"/>
                  <a:pt x="38005" y="3061"/>
                </a:cubicBezTo>
                <a:cubicBezTo>
                  <a:pt x="37867" y="3061"/>
                  <a:pt x="37640" y="3120"/>
                  <a:pt x="37598" y="3179"/>
                </a:cubicBezTo>
                <a:cubicBezTo>
                  <a:pt x="37569" y="3209"/>
                  <a:pt x="37523" y="3230"/>
                  <a:pt x="37482" y="3230"/>
                </a:cubicBezTo>
                <a:cubicBezTo>
                  <a:pt x="37473" y="3230"/>
                  <a:pt x="37464" y="3229"/>
                  <a:pt x="37456" y="3227"/>
                </a:cubicBezTo>
                <a:cubicBezTo>
                  <a:pt x="37430" y="3219"/>
                  <a:pt x="37394" y="3216"/>
                  <a:pt x="37353" y="3216"/>
                </a:cubicBezTo>
                <a:cubicBezTo>
                  <a:pt x="37199" y="3216"/>
                  <a:pt x="36974" y="3261"/>
                  <a:pt x="36955" y="3298"/>
                </a:cubicBezTo>
                <a:cubicBezTo>
                  <a:pt x="36947" y="3325"/>
                  <a:pt x="36857" y="3339"/>
                  <a:pt x="36743" y="3339"/>
                </a:cubicBezTo>
                <a:cubicBezTo>
                  <a:pt x="36705" y="3339"/>
                  <a:pt x="36664" y="3337"/>
                  <a:pt x="36622" y="3334"/>
                </a:cubicBezTo>
                <a:cubicBezTo>
                  <a:pt x="36589" y="3329"/>
                  <a:pt x="36550" y="3327"/>
                  <a:pt x="36509" y="3327"/>
                </a:cubicBezTo>
                <a:cubicBezTo>
                  <a:pt x="36355" y="3327"/>
                  <a:pt x="36158" y="3359"/>
                  <a:pt x="36027" y="3406"/>
                </a:cubicBezTo>
                <a:cubicBezTo>
                  <a:pt x="35872" y="3453"/>
                  <a:pt x="35693" y="3477"/>
                  <a:pt x="35646" y="3477"/>
                </a:cubicBezTo>
                <a:cubicBezTo>
                  <a:pt x="35586" y="3477"/>
                  <a:pt x="35539" y="3477"/>
                  <a:pt x="35539" y="3513"/>
                </a:cubicBezTo>
                <a:cubicBezTo>
                  <a:pt x="35539" y="3536"/>
                  <a:pt x="35431" y="3548"/>
                  <a:pt x="35336" y="3548"/>
                </a:cubicBezTo>
                <a:cubicBezTo>
                  <a:pt x="35217" y="3548"/>
                  <a:pt x="35003" y="3608"/>
                  <a:pt x="34860" y="3691"/>
                </a:cubicBezTo>
                <a:cubicBezTo>
                  <a:pt x="34705" y="3763"/>
                  <a:pt x="34515" y="3810"/>
                  <a:pt x="34419" y="3810"/>
                </a:cubicBezTo>
                <a:cubicBezTo>
                  <a:pt x="34401" y="3805"/>
                  <a:pt x="34381" y="3803"/>
                  <a:pt x="34360" y="3803"/>
                </a:cubicBezTo>
                <a:cubicBezTo>
                  <a:pt x="34287" y="3803"/>
                  <a:pt x="34204" y="3833"/>
                  <a:pt x="34157" y="3870"/>
                </a:cubicBezTo>
                <a:cubicBezTo>
                  <a:pt x="34098" y="3906"/>
                  <a:pt x="34003" y="3941"/>
                  <a:pt x="33943" y="3941"/>
                </a:cubicBezTo>
                <a:cubicBezTo>
                  <a:pt x="33939" y="3941"/>
                  <a:pt x="33934" y="3941"/>
                  <a:pt x="33928" y="3941"/>
                </a:cubicBezTo>
                <a:cubicBezTo>
                  <a:pt x="33778" y="3941"/>
                  <a:pt x="33192" y="4086"/>
                  <a:pt x="33169" y="4132"/>
                </a:cubicBezTo>
                <a:cubicBezTo>
                  <a:pt x="33169" y="4138"/>
                  <a:pt x="33160" y="4141"/>
                  <a:pt x="33141" y="4141"/>
                </a:cubicBezTo>
                <a:cubicBezTo>
                  <a:pt x="33122" y="4141"/>
                  <a:pt x="33092" y="4138"/>
                  <a:pt x="33050" y="4132"/>
                </a:cubicBezTo>
                <a:cubicBezTo>
                  <a:pt x="33020" y="4120"/>
                  <a:pt x="32985" y="4114"/>
                  <a:pt x="32949" y="4114"/>
                </a:cubicBezTo>
                <a:cubicBezTo>
                  <a:pt x="32913" y="4114"/>
                  <a:pt x="32878" y="4120"/>
                  <a:pt x="32848" y="4132"/>
                </a:cubicBezTo>
                <a:cubicBezTo>
                  <a:pt x="32788" y="4168"/>
                  <a:pt x="32669" y="4179"/>
                  <a:pt x="32574" y="4179"/>
                </a:cubicBezTo>
                <a:cubicBezTo>
                  <a:pt x="32491" y="4179"/>
                  <a:pt x="32300" y="4203"/>
                  <a:pt x="32145" y="4239"/>
                </a:cubicBezTo>
                <a:cubicBezTo>
                  <a:pt x="32050" y="4263"/>
                  <a:pt x="31976" y="4275"/>
                  <a:pt x="31918" y="4275"/>
                </a:cubicBezTo>
                <a:cubicBezTo>
                  <a:pt x="31860" y="4275"/>
                  <a:pt x="31818" y="4263"/>
                  <a:pt x="31788" y="4239"/>
                </a:cubicBezTo>
                <a:cubicBezTo>
                  <a:pt x="31760" y="4216"/>
                  <a:pt x="31732" y="4205"/>
                  <a:pt x="31701" y="4205"/>
                </a:cubicBezTo>
                <a:cubicBezTo>
                  <a:pt x="31667" y="4205"/>
                  <a:pt x="31630" y="4219"/>
                  <a:pt x="31586" y="4251"/>
                </a:cubicBezTo>
                <a:cubicBezTo>
                  <a:pt x="31521" y="4297"/>
                  <a:pt x="31428" y="4315"/>
                  <a:pt x="31300" y="4315"/>
                </a:cubicBezTo>
                <a:cubicBezTo>
                  <a:pt x="31264" y="4315"/>
                  <a:pt x="31224" y="4313"/>
                  <a:pt x="31181" y="4310"/>
                </a:cubicBezTo>
                <a:cubicBezTo>
                  <a:pt x="31112" y="4305"/>
                  <a:pt x="31043" y="4303"/>
                  <a:pt x="30981" y="4303"/>
                </a:cubicBezTo>
                <a:cubicBezTo>
                  <a:pt x="30895" y="4303"/>
                  <a:pt x="30823" y="4308"/>
                  <a:pt x="30788" y="4322"/>
                </a:cubicBezTo>
                <a:cubicBezTo>
                  <a:pt x="30728" y="4346"/>
                  <a:pt x="30645" y="4382"/>
                  <a:pt x="30586" y="4406"/>
                </a:cubicBezTo>
                <a:cubicBezTo>
                  <a:pt x="30526" y="4429"/>
                  <a:pt x="30407" y="4429"/>
                  <a:pt x="30336" y="4429"/>
                </a:cubicBezTo>
                <a:cubicBezTo>
                  <a:pt x="30321" y="4427"/>
                  <a:pt x="30303" y="4426"/>
                  <a:pt x="30283" y="4426"/>
                </a:cubicBezTo>
                <a:cubicBezTo>
                  <a:pt x="30183" y="4426"/>
                  <a:pt x="30017" y="4450"/>
                  <a:pt x="29859" y="4489"/>
                </a:cubicBezTo>
                <a:cubicBezTo>
                  <a:pt x="29681" y="4537"/>
                  <a:pt x="29359" y="4596"/>
                  <a:pt x="29181" y="4644"/>
                </a:cubicBezTo>
                <a:cubicBezTo>
                  <a:pt x="28990" y="4679"/>
                  <a:pt x="28823" y="4727"/>
                  <a:pt x="28812" y="4739"/>
                </a:cubicBezTo>
                <a:cubicBezTo>
                  <a:pt x="28806" y="4751"/>
                  <a:pt x="28791" y="4757"/>
                  <a:pt x="28774" y="4757"/>
                </a:cubicBezTo>
                <a:cubicBezTo>
                  <a:pt x="28758" y="4757"/>
                  <a:pt x="28740" y="4751"/>
                  <a:pt x="28728" y="4739"/>
                </a:cubicBezTo>
                <a:cubicBezTo>
                  <a:pt x="28720" y="4736"/>
                  <a:pt x="28707" y="4735"/>
                  <a:pt x="28689" y="4735"/>
                </a:cubicBezTo>
                <a:cubicBezTo>
                  <a:pt x="28628" y="4735"/>
                  <a:pt x="28515" y="4752"/>
                  <a:pt x="28395" y="4799"/>
                </a:cubicBezTo>
                <a:cubicBezTo>
                  <a:pt x="28283" y="4836"/>
                  <a:pt x="28157" y="4866"/>
                  <a:pt x="28085" y="4866"/>
                </a:cubicBezTo>
                <a:cubicBezTo>
                  <a:pt x="28064" y="4866"/>
                  <a:pt x="28048" y="4863"/>
                  <a:pt x="28038" y="4858"/>
                </a:cubicBezTo>
                <a:cubicBezTo>
                  <a:pt x="28024" y="4855"/>
                  <a:pt x="28005" y="4854"/>
                  <a:pt x="27983" y="4854"/>
                </a:cubicBezTo>
                <a:cubicBezTo>
                  <a:pt x="27911" y="4854"/>
                  <a:pt x="27802" y="4869"/>
                  <a:pt x="27692" y="4906"/>
                </a:cubicBezTo>
                <a:cubicBezTo>
                  <a:pt x="27532" y="4959"/>
                  <a:pt x="27411" y="4986"/>
                  <a:pt x="27275" y="4986"/>
                </a:cubicBezTo>
                <a:cubicBezTo>
                  <a:pt x="27230" y="4986"/>
                  <a:pt x="27183" y="4983"/>
                  <a:pt x="27133" y="4977"/>
                </a:cubicBezTo>
                <a:cubicBezTo>
                  <a:pt x="27097" y="4977"/>
                  <a:pt x="27073" y="5013"/>
                  <a:pt x="27073" y="5037"/>
                </a:cubicBezTo>
                <a:cubicBezTo>
                  <a:pt x="27073" y="5066"/>
                  <a:pt x="27025" y="5087"/>
                  <a:pt x="26955" y="5087"/>
                </a:cubicBezTo>
                <a:cubicBezTo>
                  <a:pt x="26940" y="5087"/>
                  <a:pt x="26923" y="5086"/>
                  <a:pt x="26907" y="5084"/>
                </a:cubicBezTo>
                <a:cubicBezTo>
                  <a:pt x="26823" y="5084"/>
                  <a:pt x="26645" y="5096"/>
                  <a:pt x="26490" y="5120"/>
                </a:cubicBezTo>
                <a:cubicBezTo>
                  <a:pt x="26406" y="5134"/>
                  <a:pt x="26318" y="5140"/>
                  <a:pt x="26248" y="5140"/>
                </a:cubicBezTo>
                <a:cubicBezTo>
                  <a:pt x="26198" y="5140"/>
                  <a:pt x="26157" y="5137"/>
                  <a:pt x="26133" y="5132"/>
                </a:cubicBezTo>
                <a:cubicBezTo>
                  <a:pt x="26115" y="5128"/>
                  <a:pt x="26095" y="5125"/>
                  <a:pt x="26074" y="5125"/>
                </a:cubicBezTo>
                <a:cubicBezTo>
                  <a:pt x="26039" y="5125"/>
                  <a:pt x="26005" y="5133"/>
                  <a:pt x="25990" y="5156"/>
                </a:cubicBezTo>
                <a:cubicBezTo>
                  <a:pt x="25960" y="5185"/>
                  <a:pt x="25899" y="5206"/>
                  <a:pt x="25831" y="5206"/>
                </a:cubicBezTo>
                <a:cubicBezTo>
                  <a:pt x="25817" y="5206"/>
                  <a:pt x="25802" y="5205"/>
                  <a:pt x="25787" y="5203"/>
                </a:cubicBezTo>
                <a:cubicBezTo>
                  <a:pt x="25773" y="5201"/>
                  <a:pt x="25758" y="5200"/>
                  <a:pt x="25743" y="5200"/>
                </a:cubicBezTo>
                <a:cubicBezTo>
                  <a:pt x="25669" y="5200"/>
                  <a:pt x="25587" y="5223"/>
                  <a:pt x="25537" y="5263"/>
                </a:cubicBezTo>
                <a:cubicBezTo>
                  <a:pt x="25488" y="5302"/>
                  <a:pt x="25398" y="5325"/>
                  <a:pt x="25294" y="5325"/>
                </a:cubicBezTo>
                <a:cubicBezTo>
                  <a:pt x="25272" y="5325"/>
                  <a:pt x="25250" y="5324"/>
                  <a:pt x="25228" y="5322"/>
                </a:cubicBezTo>
                <a:cubicBezTo>
                  <a:pt x="25201" y="5319"/>
                  <a:pt x="25172" y="5318"/>
                  <a:pt x="25143" y="5318"/>
                </a:cubicBezTo>
                <a:cubicBezTo>
                  <a:pt x="25054" y="5318"/>
                  <a:pt x="24963" y="5331"/>
                  <a:pt x="24918" y="5358"/>
                </a:cubicBezTo>
                <a:cubicBezTo>
                  <a:pt x="24808" y="5404"/>
                  <a:pt x="24181" y="5457"/>
                  <a:pt x="23872" y="5457"/>
                </a:cubicBezTo>
                <a:cubicBezTo>
                  <a:pt x="23781" y="5457"/>
                  <a:pt x="23717" y="5452"/>
                  <a:pt x="23704" y="5441"/>
                </a:cubicBezTo>
                <a:cubicBezTo>
                  <a:pt x="23701" y="5439"/>
                  <a:pt x="23695" y="5437"/>
                  <a:pt x="23686" y="5437"/>
                </a:cubicBezTo>
                <a:cubicBezTo>
                  <a:pt x="23659" y="5437"/>
                  <a:pt x="23606" y="5453"/>
                  <a:pt x="23561" y="5489"/>
                </a:cubicBezTo>
                <a:cubicBezTo>
                  <a:pt x="23501" y="5537"/>
                  <a:pt x="23251" y="5572"/>
                  <a:pt x="22906" y="5572"/>
                </a:cubicBezTo>
                <a:cubicBezTo>
                  <a:pt x="22608" y="5596"/>
                  <a:pt x="22323" y="5620"/>
                  <a:pt x="22275" y="5632"/>
                </a:cubicBezTo>
                <a:cubicBezTo>
                  <a:pt x="22239" y="5668"/>
                  <a:pt x="22096" y="5680"/>
                  <a:pt x="21977" y="5680"/>
                </a:cubicBezTo>
                <a:cubicBezTo>
                  <a:pt x="21858" y="5680"/>
                  <a:pt x="21739" y="5692"/>
                  <a:pt x="21715" y="5715"/>
                </a:cubicBezTo>
                <a:cubicBezTo>
                  <a:pt x="21669" y="5750"/>
                  <a:pt x="20935" y="5906"/>
                  <a:pt x="20788" y="5906"/>
                </a:cubicBezTo>
                <a:cubicBezTo>
                  <a:pt x="20783" y="5906"/>
                  <a:pt x="20779" y="5906"/>
                  <a:pt x="20775" y="5906"/>
                </a:cubicBezTo>
                <a:cubicBezTo>
                  <a:pt x="20751" y="5906"/>
                  <a:pt x="20668" y="5930"/>
                  <a:pt x="20608" y="5965"/>
                </a:cubicBezTo>
                <a:cubicBezTo>
                  <a:pt x="20555" y="5987"/>
                  <a:pt x="20493" y="6027"/>
                  <a:pt x="20446" y="6027"/>
                </a:cubicBezTo>
                <a:cubicBezTo>
                  <a:pt x="20440" y="6027"/>
                  <a:pt x="20435" y="6026"/>
                  <a:pt x="20430" y="6025"/>
                </a:cubicBezTo>
                <a:cubicBezTo>
                  <a:pt x="20394" y="6025"/>
                  <a:pt x="20287" y="6049"/>
                  <a:pt x="20191" y="6096"/>
                </a:cubicBezTo>
                <a:cubicBezTo>
                  <a:pt x="20119" y="6133"/>
                  <a:pt x="20046" y="6148"/>
                  <a:pt x="19994" y="6148"/>
                </a:cubicBezTo>
                <a:cubicBezTo>
                  <a:pt x="19978" y="6148"/>
                  <a:pt x="19965" y="6147"/>
                  <a:pt x="19953" y="6144"/>
                </a:cubicBezTo>
                <a:cubicBezTo>
                  <a:pt x="19935" y="6138"/>
                  <a:pt x="19915" y="6135"/>
                  <a:pt x="19894" y="6135"/>
                </a:cubicBezTo>
                <a:cubicBezTo>
                  <a:pt x="19873" y="6135"/>
                  <a:pt x="19852" y="6138"/>
                  <a:pt x="19834" y="6144"/>
                </a:cubicBezTo>
                <a:cubicBezTo>
                  <a:pt x="19820" y="6158"/>
                  <a:pt x="19778" y="6164"/>
                  <a:pt x="19721" y="6164"/>
                </a:cubicBezTo>
                <a:cubicBezTo>
                  <a:pt x="19681" y="6164"/>
                  <a:pt x="19634" y="6161"/>
                  <a:pt x="19584" y="6156"/>
                </a:cubicBezTo>
                <a:cubicBezTo>
                  <a:pt x="19564" y="6154"/>
                  <a:pt x="19543" y="6153"/>
                  <a:pt x="19521" y="6153"/>
                </a:cubicBezTo>
                <a:cubicBezTo>
                  <a:pt x="19412" y="6153"/>
                  <a:pt x="19283" y="6178"/>
                  <a:pt x="19203" y="6227"/>
                </a:cubicBezTo>
                <a:cubicBezTo>
                  <a:pt x="19117" y="6270"/>
                  <a:pt x="19031" y="6301"/>
                  <a:pt x="18953" y="6301"/>
                </a:cubicBezTo>
                <a:cubicBezTo>
                  <a:pt x="18924" y="6301"/>
                  <a:pt x="18896" y="6297"/>
                  <a:pt x="18870" y="6287"/>
                </a:cubicBezTo>
                <a:cubicBezTo>
                  <a:pt x="18791" y="6264"/>
                  <a:pt x="18672" y="6253"/>
                  <a:pt x="18558" y="6253"/>
                </a:cubicBezTo>
                <a:cubicBezTo>
                  <a:pt x="18378" y="6253"/>
                  <a:pt x="18208" y="6279"/>
                  <a:pt x="18215" y="6323"/>
                </a:cubicBezTo>
                <a:cubicBezTo>
                  <a:pt x="18222" y="6356"/>
                  <a:pt x="18176" y="6371"/>
                  <a:pt x="18104" y="6371"/>
                </a:cubicBezTo>
                <a:cubicBezTo>
                  <a:pt x="18049" y="6371"/>
                  <a:pt x="17978" y="6362"/>
                  <a:pt x="17905" y="6346"/>
                </a:cubicBezTo>
                <a:cubicBezTo>
                  <a:pt x="17881" y="6342"/>
                  <a:pt x="17854" y="6340"/>
                  <a:pt x="17825" y="6340"/>
                </a:cubicBezTo>
                <a:cubicBezTo>
                  <a:pt x="17701" y="6340"/>
                  <a:pt x="17558" y="6377"/>
                  <a:pt x="17548" y="6406"/>
                </a:cubicBezTo>
                <a:cubicBezTo>
                  <a:pt x="17541" y="6458"/>
                  <a:pt x="17473" y="6487"/>
                  <a:pt x="17378" y="6487"/>
                </a:cubicBezTo>
                <a:cubicBezTo>
                  <a:pt x="17320" y="6487"/>
                  <a:pt x="17251" y="6476"/>
                  <a:pt x="17179" y="6454"/>
                </a:cubicBezTo>
                <a:cubicBezTo>
                  <a:pt x="17143" y="6444"/>
                  <a:pt x="17103" y="6441"/>
                  <a:pt x="17063" y="6441"/>
                </a:cubicBezTo>
                <a:cubicBezTo>
                  <a:pt x="16998" y="6441"/>
                  <a:pt x="16933" y="6451"/>
                  <a:pt x="16882" y="6465"/>
                </a:cubicBezTo>
                <a:cubicBezTo>
                  <a:pt x="16820" y="6488"/>
                  <a:pt x="16773" y="6502"/>
                  <a:pt x="16748" y="6502"/>
                </a:cubicBezTo>
                <a:cubicBezTo>
                  <a:pt x="16734" y="6502"/>
                  <a:pt x="16727" y="6498"/>
                  <a:pt x="16727" y="6489"/>
                </a:cubicBezTo>
                <a:cubicBezTo>
                  <a:pt x="16727" y="6471"/>
                  <a:pt x="16721" y="6462"/>
                  <a:pt x="16710" y="6462"/>
                </a:cubicBezTo>
                <a:cubicBezTo>
                  <a:pt x="16700" y="6462"/>
                  <a:pt x="16685" y="6471"/>
                  <a:pt x="16667" y="6489"/>
                </a:cubicBezTo>
                <a:cubicBezTo>
                  <a:pt x="16643" y="6513"/>
                  <a:pt x="16465" y="6525"/>
                  <a:pt x="16298" y="6549"/>
                </a:cubicBezTo>
                <a:cubicBezTo>
                  <a:pt x="16131" y="6561"/>
                  <a:pt x="15989" y="6584"/>
                  <a:pt x="15965" y="6608"/>
                </a:cubicBezTo>
                <a:cubicBezTo>
                  <a:pt x="15965" y="6620"/>
                  <a:pt x="15956" y="6626"/>
                  <a:pt x="15939" y="6626"/>
                </a:cubicBezTo>
                <a:cubicBezTo>
                  <a:pt x="15923" y="6626"/>
                  <a:pt x="15899" y="6620"/>
                  <a:pt x="15869" y="6608"/>
                </a:cubicBezTo>
                <a:cubicBezTo>
                  <a:pt x="15853" y="6598"/>
                  <a:pt x="15837" y="6594"/>
                  <a:pt x="15821" y="6594"/>
                </a:cubicBezTo>
                <a:cubicBezTo>
                  <a:pt x="15779" y="6594"/>
                  <a:pt x="15741" y="6625"/>
                  <a:pt x="15715" y="6668"/>
                </a:cubicBezTo>
                <a:cubicBezTo>
                  <a:pt x="15691" y="6727"/>
                  <a:pt x="15703" y="6763"/>
                  <a:pt x="15750" y="6763"/>
                </a:cubicBezTo>
                <a:cubicBezTo>
                  <a:pt x="15786" y="6763"/>
                  <a:pt x="15667" y="6811"/>
                  <a:pt x="15488" y="6846"/>
                </a:cubicBezTo>
                <a:cubicBezTo>
                  <a:pt x="15349" y="6864"/>
                  <a:pt x="15222" y="6875"/>
                  <a:pt x="15160" y="6875"/>
                </a:cubicBezTo>
                <a:cubicBezTo>
                  <a:pt x="15137" y="6875"/>
                  <a:pt x="15123" y="6873"/>
                  <a:pt x="15119" y="6870"/>
                </a:cubicBezTo>
                <a:cubicBezTo>
                  <a:pt x="15093" y="6838"/>
                  <a:pt x="14934" y="6819"/>
                  <a:pt x="14786" y="6819"/>
                </a:cubicBezTo>
                <a:cubicBezTo>
                  <a:pt x="14665" y="6819"/>
                  <a:pt x="14551" y="6832"/>
                  <a:pt x="14524" y="6858"/>
                </a:cubicBezTo>
                <a:cubicBezTo>
                  <a:pt x="14512" y="6870"/>
                  <a:pt x="14485" y="6876"/>
                  <a:pt x="14453" y="6876"/>
                </a:cubicBezTo>
                <a:cubicBezTo>
                  <a:pt x="14420" y="6876"/>
                  <a:pt x="14381" y="6870"/>
                  <a:pt x="14345" y="6858"/>
                </a:cubicBezTo>
                <a:cubicBezTo>
                  <a:pt x="14324" y="6845"/>
                  <a:pt x="14300" y="6840"/>
                  <a:pt x="14277" y="6840"/>
                </a:cubicBezTo>
                <a:cubicBezTo>
                  <a:pt x="14238" y="6840"/>
                  <a:pt x="14201" y="6855"/>
                  <a:pt x="14179" y="6870"/>
                </a:cubicBezTo>
                <a:cubicBezTo>
                  <a:pt x="14165" y="6891"/>
                  <a:pt x="14123" y="6904"/>
                  <a:pt x="14065" y="6904"/>
                </a:cubicBezTo>
                <a:cubicBezTo>
                  <a:pt x="14022" y="6904"/>
                  <a:pt x="13972" y="6897"/>
                  <a:pt x="13917" y="6882"/>
                </a:cubicBezTo>
                <a:cubicBezTo>
                  <a:pt x="13873" y="6874"/>
                  <a:pt x="13831" y="6870"/>
                  <a:pt x="13792" y="6870"/>
                </a:cubicBezTo>
                <a:cubicBezTo>
                  <a:pt x="13714" y="6870"/>
                  <a:pt x="13651" y="6886"/>
                  <a:pt x="13619" y="6918"/>
                </a:cubicBezTo>
                <a:cubicBezTo>
                  <a:pt x="13585" y="6946"/>
                  <a:pt x="13562" y="6961"/>
                  <a:pt x="13540" y="6961"/>
                </a:cubicBezTo>
                <a:cubicBezTo>
                  <a:pt x="13517" y="6961"/>
                  <a:pt x="13496" y="6943"/>
                  <a:pt x="13464" y="6906"/>
                </a:cubicBezTo>
                <a:cubicBezTo>
                  <a:pt x="13449" y="6880"/>
                  <a:pt x="13435" y="6865"/>
                  <a:pt x="13424" y="6865"/>
                </a:cubicBezTo>
                <a:cubicBezTo>
                  <a:pt x="13410" y="6865"/>
                  <a:pt x="13400" y="6888"/>
                  <a:pt x="13393" y="6942"/>
                </a:cubicBezTo>
                <a:cubicBezTo>
                  <a:pt x="13385" y="6996"/>
                  <a:pt x="13377" y="7020"/>
                  <a:pt x="13363" y="7020"/>
                </a:cubicBezTo>
                <a:cubicBezTo>
                  <a:pt x="13355" y="7020"/>
                  <a:pt x="13346" y="7014"/>
                  <a:pt x="13333" y="7001"/>
                </a:cubicBezTo>
                <a:cubicBezTo>
                  <a:pt x="13318" y="6978"/>
                  <a:pt x="13287" y="6960"/>
                  <a:pt x="13245" y="6960"/>
                </a:cubicBezTo>
                <a:cubicBezTo>
                  <a:pt x="13222" y="6960"/>
                  <a:pt x="13196" y="6965"/>
                  <a:pt x="13167" y="6977"/>
                </a:cubicBezTo>
                <a:cubicBezTo>
                  <a:pt x="13107" y="6989"/>
                  <a:pt x="12976" y="6989"/>
                  <a:pt x="12893" y="6989"/>
                </a:cubicBezTo>
                <a:cubicBezTo>
                  <a:pt x="12865" y="6986"/>
                  <a:pt x="12839" y="6984"/>
                  <a:pt x="12816" y="6984"/>
                </a:cubicBezTo>
                <a:cubicBezTo>
                  <a:pt x="12761" y="6984"/>
                  <a:pt x="12723" y="6993"/>
                  <a:pt x="12714" y="7001"/>
                </a:cubicBezTo>
                <a:cubicBezTo>
                  <a:pt x="12714" y="7037"/>
                  <a:pt x="12619" y="7049"/>
                  <a:pt x="12512" y="7049"/>
                </a:cubicBezTo>
                <a:cubicBezTo>
                  <a:pt x="12417" y="7049"/>
                  <a:pt x="12321" y="7085"/>
                  <a:pt x="12321" y="7096"/>
                </a:cubicBezTo>
                <a:cubicBezTo>
                  <a:pt x="12321" y="7113"/>
                  <a:pt x="12292" y="7130"/>
                  <a:pt x="12253" y="7130"/>
                </a:cubicBezTo>
                <a:cubicBezTo>
                  <a:pt x="12237" y="7130"/>
                  <a:pt x="12220" y="7127"/>
                  <a:pt x="12202" y="7120"/>
                </a:cubicBezTo>
                <a:cubicBezTo>
                  <a:pt x="12196" y="7119"/>
                  <a:pt x="12190" y="7118"/>
                  <a:pt x="12184" y="7118"/>
                </a:cubicBezTo>
                <a:cubicBezTo>
                  <a:pt x="12131" y="7118"/>
                  <a:pt x="12082" y="7162"/>
                  <a:pt x="12071" y="7216"/>
                </a:cubicBezTo>
                <a:lnTo>
                  <a:pt x="12059" y="7323"/>
                </a:lnTo>
                <a:lnTo>
                  <a:pt x="12000" y="7204"/>
                </a:lnTo>
                <a:cubicBezTo>
                  <a:pt x="11968" y="7131"/>
                  <a:pt x="11941" y="7102"/>
                  <a:pt x="11890" y="7102"/>
                </a:cubicBezTo>
                <a:cubicBezTo>
                  <a:pt x="11866" y="7102"/>
                  <a:pt x="11836" y="7109"/>
                  <a:pt x="11798" y="7120"/>
                </a:cubicBezTo>
                <a:cubicBezTo>
                  <a:pt x="11726" y="7156"/>
                  <a:pt x="11643" y="7180"/>
                  <a:pt x="11607" y="7216"/>
                </a:cubicBezTo>
                <a:cubicBezTo>
                  <a:pt x="11575" y="7241"/>
                  <a:pt x="11506" y="7253"/>
                  <a:pt x="11400" y="7253"/>
                </a:cubicBezTo>
                <a:cubicBezTo>
                  <a:pt x="11309" y="7253"/>
                  <a:pt x="11191" y="7244"/>
                  <a:pt x="11047" y="7227"/>
                </a:cubicBezTo>
                <a:cubicBezTo>
                  <a:pt x="11008" y="7225"/>
                  <a:pt x="10974" y="7223"/>
                  <a:pt x="10945" y="7223"/>
                </a:cubicBezTo>
                <a:cubicBezTo>
                  <a:pt x="10851" y="7223"/>
                  <a:pt x="10809" y="7239"/>
                  <a:pt x="10809" y="7275"/>
                </a:cubicBezTo>
                <a:cubicBezTo>
                  <a:pt x="10809" y="7311"/>
                  <a:pt x="10782" y="7327"/>
                  <a:pt x="10747" y="7327"/>
                </a:cubicBezTo>
                <a:cubicBezTo>
                  <a:pt x="10737" y="7327"/>
                  <a:pt x="10725" y="7325"/>
                  <a:pt x="10714" y="7323"/>
                </a:cubicBezTo>
                <a:cubicBezTo>
                  <a:pt x="10698" y="7316"/>
                  <a:pt x="10679" y="7312"/>
                  <a:pt x="10658" y="7312"/>
                </a:cubicBezTo>
                <a:cubicBezTo>
                  <a:pt x="10536" y="7312"/>
                  <a:pt x="10356" y="7415"/>
                  <a:pt x="10416" y="7466"/>
                </a:cubicBezTo>
                <a:cubicBezTo>
                  <a:pt x="10421" y="7470"/>
                  <a:pt x="10418" y="7473"/>
                  <a:pt x="10406" y="7473"/>
                </a:cubicBezTo>
                <a:cubicBezTo>
                  <a:pt x="10389" y="7473"/>
                  <a:pt x="10353" y="7468"/>
                  <a:pt x="10297" y="7454"/>
                </a:cubicBezTo>
                <a:cubicBezTo>
                  <a:pt x="10245" y="7433"/>
                  <a:pt x="10200" y="7423"/>
                  <a:pt x="10156" y="7423"/>
                </a:cubicBezTo>
                <a:cubicBezTo>
                  <a:pt x="10101" y="7423"/>
                  <a:pt x="10048" y="7439"/>
                  <a:pt x="9988" y="7466"/>
                </a:cubicBezTo>
                <a:cubicBezTo>
                  <a:pt x="9937" y="7491"/>
                  <a:pt x="9896" y="7503"/>
                  <a:pt x="9869" y="7503"/>
                </a:cubicBezTo>
                <a:cubicBezTo>
                  <a:pt x="9846" y="7503"/>
                  <a:pt x="9833" y="7494"/>
                  <a:pt x="9833" y="7477"/>
                </a:cubicBezTo>
                <a:cubicBezTo>
                  <a:pt x="9849" y="7429"/>
                  <a:pt x="9693" y="7391"/>
                  <a:pt x="9578" y="7391"/>
                </a:cubicBezTo>
                <a:cubicBezTo>
                  <a:pt x="9524" y="7391"/>
                  <a:pt x="9479" y="7399"/>
                  <a:pt x="9464" y="7418"/>
                </a:cubicBezTo>
                <a:cubicBezTo>
                  <a:pt x="9455" y="7445"/>
                  <a:pt x="9366" y="7458"/>
                  <a:pt x="9256" y="7458"/>
                </a:cubicBezTo>
                <a:cubicBezTo>
                  <a:pt x="9220" y="7458"/>
                  <a:pt x="9181" y="7457"/>
                  <a:pt x="9142" y="7454"/>
                </a:cubicBezTo>
                <a:cubicBezTo>
                  <a:pt x="9062" y="7445"/>
                  <a:pt x="8974" y="7441"/>
                  <a:pt x="8891" y="7441"/>
                </a:cubicBezTo>
                <a:cubicBezTo>
                  <a:pt x="8642" y="7441"/>
                  <a:pt x="8437" y="7474"/>
                  <a:pt x="8607" y="7501"/>
                </a:cubicBezTo>
                <a:cubicBezTo>
                  <a:pt x="8678" y="7513"/>
                  <a:pt x="8726" y="7561"/>
                  <a:pt x="8726" y="7597"/>
                </a:cubicBezTo>
                <a:cubicBezTo>
                  <a:pt x="8726" y="7644"/>
                  <a:pt x="8750" y="7704"/>
                  <a:pt x="8797" y="7716"/>
                </a:cubicBezTo>
                <a:cubicBezTo>
                  <a:pt x="8821" y="7727"/>
                  <a:pt x="8818" y="7733"/>
                  <a:pt x="8791" y="7733"/>
                </a:cubicBezTo>
                <a:cubicBezTo>
                  <a:pt x="8764" y="7733"/>
                  <a:pt x="8714" y="7727"/>
                  <a:pt x="8642" y="7716"/>
                </a:cubicBezTo>
                <a:cubicBezTo>
                  <a:pt x="8488" y="7692"/>
                  <a:pt x="8404" y="7656"/>
                  <a:pt x="8428" y="7597"/>
                </a:cubicBezTo>
                <a:cubicBezTo>
                  <a:pt x="8440" y="7537"/>
                  <a:pt x="8380" y="7513"/>
                  <a:pt x="8214" y="7501"/>
                </a:cubicBezTo>
                <a:cubicBezTo>
                  <a:pt x="8154" y="7493"/>
                  <a:pt x="8112" y="7488"/>
                  <a:pt x="8082" y="7488"/>
                </a:cubicBezTo>
                <a:cubicBezTo>
                  <a:pt x="8023" y="7488"/>
                  <a:pt x="8015" y="7509"/>
                  <a:pt x="8023" y="7573"/>
                </a:cubicBezTo>
                <a:cubicBezTo>
                  <a:pt x="8035" y="7632"/>
                  <a:pt x="7988" y="7692"/>
                  <a:pt x="7928" y="7716"/>
                </a:cubicBezTo>
                <a:cubicBezTo>
                  <a:pt x="7874" y="7742"/>
                  <a:pt x="7834" y="7756"/>
                  <a:pt x="7818" y="7756"/>
                </a:cubicBezTo>
                <a:cubicBezTo>
                  <a:pt x="7812" y="7756"/>
                  <a:pt x="7809" y="7754"/>
                  <a:pt x="7809" y="7751"/>
                </a:cubicBezTo>
                <a:cubicBezTo>
                  <a:pt x="7809" y="7748"/>
                  <a:pt x="7802" y="7747"/>
                  <a:pt x="7790" y="7747"/>
                </a:cubicBezTo>
                <a:cubicBezTo>
                  <a:pt x="7756" y="7747"/>
                  <a:pt x="7682" y="7758"/>
                  <a:pt x="7595" y="7775"/>
                </a:cubicBezTo>
                <a:cubicBezTo>
                  <a:pt x="7476" y="7811"/>
                  <a:pt x="7357" y="7858"/>
                  <a:pt x="7357" y="7870"/>
                </a:cubicBezTo>
                <a:cubicBezTo>
                  <a:pt x="7345" y="7899"/>
                  <a:pt x="7364" y="7914"/>
                  <a:pt x="7403" y="7914"/>
                </a:cubicBezTo>
                <a:cubicBezTo>
                  <a:pt x="7446" y="7914"/>
                  <a:pt x="7514" y="7896"/>
                  <a:pt x="7595" y="7858"/>
                </a:cubicBezTo>
                <a:cubicBezTo>
                  <a:pt x="7648" y="7832"/>
                  <a:pt x="7708" y="7818"/>
                  <a:pt x="7745" y="7818"/>
                </a:cubicBezTo>
                <a:cubicBezTo>
                  <a:pt x="7758" y="7818"/>
                  <a:pt x="7767" y="7820"/>
                  <a:pt x="7773" y="7823"/>
                </a:cubicBezTo>
                <a:cubicBezTo>
                  <a:pt x="7838" y="7888"/>
                  <a:pt x="7686" y="7993"/>
                  <a:pt x="7523" y="7993"/>
                </a:cubicBezTo>
                <a:cubicBezTo>
                  <a:pt x="7507" y="7993"/>
                  <a:pt x="7491" y="7992"/>
                  <a:pt x="7476" y="7989"/>
                </a:cubicBezTo>
                <a:cubicBezTo>
                  <a:pt x="7450" y="7986"/>
                  <a:pt x="7425" y="7985"/>
                  <a:pt x="7402" y="7985"/>
                </a:cubicBezTo>
                <a:cubicBezTo>
                  <a:pt x="7338" y="7985"/>
                  <a:pt x="7284" y="7996"/>
                  <a:pt x="7249" y="8013"/>
                </a:cubicBezTo>
                <a:cubicBezTo>
                  <a:pt x="7232" y="8031"/>
                  <a:pt x="7202" y="8040"/>
                  <a:pt x="7168" y="8040"/>
                </a:cubicBezTo>
                <a:cubicBezTo>
                  <a:pt x="7133" y="8040"/>
                  <a:pt x="7095" y="8031"/>
                  <a:pt x="7059" y="8013"/>
                </a:cubicBezTo>
                <a:cubicBezTo>
                  <a:pt x="7010" y="7998"/>
                  <a:pt x="6977" y="7990"/>
                  <a:pt x="6961" y="7990"/>
                </a:cubicBezTo>
                <a:cubicBezTo>
                  <a:pt x="6938" y="7990"/>
                  <a:pt x="6951" y="8007"/>
                  <a:pt x="6999" y="8049"/>
                </a:cubicBezTo>
                <a:cubicBezTo>
                  <a:pt x="7071" y="8120"/>
                  <a:pt x="7059" y="8132"/>
                  <a:pt x="6964" y="8156"/>
                </a:cubicBezTo>
                <a:cubicBezTo>
                  <a:pt x="6955" y="8158"/>
                  <a:pt x="6946" y="8158"/>
                  <a:pt x="6938" y="8158"/>
                </a:cubicBezTo>
                <a:cubicBezTo>
                  <a:pt x="6884" y="8158"/>
                  <a:pt x="6856" y="8123"/>
                  <a:pt x="6856" y="8061"/>
                </a:cubicBezTo>
                <a:cubicBezTo>
                  <a:pt x="6874" y="7981"/>
                  <a:pt x="6748" y="7915"/>
                  <a:pt x="6643" y="7915"/>
                </a:cubicBezTo>
                <a:cubicBezTo>
                  <a:pt x="6606" y="7915"/>
                  <a:pt x="6572" y="7923"/>
                  <a:pt x="6547" y="7942"/>
                </a:cubicBezTo>
                <a:cubicBezTo>
                  <a:pt x="6523" y="7954"/>
                  <a:pt x="6559" y="7989"/>
                  <a:pt x="6654" y="8001"/>
                </a:cubicBezTo>
                <a:cubicBezTo>
                  <a:pt x="6737" y="8013"/>
                  <a:pt x="6797" y="8049"/>
                  <a:pt x="6797" y="8073"/>
                </a:cubicBezTo>
                <a:cubicBezTo>
                  <a:pt x="6797" y="8108"/>
                  <a:pt x="6797" y="8180"/>
                  <a:pt x="6821" y="8239"/>
                </a:cubicBezTo>
                <a:cubicBezTo>
                  <a:pt x="6833" y="8311"/>
                  <a:pt x="6797" y="8347"/>
                  <a:pt x="6654" y="8370"/>
                </a:cubicBezTo>
                <a:cubicBezTo>
                  <a:pt x="6535" y="8394"/>
                  <a:pt x="6475" y="8430"/>
                  <a:pt x="6487" y="8478"/>
                </a:cubicBezTo>
                <a:cubicBezTo>
                  <a:pt x="6511" y="8525"/>
                  <a:pt x="6484" y="8549"/>
                  <a:pt x="6444" y="8549"/>
                </a:cubicBezTo>
                <a:cubicBezTo>
                  <a:pt x="6404" y="8549"/>
                  <a:pt x="6350" y="8525"/>
                  <a:pt x="6321" y="8478"/>
                </a:cubicBezTo>
                <a:cubicBezTo>
                  <a:pt x="6312" y="8460"/>
                  <a:pt x="6298" y="8452"/>
                  <a:pt x="6279" y="8452"/>
                </a:cubicBezTo>
                <a:cubicBezTo>
                  <a:pt x="6247" y="8452"/>
                  <a:pt x="6198" y="8476"/>
                  <a:pt x="6130" y="8513"/>
                </a:cubicBezTo>
                <a:cubicBezTo>
                  <a:pt x="5999" y="8597"/>
                  <a:pt x="5999" y="8609"/>
                  <a:pt x="6106" y="8668"/>
                </a:cubicBezTo>
                <a:cubicBezTo>
                  <a:pt x="6166" y="8716"/>
                  <a:pt x="6321" y="8751"/>
                  <a:pt x="6499" y="8751"/>
                </a:cubicBezTo>
                <a:cubicBezTo>
                  <a:pt x="6821" y="8751"/>
                  <a:pt x="6904" y="8870"/>
                  <a:pt x="6595" y="8882"/>
                </a:cubicBezTo>
                <a:cubicBezTo>
                  <a:pt x="6499" y="8882"/>
                  <a:pt x="6321" y="8930"/>
                  <a:pt x="6225" y="8990"/>
                </a:cubicBezTo>
                <a:cubicBezTo>
                  <a:pt x="6047" y="9061"/>
                  <a:pt x="6023" y="9109"/>
                  <a:pt x="6071" y="9192"/>
                </a:cubicBezTo>
                <a:cubicBezTo>
                  <a:pt x="6097" y="9235"/>
                  <a:pt x="6116" y="9266"/>
                  <a:pt x="6125" y="9266"/>
                </a:cubicBezTo>
                <a:cubicBezTo>
                  <a:pt x="6128" y="9266"/>
                  <a:pt x="6130" y="9261"/>
                  <a:pt x="6130" y="9251"/>
                </a:cubicBezTo>
                <a:cubicBezTo>
                  <a:pt x="6135" y="9221"/>
                  <a:pt x="6167" y="9206"/>
                  <a:pt x="6200" y="9206"/>
                </a:cubicBezTo>
                <a:cubicBezTo>
                  <a:pt x="6244" y="9206"/>
                  <a:pt x="6292" y="9233"/>
                  <a:pt x="6285" y="9287"/>
                </a:cubicBezTo>
                <a:cubicBezTo>
                  <a:pt x="6271" y="9337"/>
                  <a:pt x="6178" y="9370"/>
                  <a:pt x="6100" y="9370"/>
                </a:cubicBezTo>
                <a:cubicBezTo>
                  <a:pt x="6048" y="9370"/>
                  <a:pt x="6001" y="9356"/>
                  <a:pt x="5987" y="9323"/>
                </a:cubicBezTo>
                <a:cubicBezTo>
                  <a:pt x="5968" y="9303"/>
                  <a:pt x="5952" y="9294"/>
                  <a:pt x="5933" y="9294"/>
                </a:cubicBezTo>
                <a:cubicBezTo>
                  <a:pt x="5918" y="9294"/>
                  <a:pt x="5902" y="9300"/>
                  <a:pt x="5880" y="9311"/>
                </a:cubicBezTo>
                <a:cubicBezTo>
                  <a:pt x="5844" y="9347"/>
                  <a:pt x="5868" y="9359"/>
                  <a:pt x="5904" y="9371"/>
                </a:cubicBezTo>
                <a:cubicBezTo>
                  <a:pt x="5952" y="9371"/>
                  <a:pt x="5963" y="9406"/>
                  <a:pt x="5940" y="9418"/>
                </a:cubicBezTo>
                <a:cubicBezTo>
                  <a:pt x="5904" y="9430"/>
                  <a:pt x="5963" y="9478"/>
                  <a:pt x="6071" y="9502"/>
                </a:cubicBezTo>
                <a:cubicBezTo>
                  <a:pt x="6261" y="9561"/>
                  <a:pt x="6344" y="9787"/>
                  <a:pt x="6166" y="9799"/>
                </a:cubicBezTo>
                <a:cubicBezTo>
                  <a:pt x="6106" y="9808"/>
                  <a:pt x="6066" y="9814"/>
                  <a:pt x="6042" y="9814"/>
                </a:cubicBezTo>
                <a:cubicBezTo>
                  <a:pt x="6005" y="9814"/>
                  <a:pt x="6010" y="9800"/>
                  <a:pt x="6047" y="9763"/>
                </a:cubicBezTo>
                <a:cubicBezTo>
                  <a:pt x="6071" y="9728"/>
                  <a:pt x="6023" y="9704"/>
                  <a:pt x="5940" y="9704"/>
                </a:cubicBezTo>
                <a:cubicBezTo>
                  <a:pt x="5890" y="9696"/>
                  <a:pt x="5856" y="9691"/>
                  <a:pt x="5837" y="9691"/>
                </a:cubicBezTo>
                <a:cubicBezTo>
                  <a:pt x="5795" y="9691"/>
                  <a:pt x="5815" y="9714"/>
                  <a:pt x="5880" y="9787"/>
                </a:cubicBezTo>
                <a:cubicBezTo>
                  <a:pt x="5940" y="9847"/>
                  <a:pt x="5987" y="9954"/>
                  <a:pt x="5987" y="10025"/>
                </a:cubicBezTo>
                <a:cubicBezTo>
                  <a:pt x="5987" y="10097"/>
                  <a:pt x="6023" y="10180"/>
                  <a:pt x="6071" y="10204"/>
                </a:cubicBezTo>
                <a:cubicBezTo>
                  <a:pt x="6142" y="10240"/>
                  <a:pt x="6142" y="10252"/>
                  <a:pt x="6071" y="10264"/>
                </a:cubicBezTo>
                <a:cubicBezTo>
                  <a:pt x="5940" y="10299"/>
                  <a:pt x="6047" y="10394"/>
                  <a:pt x="6249" y="10454"/>
                </a:cubicBezTo>
                <a:cubicBezTo>
                  <a:pt x="6321" y="10478"/>
                  <a:pt x="6368" y="10502"/>
                  <a:pt x="6344" y="10537"/>
                </a:cubicBezTo>
                <a:cubicBezTo>
                  <a:pt x="6324" y="10551"/>
                  <a:pt x="6307" y="10557"/>
                  <a:pt x="6287" y="10557"/>
                </a:cubicBezTo>
                <a:cubicBezTo>
                  <a:pt x="6273" y="10557"/>
                  <a:pt x="6257" y="10554"/>
                  <a:pt x="6237" y="10549"/>
                </a:cubicBezTo>
                <a:cubicBezTo>
                  <a:pt x="6227" y="10546"/>
                  <a:pt x="6217" y="10544"/>
                  <a:pt x="6209" y="10544"/>
                </a:cubicBezTo>
                <a:cubicBezTo>
                  <a:pt x="6190" y="10544"/>
                  <a:pt x="6178" y="10553"/>
                  <a:pt x="6178" y="10561"/>
                </a:cubicBezTo>
                <a:cubicBezTo>
                  <a:pt x="6168" y="10610"/>
                  <a:pt x="6532" y="10692"/>
                  <a:pt x="6726" y="10692"/>
                </a:cubicBezTo>
                <a:cubicBezTo>
                  <a:pt x="6767" y="10692"/>
                  <a:pt x="6800" y="10688"/>
                  <a:pt x="6821" y="10680"/>
                </a:cubicBezTo>
                <a:cubicBezTo>
                  <a:pt x="6845" y="10672"/>
                  <a:pt x="6868" y="10668"/>
                  <a:pt x="6890" y="10668"/>
                </a:cubicBezTo>
                <a:cubicBezTo>
                  <a:pt x="6989" y="10668"/>
                  <a:pt x="7058" y="10747"/>
                  <a:pt x="6999" y="10835"/>
                </a:cubicBezTo>
                <a:cubicBezTo>
                  <a:pt x="6953" y="10881"/>
                  <a:pt x="6855" y="10906"/>
                  <a:pt x="6758" y="10906"/>
                </a:cubicBezTo>
                <a:cubicBezTo>
                  <a:pt x="6682" y="10906"/>
                  <a:pt x="6606" y="10890"/>
                  <a:pt x="6559" y="10859"/>
                </a:cubicBezTo>
                <a:cubicBezTo>
                  <a:pt x="6534" y="10842"/>
                  <a:pt x="6484" y="10825"/>
                  <a:pt x="6449" y="10825"/>
                </a:cubicBezTo>
                <a:cubicBezTo>
                  <a:pt x="6435" y="10825"/>
                  <a:pt x="6423" y="10828"/>
                  <a:pt x="6416" y="10835"/>
                </a:cubicBezTo>
                <a:cubicBezTo>
                  <a:pt x="6405" y="10838"/>
                  <a:pt x="6398" y="10839"/>
                  <a:pt x="6395" y="10839"/>
                </a:cubicBezTo>
                <a:cubicBezTo>
                  <a:pt x="6386" y="10839"/>
                  <a:pt x="6418" y="10824"/>
                  <a:pt x="6464" y="10787"/>
                </a:cubicBezTo>
                <a:cubicBezTo>
                  <a:pt x="6528" y="10741"/>
                  <a:pt x="6543" y="10724"/>
                  <a:pt x="6496" y="10724"/>
                </a:cubicBezTo>
                <a:cubicBezTo>
                  <a:pt x="6482" y="10724"/>
                  <a:pt x="6464" y="10725"/>
                  <a:pt x="6440" y="10728"/>
                </a:cubicBezTo>
                <a:cubicBezTo>
                  <a:pt x="6368" y="10740"/>
                  <a:pt x="6309" y="10752"/>
                  <a:pt x="6309" y="10787"/>
                </a:cubicBezTo>
                <a:cubicBezTo>
                  <a:pt x="6309" y="10811"/>
                  <a:pt x="6249" y="10811"/>
                  <a:pt x="6190" y="10811"/>
                </a:cubicBezTo>
                <a:cubicBezTo>
                  <a:pt x="6170" y="10808"/>
                  <a:pt x="6154" y="10807"/>
                  <a:pt x="6141" y="10807"/>
                </a:cubicBezTo>
                <a:cubicBezTo>
                  <a:pt x="6100" y="10807"/>
                  <a:pt x="6097" y="10822"/>
                  <a:pt x="6142" y="10859"/>
                </a:cubicBezTo>
                <a:cubicBezTo>
                  <a:pt x="6202" y="10918"/>
                  <a:pt x="6190" y="10930"/>
                  <a:pt x="6083" y="10966"/>
                </a:cubicBezTo>
                <a:cubicBezTo>
                  <a:pt x="5918" y="11021"/>
                  <a:pt x="6125" y="11097"/>
                  <a:pt x="6344" y="11097"/>
                </a:cubicBezTo>
                <a:cubicBezTo>
                  <a:pt x="6410" y="11097"/>
                  <a:pt x="6477" y="11090"/>
                  <a:pt x="6535" y="11073"/>
                </a:cubicBezTo>
                <a:cubicBezTo>
                  <a:pt x="6604" y="11050"/>
                  <a:pt x="6678" y="11037"/>
                  <a:pt x="6732" y="11037"/>
                </a:cubicBezTo>
                <a:cubicBezTo>
                  <a:pt x="6761" y="11037"/>
                  <a:pt x="6784" y="11041"/>
                  <a:pt x="6797" y="11049"/>
                </a:cubicBezTo>
                <a:cubicBezTo>
                  <a:pt x="6892" y="11097"/>
                  <a:pt x="6904" y="11383"/>
                  <a:pt x="6821" y="11383"/>
                </a:cubicBezTo>
                <a:cubicBezTo>
                  <a:pt x="6773" y="11383"/>
                  <a:pt x="6702" y="11407"/>
                  <a:pt x="6642" y="11442"/>
                </a:cubicBezTo>
                <a:cubicBezTo>
                  <a:pt x="6585" y="11477"/>
                  <a:pt x="6555" y="11494"/>
                  <a:pt x="6546" y="11494"/>
                </a:cubicBezTo>
                <a:cubicBezTo>
                  <a:pt x="6537" y="11494"/>
                  <a:pt x="6552" y="11474"/>
                  <a:pt x="6583" y="11430"/>
                </a:cubicBezTo>
                <a:cubicBezTo>
                  <a:pt x="6606" y="11383"/>
                  <a:pt x="6595" y="11335"/>
                  <a:pt x="6523" y="11335"/>
                </a:cubicBezTo>
                <a:cubicBezTo>
                  <a:pt x="6508" y="11332"/>
                  <a:pt x="6494" y="11331"/>
                  <a:pt x="6481" y="11331"/>
                </a:cubicBezTo>
                <a:cubicBezTo>
                  <a:pt x="6442" y="11331"/>
                  <a:pt x="6413" y="11344"/>
                  <a:pt x="6404" y="11371"/>
                </a:cubicBezTo>
                <a:cubicBezTo>
                  <a:pt x="6404" y="11388"/>
                  <a:pt x="6359" y="11399"/>
                  <a:pt x="6307" y="11399"/>
                </a:cubicBezTo>
                <a:cubicBezTo>
                  <a:pt x="6288" y="11399"/>
                  <a:pt x="6268" y="11398"/>
                  <a:pt x="6249" y="11395"/>
                </a:cubicBezTo>
                <a:cubicBezTo>
                  <a:pt x="6225" y="11391"/>
                  <a:pt x="6202" y="11390"/>
                  <a:pt x="6183" y="11390"/>
                </a:cubicBezTo>
                <a:cubicBezTo>
                  <a:pt x="6136" y="11390"/>
                  <a:pt x="6106" y="11398"/>
                  <a:pt x="6106" y="11407"/>
                </a:cubicBezTo>
                <a:cubicBezTo>
                  <a:pt x="6089" y="11468"/>
                  <a:pt x="6215" y="11524"/>
                  <a:pt x="6306" y="11524"/>
                </a:cubicBezTo>
                <a:cubicBezTo>
                  <a:pt x="6338" y="11524"/>
                  <a:pt x="6365" y="11517"/>
                  <a:pt x="6380" y="11502"/>
                </a:cubicBezTo>
                <a:cubicBezTo>
                  <a:pt x="6396" y="11491"/>
                  <a:pt x="6411" y="11485"/>
                  <a:pt x="6426" y="11485"/>
                </a:cubicBezTo>
                <a:cubicBezTo>
                  <a:pt x="6488" y="11485"/>
                  <a:pt x="6537" y="11583"/>
                  <a:pt x="6547" y="11728"/>
                </a:cubicBezTo>
                <a:cubicBezTo>
                  <a:pt x="6547" y="11790"/>
                  <a:pt x="6540" y="11825"/>
                  <a:pt x="6513" y="11825"/>
                </a:cubicBezTo>
                <a:cubicBezTo>
                  <a:pt x="6503" y="11825"/>
                  <a:pt x="6491" y="11821"/>
                  <a:pt x="6475" y="11811"/>
                </a:cubicBezTo>
                <a:cubicBezTo>
                  <a:pt x="6452" y="11799"/>
                  <a:pt x="6437" y="11793"/>
                  <a:pt x="6429" y="11793"/>
                </a:cubicBezTo>
                <a:cubicBezTo>
                  <a:pt x="6422" y="11793"/>
                  <a:pt x="6422" y="11799"/>
                  <a:pt x="6428" y="11811"/>
                </a:cubicBezTo>
                <a:cubicBezTo>
                  <a:pt x="6440" y="11847"/>
                  <a:pt x="6475" y="11966"/>
                  <a:pt x="6475" y="12097"/>
                </a:cubicBezTo>
                <a:cubicBezTo>
                  <a:pt x="6485" y="12245"/>
                  <a:pt x="6480" y="12300"/>
                  <a:pt x="6432" y="12300"/>
                </a:cubicBezTo>
                <a:cubicBezTo>
                  <a:pt x="6418" y="12300"/>
                  <a:pt x="6401" y="12295"/>
                  <a:pt x="6380" y="12288"/>
                </a:cubicBezTo>
                <a:cubicBezTo>
                  <a:pt x="6360" y="12280"/>
                  <a:pt x="6337" y="12276"/>
                  <a:pt x="6311" y="12276"/>
                </a:cubicBezTo>
                <a:cubicBezTo>
                  <a:pt x="6258" y="12276"/>
                  <a:pt x="6198" y="12292"/>
                  <a:pt x="6142" y="12323"/>
                </a:cubicBezTo>
                <a:cubicBezTo>
                  <a:pt x="6071" y="12359"/>
                  <a:pt x="5821" y="12407"/>
                  <a:pt x="5594" y="12419"/>
                </a:cubicBezTo>
                <a:cubicBezTo>
                  <a:pt x="5368" y="12442"/>
                  <a:pt x="5154" y="12478"/>
                  <a:pt x="5094" y="12514"/>
                </a:cubicBezTo>
                <a:cubicBezTo>
                  <a:pt x="5059" y="12528"/>
                  <a:pt x="5012" y="12534"/>
                  <a:pt x="4963" y="12534"/>
                </a:cubicBezTo>
                <a:cubicBezTo>
                  <a:pt x="4927" y="12534"/>
                  <a:pt x="4891" y="12531"/>
                  <a:pt x="4856" y="12526"/>
                </a:cubicBezTo>
                <a:cubicBezTo>
                  <a:pt x="4804" y="12508"/>
                  <a:pt x="4743" y="12500"/>
                  <a:pt x="4674" y="12500"/>
                </a:cubicBezTo>
                <a:cubicBezTo>
                  <a:pt x="4555" y="12500"/>
                  <a:pt x="4410" y="12524"/>
                  <a:pt x="4237" y="12561"/>
                </a:cubicBezTo>
                <a:cubicBezTo>
                  <a:pt x="4035" y="12597"/>
                  <a:pt x="3749" y="12633"/>
                  <a:pt x="3511" y="12633"/>
                </a:cubicBezTo>
                <a:cubicBezTo>
                  <a:pt x="3380" y="12633"/>
                  <a:pt x="3273" y="12645"/>
                  <a:pt x="3273" y="12680"/>
                </a:cubicBezTo>
                <a:cubicBezTo>
                  <a:pt x="3273" y="12690"/>
                  <a:pt x="3164" y="12708"/>
                  <a:pt x="3021" y="12708"/>
                </a:cubicBezTo>
                <a:cubicBezTo>
                  <a:pt x="2987" y="12708"/>
                  <a:pt x="2952" y="12707"/>
                  <a:pt x="2915" y="12704"/>
                </a:cubicBezTo>
                <a:cubicBezTo>
                  <a:pt x="2713" y="12704"/>
                  <a:pt x="2570" y="12740"/>
                  <a:pt x="2570" y="12764"/>
                </a:cubicBezTo>
                <a:cubicBezTo>
                  <a:pt x="2570" y="12800"/>
                  <a:pt x="2534" y="12859"/>
                  <a:pt x="2475" y="12883"/>
                </a:cubicBezTo>
                <a:cubicBezTo>
                  <a:pt x="2404" y="12916"/>
                  <a:pt x="2343" y="12931"/>
                  <a:pt x="2312" y="12931"/>
                </a:cubicBezTo>
                <a:cubicBezTo>
                  <a:pt x="2274" y="12931"/>
                  <a:pt x="2279" y="12910"/>
                  <a:pt x="2356" y="12871"/>
                </a:cubicBezTo>
                <a:cubicBezTo>
                  <a:pt x="2415" y="12835"/>
                  <a:pt x="2427" y="12800"/>
                  <a:pt x="2380" y="12776"/>
                </a:cubicBezTo>
                <a:cubicBezTo>
                  <a:pt x="2364" y="12772"/>
                  <a:pt x="2349" y="12769"/>
                  <a:pt x="2336" y="12769"/>
                </a:cubicBezTo>
                <a:cubicBezTo>
                  <a:pt x="2308" y="12769"/>
                  <a:pt x="2284" y="12780"/>
                  <a:pt x="2261" y="12811"/>
                </a:cubicBezTo>
                <a:cubicBezTo>
                  <a:pt x="2240" y="12832"/>
                  <a:pt x="2157" y="12861"/>
                  <a:pt x="2059" y="12861"/>
                </a:cubicBezTo>
                <a:cubicBezTo>
                  <a:pt x="2043" y="12861"/>
                  <a:pt x="2027" y="12861"/>
                  <a:pt x="2011" y="12859"/>
                </a:cubicBezTo>
                <a:cubicBezTo>
                  <a:pt x="1937" y="12849"/>
                  <a:pt x="1893" y="12843"/>
                  <a:pt x="1876" y="12843"/>
                </a:cubicBezTo>
                <a:cubicBezTo>
                  <a:pt x="1852" y="12843"/>
                  <a:pt x="1881" y="12855"/>
                  <a:pt x="1951" y="12883"/>
                </a:cubicBezTo>
                <a:cubicBezTo>
                  <a:pt x="2082" y="12930"/>
                  <a:pt x="2070" y="12942"/>
                  <a:pt x="1880" y="13002"/>
                </a:cubicBezTo>
                <a:cubicBezTo>
                  <a:pt x="1817" y="13023"/>
                  <a:pt x="1747" y="13035"/>
                  <a:pt x="1690" y="13035"/>
                </a:cubicBezTo>
                <a:cubicBezTo>
                  <a:pt x="1648" y="13035"/>
                  <a:pt x="1614" y="13029"/>
                  <a:pt x="1594" y="13014"/>
                </a:cubicBezTo>
                <a:cubicBezTo>
                  <a:pt x="1585" y="13010"/>
                  <a:pt x="1578" y="13008"/>
                  <a:pt x="1570" y="13008"/>
                </a:cubicBezTo>
                <a:cubicBezTo>
                  <a:pt x="1538" y="13008"/>
                  <a:pt x="1518" y="13048"/>
                  <a:pt x="1499" y="13097"/>
                </a:cubicBezTo>
                <a:cubicBezTo>
                  <a:pt x="1491" y="13196"/>
                  <a:pt x="1387" y="13255"/>
                  <a:pt x="1273" y="13255"/>
                </a:cubicBezTo>
                <a:cubicBezTo>
                  <a:pt x="1207" y="13255"/>
                  <a:pt x="1138" y="13236"/>
                  <a:pt x="1082" y="13192"/>
                </a:cubicBezTo>
                <a:cubicBezTo>
                  <a:pt x="1045" y="13161"/>
                  <a:pt x="1023" y="13143"/>
                  <a:pt x="1007" y="13143"/>
                </a:cubicBezTo>
                <a:cubicBezTo>
                  <a:pt x="981" y="13143"/>
                  <a:pt x="973" y="13189"/>
                  <a:pt x="951" y="13300"/>
                </a:cubicBezTo>
                <a:cubicBezTo>
                  <a:pt x="940" y="13437"/>
                  <a:pt x="902" y="13480"/>
                  <a:pt x="835" y="13480"/>
                </a:cubicBezTo>
                <a:cubicBezTo>
                  <a:pt x="827" y="13480"/>
                  <a:pt x="818" y="13480"/>
                  <a:pt x="808" y="13478"/>
                </a:cubicBezTo>
                <a:cubicBezTo>
                  <a:pt x="802" y="13478"/>
                  <a:pt x="797" y="13477"/>
                  <a:pt x="790" y="13477"/>
                </a:cubicBezTo>
                <a:cubicBezTo>
                  <a:pt x="644" y="13477"/>
                  <a:pt x="393" y="13612"/>
                  <a:pt x="427" y="13669"/>
                </a:cubicBezTo>
                <a:cubicBezTo>
                  <a:pt x="445" y="13695"/>
                  <a:pt x="429" y="13709"/>
                  <a:pt x="395" y="13709"/>
                </a:cubicBezTo>
                <a:cubicBezTo>
                  <a:pt x="384" y="13709"/>
                  <a:pt x="371" y="13707"/>
                  <a:pt x="356" y="13704"/>
                </a:cubicBezTo>
                <a:cubicBezTo>
                  <a:pt x="352" y="13704"/>
                  <a:pt x="348" y="13704"/>
                  <a:pt x="344" y="13704"/>
                </a:cubicBezTo>
                <a:cubicBezTo>
                  <a:pt x="222" y="13704"/>
                  <a:pt x="180" y="13888"/>
                  <a:pt x="272" y="14050"/>
                </a:cubicBezTo>
                <a:cubicBezTo>
                  <a:pt x="331" y="14142"/>
                  <a:pt x="307" y="14205"/>
                  <a:pt x="238" y="14205"/>
                </a:cubicBezTo>
                <a:cubicBezTo>
                  <a:pt x="209" y="14205"/>
                  <a:pt x="172" y="14193"/>
                  <a:pt x="129" y="14169"/>
                </a:cubicBezTo>
                <a:cubicBezTo>
                  <a:pt x="101" y="14145"/>
                  <a:pt x="81" y="14133"/>
                  <a:pt x="65" y="14133"/>
                </a:cubicBezTo>
                <a:cubicBezTo>
                  <a:pt x="39" y="14133"/>
                  <a:pt x="25" y="14163"/>
                  <a:pt x="10" y="14228"/>
                </a:cubicBezTo>
                <a:cubicBezTo>
                  <a:pt x="1" y="14287"/>
                  <a:pt x="23" y="14330"/>
                  <a:pt x="51" y="14330"/>
                </a:cubicBezTo>
                <a:cubicBezTo>
                  <a:pt x="57" y="14330"/>
                  <a:pt x="64" y="14328"/>
                  <a:pt x="70" y="14324"/>
                </a:cubicBezTo>
                <a:cubicBezTo>
                  <a:pt x="77" y="14323"/>
                  <a:pt x="84" y="14322"/>
                  <a:pt x="90" y="14322"/>
                </a:cubicBezTo>
                <a:cubicBezTo>
                  <a:pt x="157" y="14322"/>
                  <a:pt x="173" y="14380"/>
                  <a:pt x="129" y="14478"/>
                </a:cubicBezTo>
                <a:cubicBezTo>
                  <a:pt x="121" y="14487"/>
                  <a:pt x="136" y="14495"/>
                  <a:pt x="159" y="14495"/>
                </a:cubicBezTo>
                <a:cubicBezTo>
                  <a:pt x="168" y="14495"/>
                  <a:pt x="178" y="14494"/>
                  <a:pt x="189" y="14490"/>
                </a:cubicBezTo>
                <a:cubicBezTo>
                  <a:pt x="213" y="14484"/>
                  <a:pt x="234" y="14481"/>
                  <a:pt x="248" y="14481"/>
                </a:cubicBezTo>
                <a:cubicBezTo>
                  <a:pt x="263" y="14481"/>
                  <a:pt x="272" y="14484"/>
                  <a:pt x="272" y="14490"/>
                </a:cubicBezTo>
                <a:cubicBezTo>
                  <a:pt x="272" y="14502"/>
                  <a:pt x="284" y="14550"/>
                  <a:pt x="296" y="14597"/>
                </a:cubicBezTo>
                <a:cubicBezTo>
                  <a:pt x="324" y="14644"/>
                  <a:pt x="309" y="14661"/>
                  <a:pt x="267" y="14661"/>
                </a:cubicBezTo>
                <a:cubicBezTo>
                  <a:pt x="255" y="14661"/>
                  <a:pt x="241" y="14660"/>
                  <a:pt x="225" y="14657"/>
                </a:cubicBezTo>
                <a:cubicBezTo>
                  <a:pt x="217" y="14655"/>
                  <a:pt x="209" y="14655"/>
                  <a:pt x="201" y="14655"/>
                </a:cubicBezTo>
                <a:cubicBezTo>
                  <a:pt x="151" y="14655"/>
                  <a:pt x="106" y="14687"/>
                  <a:pt x="106" y="14728"/>
                </a:cubicBezTo>
                <a:cubicBezTo>
                  <a:pt x="106" y="14767"/>
                  <a:pt x="121" y="14806"/>
                  <a:pt x="153" y="14806"/>
                </a:cubicBezTo>
                <a:cubicBezTo>
                  <a:pt x="160" y="14806"/>
                  <a:pt x="168" y="14804"/>
                  <a:pt x="177" y="14800"/>
                </a:cubicBezTo>
                <a:cubicBezTo>
                  <a:pt x="182" y="14799"/>
                  <a:pt x="186" y="14798"/>
                  <a:pt x="190" y="14798"/>
                </a:cubicBezTo>
                <a:cubicBezTo>
                  <a:pt x="224" y="14798"/>
                  <a:pt x="221" y="14843"/>
                  <a:pt x="189" y="14907"/>
                </a:cubicBezTo>
                <a:cubicBezTo>
                  <a:pt x="165" y="14966"/>
                  <a:pt x="165" y="15026"/>
                  <a:pt x="189" y="15038"/>
                </a:cubicBezTo>
                <a:cubicBezTo>
                  <a:pt x="272" y="15062"/>
                  <a:pt x="332" y="15359"/>
                  <a:pt x="272" y="15383"/>
                </a:cubicBezTo>
                <a:cubicBezTo>
                  <a:pt x="266" y="15385"/>
                  <a:pt x="260" y="15386"/>
                  <a:pt x="253" y="15386"/>
                </a:cubicBezTo>
                <a:cubicBezTo>
                  <a:pt x="221" y="15386"/>
                  <a:pt x="185" y="15363"/>
                  <a:pt x="165" y="15324"/>
                </a:cubicBezTo>
                <a:cubicBezTo>
                  <a:pt x="135" y="15287"/>
                  <a:pt x="114" y="15270"/>
                  <a:pt x="101" y="15270"/>
                </a:cubicBezTo>
                <a:lnTo>
                  <a:pt x="101" y="15270"/>
                </a:lnTo>
                <a:cubicBezTo>
                  <a:pt x="45" y="15270"/>
                  <a:pt x="124" y="15551"/>
                  <a:pt x="248" y="15800"/>
                </a:cubicBezTo>
                <a:cubicBezTo>
                  <a:pt x="356" y="15978"/>
                  <a:pt x="427" y="16169"/>
                  <a:pt x="415" y="16205"/>
                </a:cubicBezTo>
                <a:cubicBezTo>
                  <a:pt x="415" y="16252"/>
                  <a:pt x="427" y="16288"/>
                  <a:pt x="475" y="16312"/>
                </a:cubicBezTo>
                <a:cubicBezTo>
                  <a:pt x="522" y="16324"/>
                  <a:pt x="534" y="16383"/>
                  <a:pt x="534" y="16443"/>
                </a:cubicBezTo>
                <a:cubicBezTo>
                  <a:pt x="534" y="16502"/>
                  <a:pt x="546" y="16526"/>
                  <a:pt x="594" y="16550"/>
                </a:cubicBezTo>
                <a:cubicBezTo>
                  <a:pt x="641" y="16550"/>
                  <a:pt x="689" y="16621"/>
                  <a:pt x="701" y="16705"/>
                </a:cubicBezTo>
                <a:cubicBezTo>
                  <a:pt x="713" y="16800"/>
                  <a:pt x="784" y="16883"/>
                  <a:pt x="891" y="16931"/>
                </a:cubicBezTo>
                <a:cubicBezTo>
                  <a:pt x="987" y="16967"/>
                  <a:pt x="1106" y="17062"/>
                  <a:pt x="1165" y="17145"/>
                </a:cubicBezTo>
                <a:cubicBezTo>
                  <a:pt x="1308" y="17336"/>
                  <a:pt x="1582" y="17538"/>
                  <a:pt x="1701" y="17562"/>
                </a:cubicBezTo>
                <a:cubicBezTo>
                  <a:pt x="1761" y="17562"/>
                  <a:pt x="1784" y="17586"/>
                  <a:pt x="1784" y="17622"/>
                </a:cubicBezTo>
                <a:cubicBezTo>
                  <a:pt x="1784" y="17633"/>
                  <a:pt x="1880" y="17717"/>
                  <a:pt x="1999" y="17800"/>
                </a:cubicBezTo>
                <a:cubicBezTo>
                  <a:pt x="2153" y="17895"/>
                  <a:pt x="2296" y="17943"/>
                  <a:pt x="2499" y="17955"/>
                </a:cubicBezTo>
                <a:cubicBezTo>
                  <a:pt x="2588" y="17964"/>
                  <a:pt x="2694" y="17969"/>
                  <a:pt x="2805" y="17969"/>
                </a:cubicBezTo>
                <a:cubicBezTo>
                  <a:pt x="3110" y="17969"/>
                  <a:pt x="3459" y="17936"/>
                  <a:pt x="3642" y="17883"/>
                </a:cubicBezTo>
                <a:cubicBezTo>
                  <a:pt x="3737" y="17860"/>
                  <a:pt x="4237" y="17800"/>
                  <a:pt x="4773" y="17753"/>
                </a:cubicBezTo>
                <a:cubicBezTo>
                  <a:pt x="5297" y="17705"/>
                  <a:pt x="6118" y="17633"/>
                  <a:pt x="6595" y="17574"/>
                </a:cubicBezTo>
                <a:cubicBezTo>
                  <a:pt x="6945" y="17535"/>
                  <a:pt x="7181" y="17516"/>
                  <a:pt x="7338" y="17516"/>
                </a:cubicBezTo>
                <a:cubicBezTo>
                  <a:pt x="7566" y="17516"/>
                  <a:pt x="7625" y="17556"/>
                  <a:pt x="7618" y="17633"/>
                </a:cubicBezTo>
                <a:cubicBezTo>
                  <a:pt x="7618" y="17681"/>
                  <a:pt x="7654" y="17705"/>
                  <a:pt x="7714" y="17717"/>
                </a:cubicBezTo>
                <a:cubicBezTo>
                  <a:pt x="7892" y="17753"/>
                  <a:pt x="8142" y="17979"/>
                  <a:pt x="8380" y="18360"/>
                </a:cubicBezTo>
                <a:cubicBezTo>
                  <a:pt x="8500" y="18574"/>
                  <a:pt x="8642" y="18765"/>
                  <a:pt x="8690" y="18812"/>
                </a:cubicBezTo>
                <a:cubicBezTo>
                  <a:pt x="8738" y="18848"/>
                  <a:pt x="8785" y="18907"/>
                  <a:pt x="8785" y="18931"/>
                </a:cubicBezTo>
                <a:cubicBezTo>
                  <a:pt x="8785" y="18955"/>
                  <a:pt x="8845" y="18967"/>
                  <a:pt x="8916" y="18991"/>
                </a:cubicBezTo>
                <a:cubicBezTo>
                  <a:pt x="9000" y="19003"/>
                  <a:pt x="9059" y="19026"/>
                  <a:pt x="9047" y="19050"/>
                </a:cubicBezTo>
                <a:cubicBezTo>
                  <a:pt x="9047" y="19074"/>
                  <a:pt x="9095" y="19110"/>
                  <a:pt x="9142" y="19110"/>
                </a:cubicBezTo>
                <a:cubicBezTo>
                  <a:pt x="9202" y="19110"/>
                  <a:pt x="9273" y="19181"/>
                  <a:pt x="9297" y="19253"/>
                </a:cubicBezTo>
                <a:cubicBezTo>
                  <a:pt x="9345" y="19324"/>
                  <a:pt x="9416" y="19384"/>
                  <a:pt x="9500" y="19384"/>
                </a:cubicBezTo>
                <a:cubicBezTo>
                  <a:pt x="9654" y="19384"/>
                  <a:pt x="9940" y="19491"/>
                  <a:pt x="9940" y="19550"/>
                </a:cubicBezTo>
                <a:cubicBezTo>
                  <a:pt x="9940" y="19586"/>
                  <a:pt x="10000" y="19610"/>
                  <a:pt x="10095" y="19646"/>
                </a:cubicBezTo>
                <a:cubicBezTo>
                  <a:pt x="10178" y="19669"/>
                  <a:pt x="10297" y="19729"/>
                  <a:pt x="10369" y="19788"/>
                </a:cubicBezTo>
                <a:cubicBezTo>
                  <a:pt x="10435" y="19838"/>
                  <a:pt x="10483" y="19864"/>
                  <a:pt x="10554" y="19864"/>
                </a:cubicBezTo>
                <a:cubicBezTo>
                  <a:pt x="10586" y="19864"/>
                  <a:pt x="10622" y="19859"/>
                  <a:pt x="10666" y="19848"/>
                </a:cubicBezTo>
                <a:cubicBezTo>
                  <a:pt x="10713" y="19841"/>
                  <a:pt x="10751" y="19837"/>
                  <a:pt x="10784" y="19837"/>
                </a:cubicBezTo>
                <a:cubicBezTo>
                  <a:pt x="10858" y="19837"/>
                  <a:pt x="10902" y="19858"/>
                  <a:pt x="10952" y="19908"/>
                </a:cubicBezTo>
                <a:cubicBezTo>
                  <a:pt x="11008" y="19957"/>
                  <a:pt x="11038" y="19981"/>
                  <a:pt x="11063" y="19981"/>
                </a:cubicBezTo>
                <a:cubicBezTo>
                  <a:pt x="11088" y="19981"/>
                  <a:pt x="11108" y="19960"/>
                  <a:pt x="11143" y="19919"/>
                </a:cubicBezTo>
                <a:cubicBezTo>
                  <a:pt x="11184" y="19889"/>
                  <a:pt x="11261" y="19858"/>
                  <a:pt x="11319" y="19858"/>
                </a:cubicBezTo>
                <a:cubicBezTo>
                  <a:pt x="11329" y="19858"/>
                  <a:pt x="11337" y="19858"/>
                  <a:pt x="11345" y="19860"/>
                </a:cubicBezTo>
                <a:cubicBezTo>
                  <a:pt x="11359" y="19865"/>
                  <a:pt x="11379" y="19868"/>
                  <a:pt x="11404" y="19868"/>
                </a:cubicBezTo>
                <a:cubicBezTo>
                  <a:pt x="11488" y="19868"/>
                  <a:pt x="11625" y="19842"/>
                  <a:pt x="11762" y="19824"/>
                </a:cubicBezTo>
                <a:lnTo>
                  <a:pt x="12071" y="19765"/>
                </a:lnTo>
                <a:lnTo>
                  <a:pt x="12357" y="19896"/>
                </a:lnTo>
                <a:cubicBezTo>
                  <a:pt x="12607" y="20015"/>
                  <a:pt x="12750" y="20039"/>
                  <a:pt x="13548" y="20134"/>
                </a:cubicBezTo>
                <a:cubicBezTo>
                  <a:pt x="14036" y="20193"/>
                  <a:pt x="14774" y="20253"/>
                  <a:pt x="15179" y="20253"/>
                </a:cubicBezTo>
                <a:cubicBezTo>
                  <a:pt x="15584" y="20265"/>
                  <a:pt x="16108" y="20277"/>
                  <a:pt x="16346" y="20277"/>
                </a:cubicBezTo>
                <a:cubicBezTo>
                  <a:pt x="16412" y="20284"/>
                  <a:pt x="16483" y="20287"/>
                  <a:pt x="16551" y="20287"/>
                </a:cubicBezTo>
                <a:cubicBezTo>
                  <a:pt x="16701" y="20287"/>
                  <a:pt x="16833" y="20273"/>
                  <a:pt x="16858" y="20265"/>
                </a:cubicBezTo>
                <a:cubicBezTo>
                  <a:pt x="16893" y="20251"/>
                  <a:pt x="16927" y="20245"/>
                  <a:pt x="16955" y="20245"/>
                </a:cubicBezTo>
                <a:cubicBezTo>
                  <a:pt x="16975" y="20245"/>
                  <a:pt x="16991" y="20248"/>
                  <a:pt x="17001" y="20253"/>
                </a:cubicBezTo>
                <a:cubicBezTo>
                  <a:pt x="17012" y="20265"/>
                  <a:pt x="17280" y="20271"/>
                  <a:pt x="17562" y="20271"/>
                </a:cubicBezTo>
                <a:cubicBezTo>
                  <a:pt x="17843" y="20271"/>
                  <a:pt x="18138" y="20265"/>
                  <a:pt x="18203" y="20253"/>
                </a:cubicBezTo>
                <a:cubicBezTo>
                  <a:pt x="18251" y="20241"/>
                  <a:pt x="18429" y="20241"/>
                  <a:pt x="18620" y="20241"/>
                </a:cubicBezTo>
                <a:lnTo>
                  <a:pt x="19441" y="20241"/>
                </a:lnTo>
                <a:cubicBezTo>
                  <a:pt x="19703" y="20217"/>
                  <a:pt x="19977" y="20217"/>
                  <a:pt x="20037" y="20217"/>
                </a:cubicBezTo>
                <a:cubicBezTo>
                  <a:pt x="20096" y="20217"/>
                  <a:pt x="20191" y="20217"/>
                  <a:pt x="20251" y="20205"/>
                </a:cubicBezTo>
                <a:cubicBezTo>
                  <a:pt x="20311" y="20205"/>
                  <a:pt x="20465" y="20193"/>
                  <a:pt x="20584" y="20193"/>
                </a:cubicBezTo>
                <a:cubicBezTo>
                  <a:pt x="20703" y="20193"/>
                  <a:pt x="20822" y="20181"/>
                  <a:pt x="20846" y="20181"/>
                </a:cubicBezTo>
                <a:lnTo>
                  <a:pt x="21120" y="20181"/>
                </a:lnTo>
                <a:cubicBezTo>
                  <a:pt x="21239" y="20181"/>
                  <a:pt x="21406" y="20158"/>
                  <a:pt x="21477" y="20146"/>
                </a:cubicBezTo>
                <a:cubicBezTo>
                  <a:pt x="21549" y="20134"/>
                  <a:pt x="21668" y="20134"/>
                  <a:pt x="21739" y="20134"/>
                </a:cubicBezTo>
                <a:cubicBezTo>
                  <a:pt x="21764" y="20137"/>
                  <a:pt x="21788" y="20139"/>
                  <a:pt x="21811" y="20139"/>
                </a:cubicBezTo>
                <a:cubicBezTo>
                  <a:pt x="21867" y="20139"/>
                  <a:pt x="21916" y="20130"/>
                  <a:pt x="21942" y="20122"/>
                </a:cubicBezTo>
                <a:cubicBezTo>
                  <a:pt x="21965" y="20098"/>
                  <a:pt x="22013" y="20086"/>
                  <a:pt x="22037" y="20086"/>
                </a:cubicBezTo>
                <a:cubicBezTo>
                  <a:pt x="22065" y="20089"/>
                  <a:pt x="22114" y="20090"/>
                  <a:pt x="22180" y="20090"/>
                </a:cubicBezTo>
                <a:cubicBezTo>
                  <a:pt x="22391" y="20090"/>
                  <a:pt x="22768" y="20075"/>
                  <a:pt x="23132" y="20039"/>
                </a:cubicBezTo>
                <a:cubicBezTo>
                  <a:pt x="23430" y="20027"/>
                  <a:pt x="23668" y="20015"/>
                  <a:pt x="23692" y="20015"/>
                </a:cubicBezTo>
                <a:cubicBezTo>
                  <a:pt x="23704" y="20015"/>
                  <a:pt x="23811" y="20003"/>
                  <a:pt x="23918" y="19979"/>
                </a:cubicBezTo>
                <a:cubicBezTo>
                  <a:pt x="24085" y="19955"/>
                  <a:pt x="25168" y="19884"/>
                  <a:pt x="25252" y="19884"/>
                </a:cubicBezTo>
                <a:cubicBezTo>
                  <a:pt x="25275" y="19884"/>
                  <a:pt x="25335" y="19884"/>
                  <a:pt x="25371" y="19860"/>
                </a:cubicBezTo>
                <a:cubicBezTo>
                  <a:pt x="25478" y="19836"/>
                  <a:pt x="26014" y="19800"/>
                  <a:pt x="26145" y="19800"/>
                </a:cubicBezTo>
                <a:cubicBezTo>
                  <a:pt x="26204" y="19800"/>
                  <a:pt x="26347" y="19800"/>
                  <a:pt x="26442" y="19777"/>
                </a:cubicBezTo>
                <a:cubicBezTo>
                  <a:pt x="26549" y="19765"/>
                  <a:pt x="27073" y="19705"/>
                  <a:pt x="27609" y="19646"/>
                </a:cubicBezTo>
                <a:cubicBezTo>
                  <a:pt x="28562" y="19550"/>
                  <a:pt x="29026" y="19491"/>
                  <a:pt x="29335" y="19443"/>
                </a:cubicBezTo>
                <a:cubicBezTo>
                  <a:pt x="29419" y="19431"/>
                  <a:pt x="29716" y="19407"/>
                  <a:pt x="30002" y="19372"/>
                </a:cubicBezTo>
                <a:cubicBezTo>
                  <a:pt x="30550" y="19312"/>
                  <a:pt x="32419" y="19074"/>
                  <a:pt x="33145" y="18955"/>
                </a:cubicBezTo>
                <a:cubicBezTo>
                  <a:pt x="33384" y="18907"/>
                  <a:pt x="33622" y="18896"/>
                  <a:pt x="33669" y="18896"/>
                </a:cubicBezTo>
                <a:cubicBezTo>
                  <a:pt x="33705" y="18896"/>
                  <a:pt x="33872" y="18884"/>
                  <a:pt x="34050" y="18848"/>
                </a:cubicBezTo>
                <a:cubicBezTo>
                  <a:pt x="34229" y="18824"/>
                  <a:pt x="34562" y="18776"/>
                  <a:pt x="34777" y="18753"/>
                </a:cubicBezTo>
                <a:cubicBezTo>
                  <a:pt x="35003" y="18717"/>
                  <a:pt x="35229" y="18693"/>
                  <a:pt x="35277" y="18669"/>
                </a:cubicBezTo>
                <a:cubicBezTo>
                  <a:pt x="35312" y="18657"/>
                  <a:pt x="35479" y="18634"/>
                  <a:pt x="35646" y="18610"/>
                </a:cubicBezTo>
                <a:cubicBezTo>
                  <a:pt x="35812" y="18598"/>
                  <a:pt x="36265" y="18526"/>
                  <a:pt x="36682" y="18455"/>
                </a:cubicBezTo>
                <a:cubicBezTo>
                  <a:pt x="37098" y="18372"/>
                  <a:pt x="37479" y="18312"/>
                  <a:pt x="37515" y="18312"/>
                </a:cubicBezTo>
                <a:cubicBezTo>
                  <a:pt x="37598" y="18312"/>
                  <a:pt x="38348" y="18193"/>
                  <a:pt x="39361" y="18014"/>
                </a:cubicBezTo>
                <a:cubicBezTo>
                  <a:pt x="40361" y="17836"/>
                  <a:pt x="45004" y="16979"/>
                  <a:pt x="45040" y="16967"/>
                </a:cubicBezTo>
                <a:cubicBezTo>
                  <a:pt x="45064" y="16943"/>
                  <a:pt x="45457" y="16871"/>
                  <a:pt x="45897" y="16788"/>
                </a:cubicBezTo>
                <a:cubicBezTo>
                  <a:pt x="46349" y="16693"/>
                  <a:pt x="46778" y="16610"/>
                  <a:pt x="46850" y="16586"/>
                </a:cubicBezTo>
                <a:cubicBezTo>
                  <a:pt x="46921" y="16574"/>
                  <a:pt x="47219" y="16502"/>
                  <a:pt x="47504" y="16443"/>
                </a:cubicBezTo>
                <a:cubicBezTo>
                  <a:pt x="47790" y="16383"/>
                  <a:pt x="48207" y="16288"/>
                  <a:pt x="48409" y="16229"/>
                </a:cubicBezTo>
                <a:cubicBezTo>
                  <a:pt x="48624" y="16169"/>
                  <a:pt x="48945" y="16109"/>
                  <a:pt x="49147" y="16074"/>
                </a:cubicBezTo>
                <a:cubicBezTo>
                  <a:pt x="49826" y="15955"/>
                  <a:pt x="51553" y="15443"/>
                  <a:pt x="52005" y="15252"/>
                </a:cubicBezTo>
                <a:cubicBezTo>
                  <a:pt x="52374" y="15086"/>
                  <a:pt x="52838" y="14776"/>
                  <a:pt x="52850" y="14669"/>
                </a:cubicBezTo>
                <a:cubicBezTo>
                  <a:pt x="52850" y="14645"/>
                  <a:pt x="52969" y="14526"/>
                  <a:pt x="53112" y="14407"/>
                </a:cubicBezTo>
                <a:cubicBezTo>
                  <a:pt x="53279" y="14264"/>
                  <a:pt x="53398" y="14121"/>
                  <a:pt x="53434" y="14002"/>
                </a:cubicBezTo>
                <a:cubicBezTo>
                  <a:pt x="53458" y="13895"/>
                  <a:pt x="53505" y="13752"/>
                  <a:pt x="53553" y="13692"/>
                </a:cubicBezTo>
                <a:cubicBezTo>
                  <a:pt x="53588" y="13609"/>
                  <a:pt x="53577" y="13490"/>
                  <a:pt x="53517" y="13395"/>
                </a:cubicBezTo>
                <a:cubicBezTo>
                  <a:pt x="53458" y="13288"/>
                  <a:pt x="53434" y="13181"/>
                  <a:pt x="53434" y="13157"/>
                </a:cubicBezTo>
                <a:cubicBezTo>
                  <a:pt x="53434" y="13121"/>
                  <a:pt x="53374" y="13002"/>
                  <a:pt x="53279" y="12895"/>
                </a:cubicBezTo>
                <a:cubicBezTo>
                  <a:pt x="53088" y="12645"/>
                  <a:pt x="53100" y="12573"/>
                  <a:pt x="53350" y="12478"/>
                </a:cubicBezTo>
                <a:cubicBezTo>
                  <a:pt x="53469" y="12442"/>
                  <a:pt x="53696" y="12347"/>
                  <a:pt x="53850" y="12276"/>
                </a:cubicBezTo>
                <a:cubicBezTo>
                  <a:pt x="54005" y="12204"/>
                  <a:pt x="54291" y="12097"/>
                  <a:pt x="54470" y="12049"/>
                </a:cubicBezTo>
                <a:cubicBezTo>
                  <a:pt x="55112" y="11907"/>
                  <a:pt x="56017" y="11668"/>
                  <a:pt x="56375" y="11561"/>
                </a:cubicBezTo>
                <a:cubicBezTo>
                  <a:pt x="56548" y="11507"/>
                  <a:pt x="56732" y="11453"/>
                  <a:pt x="56772" y="11453"/>
                </a:cubicBezTo>
                <a:cubicBezTo>
                  <a:pt x="56776" y="11453"/>
                  <a:pt x="56778" y="11453"/>
                  <a:pt x="56779" y="11454"/>
                </a:cubicBezTo>
                <a:cubicBezTo>
                  <a:pt x="56781" y="11454"/>
                  <a:pt x="56783" y="11455"/>
                  <a:pt x="56786" y="11455"/>
                </a:cubicBezTo>
                <a:cubicBezTo>
                  <a:pt x="56901" y="11455"/>
                  <a:pt x="57781" y="11191"/>
                  <a:pt x="57851" y="11133"/>
                </a:cubicBezTo>
                <a:cubicBezTo>
                  <a:pt x="57899" y="11097"/>
                  <a:pt x="57958" y="11085"/>
                  <a:pt x="57982" y="11085"/>
                </a:cubicBezTo>
                <a:cubicBezTo>
                  <a:pt x="57985" y="11085"/>
                  <a:pt x="57989" y="11086"/>
                  <a:pt x="57994" y="11086"/>
                </a:cubicBezTo>
                <a:cubicBezTo>
                  <a:pt x="58127" y="11086"/>
                  <a:pt x="58692" y="10915"/>
                  <a:pt x="58922" y="10799"/>
                </a:cubicBezTo>
                <a:cubicBezTo>
                  <a:pt x="59020" y="10750"/>
                  <a:pt x="59126" y="10710"/>
                  <a:pt x="59187" y="10710"/>
                </a:cubicBezTo>
                <a:cubicBezTo>
                  <a:pt x="59200" y="10710"/>
                  <a:pt x="59212" y="10712"/>
                  <a:pt x="59220" y="10716"/>
                </a:cubicBezTo>
                <a:cubicBezTo>
                  <a:pt x="59221" y="10716"/>
                  <a:pt x="59222" y="10716"/>
                  <a:pt x="59223" y="10716"/>
                </a:cubicBezTo>
                <a:cubicBezTo>
                  <a:pt x="59351" y="10716"/>
                  <a:pt x="60780" y="10001"/>
                  <a:pt x="60792" y="9942"/>
                </a:cubicBezTo>
                <a:cubicBezTo>
                  <a:pt x="60792" y="9906"/>
                  <a:pt x="60839" y="9859"/>
                  <a:pt x="60899" y="9835"/>
                </a:cubicBezTo>
                <a:cubicBezTo>
                  <a:pt x="61054" y="9740"/>
                  <a:pt x="61197" y="9502"/>
                  <a:pt x="61304" y="9192"/>
                </a:cubicBezTo>
                <a:cubicBezTo>
                  <a:pt x="61351" y="9049"/>
                  <a:pt x="61423" y="8906"/>
                  <a:pt x="61447" y="8906"/>
                </a:cubicBezTo>
                <a:cubicBezTo>
                  <a:pt x="61601" y="8870"/>
                  <a:pt x="61554" y="8549"/>
                  <a:pt x="61375" y="8275"/>
                </a:cubicBezTo>
                <a:cubicBezTo>
                  <a:pt x="61268" y="8108"/>
                  <a:pt x="61197" y="7942"/>
                  <a:pt x="61208" y="7894"/>
                </a:cubicBezTo>
                <a:cubicBezTo>
                  <a:pt x="61208" y="7858"/>
                  <a:pt x="61173" y="7763"/>
                  <a:pt x="61113" y="7692"/>
                </a:cubicBezTo>
                <a:cubicBezTo>
                  <a:pt x="61030" y="7632"/>
                  <a:pt x="60970" y="7525"/>
                  <a:pt x="60947" y="7477"/>
                </a:cubicBezTo>
                <a:cubicBezTo>
                  <a:pt x="60887" y="7335"/>
                  <a:pt x="60494" y="6989"/>
                  <a:pt x="60065" y="6739"/>
                </a:cubicBezTo>
                <a:cubicBezTo>
                  <a:pt x="59863" y="6620"/>
                  <a:pt x="59696" y="6489"/>
                  <a:pt x="59708" y="6454"/>
                </a:cubicBezTo>
                <a:cubicBezTo>
                  <a:pt x="59708" y="6430"/>
                  <a:pt x="60101" y="6215"/>
                  <a:pt x="60554" y="5989"/>
                </a:cubicBezTo>
                <a:cubicBezTo>
                  <a:pt x="61375" y="5608"/>
                  <a:pt x="61840" y="5370"/>
                  <a:pt x="61851" y="5322"/>
                </a:cubicBezTo>
                <a:cubicBezTo>
                  <a:pt x="61851" y="5299"/>
                  <a:pt x="62066" y="5180"/>
                  <a:pt x="62221" y="5084"/>
                </a:cubicBezTo>
                <a:cubicBezTo>
                  <a:pt x="62363" y="5013"/>
                  <a:pt x="62685" y="4668"/>
                  <a:pt x="62637" y="4644"/>
                </a:cubicBezTo>
                <a:cubicBezTo>
                  <a:pt x="62625" y="4620"/>
                  <a:pt x="62685" y="4501"/>
                  <a:pt x="62780" y="4382"/>
                </a:cubicBezTo>
                <a:cubicBezTo>
                  <a:pt x="63042" y="4025"/>
                  <a:pt x="63078" y="3489"/>
                  <a:pt x="62852" y="3406"/>
                </a:cubicBezTo>
                <a:cubicBezTo>
                  <a:pt x="62804" y="3394"/>
                  <a:pt x="62756" y="3310"/>
                  <a:pt x="62780" y="3275"/>
                </a:cubicBezTo>
                <a:cubicBezTo>
                  <a:pt x="62785" y="3236"/>
                  <a:pt x="62792" y="3215"/>
                  <a:pt x="62808" y="3215"/>
                </a:cubicBezTo>
                <a:cubicBezTo>
                  <a:pt x="62831" y="3215"/>
                  <a:pt x="62874" y="3259"/>
                  <a:pt x="62959" y="3358"/>
                </a:cubicBezTo>
                <a:cubicBezTo>
                  <a:pt x="63020" y="3437"/>
                  <a:pt x="63075" y="3484"/>
                  <a:pt x="63109" y="3484"/>
                </a:cubicBezTo>
                <a:cubicBezTo>
                  <a:pt x="63121" y="3484"/>
                  <a:pt x="63131" y="3478"/>
                  <a:pt x="63137" y="3465"/>
                </a:cubicBezTo>
                <a:cubicBezTo>
                  <a:pt x="63149" y="3468"/>
                  <a:pt x="63158" y="3470"/>
                  <a:pt x="63164" y="3470"/>
                </a:cubicBezTo>
                <a:cubicBezTo>
                  <a:pt x="63207" y="3470"/>
                  <a:pt x="63165" y="3411"/>
                  <a:pt x="63113" y="3370"/>
                </a:cubicBezTo>
                <a:cubicBezTo>
                  <a:pt x="63054" y="3322"/>
                  <a:pt x="63030" y="3251"/>
                  <a:pt x="63030" y="3203"/>
                </a:cubicBezTo>
                <a:cubicBezTo>
                  <a:pt x="63030" y="3167"/>
                  <a:pt x="63018" y="3060"/>
                  <a:pt x="62971" y="3001"/>
                </a:cubicBezTo>
                <a:cubicBezTo>
                  <a:pt x="62937" y="2939"/>
                  <a:pt x="62918" y="2913"/>
                  <a:pt x="62891" y="2913"/>
                </a:cubicBezTo>
                <a:cubicBezTo>
                  <a:pt x="62870" y="2913"/>
                  <a:pt x="62845" y="2928"/>
                  <a:pt x="62804" y="2953"/>
                </a:cubicBezTo>
                <a:cubicBezTo>
                  <a:pt x="62768" y="2977"/>
                  <a:pt x="62738" y="2989"/>
                  <a:pt x="62715" y="2989"/>
                </a:cubicBezTo>
                <a:cubicBezTo>
                  <a:pt x="62691" y="2989"/>
                  <a:pt x="62673" y="2977"/>
                  <a:pt x="62661" y="2953"/>
                </a:cubicBezTo>
                <a:cubicBezTo>
                  <a:pt x="62625" y="2929"/>
                  <a:pt x="62673" y="2870"/>
                  <a:pt x="62744" y="2834"/>
                </a:cubicBezTo>
                <a:cubicBezTo>
                  <a:pt x="62816" y="2810"/>
                  <a:pt x="62852" y="2774"/>
                  <a:pt x="62804" y="2774"/>
                </a:cubicBezTo>
                <a:cubicBezTo>
                  <a:pt x="62756" y="2774"/>
                  <a:pt x="62744" y="2751"/>
                  <a:pt x="62780" y="2703"/>
                </a:cubicBezTo>
                <a:cubicBezTo>
                  <a:pt x="62804" y="2667"/>
                  <a:pt x="62780" y="2632"/>
                  <a:pt x="62721" y="2596"/>
                </a:cubicBezTo>
                <a:cubicBezTo>
                  <a:pt x="62661" y="2572"/>
                  <a:pt x="62613" y="2524"/>
                  <a:pt x="62613" y="2477"/>
                </a:cubicBezTo>
                <a:cubicBezTo>
                  <a:pt x="62613" y="2441"/>
                  <a:pt x="62602" y="2393"/>
                  <a:pt x="62566" y="2370"/>
                </a:cubicBezTo>
                <a:cubicBezTo>
                  <a:pt x="62563" y="2368"/>
                  <a:pt x="62559" y="2367"/>
                  <a:pt x="62556" y="2367"/>
                </a:cubicBezTo>
                <a:cubicBezTo>
                  <a:pt x="62533" y="2367"/>
                  <a:pt x="62506" y="2401"/>
                  <a:pt x="62506" y="2453"/>
                </a:cubicBezTo>
                <a:cubicBezTo>
                  <a:pt x="62506" y="2513"/>
                  <a:pt x="62447" y="2548"/>
                  <a:pt x="62387" y="2548"/>
                </a:cubicBezTo>
                <a:cubicBezTo>
                  <a:pt x="62316" y="2548"/>
                  <a:pt x="62304" y="2536"/>
                  <a:pt x="62328" y="2465"/>
                </a:cubicBezTo>
                <a:cubicBezTo>
                  <a:pt x="62375" y="2393"/>
                  <a:pt x="62340" y="2370"/>
                  <a:pt x="62197" y="2358"/>
                </a:cubicBezTo>
                <a:cubicBezTo>
                  <a:pt x="62078" y="2358"/>
                  <a:pt x="62042" y="2346"/>
                  <a:pt x="62090" y="2310"/>
                </a:cubicBezTo>
                <a:cubicBezTo>
                  <a:pt x="62197" y="2251"/>
                  <a:pt x="62209" y="2203"/>
                  <a:pt x="62101" y="2179"/>
                </a:cubicBezTo>
                <a:lnTo>
                  <a:pt x="62101" y="2179"/>
                </a:lnTo>
                <a:cubicBezTo>
                  <a:pt x="62066" y="2179"/>
                  <a:pt x="62042" y="2203"/>
                  <a:pt x="62066" y="2227"/>
                </a:cubicBezTo>
                <a:cubicBezTo>
                  <a:pt x="62078" y="2251"/>
                  <a:pt x="62042" y="2286"/>
                  <a:pt x="61982" y="2286"/>
                </a:cubicBezTo>
                <a:cubicBezTo>
                  <a:pt x="61972" y="2288"/>
                  <a:pt x="61962" y="2289"/>
                  <a:pt x="61952" y="2289"/>
                </a:cubicBezTo>
                <a:cubicBezTo>
                  <a:pt x="61904" y="2289"/>
                  <a:pt x="61861" y="2266"/>
                  <a:pt x="61851" y="2227"/>
                </a:cubicBezTo>
                <a:cubicBezTo>
                  <a:pt x="61842" y="2187"/>
                  <a:pt x="61807" y="2164"/>
                  <a:pt x="61769" y="2164"/>
                </a:cubicBezTo>
                <a:cubicBezTo>
                  <a:pt x="61761" y="2164"/>
                  <a:pt x="61752" y="2165"/>
                  <a:pt x="61744" y="2167"/>
                </a:cubicBezTo>
                <a:cubicBezTo>
                  <a:pt x="61741" y="2169"/>
                  <a:pt x="61737" y="2169"/>
                  <a:pt x="61733" y="2169"/>
                </a:cubicBezTo>
                <a:cubicBezTo>
                  <a:pt x="61699" y="2169"/>
                  <a:pt x="61660" y="2125"/>
                  <a:pt x="61649" y="2072"/>
                </a:cubicBezTo>
                <a:cubicBezTo>
                  <a:pt x="61628" y="2020"/>
                  <a:pt x="61599" y="1986"/>
                  <a:pt x="61560" y="1986"/>
                </a:cubicBezTo>
                <a:cubicBezTo>
                  <a:pt x="61554" y="1986"/>
                  <a:pt x="61548" y="1987"/>
                  <a:pt x="61542" y="1989"/>
                </a:cubicBezTo>
                <a:cubicBezTo>
                  <a:pt x="61534" y="1991"/>
                  <a:pt x="61526" y="1992"/>
                  <a:pt x="61518" y="1992"/>
                </a:cubicBezTo>
                <a:cubicBezTo>
                  <a:pt x="61479" y="1992"/>
                  <a:pt x="61445" y="1969"/>
                  <a:pt x="61435" y="1929"/>
                </a:cubicBezTo>
                <a:cubicBezTo>
                  <a:pt x="61425" y="1890"/>
                  <a:pt x="61390" y="1867"/>
                  <a:pt x="61345" y="1867"/>
                </a:cubicBezTo>
                <a:cubicBezTo>
                  <a:pt x="61336" y="1867"/>
                  <a:pt x="61326" y="1868"/>
                  <a:pt x="61316" y="1870"/>
                </a:cubicBezTo>
                <a:cubicBezTo>
                  <a:pt x="61304" y="1873"/>
                  <a:pt x="61293" y="1874"/>
                  <a:pt x="61284" y="1874"/>
                </a:cubicBezTo>
                <a:cubicBezTo>
                  <a:pt x="61258" y="1874"/>
                  <a:pt x="61244" y="1861"/>
                  <a:pt x="61244" y="1834"/>
                </a:cubicBezTo>
                <a:cubicBezTo>
                  <a:pt x="61244" y="1810"/>
                  <a:pt x="61197" y="1774"/>
                  <a:pt x="61125" y="1774"/>
                </a:cubicBezTo>
                <a:cubicBezTo>
                  <a:pt x="60887" y="1762"/>
                  <a:pt x="60816" y="1739"/>
                  <a:pt x="60827" y="1655"/>
                </a:cubicBezTo>
                <a:cubicBezTo>
                  <a:pt x="60834" y="1607"/>
                  <a:pt x="60809" y="1582"/>
                  <a:pt x="60763" y="1582"/>
                </a:cubicBezTo>
                <a:cubicBezTo>
                  <a:pt x="60730" y="1582"/>
                  <a:pt x="60687" y="1595"/>
                  <a:pt x="60637" y="1620"/>
                </a:cubicBezTo>
                <a:cubicBezTo>
                  <a:pt x="60603" y="1637"/>
                  <a:pt x="60578" y="1645"/>
                  <a:pt x="60564" y="1645"/>
                </a:cubicBezTo>
                <a:cubicBezTo>
                  <a:pt x="60528" y="1645"/>
                  <a:pt x="60552" y="1594"/>
                  <a:pt x="60637" y="1501"/>
                </a:cubicBezTo>
                <a:cubicBezTo>
                  <a:pt x="60673" y="1441"/>
                  <a:pt x="60697" y="1381"/>
                  <a:pt x="60661" y="1381"/>
                </a:cubicBezTo>
                <a:cubicBezTo>
                  <a:pt x="60637" y="1381"/>
                  <a:pt x="60530" y="1370"/>
                  <a:pt x="60435" y="1346"/>
                </a:cubicBezTo>
                <a:cubicBezTo>
                  <a:pt x="60304" y="1334"/>
                  <a:pt x="60280" y="1310"/>
                  <a:pt x="60316" y="1215"/>
                </a:cubicBezTo>
                <a:cubicBezTo>
                  <a:pt x="60411" y="1060"/>
                  <a:pt x="60101" y="786"/>
                  <a:pt x="59804" y="739"/>
                </a:cubicBezTo>
                <a:cubicBezTo>
                  <a:pt x="59745" y="726"/>
                  <a:pt x="59699" y="721"/>
                  <a:pt x="59662" y="721"/>
                </a:cubicBezTo>
                <a:cubicBezTo>
                  <a:pt x="59593" y="721"/>
                  <a:pt x="59557" y="739"/>
                  <a:pt x="59542" y="762"/>
                </a:cubicBezTo>
                <a:cubicBezTo>
                  <a:pt x="59536" y="792"/>
                  <a:pt x="59530" y="807"/>
                  <a:pt x="59516" y="807"/>
                </a:cubicBezTo>
                <a:cubicBezTo>
                  <a:pt x="59503" y="807"/>
                  <a:pt x="59482" y="792"/>
                  <a:pt x="59446" y="762"/>
                </a:cubicBezTo>
                <a:cubicBezTo>
                  <a:pt x="59387" y="727"/>
                  <a:pt x="59351" y="643"/>
                  <a:pt x="59351" y="608"/>
                </a:cubicBezTo>
                <a:cubicBezTo>
                  <a:pt x="59351" y="524"/>
                  <a:pt x="59303" y="512"/>
                  <a:pt x="59149" y="488"/>
                </a:cubicBezTo>
                <a:cubicBezTo>
                  <a:pt x="59030" y="477"/>
                  <a:pt x="58922" y="429"/>
                  <a:pt x="58911" y="393"/>
                </a:cubicBezTo>
                <a:cubicBezTo>
                  <a:pt x="58899" y="375"/>
                  <a:pt x="58890" y="366"/>
                  <a:pt x="58882" y="366"/>
                </a:cubicBezTo>
                <a:cubicBezTo>
                  <a:pt x="58875" y="366"/>
                  <a:pt x="58869" y="375"/>
                  <a:pt x="58863" y="393"/>
                </a:cubicBezTo>
                <a:cubicBezTo>
                  <a:pt x="58853" y="423"/>
                  <a:pt x="58827" y="444"/>
                  <a:pt x="58792" y="444"/>
                </a:cubicBezTo>
                <a:cubicBezTo>
                  <a:pt x="58784" y="444"/>
                  <a:pt x="58776" y="443"/>
                  <a:pt x="58768" y="441"/>
                </a:cubicBezTo>
                <a:cubicBezTo>
                  <a:pt x="58732" y="441"/>
                  <a:pt x="58744" y="381"/>
                  <a:pt x="58803" y="322"/>
                </a:cubicBezTo>
                <a:cubicBezTo>
                  <a:pt x="58875" y="238"/>
                  <a:pt x="58887" y="203"/>
                  <a:pt x="58815" y="143"/>
                </a:cubicBezTo>
                <a:cubicBezTo>
                  <a:pt x="58780" y="113"/>
                  <a:pt x="58759" y="99"/>
                  <a:pt x="58750" y="99"/>
                </a:cubicBezTo>
                <a:lnTo>
                  <a:pt x="58750" y="99"/>
                </a:lnTo>
                <a:cubicBezTo>
                  <a:pt x="58741" y="99"/>
                  <a:pt x="58744" y="113"/>
                  <a:pt x="58756" y="143"/>
                </a:cubicBezTo>
                <a:cubicBezTo>
                  <a:pt x="58768" y="191"/>
                  <a:pt x="58744" y="274"/>
                  <a:pt x="58684" y="358"/>
                </a:cubicBezTo>
                <a:lnTo>
                  <a:pt x="58577" y="477"/>
                </a:lnTo>
                <a:lnTo>
                  <a:pt x="58553" y="334"/>
                </a:lnTo>
                <a:cubicBezTo>
                  <a:pt x="58530" y="262"/>
                  <a:pt x="58458" y="203"/>
                  <a:pt x="58399" y="191"/>
                </a:cubicBezTo>
                <a:cubicBezTo>
                  <a:pt x="58327" y="179"/>
                  <a:pt x="58315" y="143"/>
                  <a:pt x="58327" y="119"/>
                </a:cubicBezTo>
                <a:cubicBezTo>
                  <a:pt x="58345" y="85"/>
                  <a:pt x="58343" y="62"/>
                  <a:pt x="58313" y="62"/>
                </a:cubicBezTo>
                <a:cubicBezTo>
                  <a:pt x="58302" y="62"/>
                  <a:pt x="58287" y="65"/>
                  <a:pt x="58268" y="72"/>
                </a:cubicBezTo>
                <a:cubicBezTo>
                  <a:pt x="58172" y="84"/>
                  <a:pt x="58113" y="143"/>
                  <a:pt x="58113" y="262"/>
                </a:cubicBezTo>
                <a:cubicBezTo>
                  <a:pt x="58113" y="274"/>
                  <a:pt x="58030" y="310"/>
                  <a:pt x="57934" y="322"/>
                </a:cubicBezTo>
                <a:cubicBezTo>
                  <a:pt x="57887" y="328"/>
                  <a:pt x="57848" y="331"/>
                  <a:pt x="57824" y="331"/>
                </a:cubicBezTo>
                <a:cubicBezTo>
                  <a:pt x="57800" y="331"/>
                  <a:pt x="57791" y="328"/>
                  <a:pt x="57803" y="322"/>
                </a:cubicBezTo>
                <a:cubicBezTo>
                  <a:pt x="57851" y="298"/>
                  <a:pt x="57565" y="0"/>
                  <a:pt x="574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ES" sz="48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                 </a:t>
            </a:r>
            <a:r>
              <a:rPr lang="es-MX" sz="7200" b="1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¿Cuáles son los requisitos que debo cumplir, para iniciar la etapa productiva?</a:t>
            </a:r>
          </a:p>
          <a:p>
            <a:pPr algn="ctr"/>
            <a:endParaRPr lang="es-CO" sz="24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91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6AAF-7AFF-B8B2-A95D-0CDC2724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" name="Diagrama 268">
            <a:extLst>
              <a:ext uri="{FF2B5EF4-FFF2-40B4-BE49-F238E27FC236}">
                <a16:creationId xmlns:a16="http://schemas.microsoft.com/office/drawing/2014/main" id="{62765B10-CF96-3420-C6FA-C638E05762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5787097"/>
              </p:ext>
            </p:extLst>
          </p:nvPr>
        </p:nvGraphicFramePr>
        <p:xfrm>
          <a:off x="1444336" y="135082"/>
          <a:ext cx="9362209" cy="6494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6519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F1E08-918B-6CFA-2D8C-4E71BF366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39D5807C-AF82-FA94-FE2B-F4F7DE3F1735}"/>
              </a:ext>
            </a:extLst>
          </p:cNvPr>
          <p:cNvGrpSpPr/>
          <p:nvPr/>
        </p:nvGrpSpPr>
        <p:grpSpPr>
          <a:xfrm>
            <a:off x="421808" y="646772"/>
            <a:ext cx="11360258" cy="6121747"/>
            <a:chOff x="0" y="-3375"/>
            <a:chExt cx="9256709" cy="5274720"/>
          </a:xfrm>
        </p:grpSpPr>
        <p:sp>
          <p:nvSpPr>
            <p:cNvPr id="3" name="Google Shape;1179;p55">
              <a:extLst>
                <a:ext uri="{FF2B5EF4-FFF2-40B4-BE49-F238E27FC236}">
                  <a16:creationId xmlns:a16="http://schemas.microsoft.com/office/drawing/2014/main" id="{01FF2BA5-18B2-C42C-D8A0-BDD0D5495127}"/>
                </a:ext>
              </a:extLst>
            </p:cNvPr>
            <p:cNvSpPr/>
            <p:nvPr/>
          </p:nvSpPr>
          <p:spPr>
            <a:xfrm rot="444384">
              <a:off x="36518" y="-3375"/>
              <a:ext cx="2900439" cy="677472"/>
            </a:xfrm>
            <a:custGeom>
              <a:avLst/>
              <a:gdLst/>
              <a:ahLst/>
              <a:cxnLst/>
              <a:rect l="l" t="t" r="r" b="b"/>
              <a:pathLst>
                <a:path w="63208" h="20287" extrusionOk="0">
                  <a:moveTo>
                    <a:pt x="59743" y="865"/>
                  </a:moveTo>
                  <a:cubicBezTo>
                    <a:pt x="59778" y="865"/>
                    <a:pt x="59807" y="878"/>
                    <a:pt x="59815" y="905"/>
                  </a:cubicBezTo>
                  <a:cubicBezTo>
                    <a:pt x="59863" y="929"/>
                    <a:pt x="59815" y="941"/>
                    <a:pt x="59756" y="941"/>
                  </a:cubicBezTo>
                  <a:cubicBezTo>
                    <a:pt x="59637" y="929"/>
                    <a:pt x="59625" y="905"/>
                    <a:pt x="59708" y="869"/>
                  </a:cubicBezTo>
                  <a:cubicBezTo>
                    <a:pt x="59720" y="867"/>
                    <a:pt x="59732" y="865"/>
                    <a:pt x="59743" y="865"/>
                  </a:cubicBezTo>
                  <a:close/>
                  <a:moveTo>
                    <a:pt x="60113" y="949"/>
                  </a:moveTo>
                  <a:cubicBezTo>
                    <a:pt x="60129" y="949"/>
                    <a:pt x="60146" y="955"/>
                    <a:pt x="60161" y="965"/>
                  </a:cubicBezTo>
                  <a:cubicBezTo>
                    <a:pt x="60196" y="989"/>
                    <a:pt x="60196" y="1036"/>
                    <a:pt x="60173" y="1060"/>
                  </a:cubicBezTo>
                  <a:cubicBezTo>
                    <a:pt x="60149" y="1092"/>
                    <a:pt x="60125" y="1102"/>
                    <a:pt x="60101" y="1102"/>
                  </a:cubicBezTo>
                  <a:cubicBezTo>
                    <a:pt x="60089" y="1102"/>
                    <a:pt x="60077" y="1100"/>
                    <a:pt x="60065" y="1096"/>
                  </a:cubicBezTo>
                  <a:cubicBezTo>
                    <a:pt x="60042" y="1084"/>
                    <a:pt x="60018" y="1036"/>
                    <a:pt x="60054" y="989"/>
                  </a:cubicBezTo>
                  <a:cubicBezTo>
                    <a:pt x="60068" y="961"/>
                    <a:pt x="60090" y="949"/>
                    <a:pt x="60113" y="949"/>
                  </a:cubicBezTo>
                  <a:close/>
                  <a:moveTo>
                    <a:pt x="52312" y="1282"/>
                  </a:moveTo>
                  <a:cubicBezTo>
                    <a:pt x="52342" y="1282"/>
                    <a:pt x="52362" y="1295"/>
                    <a:pt x="52362" y="1322"/>
                  </a:cubicBezTo>
                  <a:cubicBezTo>
                    <a:pt x="52362" y="1346"/>
                    <a:pt x="52315" y="1381"/>
                    <a:pt x="52267" y="1393"/>
                  </a:cubicBezTo>
                  <a:cubicBezTo>
                    <a:pt x="52255" y="1396"/>
                    <a:pt x="52245" y="1398"/>
                    <a:pt x="52236" y="1398"/>
                  </a:cubicBezTo>
                  <a:cubicBezTo>
                    <a:pt x="52209" y="1398"/>
                    <a:pt x="52195" y="1384"/>
                    <a:pt x="52195" y="1358"/>
                  </a:cubicBezTo>
                  <a:cubicBezTo>
                    <a:pt x="52195" y="1334"/>
                    <a:pt x="52243" y="1298"/>
                    <a:pt x="52279" y="1286"/>
                  </a:cubicBezTo>
                  <a:cubicBezTo>
                    <a:pt x="52291" y="1283"/>
                    <a:pt x="52302" y="1282"/>
                    <a:pt x="52312" y="1282"/>
                  </a:cubicBezTo>
                  <a:close/>
                  <a:moveTo>
                    <a:pt x="41541" y="2359"/>
                  </a:moveTo>
                  <a:cubicBezTo>
                    <a:pt x="41562" y="2359"/>
                    <a:pt x="41586" y="2369"/>
                    <a:pt x="41611" y="2393"/>
                  </a:cubicBezTo>
                  <a:cubicBezTo>
                    <a:pt x="41647" y="2417"/>
                    <a:pt x="41647" y="2465"/>
                    <a:pt x="41611" y="2489"/>
                  </a:cubicBezTo>
                  <a:cubicBezTo>
                    <a:pt x="41590" y="2510"/>
                    <a:pt x="41574" y="2519"/>
                    <a:pt x="41559" y="2519"/>
                  </a:cubicBezTo>
                  <a:cubicBezTo>
                    <a:pt x="41540" y="2519"/>
                    <a:pt x="41524" y="2504"/>
                    <a:pt x="41504" y="2477"/>
                  </a:cubicBezTo>
                  <a:cubicBezTo>
                    <a:pt x="41462" y="2418"/>
                    <a:pt x="41491" y="2359"/>
                    <a:pt x="41541" y="2359"/>
                  </a:cubicBezTo>
                  <a:close/>
                  <a:moveTo>
                    <a:pt x="39384" y="2870"/>
                  </a:moveTo>
                  <a:cubicBezTo>
                    <a:pt x="39420" y="2870"/>
                    <a:pt x="39456" y="2882"/>
                    <a:pt x="39456" y="2894"/>
                  </a:cubicBezTo>
                  <a:cubicBezTo>
                    <a:pt x="39456" y="2905"/>
                    <a:pt x="39420" y="2929"/>
                    <a:pt x="39384" y="2941"/>
                  </a:cubicBezTo>
                  <a:cubicBezTo>
                    <a:pt x="39372" y="2944"/>
                    <a:pt x="39361" y="2946"/>
                    <a:pt x="39351" y="2946"/>
                  </a:cubicBezTo>
                  <a:cubicBezTo>
                    <a:pt x="39321" y="2946"/>
                    <a:pt x="39301" y="2932"/>
                    <a:pt x="39301" y="2905"/>
                  </a:cubicBezTo>
                  <a:cubicBezTo>
                    <a:pt x="39301" y="2882"/>
                    <a:pt x="39349" y="2870"/>
                    <a:pt x="39384" y="2870"/>
                  </a:cubicBezTo>
                  <a:close/>
                  <a:moveTo>
                    <a:pt x="36182" y="3596"/>
                  </a:moveTo>
                  <a:cubicBezTo>
                    <a:pt x="36372" y="3596"/>
                    <a:pt x="36586" y="3608"/>
                    <a:pt x="36717" y="3644"/>
                  </a:cubicBezTo>
                  <a:cubicBezTo>
                    <a:pt x="36955" y="3667"/>
                    <a:pt x="36789" y="3727"/>
                    <a:pt x="36491" y="3727"/>
                  </a:cubicBezTo>
                  <a:lnTo>
                    <a:pt x="36074" y="3727"/>
                  </a:lnTo>
                  <a:cubicBezTo>
                    <a:pt x="35991" y="3727"/>
                    <a:pt x="35943" y="3715"/>
                    <a:pt x="35955" y="3667"/>
                  </a:cubicBezTo>
                  <a:cubicBezTo>
                    <a:pt x="35955" y="3632"/>
                    <a:pt x="35991" y="3596"/>
                    <a:pt x="36015" y="3596"/>
                  </a:cubicBezTo>
                  <a:close/>
                  <a:moveTo>
                    <a:pt x="8150" y="7979"/>
                  </a:moveTo>
                  <a:cubicBezTo>
                    <a:pt x="8178" y="7979"/>
                    <a:pt x="8217" y="7993"/>
                    <a:pt x="8249" y="8001"/>
                  </a:cubicBezTo>
                  <a:cubicBezTo>
                    <a:pt x="8292" y="8018"/>
                    <a:pt x="8286" y="8035"/>
                    <a:pt x="8254" y="8035"/>
                  </a:cubicBezTo>
                  <a:cubicBezTo>
                    <a:pt x="8241" y="8035"/>
                    <a:pt x="8223" y="8032"/>
                    <a:pt x="8202" y="8025"/>
                  </a:cubicBezTo>
                  <a:cubicBezTo>
                    <a:pt x="8130" y="8013"/>
                    <a:pt x="8083" y="8001"/>
                    <a:pt x="8119" y="7989"/>
                  </a:cubicBezTo>
                  <a:cubicBezTo>
                    <a:pt x="8126" y="7982"/>
                    <a:pt x="8137" y="7979"/>
                    <a:pt x="8150" y="7979"/>
                  </a:cubicBezTo>
                  <a:close/>
                  <a:moveTo>
                    <a:pt x="6237" y="9926"/>
                  </a:moveTo>
                  <a:cubicBezTo>
                    <a:pt x="6271" y="9926"/>
                    <a:pt x="6300" y="9939"/>
                    <a:pt x="6309" y="9966"/>
                  </a:cubicBezTo>
                  <a:cubicBezTo>
                    <a:pt x="6318" y="9993"/>
                    <a:pt x="6307" y="10006"/>
                    <a:pt x="6275" y="10006"/>
                  </a:cubicBezTo>
                  <a:cubicBezTo>
                    <a:pt x="6265" y="10006"/>
                    <a:pt x="6252" y="10005"/>
                    <a:pt x="6237" y="10002"/>
                  </a:cubicBezTo>
                  <a:cubicBezTo>
                    <a:pt x="6118" y="9978"/>
                    <a:pt x="6106" y="9966"/>
                    <a:pt x="6202" y="9930"/>
                  </a:cubicBezTo>
                  <a:cubicBezTo>
                    <a:pt x="6214" y="9927"/>
                    <a:pt x="6225" y="9926"/>
                    <a:pt x="6237" y="9926"/>
                  </a:cubicBezTo>
                  <a:close/>
                  <a:moveTo>
                    <a:pt x="6842" y="10545"/>
                  </a:moveTo>
                  <a:cubicBezTo>
                    <a:pt x="6855" y="10545"/>
                    <a:pt x="6868" y="10546"/>
                    <a:pt x="6880" y="10549"/>
                  </a:cubicBezTo>
                  <a:cubicBezTo>
                    <a:pt x="6928" y="10549"/>
                    <a:pt x="6940" y="10573"/>
                    <a:pt x="6940" y="10609"/>
                  </a:cubicBezTo>
                  <a:cubicBezTo>
                    <a:pt x="6940" y="10621"/>
                    <a:pt x="6880" y="10633"/>
                    <a:pt x="6821" y="10633"/>
                  </a:cubicBezTo>
                  <a:cubicBezTo>
                    <a:pt x="6761" y="10621"/>
                    <a:pt x="6725" y="10609"/>
                    <a:pt x="6761" y="10573"/>
                  </a:cubicBezTo>
                  <a:cubicBezTo>
                    <a:pt x="6779" y="10556"/>
                    <a:pt x="6809" y="10545"/>
                    <a:pt x="6842" y="10545"/>
                  </a:cubicBezTo>
                  <a:close/>
                  <a:moveTo>
                    <a:pt x="807" y="13583"/>
                  </a:moveTo>
                  <a:cubicBezTo>
                    <a:pt x="817" y="13583"/>
                    <a:pt x="829" y="13583"/>
                    <a:pt x="844" y="13585"/>
                  </a:cubicBezTo>
                  <a:cubicBezTo>
                    <a:pt x="891" y="13585"/>
                    <a:pt x="939" y="13633"/>
                    <a:pt x="951" y="13669"/>
                  </a:cubicBezTo>
                  <a:cubicBezTo>
                    <a:pt x="970" y="13714"/>
                    <a:pt x="972" y="13735"/>
                    <a:pt x="957" y="13735"/>
                  </a:cubicBezTo>
                  <a:cubicBezTo>
                    <a:pt x="943" y="13735"/>
                    <a:pt x="918" y="13720"/>
                    <a:pt x="880" y="13692"/>
                  </a:cubicBezTo>
                  <a:cubicBezTo>
                    <a:pt x="779" y="13612"/>
                    <a:pt x="755" y="13583"/>
                    <a:pt x="807" y="13583"/>
                  </a:cubicBezTo>
                  <a:close/>
                  <a:moveTo>
                    <a:pt x="57482" y="0"/>
                  </a:moveTo>
                  <a:cubicBezTo>
                    <a:pt x="57458" y="0"/>
                    <a:pt x="57434" y="24"/>
                    <a:pt x="57434" y="84"/>
                  </a:cubicBezTo>
                  <a:cubicBezTo>
                    <a:pt x="57434" y="133"/>
                    <a:pt x="57393" y="158"/>
                    <a:pt x="57345" y="158"/>
                  </a:cubicBezTo>
                  <a:cubicBezTo>
                    <a:pt x="57335" y="158"/>
                    <a:pt x="57325" y="157"/>
                    <a:pt x="57315" y="155"/>
                  </a:cubicBezTo>
                  <a:cubicBezTo>
                    <a:pt x="57300" y="152"/>
                    <a:pt x="57285" y="151"/>
                    <a:pt x="57271" y="151"/>
                  </a:cubicBezTo>
                  <a:cubicBezTo>
                    <a:pt x="57230" y="151"/>
                    <a:pt x="57196" y="164"/>
                    <a:pt x="57196" y="191"/>
                  </a:cubicBezTo>
                  <a:cubicBezTo>
                    <a:pt x="57196" y="215"/>
                    <a:pt x="57148" y="227"/>
                    <a:pt x="57125" y="227"/>
                  </a:cubicBezTo>
                  <a:cubicBezTo>
                    <a:pt x="57077" y="227"/>
                    <a:pt x="57041" y="191"/>
                    <a:pt x="57065" y="143"/>
                  </a:cubicBezTo>
                  <a:cubicBezTo>
                    <a:pt x="57071" y="100"/>
                    <a:pt x="57074" y="79"/>
                    <a:pt x="57062" y="79"/>
                  </a:cubicBezTo>
                  <a:cubicBezTo>
                    <a:pt x="57051" y="79"/>
                    <a:pt x="57028" y="97"/>
                    <a:pt x="56982" y="131"/>
                  </a:cubicBezTo>
                  <a:cubicBezTo>
                    <a:pt x="56936" y="168"/>
                    <a:pt x="56856" y="183"/>
                    <a:pt x="56736" y="183"/>
                  </a:cubicBezTo>
                  <a:cubicBezTo>
                    <a:pt x="56699" y="183"/>
                    <a:pt x="56658" y="182"/>
                    <a:pt x="56613" y="179"/>
                  </a:cubicBezTo>
                  <a:cubicBezTo>
                    <a:pt x="56541" y="166"/>
                    <a:pt x="56483" y="159"/>
                    <a:pt x="56437" y="159"/>
                  </a:cubicBezTo>
                  <a:cubicBezTo>
                    <a:pt x="56361" y="159"/>
                    <a:pt x="56318" y="177"/>
                    <a:pt x="56303" y="215"/>
                  </a:cubicBezTo>
                  <a:cubicBezTo>
                    <a:pt x="56282" y="257"/>
                    <a:pt x="56209" y="278"/>
                    <a:pt x="56119" y="278"/>
                  </a:cubicBezTo>
                  <a:cubicBezTo>
                    <a:pt x="56006" y="278"/>
                    <a:pt x="55867" y="245"/>
                    <a:pt x="55767" y="179"/>
                  </a:cubicBezTo>
                  <a:cubicBezTo>
                    <a:pt x="55670" y="121"/>
                    <a:pt x="55598" y="91"/>
                    <a:pt x="55559" y="91"/>
                  </a:cubicBezTo>
                  <a:cubicBezTo>
                    <a:pt x="55527" y="91"/>
                    <a:pt x="55519" y="112"/>
                    <a:pt x="55541" y="155"/>
                  </a:cubicBezTo>
                  <a:cubicBezTo>
                    <a:pt x="55550" y="192"/>
                    <a:pt x="55545" y="207"/>
                    <a:pt x="55532" y="207"/>
                  </a:cubicBezTo>
                  <a:cubicBezTo>
                    <a:pt x="55528" y="207"/>
                    <a:pt x="55523" y="206"/>
                    <a:pt x="55517" y="203"/>
                  </a:cubicBezTo>
                  <a:cubicBezTo>
                    <a:pt x="55505" y="200"/>
                    <a:pt x="55494" y="198"/>
                    <a:pt x="55484" y="198"/>
                  </a:cubicBezTo>
                  <a:cubicBezTo>
                    <a:pt x="55454" y="198"/>
                    <a:pt x="55434" y="212"/>
                    <a:pt x="55434" y="238"/>
                  </a:cubicBezTo>
                  <a:cubicBezTo>
                    <a:pt x="55428" y="280"/>
                    <a:pt x="55425" y="301"/>
                    <a:pt x="55394" y="301"/>
                  </a:cubicBezTo>
                  <a:cubicBezTo>
                    <a:pt x="55363" y="301"/>
                    <a:pt x="55303" y="280"/>
                    <a:pt x="55184" y="238"/>
                  </a:cubicBezTo>
                  <a:cubicBezTo>
                    <a:pt x="55105" y="207"/>
                    <a:pt x="55046" y="191"/>
                    <a:pt x="55006" y="191"/>
                  </a:cubicBezTo>
                  <a:cubicBezTo>
                    <a:pt x="54985" y="191"/>
                    <a:pt x="54970" y="195"/>
                    <a:pt x="54958" y="203"/>
                  </a:cubicBezTo>
                  <a:cubicBezTo>
                    <a:pt x="54941" y="211"/>
                    <a:pt x="54891" y="225"/>
                    <a:pt x="54838" y="225"/>
                  </a:cubicBezTo>
                  <a:cubicBezTo>
                    <a:pt x="54814" y="225"/>
                    <a:pt x="54789" y="222"/>
                    <a:pt x="54767" y="215"/>
                  </a:cubicBezTo>
                  <a:cubicBezTo>
                    <a:pt x="54753" y="213"/>
                    <a:pt x="54739" y="212"/>
                    <a:pt x="54727" y="212"/>
                  </a:cubicBezTo>
                  <a:cubicBezTo>
                    <a:pt x="54665" y="212"/>
                    <a:pt x="54624" y="235"/>
                    <a:pt x="54624" y="274"/>
                  </a:cubicBezTo>
                  <a:cubicBezTo>
                    <a:pt x="54624" y="311"/>
                    <a:pt x="54576" y="326"/>
                    <a:pt x="54494" y="326"/>
                  </a:cubicBezTo>
                  <a:cubicBezTo>
                    <a:pt x="54469" y="326"/>
                    <a:pt x="54441" y="325"/>
                    <a:pt x="54410" y="322"/>
                  </a:cubicBezTo>
                  <a:cubicBezTo>
                    <a:pt x="54202" y="286"/>
                    <a:pt x="54053" y="268"/>
                    <a:pt x="53955" y="268"/>
                  </a:cubicBezTo>
                  <a:cubicBezTo>
                    <a:pt x="53856" y="268"/>
                    <a:pt x="53809" y="286"/>
                    <a:pt x="53803" y="322"/>
                  </a:cubicBezTo>
                  <a:cubicBezTo>
                    <a:pt x="53803" y="358"/>
                    <a:pt x="53780" y="372"/>
                    <a:pt x="53741" y="372"/>
                  </a:cubicBezTo>
                  <a:cubicBezTo>
                    <a:pt x="53716" y="372"/>
                    <a:pt x="53685" y="367"/>
                    <a:pt x="53648" y="358"/>
                  </a:cubicBezTo>
                  <a:cubicBezTo>
                    <a:pt x="53615" y="343"/>
                    <a:pt x="53577" y="337"/>
                    <a:pt x="53536" y="337"/>
                  </a:cubicBezTo>
                  <a:cubicBezTo>
                    <a:pt x="53474" y="337"/>
                    <a:pt x="53408" y="352"/>
                    <a:pt x="53350" y="381"/>
                  </a:cubicBezTo>
                  <a:cubicBezTo>
                    <a:pt x="53306" y="407"/>
                    <a:pt x="53268" y="419"/>
                    <a:pt x="53242" y="419"/>
                  </a:cubicBezTo>
                  <a:cubicBezTo>
                    <a:pt x="53220" y="419"/>
                    <a:pt x="53207" y="410"/>
                    <a:pt x="53207" y="393"/>
                  </a:cubicBezTo>
                  <a:cubicBezTo>
                    <a:pt x="53207" y="386"/>
                    <a:pt x="53203" y="382"/>
                    <a:pt x="53194" y="382"/>
                  </a:cubicBezTo>
                  <a:cubicBezTo>
                    <a:pt x="53176" y="382"/>
                    <a:pt x="53141" y="400"/>
                    <a:pt x="53100" y="441"/>
                  </a:cubicBezTo>
                  <a:cubicBezTo>
                    <a:pt x="53041" y="500"/>
                    <a:pt x="52922" y="548"/>
                    <a:pt x="52838" y="548"/>
                  </a:cubicBezTo>
                  <a:cubicBezTo>
                    <a:pt x="52743" y="548"/>
                    <a:pt x="52672" y="572"/>
                    <a:pt x="52660" y="608"/>
                  </a:cubicBezTo>
                  <a:cubicBezTo>
                    <a:pt x="52660" y="636"/>
                    <a:pt x="52642" y="652"/>
                    <a:pt x="52621" y="652"/>
                  </a:cubicBezTo>
                  <a:cubicBezTo>
                    <a:pt x="52606" y="652"/>
                    <a:pt x="52591" y="645"/>
                    <a:pt x="52576" y="631"/>
                  </a:cubicBezTo>
                  <a:cubicBezTo>
                    <a:pt x="52541" y="608"/>
                    <a:pt x="52541" y="572"/>
                    <a:pt x="52565" y="560"/>
                  </a:cubicBezTo>
                  <a:cubicBezTo>
                    <a:pt x="52600" y="548"/>
                    <a:pt x="52576" y="512"/>
                    <a:pt x="52541" y="512"/>
                  </a:cubicBezTo>
                  <a:cubicBezTo>
                    <a:pt x="52493" y="512"/>
                    <a:pt x="52434" y="536"/>
                    <a:pt x="52398" y="572"/>
                  </a:cubicBezTo>
                  <a:cubicBezTo>
                    <a:pt x="52384" y="600"/>
                    <a:pt x="52345" y="611"/>
                    <a:pt x="52290" y="611"/>
                  </a:cubicBezTo>
                  <a:cubicBezTo>
                    <a:pt x="52250" y="611"/>
                    <a:pt x="52202" y="606"/>
                    <a:pt x="52148" y="596"/>
                  </a:cubicBezTo>
                  <a:cubicBezTo>
                    <a:pt x="52080" y="573"/>
                    <a:pt x="52031" y="561"/>
                    <a:pt x="51996" y="561"/>
                  </a:cubicBezTo>
                  <a:cubicBezTo>
                    <a:pt x="51957" y="561"/>
                    <a:pt x="51934" y="576"/>
                    <a:pt x="51922" y="608"/>
                  </a:cubicBezTo>
                  <a:cubicBezTo>
                    <a:pt x="51914" y="660"/>
                    <a:pt x="51836" y="693"/>
                    <a:pt x="51764" y="693"/>
                  </a:cubicBezTo>
                  <a:cubicBezTo>
                    <a:pt x="51722" y="693"/>
                    <a:pt x="51682" y="682"/>
                    <a:pt x="51660" y="655"/>
                  </a:cubicBezTo>
                  <a:cubicBezTo>
                    <a:pt x="51624" y="619"/>
                    <a:pt x="51672" y="560"/>
                    <a:pt x="51767" y="548"/>
                  </a:cubicBezTo>
                  <a:cubicBezTo>
                    <a:pt x="51898" y="500"/>
                    <a:pt x="51898" y="500"/>
                    <a:pt x="51743" y="477"/>
                  </a:cubicBezTo>
                  <a:cubicBezTo>
                    <a:pt x="51717" y="469"/>
                    <a:pt x="51690" y="466"/>
                    <a:pt x="51665" y="466"/>
                  </a:cubicBezTo>
                  <a:cubicBezTo>
                    <a:pt x="51607" y="466"/>
                    <a:pt x="51557" y="480"/>
                    <a:pt x="51541" y="488"/>
                  </a:cubicBezTo>
                  <a:cubicBezTo>
                    <a:pt x="51523" y="500"/>
                    <a:pt x="51499" y="506"/>
                    <a:pt x="51472" y="506"/>
                  </a:cubicBezTo>
                  <a:cubicBezTo>
                    <a:pt x="51445" y="506"/>
                    <a:pt x="51416" y="500"/>
                    <a:pt x="51386" y="488"/>
                  </a:cubicBezTo>
                  <a:cubicBezTo>
                    <a:pt x="51364" y="484"/>
                    <a:pt x="51342" y="481"/>
                    <a:pt x="51322" y="481"/>
                  </a:cubicBezTo>
                  <a:cubicBezTo>
                    <a:pt x="51288" y="481"/>
                    <a:pt x="51258" y="490"/>
                    <a:pt x="51243" y="512"/>
                  </a:cubicBezTo>
                  <a:cubicBezTo>
                    <a:pt x="51214" y="542"/>
                    <a:pt x="51152" y="563"/>
                    <a:pt x="51091" y="563"/>
                  </a:cubicBezTo>
                  <a:cubicBezTo>
                    <a:pt x="51078" y="563"/>
                    <a:pt x="51065" y="562"/>
                    <a:pt x="51052" y="560"/>
                  </a:cubicBezTo>
                  <a:cubicBezTo>
                    <a:pt x="51038" y="558"/>
                    <a:pt x="51023" y="557"/>
                    <a:pt x="51007" y="557"/>
                  </a:cubicBezTo>
                  <a:cubicBezTo>
                    <a:pt x="50936" y="557"/>
                    <a:pt x="50863" y="578"/>
                    <a:pt x="50814" y="608"/>
                  </a:cubicBezTo>
                  <a:cubicBezTo>
                    <a:pt x="50769" y="626"/>
                    <a:pt x="50702" y="651"/>
                    <a:pt x="50641" y="651"/>
                  </a:cubicBezTo>
                  <a:cubicBezTo>
                    <a:pt x="50623" y="651"/>
                    <a:pt x="50605" y="649"/>
                    <a:pt x="50588" y="643"/>
                  </a:cubicBezTo>
                  <a:cubicBezTo>
                    <a:pt x="50579" y="642"/>
                    <a:pt x="50569" y="641"/>
                    <a:pt x="50558" y="641"/>
                  </a:cubicBezTo>
                  <a:cubicBezTo>
                    <a:pt x="50486" y="641"/>
                    <a:pt x="50384" y="673"/>
                    <a:pt x="50290" y="715"/>
                  </a:cubicBezTo>
                  <a:cubicBezTo>
                    <a:pt x="50213" y="740"/>
                    <a:pt x="50136" y="760"/>
                    <a:pt x="50090" y="760"/>
                  </a:cubicBezTo>
                  <a:cubicBezTo>
                    <a:pt x="50072" y="760"/>
                    <a:pt x="50059" y="757"/>
                    <a:pt x="50052" y="750"/>
                  </a:cubicBezTo>
                  <a:cubicBezTo>
                    <a:pt x="50034" y="741"/>
                    <a:pt x="50019" y="737"/>
                    <a:pt x="50008" y="737"/>
                  </a:cubicBezTo>
                  <a:cubicBezTo>
                    <a:pt x="49990" y="737"/>
                    <a:pt x="49981" y="748"/>
                    <a:pt x="49981" y="762"/>
                  </a:cubicBezTo>
                  <a:cubicBezTo>
                    <a:pt x="49981" y="785"/>
                    <a:pt x="49957" y="793"/>
                    <a:pt x="49918" y="793"/>
                  </a:cubicBezTo>
                  <a:cubicBezTo>
                    <a:pt x="49896" y="793"/>
                    <a:pt x="49869" y="791"/>
                    <a:pt x="49838" y="786"/>
                  </a:cubicBezTo>
                  <a:cubicBezTo>
                    <a:pt x="49809" y="774"/>
                    <a:pt x="49775" y="767"/>
                    <a:pt x="49735" y="767"/>
                  </a:cubicBezTo>
                  <a:cubicBezTo>
                    <a:pt x="49660" y="767"/>
                    <a:pt x="49566" y="791"/>
                    <a:pt x="49457" y="846"/>
                  </a:cubicBezTo>
                  <a:cubicBezTo>
                    <a:pt x="49348" y="895"/>
                    <a:pt x="49214" y="920"/>
                    <a:pt x="49138" y="920"/>
                  </a:cubicBezTo>
                  <a:cubicBezTo>
                    <a:pt x="49123" y="920"/>
                    <a:pt x="49110" y="919"/>
                    <a:pt x="49100" y="917"/>
                  </a:cubicBezTo>
                  <a:cubicBezTo>
                    <a:pt x="49087" y="914"/>
                    <a:pt x="49073" y="912"/>
                    <a:pt x="49058" y="912"/>
                  </a:cubicBezTo>
                  <a:cubicBezTo>
                    <a:pt x="49016" y="912"/>
                    <a:pt x="48971" y="923"/>
                    <a:pt x="48945" y="941"/>
                  </a:cubicBezTo>
                  <a:cubicBezTo>
                    <a:pt x="48909" y="1012"/>
                    <a:pt x="48338" y="1084"/>
                    <a:pt x="48028" y="1084"/>
                  </a:cubicBezTo>
                  <a:cubicBezTo>
                    <a:pt x="47969" y="1084"/>
                    <a:pt x="47897" y="1096"/>
                    <a:pt x="47862" y="1120"/>
                  </a:cubicBezTo>
                  <a:cubicBezTo>
                    <a:pt x="47839" y="1136"/>
                    <a:pt x="47823" y="1145"/>
                    <a:pt x="47807" y="1145"/>
                  </a:cubicBezTo>
                  <a:cubicBezTo>
                    <a:pt x="47789" y="1145"/>
                    <a:pt x="47774" y="1133"/>
                    <a:pt x="47754" y="1108"/>
                  </a:cubicBezTo>
                  <a:cubicBezTo>
                    <a:pt x="47744" y="1097"/>
                    <a:pt x="47723" y="1091"/>
                    <a:pt x="47696" y="1091"/>
                  </a:cubicBezTo>
                  <a:cubicBezTo>
                    <a:pt x="47662" y="1091"/>
                    <a:pt x="47616" y="1100"/>
                    <a:pt x="47564" y="1120"/>
                  </a:cubicBezTo>
                  <a:cubicBezTo>
                    <a:pt x="47481" y="1167"/>
                    <a:pt x="47338" y="1191"/>
                    <a:pt x="47266" y="1191"/>
                  </a:cubicBezTo>
                  <a:cubicBezTo>
                    <a:pt x="47195" y="1191"/>
                    <a:pt x="47088" y="1203"/>
                    <a:pt x="47064" y="1227"/>
                  </a:cubicBezTo>
                  <a:cubicBezTo>
                    <a:pt x="47016" y="1274"/>
                    <a:pt x="46897" y="1286"/>
                    <a:pt x="46790" y="1286"/>
                  </a:cubicBezTo>
                  <a:cubicBezTo>
                    <a:pt x="46683" y="1286"/>
                    <a:pt x="46540" y="1310"/>
                    <a:pt x="46480" y="1346"/>
                  </a:cubicBezTo>
                  <a:cubicBezTo>
                    <a:pt x="46433" y="1377"/>
                    <a:pt x="46375" y="1393"/>
                    <a:pt x="46302" y="1393"/>
                  </a:cubicBezTo>
                  <a:cubicBezTo>
                    <a:pt x="46266" y="1393"/>
                    <a:pt x="46226" y="1389"/>
                    <a:pt x="46183" y="1381"/>
                  </a:cubicBezTo>
                  <a:cubicBezTo>
                    <a:pt x="46126" y="1366"/>
                    <a:pt x="46078" y="1357"/>
                    <a:pt x="46040" y="1357"/>
                  </a:cubicBezTo>
                  <a:cubicBezTo>
                    <a:pt x="45990" y="1357"/>
                    <a:pt x="45958" y="1372"/>
                    <a:pt x="45945" y="1405"/>
                  </a:cubicBezTo>
                  <a:cubicBezTo>
                    <a:pt x="45918" y="1449"/>
                    <a:pt x="45865" y="1474"/>
                    <a:pt x="45777" y="1474"/>
                  </a:cubicBezTo>
                  <a:cubicBezTo>
                    <a:pt x="45746" y="1474"/>
                    <a:pt x="45711" y="1471"/>
                    <a:pt x="45671" y="1465"/>
                  </a:cubicBezTo>
                  <a:cubicBezTo>
                    <a:pt x="45641" y="1462"/>
                    <a:pt x="45610" y="1460"/>
                    <a:pt x="45579" y="1460"/>
                  </a:cubicBezTo>
                  <a:cubicBezTo>
                    <a:pt x="45486" y="1460"/>
                    <a:pt x="45394" y="1474"/>
                    <a:pt x="45349" y="1501"/>
                  </a:cubicBezTo>
                  <a:cubicBezTo>
                    <a:pt x="45307" y="1517"/>
                    <a:pt x="45247" y="1534"/>
                    <a:pt x="45207" y="1534"/>
                  </a:cubicBezTo>
                  <a:cubicBezTo>
                    <a:pt x="45191" y="1534"/>
                    <a:pt x="45178" y="1531"/>
                    <a:pt x="45171" y="1524"/>
                  </a:cubicBezTo>
                  <a:cubicBezTo>
                    <a:pt x="45147" y="1518"/>
                    <a:pt x="45123" y="1515"/>
                    <a:pt x="45102" y="1515"/>
                  </a:cubicBezTo>
                  <a:cubicBezTo>
                    <a:pt x="45081" y="1515"/>
                    <a:pt x="45064" y="1518"/>
                    <a:pt x="45052" y="1524"/>
                  </a:cubicBezTo>
                  <a:cubicBezTo>
                    <a:pt x="45016" y="1560"/>
                    <a:pt x="44933" y="1560"/>
                    <a:pt x="44861" y="1560"/>
                  </a:cubicBezTo>
                  <a:cubicBezTo>
                    <a:pt x="44846" y="1558"/>
                    <a:pt x="44832" y="1557"/>
                    <a:pt x="44818" y="1557"/>
                  </a:cubicBezTo>
                  <a:cubicBezTo>
                    <a:pt x="44755" y="1557"/>
                    <a:pt x="44706" y="1578"/>
                    <a:pt x="44706" y="1608"/>
                  </a:cubicBezTo>
                  <a:cubicBezTo>
                    <a:pt x="44706" y="1643"/>
                    <a:pt x="44587" y="1727"/>
                    <a:pt x="44456" y="1786"/>
                  </a:cubicBezTo>
                  <a:cubicBezTo>
                    <a:pt x="44306" y="1850"/>
                    <a:pt x="44176" y="1882"/>
                    <a:pt x="44032" y="1882"/>
                  </a:cubicBezTo>
                  <a:cubicBezTo>
                    <a:pt x="43960" y="1882"/>
                    <a:pt x="43885" y="1874"/>
                    <a:pt x="43802" y="1858"/>
                  </a:cubicBezTo>
                  <a:cubicBezTo>
                    <a:pt x="43794" y="1856"/>
                    <a:pt x="43784" y="1855"/>
                    <a:pt x="43772" y="1855"/>
                  </a:cubicBezTo>
                  <a:cubicBezTo>
                    <a:pt x="43715" y="1855"/>
                    <a:pt x="43617" y="1880"/>
                    <a:pt x="43528" y="1929"/>
                  </a:cubicBezTo>
                  <a:cubicBezTo>
                    <a:pt x="43444" y="1977"/>
                    <a:pt x="43313" y="2024"/>
                    <a:pt x="43266" y="2024"/>
                  </a:cubicBezTo>
                  <a:cubicBezTo>
                    <a:pt x="43206" y="2024"/>
                    <a:pt x="43099" y="2048"/>
                    <a:pt x="42992" y="2096"/>
                  </a:cubicBezTo>
                  <a:cubicBezTo>
                    <a:pt x="42909" y="2143"/>
                    <a:pt x="42742" y="2167"/>
                    <a:pt x="42635" y="2167"/>
                  </a:cubicBezTo>
                  <a:cubicBezTo>
                    <a:pt x="42206" y="2167"/>
                    <a:pt x="41885" y="2215"/>
                    <a:pt x="41837" y="2263"/>
                  </a:cubicBezTo>
                  <a:cubicBezTo>
                    <a:pt x="41811" y="2280"/>
                    <a:pt x="41759" y="2291"/>
                    <a:pt x="41696" y="2291"/>
                  </a:cubicBezTo>
                  <a:cubicBezTo>
                    <a:pt x="41673" y="2291"/>
                    <a:pt x="41648" y="2290"/>
                    <a:pt x="41623" y="2286"/>
                  </a:cubicBezTo>
                  <a:cubicBezTo>
                    <a:pt x="41602" y="2283"/>
                    <a:pt x="41578" y="2282"/>
                    <a:pt x="41553" y="2282"/>
                  </a:cubicBezTo>
                  <a:cubicBezTo>
                    <a:pt x="41478" y="2282"/>
                    <a:pt x="41394" y="2295"/>
                    <a:pt x="41349" y="2322"/>
                  </a:cubicBezTo>
                  <a:cubicBezTo>
                    <a:pt x="41174" y="2394"/>
                    <a:pt x="40830" y="2484"/>
                    <a:pt x="40655" y="2484"/>
                  </a:cubicBezTo>
                  <a:cubicBezTo>
                    <a:pt x="40628" y="2484"/>
                    <a:pt x="40605" y="2482"/>
                    <a:pt x="40587" y="2477"/>
                  </a:cubicBezTo>
                  <a:cubicBezTo>
                    <a:pt x="40577" y="2475"/>
                    <a:pt x="40568" y="2474"/>
                    <a:pt x="40558" y="2474"/>
                  </a:cubicBezTo>
                  <a:cubicBezTo>
                    <a:pt x="40500" y="2474"/>
                    <a:pt x="40456" y="2504"/>
                    <a:pt x="40456" y="2524"/>
                  </a:cubicBezTo>
                  <a:cubicBezTo>
                    <a:pt x="40432" y="2584"/>
                    <a:pt x="40063" y="2739"/>
                    <a:pt x="39944" y="2739"/>
                  </a:cubicBezTo>
                  <a:cubicBezTo>
                    <a:pt x="39896" y="2739"/>
                    <a:pt x="39813" y="2739"/>
                    <a:pt x="39742" y="2751"/>
                  </a:cubicBezTo>
                  <a:cubicBezTo>
                    <a:pt x="39717" y="2754"/>
                    <a:pt x="39694" y="2756"/>
                    <a:pt x="39672" y="2756"/>
                  </a:cubicBezTo>
                  <a:cubicBezTo>
                    <a:pt x="39620" y="2756"/>
                    <a:pt x="39580" y="2747"/>
                    <a:pt x="39563" y="2739"/>
                  </a:cubicBezTo>
                  <a:cubicBezTo>
                    <a:pt x="39548" y="2729"/>
                    <a:pt x="39527" y="2723"/>
                    <a:pt x="39503" y="2723"/>
                  </a:cubicBezTo>
                  <a:cubicBezTo>
                    <a:pt x="39468" y="2723"/>
                    <a:pt x="39426" y="2735"/>
                    <a:pt x="39384" y="2763"/>
                  </a:cubicBezTo>
                  <a:cubicBezTo>
                    <a:pt x="39301" y="2798"/>
                    <a:pt x="39206" y="2822"/>
                    <a:pt x="39146" y="2822"/>
                  </a:cubicBezTo>
                  <a:cubicBezTo>
                    <a:pt x="38932" y="2822"/>
                    <a:pt x="38622" y="2882"/>
                    <a:pt x="38622" y="2929"/>
                  </a:cubicBezTo>
                  <a:cubicBezTo>
                    <a:pt x="38622" y="2941"/>
                    <a:pt x="38515" y="2977"/>
                    <a:pt x="38396" y="2977"/>
                  </a:cubicBezTo>
                  <a:cubicBezTo>
                    <a:pt x="38265" y="2977"/>
                    <a:pt x="38170" y="3001"/>
                    <a:pt x="38158" y="3060"/>
                  </a:cubicBezTo>
                  <a:cubicBezTo>
                    <a:pt x="38150" y="3092"/>
                    <a:pt x="38142" y="3108"/>
                    <a:pt x="38131" y="3108"/>
                  </a:cubicBezTo>
                  <a:cubicBezTo>
                    <a:pt x="38125" y="3108"/>
                    <a:pt x="38118" y="3104"/>
                    <a:pt x="38110" y="3096"/>
                  </a:cubicBezTo>
                  <a:cubicBezTo>
                    <a:pt x="38103" y="3072"/>
                    <a:pt x="38062" y="3061"/>
                    <a:pt x="38005" y="3061"/>
                  </a:cubicBezTo>
                  <a:cubicBezTo>
                    <a:pt x="37867" y="3061"/>
                    <a:pt x="37640" y="3120"/>
                    <a:pt x="37598" y="3179"/>
                  </a:cubicBezTo>
                  <a:cubicBezTo>
                    <a:pt x="37569" y="3209"/>
                    <a:pt x="37523" y="3230"/>
                    <a:pt x="37482" y="3230"/>
                  </a:cubicBezTo>
                  <a:cubicBezTo>
                    <a:pt x="37473" y="3230"/>
                    <a:pt x="37464" y="3229"/>
                    <a:pt x="37456" y="3227"/>
                  </a:cubicBezTo>
                  <a:cubicBezTo>
                    <a:pt x="37430" y="3219"/>
                    <a:pt x="37394" y="3216"/>
                    <a:pt x="37353" y="3216"/>
                  </a:cubicBezTo>
                  <a:cubicBezTo>
                    <a:pt x="37199" y="3216"/>
                    <a:pt x="36974" y="3261"/>
                    <a:pt x="36955" y="3298"/>
                  </a:cubicBezTo>
                  <a:cubicBezTo>
                    <a:pt x="36947" y="3325"/>
                    <a:pt x="36857" y="3339"/>
                    <a:pt x="36743" y="3339"/>
                  </a:cubicBezTo>
                  <a:cubicBezTo>
                    <a:pt x="36705" y="3339"/>
                    <a:pt x="36664" y="3337"/>
                    <a:pt x="36622" y="3334"/>
                  </a:cubicBezTo>
                  <a:cubicBezTo>
                    <a:pt x="36589" y="3329"/>
                    <a:pt x="36550" y="3327"/>
                    <a:pt x="36509" y="3327"/>
                  </a:cubicBezTo>
                  <a:cubicBezTo>
                    <a:pt x="36355" y="3327"/>
                    <a:pt x="36158" y="3359"/>
                    <a:pt x="36027" y="3406"/>
                  </a:cubicBezTo>
                  <a:cubicBezTo>
                    <a:pt x="35872" y="3453"/>
                    <a:pt x="35693" y="3477"/>
                    <a:pt x="35646" y="3477"/>
                  </a:cubicBezTo>
                  <a:cubicBezTo>
                    <a:pt x="35586" y="3477"/>
                    <a:pt x="35539" y="3477"/>
                    <a:pt x="35539" y="3513"/>
                  </a:cubicBezTo>
                  <a:cubicBezTo>
                    <a:pt x="35539" y="3536"/>
                    <a:pt x="35431" y="3548"/>
                    <a:pt x="35336" y="3548"/>
                  </a:cubicBezTo>
                  <a:cubicBezTo>
                    <a:pt x="35217" y="3548"/>
                    <a:pt x="35003" y="3608"/>
                    <a:pt x="34860" y="3691"/>
                  </a:cubicBezTo>
                  <a:cubicBezTo>
                    <a:pt x="34705" y="3763"/>
                    <a:pt x="34515" y="3810"/>
                    <a:pt x="34419" y="3810"/>
                  </a:cubicBezTo>
                  <a:cubicBezTo>
                    <a:pt x="34401" y="3805"/>
                    <a:pt x="34381" y="3803"/>
                    <a:pt x="34360" y="3803"/>
                  </a:cubicBezTo>
                  <a:cubicBezTo>
                    <a:pt x="34287" y="3803"/>
                    <a:pt x="34204" y="3833"/>
                    <a:pt x="34157" y="3870"/>
                  </a:cubicBezTo>
                  <a:cubicBezTo>
                    <a:pt x="34098" y="3906"/>
                    <a:pt x="34003" y="3941"/>
                    <a:pt x="33943" y="3941"/>
                  </a:cubicBezTo>
                  <a:cubicBezTo>
                    <a:pt x="33939" y="3941"/>
                    <a:pt x="33934" y="3941"/>
                    <a:pt x="33928" y="3941"/>
                  </a:cubicBezTo>
                  <a:cubicBezTo>
                    <a:pt x="33778" y="3941"/>
                    <a:pt x="33192" y="4086"/>
                    <a:pt x="33169" y="4132"/>
                  </a:cubicBezTo>
                  <a:cubicBezTo>
                    <a:pt x="33169" y="4138"/>
                    <a:pt x="33160" y="4141"/>
                    <a:pt x="33141" y="4141"/>
                  </a:cubicBezTo>
                  <a:cubicBezTo>
                    <a:pt x="33122" y="4141"/>
                    <a:pt x="33092" y="4138"/>
                    <a:pt x="33050" y="4132"/>
                  </a:cubicBezTo>
                  <a:cubicBezTo>
                    <a:pt x="33020" y="4120"/>
                    <a:pt x="32985" y="4114"/>
                    <a:pt x="32949" y="4114"/>
                  </a:cubicBezTo>
                  <a:cubicBezTo>
                    <a:pt x="32913" y="4114"/>
                    <a:pt x="32878" y="4120"/>
                    <a:pt x="32848" y="4132"/>
                  </a:cubicBezTo>
                  <a:cubicBezTo>
                    <a:pt x="32788" y="4168"/>
                    <a:pt x="32669" y="4179"/>
                    <a:pt x="32574" y="4179"/>
                  </a:cubicBezTo>
                  <a:cubicBezTo>
                    <a:pt x="32491" y="4179"/>
                    <a:pt x="32300" y="4203"/>
                    <a:pt x="32145" y="4239"/>
                  </a:cubicBezTo>
                  <a:cubicBezTo>
                    <a:pt x="32050" y="4263"/>
                    <a:pt x="31976" y="4275"/>
                    <a:pt x="31918" y="4275"/>
                  </a:cubicBezTo>
                  <a:cubicBezTo>
                    <a:pt x="31860" y="4275"/>
                    <a:pt x="31818" y="4263"/>
                    <a:pt x="31788" y="4239"/>
                  </a:cubicBezTo>
                  <a:cubicBezTo>
                    <a:pt x="31760" y="4216"/>
                    <a:pt x="31732" y="4205"/>
                    <a:pt x="31701" y="4205"/>
                  </a:cubicBezTo>
                  <a:cubicBezTo>
                    <a:pt x="31667" y="4205"/>
                    <a:pt x="31630" y="4219"/>
                    <a:pt x="31586" y="4251"/>
                  </a:cubicBezTo>
                  <a:cubicBezTo>
                    <a:pt x="31521" y="4297"/>
                    <a:pt x="31428" y="4315"/>
                    <a:pt x="31300" y="4315"/>
                  </a:cubicBezTo>
                  <a:cubicBezTo>
                    <a:pt x="31264" y="4315"/>
                    <a:pt x="31224" y="4313"/>
                    <a:pt x="31181" y="4310"/>
                  </a:cubicBezTo>
                  <a:cubicBezTo>
                    <a:pt x="31112" y="4305"/>
                    <a:pt x="31043" y="4303"/>
                    <a:pt x="30981" y="4303"/>
                  </a:cubicBezTo>
                  <a:cubicBezTo>
                    <a:pt x="30895" y="4303"/>
                    <a:pt x="30823" y="4308"/>
                    <a:pt x="30788" y="4322"/>
                  </a:cubicBezTo>
                  <a:cubicBezTo>
                    <a:pt x="30728" y="4346"/>
                    <a:pt x="30645" y="4382"/>
                    <a:pt x="30586" y="4406"/>
                  </a:cubicBezTo>
                  <a:cubicBezTo>
                    <a:pt x="30526" y="4429"/>
                    <a:pt x="30407" y="4429"/>
                    <a:pt x="30336" y="4429"/>
                  </a:cubicBezTo>
                  <a:cubicBezTo>
                    <a:pt x="30321" y="4427"/>
                    <a:pt x="30303" y="4426"/>
                    <a:pt x="30283" y="4426"/>
                  </a:cubicBezTo>
                  <a:cubicBezTo>
                    <a:pt x="30183" y="4426"/>
                    <a:pt x="30017" y="4450"/>
                    <a:pt x="29859" y="4489"/>
                  </a:cubicBezTo>
                  <a:cubicBezTo>
                    <a:pt x="29681" y="4537"/>
                    <a:pt x="29359" y="4596"/>
                    <a:pt x="29181" y="4644"/>
                  </a:cubicBezTo>
                  <a:cubicBezTo>
                    <a:pt x="28990" y="4679"/>
                    <a:pt x="28823" y="4727"/>
                    <a:pt x="28812" y="4739"/>
                  </a:cubicBezTo>
                  <a:cubicBezTo>
                    <a:pt x="28806" y="4751"/>
                    <a:pt x="28791" y="4757"/>
                    <a:pt x="28774" y="4757"/>
                  </a:cubicBezTo>
                  <a:cubicBezTo>
                    <a:pt x="28758" y="4757"/>
                    <a:pt x="28740" y="4751"/>
                    <a:pt x="28728" y="4739"/>
                  </a:cubicBezTo>
                  <a:cubicBezTo>
                    <a:pt x="28720" y="4736"/>
                    <a:pt x="28707" y="4735"/>
                    <a:pt x="28689" y="4735"/>
                  </a:cubicBezTo>
                  <a:cubicBezTo>
                    <a:pt x="28628" y="4735"/>
                    <a:pt x="28515" y="4752"/>
                    <a:pt x="28395" y="4799"/>
                  </a:cubicBezTo>
                  <a:cubicBezTo>
                    <a:pt x="28283" y="4836"/>
                    <a:pt x="28157" y="4866"/>
                    <a:pt x="28085" y="4866"/>
                  </a:cubicBezTo>
                  <a:cubicBezTo>
                    <a:pt x="28064" y="4866"/>
                    <a:pt x="28048" y="4863"/>
                    <a:pt x="28038" y="4858"/>
                  </a:cubicBezTo>
                  <a:cubicBezTo>
                    <a:pt x="28024" y="4855"/>
                    <a:pt x="28005" y="4854"/>
                    <a:pt x="27983" y="4854"/>
                  </a:cubicBezTo>
                  <a:cubicBezTo>
                    <a:pt x="27911" y="4854"/>
                    <a:pt x="27802" y="4869"/>
                    <a:pt x="27692" y="4906"/>
                  </a:cubicBezTo>
                  <a:cubicBezTo>
                    <a:pt x="27532" y="4959"/>
                    <a:pt x="27411" y="4986"/>
                    <a:pt x="27275" y="4986"/>
                  </a:cubicBezTo>
                  <a:cubicBezTo>
                    <a:pt x="27230" y="4986"/>
                    <a:pt x="27183" y="4983"/>
                    <a:pt x="27133" y="4977"/>
                  </a:cubicBezTo>
                  <a:cubicBezTo>
                    <a:pt x="27097" y="4977"/>
                    <a:pt x="27073" y="5013"/>
                    <a:pt x="27073" y="5037"/>
                  </a:cubicBezTo>
                  <a:cubicBezTo>
                    <a:pt x="27073" y="5066"/>
                    <a:pt x="27025" y="5087"/>
                    <a:pt x="26955" y="5087"/>
                  </a:cubicBezTo>
                  <a:cubicBezTo>
                    <a:pt x="26940" y="5087"/>
                    <a:pt x="26923" y="5086"/>
                    <a:pt x="26907" y="5084"/>
                  </a:cubicBezTo>
                  <a:cubicBezTo>
                    <a:pt x="26823" y="5084"/>
                    <a:pt x="26645" y="5096"/>
                    <a:pt x="26490" y="5120"/>
                  </a:cubicBezTo>
                  <a:cubicBezTo>
                    <a:pt x="26406" y="5134"/>
                    <a:pt x="26318" y="5140"/>
                    <a:pt x="26248" y="5140"/>
                  </a:cubicBezTo>
                  <a:cubicBezTo>
                    <a:pt x="26198" y="5140"/>
                    <a:pt x="26157" y="5137"/>
                    <a:pt x="26133" y="5132"/>
                  </a:cubicBezTo>
                  <a:cubicBezTo>
                    <a:pt x="26115" y="5128"/>
                    <a:pt x="26095" y="5125"/>
                    <a:pt x="26074" y="5125"/>
                  </a:cubicBezTo>
                  <a:cubicBezTo>
                    <a:pt x="26039" y="5125"/>
                    <a:pt x="26005" y="5133"/>
                    <a:pt x="25990" y="5156"/>
                  </a:cubicBezTo>
                  <a:cubicBezTo>
                    <a:pt x="25960" y="5185"/>
                    <a:pt x="25899" y="5206"/>
                    <a:pt x="25831" y="5206"/>
                  </a:cubicBezTo>
                  <a:cubicBezTo>
                    <a:pt x="25817" y="5206"/>
                    <a:pt x="25802" y="5205"/>
                    <a:pt x="25787" y="5203"/>
                  </a:cubicBezTo>
                  <a:cubicBezTo>
                    <a:pt x="25773" y="5201"/>
                    <a:pt x="25758" y="5200"/>
                    <a:pt x="25743" y="5200"/>
                  </a:cubicBezTo>
                  <a:cubicBezTo>
                    <a:pt x="25669" y="5200"/>
                    <a:pt x="25587" y="5223"/>
                    <a:pt x="25537" y="5263"/>
                  </a:cubicBezTo>
                  <a:cubicBezTo>
                    <a:pt x="25488" y="5302"/>
                    <a:pt x="25398" y="5325"/>
                    <a:pt x="25294" y="5325"/>
                  </a:cubicBezTo>
                  <a:cubicBezTo>
                    <a:pt x="25272" y="5325"/>
                    <a:pt x="25250" y="5324"/>
                    <a:pt x="25228" y="5322"/>
                  </a:cubicBezTo>
                  <a:cubicBezTo>
                    <a:pt x="25201" y="5319"/>
                    <a:pt x="25172" y="5318"/>
                    <a:pt x="25143" y="5318"/>
                  </a:cubicBezTo>
                  <a:cubicBezTo>
                    <a:pt x="25054" y="5318"/>
                    <a:pt x="24963" y="5331"/>
                    <a:pt x="24918" y="5358"/>
                  </a:cubicBezTo>
                  <a:cubicBezTo>
                    <a:pt x="24808" y="5404"/>
                    <a:pt x="24181" y="5457"/>
                    <a:pt x="23872" y="5457"/>
                  </a:cubicBezTo>
                  <a:cubicBezTo>
                    <a:pt x="23781" y="5457"/>
                    <a:pt x="23717" y="5452"/>
                    <a:pt x="23704" y="5441"/>
                  </a:cubicBezTo>
                  <a:cubicBezTo>
                    <a:pt x="23701" y="5439"/>
                    <a:pt x="23695" y="5437"/>
                    <a:pt x="23686" y="5437"/>
                  </a:cubicBezTo>
                  <a:cubicBezTo>
                    <a:pt x="23659" y="5437"/>
                    <a:pt x="23606" y="5453"/>
                    <a:pt x="23561" y="5489"/>
                  </a:cubicBezTo>
                  <a:cubicBezTo>
                    <a:pt x="23501" y="5537"/>
                    <a:pt x="23251" y="5572"/>
                    <a:pt x="22906" y="5572"/>
                  </a:cubicBezTo>
                  <a:cubicBezTo>
                    <a:pt x="22608" y="5596"/>
                    <a:pt x="22323" y="5620"/>
                    <a:pt x="22275" y="5632"/>
                  </a:cubicBezTo>
                  <a:cubicBezTo>
                    <a:pt x="22239" y="5668"/>
                    <a:pt x="22096" y="5680"/>
                    <a:pt x="21977" y="5680"/>
                  </a:cubicBezTo>
                  <a:cubicBezTo>
                    <a:pt x="21858" y="5680"/>
                    <a:pt x="21739" y="5692"/>
                    <a:pt x="21715" y="5715"/>
                  </a:cubicBezTo>
                  <a:cubicBezTo>
                    <a:pt x="21669" y="5750"/>
                    <a:pt x="20935" y="5906"/>
                    <a:pt x="20788" y="5906"/>
                  </a:cubicBezTo>
                  <a:cubicBezTo>
                    <a:pt x="20783" y="5906"/>
                    <a:pt x="20779" y="5906"/>
                    <a:pt x="20775" y="5906"/>
                  </a:cubicBezTo>
                  <a:cubicBezTo>
                    <a:pt x="20751" y="5906"/>
                    <a:pt x="20668" y="5930"/>
                    <a:pt x="20608" y="5965"/>
                  </a:cubicBezTo>
                  <a:cubicBezTo>
                    <a:pt x="20555" y="5987"/>
                    <a:pt x="20493" y="6027"/>
                    <a:pt x="20446" y="6027"/>
                  </a:cubicBezTo>
                  <a:cubicBezTo>
                    <a:pt x="20440" y="6027"/>
                    <a:pt x="20435" y="6026"/>
                    <a:pt x="20430" y="6025"/>
                  </a:cubicBezTo>
                  <a:cubicBezTo>
                    <a:pt x="20394" y="6025"/>
                    <a:pt x="20287" y="6049"/>
                    <a:pt x="20191" y="6096"/>
                  </a:cubicBezTo>
                  <a:cubicBezTo>
                    <a:pt x="20119" y="6133"/>
                    <a:pt x="20046" y="6148"/>
                    <a:pt x="19994" y="6148"/>
                  </a:cubicBezTo>
                  <a:cubicBezTo>
                    <a:pt x="19978" y="6148"/>
                    <a:pt x="19965" y="6147"/>
                    <a:pt x="19953" y="6144"/>
                  </a:cubicBezTo>
                  <a:cubicBezTo>
                    <a:pt x="19935" y="6138"/>
                    <a:pt x="19915" y="6135"/>
                    <a:pt x="19894" y="6135"/>
                  </a:cubicBezTo>
                  <a:cubicBezTo>
                    <a:pt x="19873" y="6135"/>
                    <a:pt x="19852" y="6138"/>
                    <a:pt x="19834" y="6144"/>
                  </a:cubicBezTo>
                  <a:cubicBezTo>
                    <a:pt x="19820" y="6158"/>
                    <a:pt x="19778" y="6164"/>
                    <a:pt x="19721" y="6164"/>
                  </a:cubicBezTo>
                  <a:cubicBezTo>
                    <a:pt x="19681" y="6164"/>
                    <a:pt x="19634" y="6161"/>
                    <a:pt x="19584" y="6156"/>
                  </a:cubicBezTo>
                  <a:cubicBezTo>
                    <a:pt x="19564" y="6154"/>
                    <a:pt x="19543" y="6153"/>
                    <a:pt x="19521" y="6153"/>
                  </a:cubicBezTo>
                  <a:cubicBezTo>
                    <a:pt x="19412" y="6153"/>
                    <a:pt x="19283" y="6178"/>
                    <a:pt x="19203" y="6227"/>
                  </a:cubicBezTo>
                  <a:cubicBezTo>
                    <a:pt x="19117" y="6270"/>
                    <a:pt x="19031" y="6301"/>
                    <a:pt x="18953" y="6301"/>
                  </a:cubicBezTo>
                  <a:cubicBezTo>
                    <a:pt x="18924" y="6301"/>
                    <a:pt x="18896" y="6297"/>
                    <a:pt x="18870" y="6287"/>
                  </a:cubicBezTo>
                  <a:cubicBezTo>
                    <a:pt x="18791" y="6264"/>
                    <a:pt x="18672" y="6253"/>
                    <a:pt x="18558" y="6253"/>
                  </a:cubicBezTo>
                  <a:cubicBezTo>
                    <a:pt x="18378" y="6253"/>
                    <a:pt x="18208" y="6279"/>
                    <a:pt x="18215" y="6323"/>
                  </a:cubicBezTo>
                  <a:cubicBezTo>
                    <a:pt x="18222" y="6356"/>
                    <a:pt x="18176" y="6371"/>
                    <a:pt x="18104" y="6371"/>
                  </a:cubicBezTo>
                  <a:cubicBezTo>
                    <a:pt x="18049" y="6371"/>
                    <a:pt x="17978" y="6362"/>
                    <a:pt x="17905" y="6346"/>
                  </a:cubicBezTo>
                  <a:cubicBezTo>
                    <a:pt x="17881" y="6342"/>
                    <a:pt x="17854" y="6340"/>
                    <a:pt x="17825" y="6340"/>
                  </a:cubicBezTo>
                  <a:cubicBezTo>
                    <a:pt x="17701" y="6340"/>
                    <a:pt x="17558" y="6377"/>
                    <a:pt x="17548" y="6406"/>
                  </a:cubicBezTo>
                  <a:cubicBezTo>
                    <a:pt x="17541" y="6458"/>
                    <a:pt x="17473" y="6487"/>
                    <a:pt x="17378" y="6487"/>
                  </a:cubicBezTo>
                  <a:cubicBezTo>
                    <a:pt x="17320" y="6487"/>
                    <a:pt x="17251" y="6476"/>
                    <a:pt x="17179" y="6454"/>
                  </a:cubicBezTo>
                  <a:cubicBezTo>
                    <a:pt x="17143" y="6444"/>
                    <a:pt x="17103" y="6441"/>
                    <a:pt x="17063" y="6441"/>
                  </a:cubicBezTo>
                  <a:cubicBezTo>
                    <a:pt x="16998" y="6441"/>
                    <a:pt x="16933" y="6451"/>
                    <a:pt x="16882" y="6465"/>
                  </a:cubicBezTo>
                  <a:cubicBezTo>
                    <a:pt x="16820" y="6488"/>
                    <a:pt x="16773" y="6502"/>
                    <a:pt x="16748" y="6502"/>
                  </a:cubicBezTo>
                  <a:cubicBezTo>
                    <a:pt x="16734" y="6502"/>
                    <a:pt x="16727" y="6498"/>
                    <a:pt x="16727" y="6489"/>
                  </a:cubicBezTo>
                  <a:cubicBezTo>
                    <a:pt x="16727" y="6471"/>
                    <a:pt x="16721" y="6462"/>
                    <a:pt x="16710" y="6462"/>
                  </a:cubicBezTo>
                  <a:cubicBezTo>
                    <a:pt x="16700" y="6462"/>
                    <a:pt x="16685" y="6471"/>
                    <a:pt x="16667" y="6489"/>
                  </a:cubicBezTo>
                  <a:cubicBezTo>
                    <a:pt x="16643" y="6513"/>
                    <a:pt x="16465" y="6525"/>
                    <a:pt x="16298" y="6549"/>
                  </a:cubicBezTo>
                  <a:cubicBezTo>
                    <a:pt x="16131" y="6561"/>
                    <a:pt x="15989" y="6584"/>
                    <a:pt x="15965" y="6608"/>
                  </a:cubicBezTo>
                  <a:cubicBezTo>
                    <a:pt x="15965" y="6620"/>
                    <a:pt x="15956" y="6626"/>
                    <a:pt x="15939" y="6626"/>
                  </a:cubicBezTo>
                  <a:cubicBezTo>
                    <a:pt x="15923" y="6626"/>
                    <a:pt x="15899" y="6620"/>
                    <a:pt x="15869" y="6608"/>
                  </a:cubicBezTo>
                  <a:cubicBezTo>
                    <a:pt x="15853" y="6598"/>
                    <a:pt x="15837" y="6594"/>
                    <a:pt x="15821" y="6594"/>
                  </a:cubicBezTo>
                  <a:cubicBezTo>
                    <a:pt x="15779" y="6594"/>
                    <a:pt x="15741" y="6625"/>
                    <a:pt x="15715" y="6668"/>
                  </a:cubicBezTo>
                  <a:cubicBezTo>
                    <a:pt x="15691" y="6727"/>
                    <a:pt x="15703" y="6763"/>
                    <a:pt x="15750" y="6763"/>
                  </a:cubicBezTo>
                  <a:cubicBezTo>
                    <a:pt x="15786" y="6763"/>
                    <a:pt x="15667" y="6811"/>
                    <a:pt x="15488" y="6846"/>
                  </a:cubicBezTo>
                  <a:cubicBezTo>
                    <a:pt x="15349" y="6864"/>
                    <a:pt x="15222" y="6875"/>
                    <a:pt x="15160" y="6875"/>
                  </a:cubicBezTo>
                  <a:cubicBezTo>
                    <a:pt x="15137" y="6875"/>
                    <a:pt x="15123" y="6873"/>
                    <a:pt x="15119" y="6870"/>
                  </a:cubicBezTo>
                  <a:cubicBezTo>
                    <a:pt x="15093" y="6838"/>
                    <a:pt x="14934" y="6819"/>
                    <a:pt x="14786" y="6819"/>
                  </a:cubicBezTo>
                  <a:cubicBezTo>
                    <a:pt x="14665" y="6819"/>
                    <a:pt x="14551" y="6832"/>
                    <a:pt x="14524" y="6858"/>
                  </a:cubicBezTo>
                  <a:cubicBezTo>
                    <a:pt x="14512" y="6870"/>
                    <a:pt x="14485" y="6876"/>
                    <a:pt x="14453" y="6876"/>
                  </a:cubicBezTo>
                  <a:cubicBezTo>
                    <a:pt x="14420" y="6876"/>
                    <a:pt x="14381" y="6870"/>
                    <a:pt x="14345" y="6858"/>
                  </a:cubicBezTo>
                  <a:cubicBezTo>
                    <a:pt x="14324" y="6845"/>
                    <a:pt x="14300" y="6840"/>
                    <a:pt x="14277" y="6840"/>
                  </a:cubicBezTo>
                  <a:cubicBezTo>
                    <a:pt x="14238" y="6840"/>
                    <a:pt x="14201" y="6855"/>
                    <a:pt x="14179" y="6870"/>
                  </a:cubicBezTo>
                  <a:cubicBezTo>
                    <a:pt x="14165" y="6891"/>
                    <a:pt x="14123" y="6904"/>
                    <a:pt x="14065" y="6904"/>
                  </a:cubicBezTo>
                  <a:cubicBezTo>
                    <a:pt x="14022" y="6904"/>
                    <a:pt x="13972" y="6897"/>
                    <a:pt x="13917" y="6882"/>
                  </a:cubicBezTo>
                  <a:cubicBezTo>
                    <a:pt x="13873" y="6874"/>
                    <a:pt x="13831" y="6870"/>
                    <a:pt x="13792" y="6870"/>
                  </a:cubicBezTo>
                  <a:cubicBezTo>
                    <a:pt x="13714" y="6870"/>
                    <a:pt x="13651" y="6886"/>
                    <a:pt x="13619" y="6918"/>
                  </a:cubicBezTo>
                  <a:cubicBezTo>
                    <a:pt x="13585" y="6946"/>
                    <a:pt x="13562" y="6961"/>
                    <a:pt x="13540" y="6961"/>
                  </a:cubicBezTo>
                  <a:cubicBezTo>
                    <a:pt x="13517" y="6961"/>
                    <a:pt x="13496" y="6943"/>
                    <a:pt x="13464" y="6906"/>
                  </a:cubicBezTo>
                  <a:cubicBezTo>
                    <a:pt x="13449" y="6880"/>
                    <a:pt x="13435" y="6865"/>
                    <a:pt x="13424" y="6865"/>
                  </a:cubicBezTo>
                  <a:cubicBezTo>
                    <a:pt x="13410" y="6865"/>
                    <a:pt x="13400" y="6888"/>
                    <a:pt x="13393" y="6942"/>
                  </a:cubicBezTo>
                  <a:cubicBezTo>
                    <a:pt x="13385" y="6996"/>
                    <a:pt x="13377" y="7020"/>
                    <a:pt x="13363" y="7020"/>
                  </a:cubicBezTo>
                  <a:cubicBezTo>
                    <a:pt x="13355" y="7020"/>
                    <a:pt x="13346" y="7014"/>
                    <a:pt x="13333" y="7001"/>
                  </a:cubicBezTo>
                  <a:cubicBezTo>
                    <a:pt x="13318" y="6978"/>
                    <a:pt x="13287" y="6960"/>
                    <a:pt x="13245" y="6960"/>
                  </a:cubicBezTo>
                  <a:cubicBezTo>
                    <a:pt x="13222" y="6960"/>
                    <a:pt x="13196" y="6965"/>
                    <a:pt x="13167" y="6977"/>
                  </a:cubicBezTo>
                  <a:cubicBezTo>
                    <a:pt x="13107" y="6989"/>
                    <a:pt x="12976" y="6989"/>
                    <a:pt x="12893" y="6989"/>
                  </a:cubicBezTo>
                  <a:cubicBezTo>
                    <a:pt x="12865" y="6986"/>
                    <a:pt x="12839" y="6984"/>
                    <a:pt x="12816" y="6984"/>
                  </a:cubicBezTo>
                  <a:cubicBezTo>
                    <a:pt x="12761" y="6984"/>
                    <a:pt x="12723" y="6993"/>
                    <a:pt x="12714" y="7001"/>
                  </a:cubicBezTo>
                  <a:cubicBezTo>
                    <a:pt x="12714" y="7037"/>
                    <a:pt x="12619" y="7049"/>
                    <a:pt x="12512" y="7049"/>
                  </a:cubicBezTo>
                  <a:cubicBezTo>
                    <a:pt x="12417" y="7049"/>
                    <a:pt x="12321" y="7085"/>
                    <a:pt x="12321" y="7096"/>
                  </a:cubicBezTo>
                  <a:cubicBezTo>
                    <a:pt x="12321" y="7113"/>
                    <a:pt x="12292" y="7130"/>
                    <a:pt x="12253" y="7130"/>
                  </a:cubicBezTo>
                  <a:cubicBezTo>
                    <a:pt x="12237" y="7130"/>
                    <a:pt x="12220" y="7127"/>
                    <a:pt x="12202" y="7120"/>
                  </a:cubicBezTo>
                  <a:cubicBezTo>
                    <a:pt x="12196" y="7119"/>
                    <a:pt x="12190" y="7118"/>
                    <a:pt x="12184" y="7118"/>
                  </a:cubicBezTo>
                  <a:cubicBezTo>
                    <a:pt x="12131" y="7118"/>
                    <a:pt x="12082" y="7162"/>
                    <a:pt x="12071" y="7216"/>
                  </a:cubicBezTo>
                  <a:lnTo>
                    <a:pt x="12059" y="7323"/>
                  </a:lnTo>
                  <a:lnTo>
                    <a:pt x="12000" y="7204"/>
                  </a:lnTo>
                  <a:cubicBezTo>
                    <a:pt x="11968" y="7131"/>
                    <a:pt x="11941" y="7102"/>
                    <a:pt x="11890" y="7102"/>
                  </a:cubicBezTo>
                  <a:cubicBezTo>
                    <a:pt x="11866" y="7102"/>
                    <a:pt x="11836" y="7109"/>
                    <a:pt x="11798" y="7120"/>
                  </a:cubicBezTo>
                  <a:cubicBezTo>
                    <a:pt x="11726" y="7156"/>
                    <a:pt x="11643" y="7180"/>
                    <a:pt x="11607" y="7216"/>
                  </a:cubicBezTo>
                  <a:cubicBezTo>
                    <a:pt x="11575" y="7241"/>
                    <a:pt x="11506" y="7253"/>
                    <a:pt x="11400" y="7253"/>
                  </a:cubicBezTo>
                  <a:cubicBezTo>
                    <a:pt x="11309" y="7253"/>
                    <a:pt x="11191" y="7244"/>
                    <a:pt x="11047" y="7227"/>
                  </a:cubicBezTo>
                  <a:cubicBezTo>
                    <a:pt x="11008" y="7225"/>
                    <a:pt x="10974" y="7223"/>
                    <a:pt x="10945" y="7223"/>
                  </a:cubicBezTo>
                  <a:cubicBezTo>
                    <a:pt x="10851" y="7223"/>
                    <a:pt x="10809" y="7239"/>
                    <a:pt x="10809" y="7275"/>
                  </a:cubicBezTo>
                  <a:cubicBezTo>
                    <a:pt x="10809" y="7311"/>
                    <a:pt x="10782" y="7327"/>
                    <a:pt x="10747" y="7327"/>
                  </a:cubicBezTo>
                  <a:cubicBezTo>
                    <a:pt x="10737" y="7327"/>
                    <a:pt x="10725" y="7325"/>
                    <a:pt x="10714" y="7323"/>
                  </a:cubicBezTo>
                  <a:cubicBezTo>
                    <a:pt x="10698" y="7316"/>
                    <a:pt x="10679" y="7312"/>
                    <a:pt x="10658" y="7312"/>
                  </a:cubicBezTo>
                  <a:cubicBezTo>
                    <a:pt x="10536" y="7312"/>
                    <a:pt x="10356" y="7415"/>
                    <a:pt x="10416" y="7466"/>
                  </a:cubicBezTo>
                  <a:cubicBezTo>
                    <a:pt x="10421" y="7470"/>
                    <a:pt x="10418" y="7473"/>
                    <a:pt x="10406" y="7473"/>
                  </a:cubicBezTo>
                  <a:cubicBezTo>
                    <a:pt x="10389" y="7473"/>
                    <a:pt x="10353" y="7468"/>
                    <a:pt x="10297" y="7454"/>
                  </a:cubicBezTo>
                  <a:cubicBezTo>
                    <a:pt x="10245" y="7433"/>
                    <a:pt x="10200" y="7423"/>
                    <a:pt x="10156" y="7423"/>
                  </a:cubicBezTo>
                  <a:cubicBezTo>
                    <a:pt x="10101" y="7423"/>
                    <a:pt x="10048" y="7439"/>
                    <a:pt x="9988" y="7466"/>
                  </a:cubicBezTo>
                  <a:cubicBezTo>
                    <a:pt x="9937" y="7491"/>
                    <a:pt x="9896" y="7503"/>
                    <a:pt x="9869" y="7503"/>
                  </a:cubicBezTo>
                  <a:cubicBezTo>
                    <a:pt x="9846" y="7503"/>
                    <a:pt x="9833" y="7494"/>
                    <a:pt x="9833" y="7477"/>
                  </a:cubicBezTo>
                  <a:cubicBezTo>
                    <a:pt x="9849" y="7429"/>
                    <a:pt x="9693" y="7391"/>
                    <a:pt x="9578" y="7391"/>
                  </a:cubicBezTo>
                  <a:cubicBezTo>
                    <a:pt x="9524" y="7391"/>
                    <a:pt x="9479" y="7399"/>
                    <a:pt x="9464" y="7418"/>
                  </a:cubicBezTo>
                  <a:cubicBezTo>
                    <a:pt x="9455" y="7445"/>
                    <a:pt x="9366" y="7458"/>
                    <a:pt x="9256" y="7458"/>
                  </a:cubicBezTo>
                  <a:cubicBezTo>
                    <a:pt x="9220" y="7458"/>
                    <a:pt x="9181" y="7457"/>
                    <a:pt x="9142" y="7454"/>
                  </a:cubicBezTo>
                  <a:cubicBezTo>
                    <a:pt x="9062" y="7445"/>
                    <a:pt x="8974" y="7441"/>
                    <a:pt x="8891" y="7441"/>
                  </a:cubicBezTo>
                  <a:cubicBezTo>
                    <a:pt x="8642" y="7441"/>
                    <a:pt x="8437" y="7474"/>
                    <a:pt x="8607" y="7501"/>
                  </a:cubicBezTo>
                  <a:cubicBezTo>
                    <a:pt x="8678" y="7513"/>
                    <a:pt x="8726" y="7561"/>
                    <a:pt x="8726" y="7597"/>
                  </a:cubicBezTo>
                  <a:cubicBezTo>
                    <a:pt x="8726" y="7644"/>
                    <a:pt x="8750" y="7704"/>
                    <a:pt x="8797" y="7716"/>
                  </a:cubicBezTo>
                  <a:cubicBezTo>
                    <a:pt x="8821" y="7727"/>
                    <a:pt x="8818" y="7733"/>
                    <a:pt x="8791" y="7733"/>
                  </a:cubicBezTo>
                  <a:cubicBezTo>
                    <a:pt x="8764" y="7733"/>
                    <a:pt x="8714" y="7727"/>
                    <a:pt x="8642" y="7716"/>
                  </a:cubicBezTo>
                  <a:cubicBezTo>
                    <a:pt x="8488" y="7692"/>
                    <a:pt x="8404" y="7656"/>
                    <a:pt x="8428" y="7597"/>
                  </a:cubicBezTo>
                  <a:cubicBezTo>
                    <a:pt x="8440" y="7537"/>
                    <a:pt x="8380" y="7513"/>
                    <a:pt x="8214" y="7501"/>
                  </a:cubicBezTo>
                  <a:cubicBezTo>
                    <a:pt x="8154" y="7493"/>
                    <a:pt x="8112" y="7488"/>
                    <a:pt x="8082" y="7488"/>
                  </a:cubicBezTo>
                  <a:cubicBezTo>
                    <a:pt x="8023" y="7488"/>
                    <a:pt x="8015" y="7509"/>
                    <a:pt x="8023" y="7573"/>
                  </a:cubicBezTo>
                  <a:cubicBezTo>
                    <a:pt x="8035" y="7632"/>
                    <a:pt x="7988" y="7692"/>
                    <a:pt x="7928" y="7716"/>
                  </a:cubicBezTo>
                  <a:cubicBezTo>
                    <a:pt x="7874" y="7742"/>
                    <a:pt x="7834" y="7756"/>
                    <a:pt x="7818" y="7756"/>
                  </a:cubicBezTo>
                  <a:cubicBezTo>
                    <a:pt x="7812" y="7756"/>
                    <a:pt x="7809" y="7754"/>
                    <a:pt x="7809" y="7751"/>
                  </a:cubicBezTo>
                  <a:cubicBezTo>
                    <a:pt x="7809" y="7748"/>
                    <a:pt x="7802" y="7747"/>
                    <a:pt x="7790" y="7747"/>
                  </a:cubicBezTo>
                  <a:cubicBezTo>
                    <a:pt x="7756" y="7747"/>
                    <a:pt x="7682" y="7758"/>
                    <a:pt x="7595" y="7775"/>
                  </a:cubicBezTo>
                  <a:cubicBezTo>
                    <a:pt x="7476" y="7811"/>
                    <a:pt x="7357" y="7858"/>
                    <a:pt x="7357" y="7870"/>
                  </a:cubicBezTo>
                  <a:cubicBezTo>
                    <a:pt x="7345" y="7899"/>
                    <a:pt x="7364" y="7914"/>
                    <a:pt x="7403" y="7914"/>
                  </a:cubicBezTo>
                  <a:cubicBezTo>
                    <a:pt x="7446" y="7914"/>
                    <a:pt x="7514" y="7896"/>
                    <a:pt x="7595" y="7858"/>
                  </a:cubicBezTo>
                  <a:cubicBezTo>
                    <a:pt x="7648" y="7832"/>
                    <a:pt x="7708" y="7818"/>
                    <a:pt x="7745" y="7818"/>
                  </a:cubicBezTo>
                  <a:cubicBezTo>
                    <a:pt x="7758" y="7818"/>
                    <a:pt x="7767" y="7820"/>
                    <a:pt x="7773" y="7823"/>
                  </a:cubicBezTo>
                  <a:cubicBezTo>
                    <a:pt x="7838" y="7888"/>
                    <a:pt x="7686" y="7993"/>
                    <a:pt x="7523" y="7993"/>
                  </a:cubicBezTo>
                  <a:cubicBezTo>
                    <a:pt x="7507" y="7993"/>
                    <a:pt x="7491" y="7992"/>
                    <a:pt x="7476" y="7989"/>
                  </a:cubicBezTo>
                  <a:cubicBezTo>
                    <a:pt x="7450" y="7986"/>
                    <a:pt x="7425" y="7985"/>
                    <a:pt x="7402" y="7985"/>
                  </a:cubicBezTo>
                  <a:cubicBezTo>
                    <a:pt x="7338" y="7985"/>
                    <a:pt x="7284" y="7996"/>
                    <a:pt x="7249" y="8013"/>
                  </a:cubicBezTo>
                  <a:cubicBezTo>
                    <a:pt x="7232" y="8031"/>
                    <a:pt x="7202" y="8040"/>
                    <a:pt x="7168" y="8040"/>
                  </a:cubicBezTo>
                  <a:cubicBezTo>
                    <a:pt x="7133" y="8040"/>
                    <a:pt x="7095" y="8031"/>
                    <a:pt x="7059" y="8013"/>
                  </a:cubicBezTo>
                  <a:cubicBezTo>
                    <a:pt x="7010" y="7998"/>
                    <a:pt x="6977" y="7990"/>
                    <a:pt x="6961" y="7990"/>
                  </a:cubicBezTo>
                  <a:cubicBezTo>
                    <a:pt x="6938" y="7990"/>
                    <a:pt x="6951" y="8007"/>
                    <a:pt x="6999" y="8049"/>
                  </a:cubicBezTo>
                  <a:cubicBezTo>
                    <a:pt x="7071" y="8120"/>
                    <a:pt x="7059" y="8132"/>
                    <a:pt x="6964" y="8156"/>
                  </a:cubicBezTo>
                  <a:cubicBezTo>
                    <a:pt x="6955" y="8158"/>
                    <a:pt x="6946" y="8158"/>
                    <a:pt x="6938" y="8158"/>
                  </a:cubicBezTo>
                  <a:cubicBezTo>
                    <a:pt x="6884" y="8158"/>
                    <a:pt x="6856" y="8123"/>
                    <a:pt x="6856" y="8061"/>
                  </a:cubicBezTo>
                  <a:cubicBezTo>
                    <a:pt x="6874" y="7981"/>
                    <a:pt x="6748" y="7915"/>
                    <a:pt x="6643" y="7915"/>
                  </a:cubicBezTo>
                  <a:cubicBezTo>
                    <a:pt x="6606" y="7915"/>
                    <a:pt x="6572" y="7923"/>
                    <a:pt x="6547" y="7942"/>
                  </a:cubicBezTo>
                  <a:cubicBezTo>
                    <a:pt x="6523" y="7954"/>
                    <a:pt x="6559" y="7989"/>
                    <a:pt x="6654" y="8001"/>
                  </a:cubicBezTo>
                  <a:cubicBezTo>
                    <a:pt x="6737" y="8013"/>
                    <a:pt x="6797" y="8049"/>
                    <a:pt x="6797" y="8073"/>
                  </a:cubicBezTo>
                  <a:cubicBezTo>
                    <a:pt x="6797" y="8108"/>
                    <a:pt x="6797" y="8180"/>
                    <a:pt x="6821" y="8239"/>
                  </a:cubicBezTo>
                  <a:cubicBezTo>
                    <a:pt x="6833" y="8311"/>
                    <a:pt x="6797" y="8347"/>
                    <a:pt x="6654" y="8370"/>
                  </a:cubicBezTo>
                  <a:cubicBezTo>
                    <a:pt x="6535" y="8394"/>
                    <a:pt x="6475" y="8430"/>
                    <a:pt x="6487" y="8478"/>
                  </a:cubicBezTo>
                  <a:cubicBezTo>
                    <a:pt x="6511" y="8525"/>
                    <a:pt x="6484" y="8549"/>
                    <a:pt x="6444" y="8549"/>
                  </a:cubicBezTo>
                  <a:cubicBezTo>
                    <a:pt x="6404" y="8549"/>
                    <a:pt x="6350" y="8525"/>
                    <a:pt x="6321" y="8478"/>
                  </a:cubicBezTo>
                  <a:cubicBezTo>
                    <a:pt x="6312" y="8460"/>
                    <a:pt x="6298" y="8452"/>
                    <a:pt x="6279" y="8452"/>
                  </a:cubicBezTo>
                  <a:cubicBezTo>
                    <a:pt x="6247" y="8452"/>
                    <a:pt x="6198" y="8476"/>
                    <a:pt x="6130" y="8513"/>
                  </a:cubicBezTo>
                  <a:cubicBezTo>
                    <a:pt x="5999" y="8597"/>
                    <a:pt x="5999" y="8609"/>
                    <a:pt x="6106" y="8668"/>
                  </a:cubicBezTo>
                  <a:cubicBezTo>
                    <a:pt x="6166" y="8716"/>
                    <a:pt x="6321" y="8751"/>
                    <a:pt x="6499" y="8751"/>
                  </a:cubicBezTo>
                  <a:cubicBezTo>
                    <a:pt x="6821" y="8751"/>
                    <a:pt x="6904" y="8870"/>
                    <a:pt x="6595" y="8882"/>
                  </a:cubicBezTo>
                  <a:cubicBezTo>
                    <a:pt x="6499" y="8882"/>
                    <a:pt x="6321" y="8930"/>
                    <a:pt x="6225" y="8990"/>
                  </a:cubicBezTo>
                  <a:cubicBezTo>
                    <a:pt x="6047" y="9061"/>
                    <a:pt x="6023" y="9109"/>
                    <a:pt x="6071" y="9192"/>
                  </a:cubicBezTo>
                  <a:cubicBezTo>
                    <a:pt x="6097" y="9235"/>
                    <a:pt x="6116" y="9266"/>
                    <a:pt x="6125" y="9266"/>
                  </a:cubicBezTo>
                  <a:cubicBezTo>
                    <a:pt x="6128" y="9266"/>
                    <a:pt x="6130" y="9261"/>
                    <a:pt x="6130" y="9251"/>
                  </a:cubicBezTo>
                  <a:cubicBezTo>
                    <a:pt x="6135" y="9221"/>
                    <a:pt x="6167" y="9206"/>
                    <a:pt x="6200" y="9206"/>
                  </a:cubicBezTo>
                  <a:cubicBezTo>
                    <a:pt x="6244" y="9206"/>
                    <a:pt x="6292" y="9233"/>
                    <a:pt x="6285" y="9287"/>
                  </a:cubicBezTo>
                  <a:cubicBezTo>
                    <a:pt x="6271" y="9337"/>
                    <a:pt x="6178" y="9370"/>
                    <a:pt x="6100" y="9370"/>
                  </a:cubicBezTo>
                  <a:cubicBezTo>
                    <a:pt x="6048" y="9370"/>
                    <a:pt x="6001" y="9356"/>
                    <a:pt x="5987" y="9323"/>
                  </a:cubicBezTo>
                  <a:cubicBezTo>
                    <a:pt x="5968" y="9303"/>
                    <a:pt x="5952" y="9294"/>
                    <a:pt x="5933" y="9294"/>
                  </a:cubicBezTo>
                  <a:cubicBezTo>
                    <a:pt x="5918" y="9294"/>
                    <a:pt x="5902" y="9300"/>
                    <a:pt x="5880" y="9311"/>
                  </a:cubicBezTo>
                  <a:cubicBezTo>
                    <a:pt x="5844" y="9347"/>
                    <a:pt x="5868" y="9359"/>
                    <a:pt x="5904" y="9371"/>
                  </a:cubicBezTo>
                  <a:cubicBezTo>
                    <a:pt x="5952" y="9371"/>
                    <a:pt x="5963" y="9406"/>
                    <a:pt x="5940" y="9418"/>
                  </a:cubicBezTo>
                  <a:cubicBezTo>
                    <a:pt x="5904" y="9430"/>
                    <a:pt x="5963" y="9478"/>
                    <a:pt x="6071" y="9502"/>
                  </a:cubicBezTo>
                  <a:cubicBezTo>
                    <a:pt x="6261" y="9561"/>
                    <a:pt x="6344" y="9787"/>
                    <a:pt x="6166" y="9799"/>
                  </a:cubicBezTo>
                  <a:cubicBezTo>
                    <a:pt x="6106" y="9808"/>
                    <a:pt x="6066" y="9814"/>
                    <a:pt x="6042" y="9814"/>
                  </a:cubicBezTo>
                  <a:cubicBezTo>
                    <a:pt x="6005" y="9814"/>
                    <a:pt x="6010" y="9800"/>
                    <a:pt x="6047" y="9763"/>
                  </a:cubicBezTo>
                  <a:cubicBezTo>
                    <a:pt x="6071" y="9728"/>
                    <a:pt x="6023" y="9704"/>
                    <a:pt x="5940" y="9704"/>
                  </a:cubicBezTo>
                  <a:cubicBezTo>
                    <a:pt x="5890" y="9696"/>
                    <a:pt x="5856" y="9691"/>
                    <a:pt x="5837" y="9691"/>
                  </a:cubicBezTo>
                  <a:cubicBezTo>
                    <a:pt x="5795" y="9691"/>
                    <a:pt x="5815" y="9714"/>
                    <a:pt x="5880" y="9787"/>
                  </a:cubicBezTo>
                  <a:cubicBezTo>
                    <a:pt x="5940" y="9847"/>
                    <a:pt x="5987" y="9954"/>
                    <a:pt x="5987" y="10025"/>
                  </a:cubicBezTo>
                  <a:cubicBezTo>
                    <a:pt x="5987" y="10097"/>
                    <a:pt x="6023" y="10180"/>
                    <a:pt x="6071" y="10204"/>
                  </a:cubicBezTo>
                  <a:cubicBezTo>
                    <a:pt x="6142" y="10240"/>
                    <a:pt x="6142" y="10252"/>
                    <a:pt x="6071" y="10264"/>
                  </a:cubicBezTo>
                  <a:cubicBezTo>
                    <a:pt x="5940" y="10299"/>
                    <a:pt x="6047" y="10394"/>
                    <a:pt x="6249" y="10454"/>
                  </a:cubicBezTo>
                  <a:cubicBezTo>
                    <a:pt x="6321" y="10478"/>
                    <a:pt x="6368" y="10502"/>
                    <a:pt x="6344" y="10537"/>
                  </a:cubicBezTo>
                  <a:cubicBezTo>
                    <a:pt x="6324" y="10551"/>
                    <a:pt x="6307" y="10557"/>
                    <a:pt x="6287" y="10557"/>
                  </a:cubicBezTo>
                  <a:cubicBezTo>
                    <a:pt x="6273" y="10557"/>
                    <a:pt x="6257" y="10554"/>
                    <a:pt x="6237" y="10549"/>
                  </a:cubicBezTo>
                  <a:cubicBezTo>
                    <a:pt x="6227" y="10546"/>
                    <a:pt x="6217" y="10544"/>
                    <a:pt x="6209" y="10544"/>
                  </a:cubicBezTo>
                  <a:cubicBezTo>
                    <a:pt x="6190" y="10544"/>
                    <a:pt x="6178" y="10553"/>
                    <a:pt x="6178" y="10561"/>
                  </a:cubicBezTo>
                  <a:cubicBezTo>
                    <a:pt x="6168" y="10610"/>
                    <a:pt x="6532" y="10692"/>
                    <a:pt x="6726" y="10692"/>
                  </a:cubicBezTo>
                  <a:cubicBezTo>
                    <a:pt x="6767" y="10692"/>
                    <a:pt x="6800" y="10688"/>
                    <a:pt x="6821" y="10680"/>
                  </a:cubicBezTo>
                  <a:cubicBezTo>
                    <a:pt x="6845" y="10672"/>
                    <a:pt x="6868" y="10668"/>
                    <a:pt x="6890" y="10668"/>
                  </a:cubicBezTo>
                  <a:cubicBezTo>
                    <a:pt x="6989" y="10668"/>
                    <a:pt x="7058" y="10747"/>
                    <a:pt x="6999" y="10835"/>
                  </a:cubicBezTo>
                  <a:cubicBezTo>
                    <a:pt x="6953" y="10881"/>
                    <a:pt x="6855" y="10906"/>
                    <a:pt x="6758" y="10906"/>
                  </a:cubicBezTo>
                  <a:cubicBezTo>
                    <a:pt x="6682" y="10906"/>
                    <a:pt x="6606" y="10890"/>
                    <a:pt x="6559" y="10859"/>
                  </a:cubicBezTo>
                  <a:cubicBezTo>
                    <a:pt x="6534" y="10842"/>
                    <a:pt x="6484" y="10825"/>
                    <a:pt x="6449" y="10825"/>
                  </a:cubicBezTo>
                  <a:cubicBezTo>
                    <a:pt x="6435" y="10825"/>
                    <a:pt x="6423" y="10828"/>
                    <a:pt x="6416" y="10835"/>
                  </a:cubicBezTo>
                  <a:cubicBezTo>
                    <a:pt x="6405" y="10838"/>
                    <a:pt x="6398" y="10839"/>
                    <a:pt x="6395" y="10839"/>
                  </a:cubicBezTo>
                  <a:cubicBezTo>
                    <a:pt x="6386" y="10839"/>
                    <a:pt x="6418" y="10824"/>
                    <a:pt x="6464" y="10787"/>
                  </a:cubicBezTo>
                  <a:cubicBezTo>
                    <a:pt x="6528" y="10741"/>
                    <a:pt x="6543" y="10724"/>
                    <a:pt x="6496" y="10724"/>
                  </a:cubicBezTo>
                  <a:cubicBezTo>
                    <a:pt x="6482" y="10724"/>
                    <a:pt x="6464" y="10725"/>
                    <a:pt x="6440" y="10728"/>
                  </a:cubicBezTo>
                  <a:cubicBezTo>
                    <a:pt x="6368" y="10740"/>
                    <a:pt x="6309" y="10752"/>
                    <a:pt x="6309" y="10787"/>
                  </a:cubicBezTo>
                  <a:cubicBezTo>
                    <a:pt x="6309" y="10811"/>
                    <a:pt x="6249" y="10811"/>
                    <a:pt x="6190" y="10811"/>
                  </a:cubicBezTo>
                  <a:cubicBezTo>
                    <a:pt x="6170" y="10808"/>
                    <a:pt x="6154" y="10807"/>
                    <a:pt x="6141" y="10807"/>
                  </a:cubicBezTo>
                  <a:cubicBezTo>
                    <a:pt x="6100" y="10807"/>
                    <a:pt x="6097" y="10822"/>
                    <a:pt x="6142" y="10859"/>
                  </a:cubicBezTo>
                  <a:cubicBezTo>
                    <a:pt x="6202" y="10918"/>
                    <a:pt x="6190" y="10930"/>
                    <a:pt x="6083" y="10966"/>
                  </a:cubicBezTo>
                  <a:cubicBezTo>
                    <a:pt x="5918" y="11021"/>
                    <a:pt x="6125" y="11097"/>
                    <a:pt x="6344" y="11097"/>
                  </a:cubicBezTo>
                  <a:cubicBezTo>
                    <a:pt x="6410" y="11097"/>
                    <a:pt x="6477" y="11090"/>
                    <a:pt x="6535" y="11073"/>
                  </a:cubicBezTo>
                  <a:cubicBezTo>
                    <a:pt x="6604" y="11050"/>
                    <a:pt x="6678" y="11037"/>
                    <a:pt x="6732" y="11037"/>
                  </a:cubicBezTo>
                  <a:cubicBezTo>
                    <a:pt x="6761" y="11037"/>
                    <a:pt x="6784" y="11041"/>
                    <a:pt x="6797" y="11049"/>
                  </a:cubicBezTo>
                  <a:cubicBezTo>
                    <a:pt x="6892" y="11097"/>
                    <a:pt x="6904" y="11383"/>
                    <a:pt x="6821" y="11383"/>
                  </a:cubicBezTo>
                  <a:cubicBezTo>
                    <a:pt x="6773" y="11383"/>
                    <a:pt x="6702" y="11407"/>
                    <a:pt x="6642" y="11442"/>
                  </a:cubicBezTo>
                  <a:cubicBezTo>
                    <a:pt x="6585" y="11477"/>
                    <a:pt x="6555" y="11494"/>
                    <a:pt x="6546" y="11494"/>
                  </a:cubicBezTo>
                  <a:cubicBezTo>
                    <a:pt x="6537" y="11494"/>
                    <a:pt x="6552" y="11474"/>
                    <a:pt x="6583" y="11430"/>
                  </a:cubicBezTo>
                  <a:cubicBezTo>
                    <a:pt x="6606" y="11383"/>
                    <a:pt x="6595" y="11335"/>
                    <a:pt x="6523" y="11335"/>
                  </a:cubicBezTo>
                  <a:cubicBezTo>
                    <a:pt x="6508" y="11332"/>
                    <a:pt x="6494" y="11331"/>
                    <a:pt x="6481" y="11331"/>
                  </a:cubicBezTo>
                  <a:cubicBezTo>
                    <a:pt x="6442" y="11331"/>
                    <a:pt x="6413" y="11344"/>
                    <a:pt x="6404" y="11371"/>
                  </a:cubicBezTo>
                  <a:cubicBezTo>
                    <a:pt x="6404" y="11388"/>
                    <a:pt x="6359" y="11399"/>
                    <a:pt x="6307" y="11399"/>
                  </a:cubicBezTo>
                  <a:cubicBezTo>
                    <a:pt x="6288" y="11399"/>
                    <a:pt x="6268" y="11398"/>
                    <a:pt x="6249" y="11395"/>
                  </a:cubicBezTo>
                  <a:cubicBezTo>
                    <a:pt x="6225" y="11391"/>
                    <a:pt x="6202" y="11390"/>
                    <a:pt x="6183" y="11390"/>
                  </a:cubicBezTo>
                  <a:cubicBezTo>
                    <a:pt x="6136" y="11390"/>
                    <a:pt x="6106" y="11398"/>
                    <a:pt x="6106" y="11407"/>
                  </a:cubicBezTo>
                  <a:cubicBezTo>
                    <a:pt x="6089" y="11468"/>
                    <a:pt x="6215" y="11524"/>
                    <a:pt x="6306" y="11524"/>
                  </a:cubicBezTo>
                  <a:cubicBezTo>
                    <a:pt x="6338" y="11524"/>
                    <a:pt x="6365" y="11517"/>
                    <a:pt x="6380" y="11502"/>
                  </a:cubicBezTo>
                  <a:cubicBezTo>
                    <a:pt x="6396" y="11491"/>
                    <a:pt x="6411" y="11485"/>
                    <a:pt x="6426" y="11485"/>
                  </a:cubicBezTo>
                  <a:cubicBezTo>
                    <a:pt x="6488" y="11485"/>
                    <a:pt x="6537" y="11583"/>
                    <a:pt x="6547" y="11728"/>
                  </a:cubicBezTo>
                  <a:cubicBezTo>
                    <a:pt x="6547" y="11790"/>
                    <a:pt x="6540" y="11825"/>
                    <a:pt x="6513" y="11825"/>
                  </a:cubicBezTo>
                  <a:cubicBezTo>
                    <a:pt x="6503" y="11825"/>
                    <a:pt x="6491" y="11821"/>
                    <a:pt x="6475" y="11811"/>
                  </a:cubicBezTo>
                  <a:cubicBezTo>
                    <a:pt x="6452" y="11799"/>
                    <a:pt x="6437" y="11793"/>
                    <a:pt x="6429" y="11793"/>
                  </a:cubicBezTo>
                  <a:cubicBezTo>
                    <a:pt x="6422" y="11793"/>
                    <a:pt x="6422" y="11799"/>
                    <a:pt x="6428" y="11811"/>
                  </a:cubicBezTo>
                  <a:cubicBezTo>
                    <a:pt x="6440" y="11847"/>
                    <a:pt x="6475" y="11966"/>
                    <a:pt x="6475" y="12097"/>
                  </a:cubicBezTo>
                  <a:cubicBezTo>
                    <a:pt x="6485" y="12245"/>
                    <a:pt x="6480" y="12300"/>
                    <a:pt x="6432" y="12300"/>
                  </a:cubicBezTo>
                  <a:cubicBezTo>
                    <a:pt x="6418" y="12300"/>
                    <a:pt x="6401" y="12295"/>
                    <a:pt x="6380" y="12288"/>
                  </a:cubicBezTo>
                  <a:cubicBezTo>
                    <a:pt x="6360" y="12280"/>
                    <a:pt x="6337" y="12276"/>
                    <a:pt x="6311" y="12276"/>
                  </a:cubicBezTo>
                  <a:cubicBezTo>
                    <a:pt x="6258" y="12276"/>
                    <a:pt x="6198" y="12292"/>
                    <a:pt x="6142" y="12323"/>
                  </a:cubicBezTo>
                  <a:cubicBezTo>
                    <a:pt x="6071" y="12359"/>
                    <a:pt x="5821" y="12407"/>
                    <a:pt x="5594" y="12419"/>
                  </a:cubicBezTo>
                  <a:cubicBezTo>
                    <a:pt x="5368" y="12442"/>
                    <a:pt x="5154" y="12478"/>
                    <a:pt x="5094" y="12514"/>
                  </a:cubicBezTo>
                  <a:cubicBezTo>
                    <a:pt x="5059" y="12528"/>
                    <a:pt x="5012" y="12534"/>
                    <a:pt x="4963" y="12534"/>
                  </a:cubicBezTo>
                  <a:cubicBezTo>
                    <a:pt x="4927" y="12534"/>
                    <a:pt x="4891" y="12531"/>
                    <a:pt x="4856" y="12526"/>
                  </a:cubicBezTo>
                  <a:cubicBezTo>
                    <a:pt x="4804" y="12508"/>
                    <a:pt x="4743" y="12500"/>
                    <a:pt x="4674" y="12500"/>
                  </a:cubicBezTo>
                  <a:cubicBezTo>
                    <a:pt x="4555" y="12500"/>
                    <a:pt x="4410" y="12524"/>
                    <a:pt x="4237" y="12561"/>
                  </a:cubicBezTo>
                  <a:cubicBezTo>
                    <a:pt x="4035" y="12597"/>
                    <a:pt x="3749" y="12633"/>
                    <a:pt x="3511" y="12633"/>
                  </a:cubicBezTo>
                  <a:cubicBezTo>
                    <a:pt x="3380" y="12633"/>
                    <a:pt x="3273" y="12645"/>
                    <a:pt x="3273" y="12680"/>
                  </a:cubicBezTo>
                  <a:cubicBezTo>
                    <a:pt x="3273" y="12690"/>
                    <a:pt x="3164" y="12708"/>
                    <a:pt x="3021" y="12708"/>
                  </a:cubicBezTo>
                  <a:cubicBezTo>
                    <a:pt x="2987" y="12708"/>
                    <a:pt x="2952" y="12707"/>
                    <a:pt x="2915" y="12704"/>
                  </a:cubicBezTo>
                  <a:cubicBezTo>
                    <a:pt x="2713" y="12704"/>
                    <a:pt x="2570" y="12740"/>
                    <a:pt x="2570" y="12764"/>
                  </a:cubicBezTo>
                  <a:cubicBezTo>
                    <a:pt x="2570" y="12800"/>
                    <a:pt x="2534" y="12859"/>
                    <a:pt x="2475" y="12883"/>
                  </a:cubicBezTo>
                  <a:cubicBezTo>
                    <a:pt x="2404" y="12916"/>
                    <a:pt x="2343" y="12931"/>
                    <a:pt x="2312" y="12931"/>
                  </a:cubicBezTo>
                  <a:cubicBezTo>
                    <a:pt x="2274" y="12931"/>
                    <a:pt x="2279" y="12910"/>
                    <a:pt x="2356" y="12871"/>
                  </a:cubicBezTo>
                  <a:cubicBezTo>
                    <a:pt x="2415" y="12835"/>
                    <a:pt x="2427" y="12800"/>
                    <a:pt x="2380" y="12776"/>
                  </a:cubicBezTo>
                  <a:cubicBezTo>
                    <a:pt x="2364" y="12772"/>
                    <a:pt x="2349" y="12769"/>
                    <a:pt x="2336" y="12769"/>
                  </a:cubicBezTo>
                  <a:cubicBezTo>
                    <a:pt x="2308" y="12769"/>
                    <a:pt x="2284" y="12780"/>
                    <a:pt x="2261" y="12811"/>
                  </a:cubicBezTo>
                  <a:cubicBezTo>
                    <a:pt x="2240" y="12832"/>
                    <a:pt x="2157" y="12861"/>
                    <a:pt x="2059" y="12861"/>
                  </a:cubicBezTo>
                  <a:cubicBezTo>
                    <a:pt x="2043" y="12861"/>
                    <a:pt x="2027" y="12861"/>
                    <a:pt x="2011" y="12859"/>
                  </a:cubicBezTo>
                  <a:cubicBezTo>
                    <a:pt x="1937" y="12849"/>
                    <a:pt x="1893" y="12843"/>
                    <a:pt x="1876" y="12843"/>
                  </a:cubicBezTo>
                  <a:cubicBezTo>
                    <a:pt x="1852" y="12843"/>
                    <a:pt x="1881" y="12855"/>
                    <a:pt x="1951" y="12883"/>
                  </a:cubicBezTo>
                  <a:cubicBezTo>
                    <a:pt x="2082" y="12930"/>
                    <a:pt x="2070" y="12942"/>
                    <a:pt x="1880" y="13002"/>
                  </a:cubicBezTo>
                  <a:cubicBezTo>
                    <a:pt x="1817" y="13023"/>
                    <a:pt x="1747" y="13035"/>
                    <a:pt x="1690" y="13035"/>
                  </a:cubicBezTo>
                  <a:cubicBezTo>
                    <a:pt x="1648" y="13035"/>
                    <a:pt x="1614" y="13029"/>
                    <a:pt x="1594" y="13014"/>
                  </a:cubicBezTo>
                  <a:cubicBezTo>
                    <a:pt x="1585" y="13010"/>
                    <a:pt x="1578" y="13008"/>
                    <a:pt x="1570" y="13008"/>
                  </a:cubicBezTo>
                  <a:cubicBezTo>
                    <a:pt x="1538" y="13008"/>
                    <a:pt x="1518" y="13048"/>
                    <a:pt x="1499" y="13097"/>
                  </a:cubicBezTo>
                  <a:cubicBezTo>
                    <a:pt x="1491" y="13196"/>
                    <a:pt x="1387" y="13255"/>
                    <a:pt x="1273" y="13255"/>
                  </a:cubicBezTo>
                  <a:cubicBezTo>
                    <a:pt x="1207" y="13255"/>
                    <a:pt x="1138" y="13236"/>
                    <a:pt x="1082" y="13192"/>
                  </a:cubicBezTo>
                  <a:cubicBezTo>
                    <a:pt x="1045" y="13161"/>
                    <a:pt x="1023" y="13143"/>
                    <a:pt x="1007" y="13143"/>
                  </a:cubicBezTo>
                  <a:cubicBezTo>
                    <a:pt x="981" y="13143"/>
                    <a:pt x="973" y="13189"/>
                    <a:pt x="951" y="13300"/>
                  </a:cubicBezTo>
                  <a:cubicBezTo>
                    <a:pt x="940" y="13437"/>
                    <a:pt x="902" y="13480"/>
                    <a:pt x="835" y="13480"/>
                  </a:cubicBezTo>
                  <a:cubicBezTo>
                    <a:pt x="827" y="13480"/>
                    <a:pt x="818" y="13480"/>
                    <a:pt x="808" y="13478"/>
                  </a:cubicBezTo>
                  <a:cubicBezTo>
                    <a:pt x="802" y="13478"/>
                    <a:pt x="797" y="13477"/>
                    <a:pt x="790" y="13477"/>
                  </a:cubicBezTo>
                  <a:cubicBezTo>
                    <a:pt x="644" y="13477"/>
                    <a:pt x="393" y="13612"/>
                    <a:pt x="427" y="13669"/>
                  </a:cubicBezTo>
                  <a:cubicBezTo>
                    <a:pt x="445" y="13695"/>
                    <a:pt x="429" y="13709"/>
                    <a:pt x="395" y="13709"/>
                  </a:cubicBezTo>
                  <a:cubicBezTo>
                    <a:pt x="384" y="13709"/>
                    <a:pt x="371" y="13707"/>
                    <a:pt x="356" y="13704"/>
                  </a:cubicBezTo>
                  <a:cubicBezTo>
                    <a:pt x="352" y="13704"/>
                    <a:pt x="348" y="13704"/>
                    <a:pt x="344" y="13704"/>
                  </a:cubicBezTo>
                  <a:cubicBezTo>
                    <a:pt x="222" y="13704"/>
                    <a:pt x="180" y="13888"/>
                    <a:pt x="272" y="14050"/>
                  </a:cubicBezTo>
                  <a:cubicBezTo>
                    <a:pt x="331" y="14142"/>
                    <a:pt x="307" y="14205"/>
                    <a:pt x="238" y="14205"/>
                  </a:cubicBezTo>
                  <a:cubicBezTo>
                    <a:pt x="209" y="14205"/>
                    <a:pt x="172" y="14193"/>
                    <a:pt x="129" y="14169"/>
                  </a:cubicBezTo>
                  <a:cubicBezTo>
                    <a:pt x="101" y="14145"/>
                    <a:pt x="81" y="14133"/>
                    <a:pt x="65" y="14133"/>
                  </a:cubicBezTo>
                  <a:cubicBezTo>
                    <a:pt x="39" y="14133"/>
                    <a:pt x="25" y="14163"/>
                    <a:pt x="10" y="14228"/>
                  </a:cubicBezTo>
                  <a:cubicBezTo>
                    <a:pt x="1" y="14287"/>
                    <a:pt x="23" y="14330"/>
                    <a:pt x="51" y="14330"/>
                  </a:cubicBezTo>
                  <a:cubicBezTo>
                    <a:pt x="57" y="14330"/>
                    <a:pt x="64" y="14328"/>
                    <a:pt x="70" y="14324"/>
                  </a:cubicBezTo>
                  <a:cubicBezTo>
                    <a:pt x="77" y="14323"/>
                    <a:pt x="84" y="14322"/>
                    <a:pt x="90" y="14322"/>
                  </a:cubicBezTo>
                  <a:cubicBezTo>
                    <a:pt x="157" y="14322"/>
                    <a:pt x="173" y="14380"/>
                    <a:pt x="129" y="14478"/>
                  </a:cubicBezTo>
                  <a:cubicBezTo>
                    <a:pt x="121" y="14487"/>
                    <a:pt x="136" y="14495"/>
                    <a:pt x="159" y="14495"/>
                  </a:cubicBezTo>
                  <a:cubicBezTo>
                    <a:pt x="168" y="14495"/>
                    <a:pt x="178" y="14494"/>
                    <a:pt x="189" y="14490"/>
                  </a:cubicBezTo>
                  <a:cubicBezTo>
                    <a:pt x="213" y="14484"/>
                    <a:pt x="234" y="14481"/>
                    <a:pt x="248" y="14481"/>
                  </a:cubicBezTo>
                  <a:cubicBezTo>
                    <a:pt x="263" y="14481"/>
                    <a:pt x="272" y="14484"/>
                    <a:pt x="272" y="14490"/>
                  </a:cubicBezTo>
                  <a:cubicBezTo>
                    <a:pt x="272" y="14502"/>
                    <a:pt x="284" y="14550"/>
                    <a:pt x="296" y="14597"/>
                  </a:cubicBezTo>
                  <a:cubicBezTo>
                    <a:pt x="324" y="14644"/>
                    <a:pt x="309" y="14661"/>
                    <a:pt x="267" y="14661"/>
                  </a:cubicBezTo>
                  <a:cubicBezTo>
                    <a:pt x="255" y="14661"/>
                    <a:pt x="241" y="14660"/>
                    <a:pt x="225" y="14657"/>
                  </a:cubicBezTo>
                  <a:cubicBezTo>
                    <a:pt x="217" y="14655"/>
                    <a:pt x="209" y="14655"/>
                    <a:pt x="201" y="14655"/>
                  </a:cubicBezTo>
                  <a:cubicBezTo>
                    <a:pt x="151" y="14655"/>
                    <a:pt x="106" y="14687"/>
                    <a:pt x="106" y="14728"/>
                  </a:cubicBezTo>
                  <a:cubicBezTo>
                    <a:pt x="106" y="14767"/>
                    <a:pt x="121" y="14806"/>
                    <a:pt x="153" y="14806"/>
                  </a:cubicBezTo>
                  <a:cubicBezTo>
                    <a:pt x="160" y="14806"/>
                    <a:pt x="168" y="14804"/>
                    <a:pt x="177" y="14800"/>
                  </a:cubicBezTo>
                  <a:cubicBezTo>
                    <a:pt x="182" y="14799"/>
                    <a:pt x="186" y="14798"/>
                    <a:pt x="190" y="14798"/>
                  </a:cubicBezTo>
                  <a:cubicBezTo>
                    <a:pt x="224" y="14798"/>
                    <a:pt x="221" y="14843"/>
                    <a:pt x="189" y="14907"/>
                  </a:cubicBezTo>
                  <a:cubicBezTo>
                    <a:pt x="165" y="14966"/>
                    <a:pt x="165" y="15026"/>
                    <a:pt x="189" y="15038"/>
                  </a:cubicBezTo>
                  <a:cubicBezTo>
                    <a:pt x="272" y="15062"/>
                    <a:pt x="332" y="15359"/>
                    <a:pt x="272" y="15383"/>
                  </a:cubicBezTo>
                  <a:cubicBezTo>
                    <a:pt x="266" y="15385"/>
                    <a:pt x="260" y="15386"/>
                    <a:pt x="253" y="15386"/>
                  </a:cubicBezTo>
                  <a:cubicBezTo>
                    <a:pt x="221" y="15386"/>
                    <a:pt x="185" y="15363"/>
                    <a:pt x="165" y="15324"/>
                  </a:cubicBezTo>
                  <a:cubicBezTo>
                    <a:pt x="135" y="15287"/>
                    <a:pt x="114" y="15270"/>
                    <a:pt x="101" y="15270"/>
                  </a:cubicBezTo>
                  <a:lnTo>
                    <a:pt x="101" y="15270"/>
                  </a:lnTo>
                  <a:cubicBezTo>
                    <a:pt x="45" y="15270"/>
                    <a:pt x="124" y="15551"/>
                    <a:pt x="248" y="15800"/>
                  </a:cubicBezTo>
                  <a:cubicBezTo>
                    <a:pt x="356" y="15978"/>
                    <a:pt x="427" y="16169"/>
                    <a:pt x="415" y="16205"/>
                  </a:cubicBezTo>
                  <a:cubicBezTo>
                    <a:pt x="415" y="16252"/>
                    <a:pt x="427" y="16288"/>
                    <a:pt x="475" y="16312"/>
                  </a:cubicBezTo>
                  <a:cubicBezTo>
                    <a:pt x="522" y="16324"/>
                    <a:pt x="534" y="16383"/>
                    <a:pt x="534" y="16443"/>
                  </a:cubicBezTo>
                  <a:cubicBezTo>
                    <a:pt x="534" y="16502"/>
                    <a:pt x="546" y="16526"/>
                    <a:pt x="594" y="16550"/>
                  </a:cubicBezTo>
                  <a:cubicBezTo>
                    <a:pt x="641" y="16550"/>
                    <a:pt x="689" y="16621"/>
                    <a:pt x="701" y="16705"/>
                  </a:cubicBezTo>
                  <a:cubicBezTo>
                    <a:pt x="713" y="16800"/>
                    <a:pt x="784" y="16883"/>
                    <a:pt x="891" y="16931"/>
                  </a:cubicBezTo>
                  <a:cubicBezTo>
                    <a:pt x="987" y="16967"/>
                    <a:pt x="1106" y="17062"/>
                    <a:pt x="1165" y="17145"/>
                  </a:cubicBezTo>
                  <a:cubicBezTo>
                    <a:pt x="1308" y="17336"/>
                    <a:pt x="1582" y="17538"/>
                    <a:pt x="1701" y="17562"/>
                  </a:cubicBezTo>
                  <a:cubicBezTo>
                    <a:pt x="1761" y="17562"/>
                    <a:pt x="1784" y="17586"/>
                    <a:pt x="1784" y="17622"/>
                  </a:cubicBezTo>
                  <a:cubicBezTo>
                    <a:pt x="1784" y="17633"/>
                    <a:pt x="1880" y="17717"/>
                    <a:pt x="1999" y="17800"/>
                  </a:cubicBezTo>
                  <a:cubicBezTo>
                    <a:pt x="2153" y="17895"/>
                    <a:pt x="2296" y="17943"/>
                    <a:pt x="2499" y="17955"/>
                  </a:cubicBezTo>
                  <a:cubicBezTo>
                    <a:pt x="2588" y="17964"/>
                    <a:pt x="2694" y="17969"/>
                    <a:pt x="2805" y="17969"/>
                  </a:cubicBezTo>
                  <a:cubicBezTo>
                    <a:pt x="3110" y="17969"/>
                    <a:pt x="3459" y="17936"/>
                    <a:pt x="3642" y="17883"/>
                  </a:cubicBezTo>
                  <a:cubicBezTo>
                    <a:pt x="3737" y="17860"/>
                    <a:pt x="4237" y="17800"/>
                    <a:pt x="4773" y="17753"/>
                  </a:cubicBezTo>
                  <a:cubicBezTo>
                    <a:pt x="5297" y="17705"/>
                    <a:pt x="6118" y="17633"/>
                    <a:pt x="6595" y="17574"/>
                  </a:cubicBezTo>
                  <a:cubicBezTo>
                    <a:pt x="6945" y="17535"/>
                    <a:pt x="7181" y="17516"/>
                    <a:pt x="7338" y="17516"/>
                  </a:cubicBezTo>
                  <a:cubicBezTo>
                    <a:pt x="7566" y="17516"/>
                    <a:pt x="7625" y="17556"/>
                    <a:pt x="7618" y="17633"/>
                  </a:cubicBezTo>
                  <a:cubicBezTo>
                    <a:pt x="7618" y="17681"/>
                    <a:pt x="7654" y="17705"/>
                    <a:pt x="7714" y="17717"/>
                  </a:cubicBezTo>
                  <a:cubicBezTo>
                    <a:pt x="7892" y="17753"/>
                    <a:pt x="8142" y="17979"/>
                    <a:pt x="8380" y="18360"/>
                  </a:cubicBezTo>
                  <a:cubicBezTo>
                    <a:pt x="8500" y="18574"/>
                    <a:pt x="8642" y="18765"/>
                    <a:pt x="8690" y="18812"/>
                  </a:cubicBezTo>
                  <a:cubicBezTo>
                    <a:pt x="8738" y="18848"/>
                    <a:pt x="8785" y="18907"/>
                    <a:pt x="8785" y="18931"/>
                  </a:cubicBezTo>
                  <a:cubicBezTo>
                    <a:pt x="8785" y="18955"/>
                    <a:pt x="8845" y="18967"/>
                    <a:pt x="8916" y="18991"/>
                  </a:cubicBezTo>
                  <a:cubicBezTo>
                    <a:pt x="9000" y="19003"/>
                    <a:pt x="9059" y="19026"/>
                    <a:pt x="9047" y="19050"/>
                  </a:cubicBezTo>
                  <a:cubicBezTo>
                    <a:pt x="9047" y="19074"/>
                    <a:pt x="9095" y="19110"/>
                    <a:pt x="9142" y="19110"/>
                  </a:cubicBezTo>
                  <a:cubicBezTo>
                    <a:pt x="9202" y="19110"/>
                    <a:pt x="9273" y="19181"/>
                    <a:pt x="9297" y="19253"/>
                  </a:cubicBezTo>
                  <a:cubicBezTo>
                    <a:pt x="9345" y="19324"/>
                    <a:pt x="9416" y="19384"/>
                    <a:pt x="9500" y="19384"/>
                  </a:cubicBezTo>
                  <a:cubicBezTo>
                    <a:pt x="9654" y="19384"/>
                    <a:pt x="9940" y="19491"/>
                    <a:pt x="9940" y="19550"/>
                  </a:cubicBezTo>
                  <a:cubicBezTo>
                    <a:pt x="9940" y="19586"/>
                    <a:pt x="10000" y="19610"/>
                    <a:pt x="10095" y="19646"/>
                  </a:cubicBezTo>
                  <a:cubicBezTo>
                    <a:pt x="10178" y="19669"/>
                    <a:pt x="10297" y="19729"/>
                    <a:pt x="10369" y="19788"/>
                  </a:cubicBezTo>
                  <a:cubicBezTo>
                    <a:pt x="10435" y="19838"/>
                    <a:pt x="10483" y="19864"/>
                    <a:pt x="10554" y="19864"/>
                  </a:cubicBezTo>
                  <a:cubicBezTo>
                    <a:pt x="10586" y="19864"/>
                    <a:pt x="10622" y="19859"/>
                    <a:pt x="10666" y="19848"/>
                  </a:cubicBezTo>
                  <a:cubicBezTo>
                    <a:pt x="10713" y="19841"/>
                    <a:pt x="10751" y="19837"/>
                    <a:pt x="10784" y="19837"/>
                  </a:cubicBezTo>
                  <a:cubicBezTo>
                    <a:pt x="10858" y="19837"/>
                    <a:pt x="10902" y="19858"/>
                    <a:pt x="10952" y="19908"/>
                  </a:cubicBezTo>
                  <a:cubicBezTo>
                    <a:pt x="11008" y="19957"/>
                    <a:pt x="11038" y="19981"/>
                    <a:pt x="11063" y="19981"/>
                  </a:cubicBezTo>
                  <a:cubicBezTo>
                    <a:pt x="11088" y="19981"/>
                    <a:pt x="11108" y="19960"/>
                    <a:pt x="11143" y="19919"/>
                  </a:cubicBezTo>
                  <a:cubicBezTo>
                    <a:pt x="11184" y="19889"/>
                    <a:pt x="11261" y="19858"/>
                    <a:pt x="11319" y="19858"/>
                  </a:cubicBezTo>
                  <a:cubicBezTo>
                    <a:pt x="11329" y="19858"/>
                    <a:pt x="11337" y="19858"/>
                    <a:pt x="11345" y="19860"/>
                  </a:cubicBezTo>
                  <a:cubicBezTo>
                    <a:pt x="11359" y="19865"/>
                    <a:pt x="11379" y="19868"/>
                    <a:pt x="11404" y="19868"/>
                  </a:cubicBezTo>
                  <a:cubicBezTo>
                    <a:pt x="11488" y="19868"/>
                    <a:pt x="11625" y="19842"/>
                    <a:pt x="11762" y="19824"/>
                  </a:cubicBezTo>
                  <a:lnTo>
                    <a:pt x="12071" y="19765"/>
                  </a:lnTo>
                  <a:lnTo>
                    <a:pt x="12357" y="19896"/>
                  </a:lnTo>
                  <a:cubicBezTo>
                    <a:pt x="12607" y="20015"/>
                    <a:pt x="12750" y="20039"/>
                    <a:pt x="13548" y="20134"/>
                  </a:cubicBezTo>
                  <a:cubicBezTo>
                    <a:pt x="14036" y="20193"/>
                    <a:pt x="14774" y="20253"/>
                    <a:pt x="15179" y="20253"/>
                  </a:cubicBezTo>
                  <a:cubicBezTo>
                    <a:pt x="15584" y="20265"/>
                    <a:pt x="16108" y="20277"/>
                    <a:pt x="16346" y="20277"/>
                  </a:cubicBezTo>
                  <a:cubicBezTo>
                    <a:pt x="16412" y="20284"/>
                    <a:pt x="16483" y="20287"/>
                    <a:pt x="16551" y="20287"/>
                  </a:cubicBezTo>
                  <a:cubicBezTo>
                    <a:pt x="16701" y="20287"/>
                    <a:pt x="16833" y="20273"/>
                    <a:pt x="16858" y="20265"/>
                  </a:cubicBezTo>
                  <a:cubicBezTo>
                    <a:pt x="16893" y="20251"/>
                    <a:pt x="16927" y="20245"/>
                    <a:pt x="16955" y="20245"/>
                  </a:cubicBezTo>
                  <a:cubicBezTo>
                    <a:pt x="16975" y="20245"/>
                    <a:pt x="16991" y="20248"/>
                    <a:pt x="17001" y="20253"/>
                  </a:cubicBezTo>
                  <a:cubicBezTo>
                    <a:pt x="17012" y="20265"/>
                    <a:pt x="17280" y="20271"/>
                    <a:pt x="17562" y="20271"/>
                  </a:cubicBezTo>
                  <a:cubicBezTo>
                    <a:pt x="17843" y="20271"/>
                    <a:pt x="18138" y="20265"/>
                    <a:pt x="18203" y="20253"/>
                  </a:cubicBezTo>
                  <a:cubicBezTo>
                    <a:pt x="18251" y="20241"/>
                    <a:pt x="18429" y="20241"/>
                    <a:pt x="18620" y="20241"/>
                  </a:cubicBezTo>
                  <a:lnTo>
                    <a:pt x="19441" y="20241"/>
                  </a:lnTo>
                  <a:cubicBezTo>
                    <a:pt x="19703" y="20217"/>
                    <a:pt x="19977" y="20217"/>
                    <a:pt x="20037" y="20217"/>
                  </a:cubicBezTo>
                  <a:cubicBezTo>
                    <a:pt x="20096" y="20217"/>
                    <a:pt x="20191" y="20217"/>
                    <a:pt x="20251" y="20205"/>
                  </a:cubicBezTo>
                  <a:cubicBezTo>
                    <a:pt x="20311" y="20205"/>
                    <a:pt x="20465" y="20193"/>
                    <a:pt x="20584" y="20193"/>
                  </a:cubicBezTo>
                  <a:cubicBezTo>
                    <a:pt x="20703" y="20193"/>
                    <a:pt x="20822" y="20181"/>
                    <a:pt x="20846" y="20181"/>
                  </a:cubicBezTo>
                  <a:lnTo>
                    <a:pt x="21120" y="20181"/>
                  </a:lnTo>
                  <a:cubicBezTo>
                    <a:pt x="21239" y="20181"/>
                    <a:pt x="21406" y="20158"/>
                    <a:pt x="21477" y="20146"/>
                  </a:cubicBezTo>
                  <a:cubicBezTo>
                    <a:pt x="21549" y="20134"/>
                    <a:pt x="21668" y="20134"/>
                    <a:pt x="21739" y="20134"/>
                  </a:cubicBezTo>
                  <a:cubicBezTo>
                    <a:pt x="21764" y="20137"/>
                    <a:pt x="21788" y="20139"/>
                    <a:pt x="21811" y="20139"/>
                  </a:cubicBezTo>
                  <a:cubicBezTo>
                    <a:pt x="21867" y="20139"/>
                    <a:pt x="21916" y="20130"/>
                    <a:pt x="21942" y="20122"/>
                  </a:cubicBezTo>
                  <a:cubicBezTo>
                    <a:pt x="21965" y="20098"/>
                    <a:pt x="22013" y="20086"/>
                    <a:pt x="22037" y="20086"/>
                  </a:cubicBezTo>
                  <a:cubicBezTo>
                    <a:pt x="22065" y="20089"/>
                    <a:pt x="22114" y="20090"/>
                    <a:pt x="22180" y="20090"/>
                  </a:cubicBezTo>
                  <a:cubicBezTo>
                    <a:pt x="22391" y="20090"/>
                    <a:pt x="22768" y="20075"/>
                    <a:pt x="23132" y="20039"/>
                  </a:cubicBezTo>
                  <a:cubicBezTo>
                    <a:pt x="23430" y="20027"/>
                    <a:pt x="23668" y="20015"/>
                    <a:pt x="23692" y="20015"/>
                  </a:cubicBezTo>
                  <a:cubicBezTo>
                    <a:pt x="23704" y="20015"/>
                    <a:pt x="23811" y="20003"/>
                    <a:pt x="23918" y="19979"/>
                  </a:cubicBezTo>
                  <a:cubicBezTo>
                    <a:pt x="24085" y="19955"/>
                    <a:pt x="25168" y="19884"/>
                    <a:pt x="25252" y="19884"/>
                  </a:cubicBezTo>
                  <a:cubicBezTo>
                    <a:pt x="25275" y="19884"/>
                    <a:pt x="25335" y="19884"/>
                    <a:pt x="25371" y="19860"/>
                  </a:cubicBezTo>
                  <a:cubicBezTo>
                    <a:pt x="25478" y="19836"/>
                    <a:pt x="26014" y="19800"/>
                    <a:pt x="26145" y="19800"/>
                  </a:cubicBezTo>
                  <a:cubicBezTo>
                    <a:pt x="26204" y="19800"/>
                    <a:pt x="26347" y="19800"/>
                    <a:pt x="26442" y="19777"/>
                  </a:cubicBezTo>
                  <a:cubicBezTo>
                    <a:pt x="26549" y="19765"/>
                    <a:pt x="27073" y="19705"/>
                    <a:pt x="27609" y="19646"/>
                  </a:cubicBezTo>
                  <a:cubicBezTo>
                    <a:pt x="28562" y="19550"/>
                    <a:pt x="29026" y="19491"/>
                    <a:pt x="29335" y="19443"/>
                  </a:cubicBezTo>
                  <a:cubicBezTo>
                    <a:pt x="29419" y="19431"/>
                    <a:pt x="29716" y="19407"/>
                    <a:pt x="30002" y="19372"/>
                  </a:cubicBezTo>
                  <a:cubicBezTo>
                    <a:pt x="30550" y="19312"/>
                    <a:pt x="32419" y="19074"/>
                    <a:pt x="33145" y="18955"/>
                  </a:cubicBezTo>
                  <a:cubicBezTo>
                    <a:pt x="33384" y="18907"/>
                    <a:pt x="33622" y="18896"/>
                    <a:pt x="33669" y="18896"/>
                  </a:cubicBezTo>
                  <a:cubicBezTo>
                    <a:pt x="33705" y="18896"/>
                    <a:pt x="33872" y="18884"/>
                    <a:pt x="34050" y="18848"/>
                  </a:cubicBezTo>
                  <a:cubicBezTo>
                    <a:pt x="34229" y="18824"/>
                    <a:pt x="34562" y="18776"/>
                    <a:pt x="34777" y="18753"/>
                  </a:cubicBezTo>
                  <a:cubicBezTo>
                    <a:pt x="35003" y="18717"/>
                    <a:pt x="35229" y="18693"/>
                    <a:pt x="35277" y="18669"/>
                  </a:cubicBezTo>
                  <a:cubicBezTo>
                    <a:pt x="35312" y="18657"/>
                    <a:pt x="35479" y="18634"/>
                    <a:pt x="35646" y="18610"/>
                  </a:cubicBezTo>
                  <a:cubicBezTo>
                    <a:pt x="35812" y="18598"/>
                    <a:pt x="36265" y="18526"/>
                    <a:pt x="36682" y="18455"/>
                  </a:cubicBezTo>
                  <a:cubicBezTo>
                    <a:pt x="37098" y="18372"/>
                    <a:pt x="37479" y="18312"/>
                    <a:pt x="37515" y="18312"/>
                  </a:cubicBezTo>
                  <a:cubicBezTo>
                    <a:pt x="37598" y="18312"/>
                    <a:pt x="38348" y="18193"/>
                    <a:pt x="39361" y="18014"/>
                  </a:cubicBezTo>
                  <a:cubicBezTo>
                    <a:pt x="40361" y="17836"/>
                    <a:pt x="45004" y="16979"/>
                    <a:pt x="45040" y="16967"/>
                  </a:cubicBezTo>
                  <a:cubicBezTo>
                    <a:pt x="45064" y="16943"/>
                    <a:pt x="45457" y="16871"/>
                    <a:pt x="45897" y="16788"/>
                  </a:cubicBezTo>
                  <a:cubicBezTo>
                    <a:pt x="46349" y="16693"/>
                    <a:pt x="46778" y="16610"/>
                    <a:pt x="46850" y="16586"/>
                  </a:cubicBezTo>
                  <a:cubicBezTo>
                    <a:pt x="46921" y="16574"/>
                    <a:pt x="47219" y="16502"/>
                    <a:pt x="47504" y="16443"/>
                  </a:cubicBezTo>
                  <a:cubicBezTo>
                    <a:pt x="47790" y="16383"/>
                    <a:pt x="48207" y="16288"/>
                    <a:pt x="48409" y="16229"/>
                  </a:cubicBezTo>
                  <a:cubicBezTo>
                    <a:pt x="48624" y="16169"/>
                    <a:pt x="48945" y="16109"/>
                    <a:pt x="49147" y="16074"/>
                  </a:cubicBezTo>
                  <a:cubicBezTo>
                    <a:pt x="49826" y="15955"/>
                    <a:pt x="51553" y="15443"/>
                    <a:pt x="52005" y="15252"/>
                  </a:cubicBezTo>
                  <a:cubicBezTo>
                    <a:pt x="52374" y="15086"/>
                    <a:pt x="52838" y="14776"/>
                    <a:pt x="52850" y="14669"/>
                  </a:cubicBezTo>
                  <a:cubicBezTo>
                    <a:pt x="52850" y="14645"/>
                    <a:pt x="52969" y="14526"/>
                    <a:pt x="53112" y="14407"/>
                  </a:cubicBezTo>
                  <a:cubicBezTo>
                    <a:pt x="53279" y="14264"/>
                    <a:pt x="53398" y="14121"/>
                    <a:pt x="53434" y="14002"/>
                  </a:cubicBezTo>
                  <a:cubicBezTo>
                    <a:pt x="53458" y="13895"/>
                    <a:pt x="53505" y="13752"/>
                    <a:pt x="53553" y="13692"/>
                  </a:cubicBezTo>
                  <a:cubicBezTo>
                    <a:pt x="53588" y="13609"/>
                    <a:pt x="53577" y="13490"/>
                    <a:pt x="53517" y="13395"/>
                  </a:cubicBezTo>
                  <a:cubicBezTo>
                    <a:pt x="53458" y="13288"/>
                    <a:pt x="53434" y="13181"/>
                    <a:pt x="53434" y="13157"/>
                  </a:cubicBezTo>
                  <a:cubicBezTo>
                    <a:pt x="53434" y="13121"/>
                    <a:pt x="53374" y="13002"/>
                    <a:pt x="53279" y="12895"/>
                  </a:cubicBezTo>
                  <a:cubicBezTo>
                    <a:pt x="53088" y="12645"/>
                    <a:pt x="53100" y="12573"/>
                    <a:pt x="53350" y="12478"/>
                  </a:cubicBezTo>
                  <a:cubicBezTo>
                    <a:pt x="53469" y="12442"/>
                    <a:pt x="53696" y="12347"/>
                    <a:pt x="53850" y="12276"/>
                  </a:cubicBezTo>
                  <a:cubicBezTo>
                    <a:pt x="54005" y="12204"/>
                    <a:pt x="54291" y="12097"/>
                    <a:pt x="54470" y="12049"/>
                  </a:cubicBezTo>
                  <a:cubicBezTo>
                    <a:pt x="55112" y="11907"/>
                    <a:pt x="56017" y="11668"/>
                    <a:pt x="56375" y="11561"/>
                  </a:cubicBezTo>
                  <a:cubicBezTo>
                    <a:pt x="56548" y="11507"/>
                    <a:pt x="56732" y="11453"/>
                    <a:pt x="56772" y="11453"/>
                  </a:cubicBezTo>
                  <a:cubicBezTo>
                    <a:pt x="56776" y="11453"/>
                    <a:pt x="56778" y="11453"/>
                    <a:pt x="56779" y="11454"/>
                  </a:cubicBezTo>
                  <a:cubicBezTo>
                    <a:pt x="56781" y="11454"/>
                    <a:pt x="56783" y="11455"/>
                    <a:pt x="56786" y="11455"/>
                  </a:cubicBezTo>
                  <a:cubicBezTo>
                    <a:pt x="56901" y="11455"/>
                    <a:pt x="57781" y="11191"/>
                    <a:pt x="57851" y="11133"/>
                  </a:cubicBezTo>
                  <a:cubicBezTo>
                    <a:pt x="57899" y="11097"/>
                    <a:pt x="57958" y="11085"/>
                    <a:pt x="57982" y="11085"/>
                  </a:cubicBezTo>
                  <a:cubicBezTo>
                    <a:pt x="57985" y="11085"/>
                    <a:pt x="57989" y="11086"/>
                    <a:pt x="57994" y="11086"/>
                  </a:cubicBezTo>
                  <a:cubicBezTo>
                    <a:pt x="58127" y="11086"/>
                    <a:pt x="58692" y="10915"/>
                    <a:pt x="58922" y="10799"/>
                  </a:cubicBezTo>
                  <a:cubicBezTo>
                    <a:pt x="59020" y="10750"/>
                    <a:pt x="59126" y="10710"/>
                    <a:pt x="59187" y="10710"/>
                  </a:cubicBezTo>
                  <a:cubicBezTo>
                    <a:pt x="59200" y="10710"/>
                    <a:pt x="59212" y="10712"/>
                    <a:pt x="59220" y="10716"/>
                  </a:cubicBezTo>
                  <a:cubicBezTo>
                    <a:pt x="59221" y="10716"/>
                    <a:pt x="59222" y="10716"/>
                    <a:pt x="59223" y="10716"/>
                  </a:cubicBezTo>
                  <a:cubicBezTo>
                    <a:pt x="59351" y="10716"/>
                    <a:pt x="60780" y="10001"/>
                    <a:pt x="60792" y="9942"/>
                  </a:cubicBezTo>
                  <a:cubicBezTo>
                    <a:pt x="60792" y="9906"/>
                    <a:pt x="60839" y="9859"/>
                    <a:pt x="60899" y="9835"/>
                  </a:cubicBezTo>
                  <a:cubicBezTo>
                    <a:pt x="61054" y="9740"/>
                    <a:pt x="61197" y="9502"/>
                    <a:pt x="61304" y="9192"/>
                  </a:cubicBezTo>
                  <a:cubicBezTo>
                    <a:pt x="61351" y="9049"/>
                    <a:pt x="61423" y="8906"/>
                    <a:pt x="61447" y="8906"/>
                  </a:cubicBezTo>
                  <a:cubicBezTo>
                    <a:pt x="61601" y="8870"/>
                    <a:pt x="61554" y="8549"/>
                    <a:pt x="61375" y="8275"/>
                  </a:cubicBezTo>
                  <a:cubicBezTo>
                    <a:pt x="61268" y="8108"/>
                    <a:pt x="61197" y="7942"/>
                    <a:pt x="61208" y="7894"/>
                  </a:cubicBezTo>
                  <a:cubicBezTo>
                    <a:pt x="61208" y="7858"/>
                    <a:pt x="61173" y="7763"/>
                    <a:pt x="61113" y="7692"/>
                  </a:cubicBezTo>
                  <a:cubicBezTo>
                    <a:pt x="61030" y="7632"/>
                    <a:pt x="60970" y="7525"/>
                    <a:pt x="60947" y="7477"/>
                  </a:cubicBezTo>
                  <a:cubicBezTo>
                    <a:pt x="60887" y="7335"/>
                    <a:pt x="60494" y="6989"/>
                    <a:pt x="60065" y="6739"/>
                  </a:cubicBezTo>
                  <a:cubicBezTo>
                    <a:pt x="59863" y="6620"/>
                    <a:pt x="59696" y="6489"/>
                    <a:pt x="59708" y="6454"/>
                  </a:cubicBezTo>
                  <a:cubicBezTo>
                    <a:pt x="59708" y="6430"/>
                    <a:pt x="60101" y="6215"/>
                    <a:pt x="60554" y="5989"/>
                  </a:cubicBezTo>
                  <a:cubicBezTo>
                    <a:pt x="61375" y="5608"/>
                    <a:pt x="61840" y="5370"/>
                    <a:pt x="61851" y="5322"/>
                  </a:cubicBezTo>
                  <a:cubicBezTo>
                    <a:pt x="61851" y="5299"/>
                    <a:pt x="62066" y="5180"/>
                    <a:pt x="62221" y="5084"/>
                  </a:cubicBezTo>
                  <a:cubicBezTo>
                    <a:pt x="62363" y="5013"/>
                    <a:pt x="62685" y="4668"/>
                    <a:pt x="62637" y="4644"/>
                  </a:cubicBezTo>
                  <a:cubicBezTo>
                    <a:pt x="62625" y="4620"/>
                    <a:pt x="62685" y="4501"/>
                    <a:pt x="62780" y="4382"/>
                  </a:cubicBezTo>
                  <a:cubicBezTo>
                    <a:pt x="63042" y="4025"/>
                    <a:pt x="63078" y="3489"/>
                    <a:pt x="62852" y="3406"/>
                  </a:cubicBezTo>
                  <a:cubicBezTo>
                    <a:pt x="62804" y="3394"/>
                    <a:pt x="62756" y="3310"/>
                    <a:pt x="62780" y="3275"/>
                  </a:cubicBezTo>
                  <a:cubicBezTo>
                    <a:pt x="62785" y="3236"/>
                    <a:pt x="62792" y="3215"/>
                    <a:pt x="62808" y="3215"/>
                  </a:cubicBezTo>
                  <a:cubicBezTo>
                    <a:pt x="62831" y="3215"/>
                    <a:pt x="62874" y="3259"/>
                    <a:pt x="62959" y="3358"/>
                  </a:cubicBezTo>
                  <a:cubicBezTo>
                    <a:pt x="63020" y="3437"/>
                    <a:pt x="63075" y="3484"/>
                    <a:pt x="63109" y="3484"/>
                  </a:cubicBezTo>
                  <a:cubicBezTo>
                    <a:pt x="63121" y="3484"/>
                    <a:pt x="63131" y="3478"/>
                    <a:pt x="63137" y="3465"/>
                  </a:cubicBezTo>
                  <a:cubicBezTo>
                    <a:pt x="63149" y="3468"/>
                    <a:pt x="63158" y="3470"/>
                    <a:pt x="63164" y="3470"/>
                  </a:cubicBezTo>
                  <a:cubicBezTo>
                    <a:pt x="63207" y="3470"/>
                    <a:pt x="63165" y="3411"/>
                    <a:pt x="63113" y="3370"/>
                  </a:cubicBezTo>
                  <a:cubicBezTo>
                    <a:pt x="63054" y="3322"/>
                    <a:pt x="63030" y="3251"/>
                    <a:pt x="63030" y="3203"/>
                  </a:cubicBezTo>
                  <a:cubicBezTo>
                    <a:pt x="63030" y="3167"/>
                    <a:pt x="63018" y="3060"/>
                    <a:pt x="62971" y="3001"/>
                  </a:cubicBezTo>
                  <a:cubicBezTo>
                    <a:pt x="62937" y="2939"/>
                    <a:pt x="62918" y="2913"/>
                    <a:pt x="62891" y="2913"/>
                  </a:cubicBezTo>
                  <a:cubicBezTo>
                    <a:pt x="62870" y="2913"/>
                    <a:pt x="62845" y="2928"/>
                    <a:pt x="62804" y="2953"/>
                  </a:cubicBezTo>
                  <a:cubicBezTo>
                    <a:pt x="62768" y="2977"/>
                    <a:pt x="62738" y="2989"/>
                    <a:pt x="62715" y="2989"/>
                  </a:cubicBezTo>
                  <a:cubicBezTo>
                    <a:pt x="62691" y="2989"/>
                    <a:pt x="62673" y="2977"/>
                    <a:pt x="62661" y="2953"/>
                  </a:cubicBezTo>
                  <a:cubicBezTo>
                    <a:pt x="62625" y="2929"/>
                    <a:pt x="62673" y="2870"/>
                    <a:pt x="62744" y="2834"/>
                  </a:cubicBezTo>
                  <a:cubicBezTo>
                    <a:pt x="62816" y="2810"/>
                    <a:pt x="62852" y="2774"/>
                    <a:pt x="62804" y="2774"/>
                  </a:cubicBezTo>
                  <a:cubicBezTo>
                    <a:pt x="62756" y="2774"/>
                    <a:pt x="62744" y="2751"/>
                    <a:pt x="62780" y="2703"/>
                  </a:cubicBezTo>
                  <a:cubicBezTo>
                    <a:pt x="62804" y="2667"/>
                    <a:pt x="62780" y="2632"/>
                    <a:pt x="62721" y="2596"/>
                  </a:cubicBezTo>
                  <a:cubicBezTo>
                    <a:pt x="62661" y="2572"/>
                    <a:pt x="62613" y="2524"/>
                    <a:pt x="62613" y="2477"/>
                  </a:cubicBezTo>
                  <a:cubicBezTo>
                    <a:pt x="62613" y="2441"/>
                    <a:pt x="62602" y="2393"/>
                    <a:pt x="62566" y="2370"/>
                  </a:cubicBezTo>
                  <a:cubicBezTo>
                    <a:pt x="62563" y="2368"/>
                    <a:pt x="62559" y="2367"/>
                    <a:pt x="62556" y="2367"/>
                  </a:cubicBezTo>
                  <a:cubicBezTo>
                    <a:pt x="62533" y="2367"/>
                    <a:pt x="62506" y="2401"/>
                    <a:pt x="62506" y="2453"/>
                  </a:cubicBezTo>
                  <a:cubicBezTo>
                    <a:pt x="62506" y="2513"/>
                    <a:pt x="62447" y="2548"/>
                    <a:pt x="62387" y="2548"/>
                  </a:cubicBezTo>
                  <a:cubicBezTo>
                    <a:pt x="62316" y="2548"/>
                    <a:pt x="62304" y="2536"/>
                    <a:pt x="62328" y="2465"/>
                  </a:cubicBezTo>
                  <a:cubicBezTo>
                    <a:pt x="62375" y="2393"/>
                    <a:pt x="62340" y="2370"/>
                    <a:pt x="62197" y="2358"/>
                  </a:cubicBezTo>
                  <a:cubicBezTo>
                    <a:pt x="62078" y="2358"/>
                    <a:pt x="62042" y="2346"/>
                    <a:pt x="62090" y="2310"/>
                  </a:cubicBezTo>
                  <a:cubicBezTo>
                    <a:pt x="62197" y="2251"/>
                    <a:pt x="62209" y="2203"/>
                    <a:pt x="62101" y="2179"/>
                  </a:cubicBezTo>
                  <a:lnTo>
                    <a:pt x="62101" y="2179"/>
                  </a:lnTo>
                  <a:cubicBezTo>
                    <a:pt x="62066" y="2179"/>
                    <a:pt x="62042" y="2203"/>
                    <a:pt x="62066" y="2227"/>
                  </a:cubicBezTo>
                  <a:cubicBezTo>
                    <a:pt x="62078" y="2251"/>
                    <a:pt x="62042" y="2286"/>
                    <a:pt x="61982" y="2286"/>
                  </a:cubicBezTo>
                  <a:cubicBezTo>
                    <a:pt x="61972" y="2288"/>
                    <a:pt x="61962" y="2289"/>
                    <a:pt x="61952" y="2289"/>
                  </a:cubicBezTo>
                  <a:cubicBezTo>
                    <a:pt x="61904" y="2289"/>
                    <a:pt x="61861" y="2266"/>
                    <a:pt x="61851" y="2227"/>
                  </a:cubicBezTo>
                  <a:cubicBezTo>
                    <a:pt x="61842" y="2187"/>
                    <a:pt x="61807" y="2164"/>
                    <a:pt x="61769" y="2164"/>
                  </a:cubicBezTo>
                  <a:cubicBezTo>
                    <a:pt x="61761" y="2164"/>
                    <a:pt x="61752" y="2165"/>
                    <a:pt x="61744" y="2167"/>
                  </a:cubicBezTo>
                  <a:cubicBezTo>
                    <a:pt x="61741" y="2169"/>
                    <a:pt x="61737" y="2169"/>
                    <a:pt x="61733" y="2169"/>
                  </a:cubicBezTo>
                  <a:cubicBezTo>
                    <a:pt x="61699" y="2169"/>
                    <a:pt x="61660" y="2125"/>
                    <a:pt x="61649" y="2072"/>
                  </a:cubicBezTo>
                  <a:cubicBezTo>
                    <a:pt x="61628" y="2020"/>
                    <a:pt x="61599" y="1986"/>
                    <a:pt x="61560" y="1986"/>
                  </a:cubicBezTo>
                  <a:cubicBezTo>
                    <a:pt x="61554" y="1986"/>
                    <a:pt x="61548" y="1987"/>
                    <a:pt x="61542" y="1989"/>
                  </a:cubicBezTo>
                  <a:cubicBezTo>
                    <a:pt x="61534" y="1991"/>
                    <a:pt x="61526" y="1992"/>
                    <a:pt x="61518" y="1992"/>
                  </a:cubicBezTo>
                  <a:cubicBezTo>
                    <a:pt x="61479" y="1992"/>
                    <a:pt x="61445" y="1969"/>
                    <a:pt x="61435" y="1929"/>
                  </a:cubicBezTo>
                  <a:cubicBezTo>
                    <a:pt x="61425" y="1890"/>
                    <a:pt x="61390" y="1867"/>
                    <a:pt x="61345" y="1867"/>
                  </a:cubicBezTo>
                  <a:cubicBezTo>
                    <a:pt x="61336" y="1867"/>
                    <a:pt x="61326" y="1868"/>
                    <a:pt x="61316" y="1870"/>
                  </a:cubicBezTo>
                  <a:cubicBezTo>
                    <a:pt x="61304" y="1873"/>
                    <a:pt x="61293" y="1874"/>
                    <a:pt x="61284" y="1874"/>
                  </a:cubicBezTo>
                  <a:cubicBezTo>
                    <a:pt x="61258" y="1874"/>
                    <a:pt x="61244" y="1861"/>
                    <a:pt x="61244" y="1834"/>
                  </a:cubicBezTo>
                  <a:cubicBezTo>
                    <a:pt x="61244" y="1810"/>
                    <a:pt x="61197" y="1774"/>
                    <a:pt x="61125" y="1774"/>
                  </a:cubicBezTo>
                  <a:cubicBezTo>
                    <a:pt x="60887" y="1762"/>
                    <a:pt x="60816" y="1739"/>
                    <a:pt x="60827" y="1655"/>
                  </a:cubicBezTo>
                  <a:cubicBezTo>
                    <a:pt x="60834" y="1607"/>
                    <a:pt x="60809" y="1582"/>
                    <a:pt x="60763" y="1582"/>
                  </a:cubicBezTo>
                  <a:cubicBezTo>
                    <a:pt x="60730" y="1582"/>
                    <a:pt x="60687" y="1595"/>
                    <a:pt x="60637" y="1620"/>
                  </a:cubicBezTo>
                  <a:cubicBezTo>
                    <a:pt x="60603" y="1637"/>
                    <a:pt x="60578" y="1645"/>
                    <a:pt x="60564" y="1645"/>
                  </a:cubicBezTo>
                  <a:cubicBezTo>
                    <a:pt x="60528" y="1645"/>
                    <a:pt x="60552" y="1594"/>
                    <a:pt x="60637" y="1501"/>
                  </a:cubicBezTo>
                  <a:cubicBezTo>
                    <a:pt x="60673" y="1441"/>
                    <a:pt x="60697" y="1381"/>
                    <a:pt x="60661" y="1381"/>
                  </a:cubicBezTo>
                  <a:cubicBezTo>
                    <a:pt x="60637" y="1381"/>
                    <a:pt x="60530" y="1370"/>
                    <a:pt x="60435" y="1346"/>
                  </a:cubicBezTo>
                  <a:cubicBezTo>
                    <a:pt x="60304" y="1334"/>
                    <a:pt x="60280" y="1310"/>
                    <a:pt x="60316" y="1215"/>
                  </a:cubicBezTo>
                  <a:cubicBezTo>
                    <a:pt x="60411" y="1060"/>
                    <a:pt x="60101" y="786"/>
                    <a:pt x="59804" y="739"/>
                  </a:cubicBezTo>
                  <a:cubicBezTo>
                    <a:pt x="59745" y="726"/>
                    <a:pt x="59699" y="721"/>
                    <a:pt x="59662" y="721"/>
                  </a:cubicBezTo>
                  <a:cubicBezTo>
                    <a:pt x="59593" y="721"/>
                    <a:pt x="59557" y="739"/>
                    <a:pt x="59542" y="762"/>
                  </a:cubicBezTo>
                  <a:cubicBezTo>
                    <a:pt x="59536" y="792"/>
                    <a:pt x="59530" y="807"/>
                    <a:pt x="59516" y="807"/>
                  </a:cubicBezTo>
                  <a:cubicBezTo>
                    <a:pt x="59503" y="807"/>
                    <a:pt x="59482" y="792"/>
                    <a:pt x="59446" y="762"/>
                  </a:cubicBezTo>
                  <a:cubicBezTo>
                    <a:pt x="59387" y="727"/>
                    <a:pt x="59351" y="643"/>
                    <a:pt x="59351" y="608"/>
                  </a:cubicBezTo>
                  <a:cubicBezTo>
                    <a:pt x="59351" y="524"/>
                    <a:pt x="59303" y="512"/>
                    <a:pt x="59149" y="488"/>
                  </a:cubicBezTo>
                  <a:cubicBezTo>
                    <a:pt x="59030" y="477"/>
                    <a:pt x="58922" y="429"/>
                    <a:pt x="58911" y="393"/>
                  </a:cubicBezTo>
                  <a:cubicBezTo>
                    <a:pt x="58899" y="375"/>
                    <a:pt x="58890" y="366"/>
                    <a:pt x="58882" y="366"/>
                  </a:cubicBezTo>
                  <a:cubicBezTo>
                    <a:pt x="58875" y="366"/>
                    <a:pt x="58869" y="375"/>
                    <a:pt x="58863" y="393"/>
                  </a:cubicBezTo>
                  <a:cubicBezTo>
                    <a:pt x="58853" y="423"/>
                    <a:pt x="58827" y="444"/>
                    <a:pt x="58792" y="444"/>
                  </a:cubicBezTo>
                  <a:cubicBezTo>
                    <a:pt x="58784" y="444"/>
                    <a:pt x="58776" y="443"/>
                    <a:pt x="58768" y="441"/>
                  </a:cubicBezTo>
                  <a:cubicBezTo>
                    <a:pt x="58732" y="441"/>
                    <a:pt x="58744" y="381"/>
                    <a:pt x="58803" y="322"/>
                  </a:cubicBezTo>
                  <a:cubicBezTo>
                    <a:pt x="58875" y="238"/>
                    <a:pt x="58887" y="203"/>
                    <a:pt x="58815" y="143"/>
                  </a:cubicBezTo>
                  <a:cubicBezTo>
                    <a:pt x="58780" y="113"/>
                    <a:pt x="58759" y="99"/>
                    <a:pt x="58750" y="99"/>
                  </a:cubicBezTo>
                  <a:lnTo>
                    <a:pt x="58750" y="99"/>
                  </a:lnTo>
                  <a:cubicBezTo>
                    <a:pt x="58741" y="99"/>
                    <a:pt x="58744" y="113"/>
                    <a:pt x="58756" y="143"/>
                  </a:cubicBezTo>
                  <a:cubicBezTo>
                    <a:pt x="58768" y="191"/>
                    <a:pt x="58744" y="274"/>
                    <a:pt x="58684" y="358"/>
                  </a:cubicBezTo>
                  <a:lnTo>
                    <a:pt x="58577" y="477"/>
                  </a:lnTo>
                  <a:lnTo>
                    <a:pt x="58553" y="334"/>
                  </a:lnTo>
                  <a:cubicBezTo>
                    <a:pt x="58530" y="262"/>
                    <a:pt x="58458" y="203"/>
                    <a:pt x="58399" y="191"/>
                  </a:cubicBezTo>
                  <a:cubicBezTo>
                    <a:pt x="58327" y="179"/>
                    <a:pt x="58315" y="143"/>
                    <a:pt x="58327" y="119"/>
                  </a:cubicBezTo>
                  <a:cubicBezTo>
                    <a:pt x="58345" y="85"/>
                    <a:pt x="58343" y="62"/>
                    <a:pt x="58313" y="62"/>
                  </a:cubicBezTo>
                  <a:cubicBezTo>
                    <a:pt x="58302" y="62"/>
                    <a:pt x="58287" y="65"/>
                    <a:pt x="58268" y="72"/>
                  </a:cubicBezTo>
                  <a:cubicBezTo>
                    <a:pt x="58172" y="84"/>
                    <a:pt x="58113" y="143"/>
                    <a:pt x="58113" y="262"/>
                  </a:cubicBezTo>
                  <a:cubicBezTo>
                    <a:pt x="58113" y="274"/>
                    <a:pt x="58030" y="310"/>
                    <a:pt x="57934" y="322"/>
                  </a:cubicBezTo>
                  <a:cubicBezTo>
                    <a:pt x="57887" y="328"/>
                    <a:pt x="57848" y="331"/>
                    <a:pt x="57824" y="331"/>
                  </a:cubicBezTo>
                  <a:cubicBezTo>
                    <a:pt x="57800" y="331"/>
                    <a:pt x="57791" y="328"/>
                    <a:pt x="57803" y="322"/>
                  </a:cubicBezTo>
                  <a:cubicBezTo>
                    <a:pt x="57851" y="298"/>
                    <a:pt x="57565" y="0"/>
                    <a:pt x="57482" y="0"/>
                  </a:cubicBezTo>
                  <a:close/>
                </a:path>
              </a:pathLst>
            </a:custGeom>
            <a:solidFill>
              <a:schemeClr val="accent3">
                <a:alpha val="3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" name="Google Shape;1179;p55">
              <a:extLst>
                <a:ext uri="{FF2B5EF4-FFF2-40B4-BE49-F238E27FC236}">
                  <a16:creationId xmlns:a16="http://schemas.microsoft.com/office/drawing/2014/main" id="{B5A37119-1F49-83DE-44B7-8FFE019258A7}"/>
                </a:ext>
              </a:extLst>
            </p:cNvPr>
            <p:cNvSpPr/>
            <p:nvPr/>
          </p:nvSpPr>
          <p:spPr>
            <a:xfrm rot="444384">
              <a:off x="251085" y="2103086"/>
              <a:ext cx="2537096" cy="510526"/>
            </a:xfrm>
            <a:custGeom>
              <a:avLst/>
              <a:gdLst/>
              <a:ahLst/>
              <a:cxnLst/>
              <a:rect l="l" t="t" r="r" b="b"/>
              <a:pathLst>
                <a:path w="63208" h="20287" extrusionOk="0">
                  <a:moveTo>
                    <a:pt x="59743" y="865"/>
                  </a:moveTo>
                  <a:cubicBezTo>
                    <a:pt x="59778" y="865"/>
                    <a:pt x="59807" y="878"/>
                    <a:pt x="59815" y="905"/>
                  </a:cubicBezTo>
                  <a:cubicBezTo>
                    <a:pt x="59863" y="929"/>
                    <a:pt x="59815" y="941"/>
                    <a:pt x="59756" y="941"/>
                  </a:cubicBezTo>
                  <a:cubicBezTo>
                    <a:pt x="59637" y="929"/>
                    <a:pt x="59625" y="905"/>
                    <a:pt x="59708" y="869"/>
                  </a:cubicBezTo>
                  <a:cubicBezTo>
                    <a:pt x="59720" y="867"/>
                    <a:pt x="59732" y="865"/>
                    <a:pt x="59743" y="865"/>
                  </a:cubicBezTo>
                  <a:close/>
                  <a:moveTo>
                    <a:pt x="60113" y="949"/>
                  </a:moveTo>
                  <a:cubicBezTo>
                    <a:pt x="60129" y="949"/>
                    <a:pt x="60146" y="955"/>
                    <a:pt x="60161" y="965"/>
                  </a:cubicBezTo>
                  <a:cubicBezTo>
                    <a:pt x="60196" y="989"/>
                    <a:pt x="60196" y="1036"/>
                    <a:pt x="60173" y="1060"/>
                  </a:cubicBezTo>
                  <a:cubicBezTo>
                    <a:pt x="60149" y="1092"/>
                    <a:pt x="60125" y="1102"/>
                    <a:pt x="60101" y="1102"/>
                  </a:cubicBezTo>
                  <a:cubicBezTo>
                    <a:pt x="60089" y="1102"/>
                    <a:pt x="60077" y="1100"/>
                    <a:pt x="60065" y="1096"/>
                  </a:cubicBezTo>
                  <a:cubicBezTo>
                    <a:pt x="60042" y="1084"/>
                    <a:pt x="60018" y="1036"/>
                    <a:pt x="60054" y="989"/>
                  </a:cubicBezTo>
                  <a:cubicBezTo>
                    <a:pt x="60068" y="961"/>
                    <a:pt x="60090" y="949"/>
                    <a:pt x="60113" y="949"/>
                  </a:cubicBezTo>
                  <a:close/>
                  <a:moveTo>
                    <a:pt x="52312" y="1282"/>
                  </a:moveTo>
                  <a:cubicBezTo>
                    <a:pt x="52342" y="1282"/>
                    <a:pt x="52362" y="1295"/>
                    <a:pt x="52362" y="1322"/>
                  </a:cubicBezTo>
                  <a:cubicBezTo>
                    <a:pt x="52362" y="1346"/>
                    <a:pt x="52315" y="1381"/>
                    <a:pt x="52267" y="1393"/>
                  </a:cubicBezTo>
                  <a:cubicBezTo>
                    <a:pt x="52255" y="1396"/>
                    <a:pt x="52245" y="1398"/>
                    <a:pt x="52236" y="1398"/>
                  </a:cubicBezTo>
                  <a:cubicBezTo>
                    <a:pt x="52209" y="1398"/>
                    <a:pt x="52195" y="1384"/>
                    <a:pt x="52195" y="1358"/>
                  </a:cubicBezTo>
                  <a:cubicBezTo>
                    <a:pt x="52195" y="1334"/>
                    <a:pt x="52243" y="1298"/>
                    <a:pt x="52279" y="1286"/>
                  </a:cubicBezTo>
                  <a:cubicBezTo>
                    <a:pt x="52291" y="1283"/>
                    <a:pt x="52302" y="1282"/>
                    <a:pt x="52312" y="1282"/>
                  </a:cubicBezTo>
                  <a:close/>
                  <a:moveTo>
                    <a:pt x="41541" y="2359"/>
                  </a:moveTo>
                  <a:cubicBezTo>
                    <a:pt x="41562" y="2359"/>
                    <a:pt x="41586" y="2369"/>
                    <a:pt x="41611" y="2393"/>
                  </a:cubicBezTo>
                  <a:cubicBezTo>
                    <a:pt x="41647" y="2417"/>
                    <a:pt x="41647" y="2465"/>
                    <a:pt x="41611" y="2489"/>
                  </a:cubicBezTo>
                  <a:cubicBezTo>
                    <a:pt x="41590" y="2510"/>
                    <a:pt x="41574" y="2519"/>
                    <a:pt x="41559" y="2519"/>
                  </a:cubicBezTo>
                  <a:cubicBezTo>
                    <a:pt x="41540" y="2519"/>
                    <a:pt x="41524" y="2504"/>
                    <a:pt x="41504" y="2477"/>
                  </a:cubicBezTo>
                  <a:cubicBezTo>
                    <a:pt x="41462" y="2418"/>
                    <a:pt x="41491" y="2359"/>
                    <a:pt x="41541" y="2359"/>
                  </a:cubicBezTo>
                  <a:close/>
                  <a:moveTo>
                    <a:pt x="39384" y="2870"/>
                  </a:moveTo>
                  <a:cubicBezTo>
                    <a:pt x="39420" y="2870"/>
                    <a:pt x="39456" y="2882"/>
                    <a:pt x="39456" y="2894"/>
                  </a:cubicBezTo>
                  <a:cubicBezTo>
                    <a:pt x="39456" y="2905"/>
                    <a:pt x="39420" y="2929"/>
                    <a:pt x="39384" y="2941"/>
                  </a:cubicBezTo>
                  <a:cubicBezTo>
                    <a:pt x="39372" y="2944"/>
                    <a:pt x="39361" y="2946"/>
                    <a:pt x="39351" y="2946"/>
                  </a:cubicBezTo>
                  <a:cubicBezTo>
                    <a:pt x="39321" y="2946"/>
                    <a:pt x="39301" y="2932"/>
                    <a:pt x="39301" y="2905"/>
                  </a:cubicBezTo>
                  <a:cubicBezTo>
                    <a:pt x="39301" y="2882"/>
                    <a:pt x="39349" y="2870"/>
                    <a:pt x="39384" y="2870"/>
                  </a:cubicBezTo>
                  <a:close/>
                  <a:moveTo>
                    <a:pt x="36182" y="3596"/>
                  </a:moveTo>
                  <a:cubicBezTo>
                    <a:pt x="36372" y="3596"/>
                    <a:pt x="36586" y="3608"/>
                    <a:pt x="36717" y="3644"/>
                  </a:cubicBezTo>
                  <a:cubicBezTo>
                    <a:pt x="36955" y="3667"/>
                    <a:pt x="36789" y="3727"/>
                    <a:pt x="36491" y="3727"/>
                  </a:cubicBezTo>
                  <a:lnTo>
                    <a:pt x="36074" y="3727"/>
                  </a:lnTo>
                  <a:cubicBezTo>
                    <a:pt x="35991" y="3727"/>
                    <a:pt x="35943" y="3715"/>
                    <a:pt x="35955" y="3667"/>
                  </a:cubicBezTo>
                  <a:cubicBezTo>
                    <a:pt x="35955" y="3632"/>
                    <a:pt x="35991" y="3596"/>
                    <a:pt x="36015" y="3596"/>
                  </a:cubicBezTo>
                  <a:close/>
                  <a:moveTo>
                    <a:pt x="8150" y="7979"/>
                  </a:moveTo>
                  <a:cubicBezTo>
                    <a:pt x="8178" y="7979"/>
                    <a:pt x="8217" y="7993"/>
                    <a:pt x="8249" y="8001"/>
                  </a:cubicBezTo>
                  <a:cubicBezTo>
                    <a:pt x="8292" y="8018"/>
                    <a:pt x="8286" y="8035"/>
                    <a:pt x="8254" y="8035"/>
                  </a:cubicBezTo>
                  <a:cubicBezTo>
                    <a:pt x="8241" y="8035"/>
                    <a:pt x="8223" y="8032"/>
                    <a:pt x="8202" y="8025"/>
                  </a:cubicBezTo>
                  <a:cubicBezTo>
                    <a:pt x="8130" y="8013"/>
                    <a:pt x="8083" y="8001"/>
                    <a:pt x="8119" y="7989"/>
                  </a:cubicBezTo>
                  <a:cubicBezTo>
                    <a:pt x="8126" y="7982"/>
                    <a:pt x="8137" y="7979"/>
                    <a:pt x="8150" y="7979"/>
                  </a:cubicBezTo>
                  <a:close/>
                  <a:moveTo>
                    <a:pt x="6237" y="9926"/>
                  </a:moveTo>
                  <a:cubicBezTo>
                    <a:pt x="6271" y="9926"/>
                    <a:pt x="6300" y="9939"/>
                    <a:pt x="6309" y="9966"/>
                  </a:cubicBezTo>
                  <a:cubicBezTo>
                    <a:pt x="6318" y="9993"/>
                    <a:pt x="6307" y="10006"/>
                    <a:pt x="6275" y="10006"/>
                  </a:cubicBezTo>
                  <a:cubicBezTo>
                    <a:pt x="6265" y="10006"/>
                    <a:pt x="6252" y="10005"/>
                    <a:pt x="6237" y="10002"/>
                  </a:cubicBezTo>
                  <a:cubicBezTo>
                    <a:pt x="6118" y="9978"/>
                    <a:pt x="6106" y="9966"/>
                    <a:pt x="6202" y="9930"/>
                  </a:cubicBezTo>
                  <a:cubicBezTo>
                    <a:pt x="6214" y="9927"/>
                    <a:pt x="6225" y="9926"/>
                    <a:pt x="6237" y="9926"/>
                  </a:cubicBezTo>
                  <a:close/>
                  <a:moveTo>
                    <a:pt x="6842" y="10545"/>
                  </a:moveTo>
                  <a:cubicBezTo>
                    <a:pt x="6855" y="10545"/>
                    <a:pt x="6868" y="10546"/>
                    <a:pt x="6880" y="10549"/>
                  </a:cubicBezTo>
                  <a:cubicBezTo>
                    <a:pt x="6928" y="10549"/>
                    <a:pt x="6940" y="10573"/>
                    <a:pt x="6940" y="10609"/>
                  </a:cubicBezTo>
                  <a:cubicBezTo>
                    <a:pt x="6940" y="10621"/>
                    <a:pt x="6880" y="10633"/>
                    <a:pt x="6821" y="10633"/>
                  </a:cubicBezTo>
                  <a:cubicBezTo>
                    <a:pt x="6761" y="10621"/>
                    <a:pt x="6725" y="10609"/>
                    <a:pt x="6761" y="10573"/>
                  </a:cubicBezTo>
                  <a:cubicBezTo>
                    <a:pt x="6779" y="10556"/>
                    <a:pt x="6809" y="10545"/>
                    <a:pt x="6842" y="10545"/>
                  </a:cubicBezTo>
                  <a:close/>
                  <a:moveTo>
                    <a:pt x="807" y="13583"/>
                  </a:moveTo>
                  <a:cubicBezTo>
                    <a:pt x="817" y="13583"/>
                    <a:pt x="829" y="13583"/>
                    <a:pt x="844" y="13585"/>
                  </a:cubicBezTo>
                  <a:cubicBezTo>
                    <a:pt x="891" y="13585"/>
                    <a:pt x="939" y="13633"/>
                    <a:pt x="951" y="13669"/>
                  </a:cubicBezTo>
                  <a:cubicBezTo>
                    <a:pt x="970" y="13714"/>
                    <a:pt x="972" y="13735"/>
                    <a:pt x="957" y="13735"/>
                  </a:cubicBezTo>
                  <a:cubicBezTo>
                    <a:pt x="943" y="13735"/>
                    <a:pt x="918" y="13720"/>
                    <a:pt x="880" y="13692"/>
                  </a:cubicBezTo>
                  <a:cubicBezTo>
                    <a:pt x="779" y="13612"/>
                    <a:pt x="755" y="13583"/>
                    <a:pt x="807" y="13583"/>
                  </a:cubicBezTo>
                  <a:close/>
                  <a:moveTo>
                    <a:pt x="57482" y="0"/>
                  </a:moveTo>
                  <a:cubicBezTo>
                    <a:pt x="57458" y="0"/>
                    <a:pt x="57434" y="24"/>
                    <a:pt x="57434" y="84"/>
                  </a:cubicBezTo>
                  <a:cubicBezTo>
                    <a:pt x="57434" y="133"/>
                    <a:pt x="57393" y="158"/>
                    <a:pt x="57345" y="158"/>
                  </a:cubicBezTo>
                  <a:cubicBezTo>
                    <a:pt x="57335" y="158"/>
                    <a:pt x="57325" y="157"/>
                    <a:pt x="57315" y="155"/>
                  </a:cubicBezTo>
                  <a:cubicBezTo>
                    <a:pt x="57300" y="152"/>
                    <a:pt x="57285" y="151"/>
                    <a:pt x="57271" y="151"/>
                  </a:cubicBezTo>
                  <a:cubicBezTo>
                    <a:pt x="57230" y="151"/>
                    <a:pt x="57196" y="164"/>
                    <a:pt x="57196" y="191"/>
                  </a:cubicBezTo>
                  <a:cubicBezTo>
                    <a:pt x="57196" y="215"/>
                    <a:pt x="57148" y="227"/>
                    <a:pt x="57125" y="227"/>
                  </a:cubicBezTo>
                  <a:cubicBezTo>
                    <a:pt x="57077" y="227"/>
                    <a:pt x="57041" y="191"/>
                    <a:pt x="57065" y="143"/>
                  </a:cubicBezTo>
                  <a:cubicBezTo>
                    <a:pt x="57071" y="100"/>
                    <a:pt x="57074" y="79"/>
                    <a:pt x="57062" y="79"/>
                  </a:cubicBezTo>
                  <a:cubicBezTo>
                    <a:pt x="57051" y="79"/>
                    <a:pt x="57028" y="97"/>
                    <a:pt x="56982" y="131"/>
                  </a:cubicBezTo>
                  <a:cubicBezTo>
                    <a:pt x="56936" y="168"/>
                    <a:pt x="56856" y="183"/>
                    <a:pt x="56736" y="183"/>
                  </a:cubicBezTo>
                  <a:cubicBezTo>
                    <a:pt x="56699" y="183"/>
                    <a:pt x="56658" y="182"/>
                    <a:pt x="56613" y="179"/>
                  </a:cubicBezTo>
                  <a:cubicBezTo>
                    <a:pt x="56541" y="166"/>
                    <a:pt x="56483" y="159"/>
                    <a:pt x="56437" y="159"/>
                  </a:cubicBezTo>
                  <a:cubicBezTo>
                    <a:pt x="56361" y="159"/>
                    <a:pt x="56318" y="177"/>
                    <a:pt x="56303" y="215"/>
                  </a:cubicBezTo>
                  <a:cubicBezTo>
                    <a:pt x="56282" y="257"/>
                    <a:pt x="56209" y="278"/>
                    <a:pt x="56119" y="278"/>
                  </a:cubicBezTo>
                  <a:cubicBezTo>
                    <a:pt x="56006" y="278"/>
                    <a:pt x="55867" y="245"/>
                    <a:pt x="55767" y="179"/>
                  </a:cubicBezTo>
                  <a:cubicBezTo>
                    <a:pt x="55670" y="121"/>
                    <a:pt x="55598" y="91"/>
                    <a:pt x="55559" y="91"/>
                  </a:cubicBezTo>
                  <a:cubicBezTo>
                    <a:pt x="55527" y="91"/>
                    <a:pt x="55519" y="112"/>
                    <a:pt x="55541" y="155"/>
                  </a:cubicBezTo>
                  <a:cubicBezTo>
                    <a:pt x="55550" y="192"/>
                    <a:pt x="55545" y="207"/>
                    <a:pt x="55532" y="207"/>
                  </a:cubicBezTo>
                  <a:cubicBezTo>
                    <a:pt x="55528" y="207"/>
                    <a:pt x="55523" y="206"/>
                    <a:pt x="55517" y="203"/>
                  </a:cubicBezTo>
                  <a:cubicBezTo>
                    <a:pt x="55505" y="200"/>
                    <a:pt x="55494" y="198"/>
                    <a:pt x="55484" y="198"/>
                  </a:cubicBezTo>
                  <a:cubicBezTo>
                    <a:pt x="55454" y="198"/>
                    <a:pt x="55434" y="212"/>
                    <a:pt x="55434" y="238"/>
                  </a:cubicBezTo>
                  <a:cubicBezTo>
                    <a:pt x="55428" y="280"/>
                    <a:pt x="55425" y="301"/>
                    <a:pt x="55394" y="301"/>
                  </a:cubicBezTo>
                  <a:cubicBezTo>
                    <a:pt x="55363" y="301"/>
                    <a:pt x="55303" y="280"/>
                    <a:pt x="55184" y="238"/>
                  </a:cubicBezTo>
                  <a:cubicBezTo>
                    <a:pt x="55105" y="207"/>
                    <a:pt x="55046" y="191"/>
                    <a:pt x="55006" y="191"/>
                  </a:cubicBezTo>
                  <a:cubicBezTo>
                    <a:pt x="54985" y="191"/>
                    <a:pt x="54970" y="195"/>
                    <a:pt x="54958" y="203"/>
                  </a:cubicBezTo>
                  <a:cubicBezTo>
                    <a:pt x="54941" y="211"/>
                    <a:pt x="54891" y="225"/>
                    <a:pt x="54838" y="225"/>
                  </a:cubicBezTo>
                  <a:cubicBezTo>
                    <a:pt x="54814" y="225"/>
                    <a:pt x="54789" y="222"/>
                    <a:pt x="54767" y="215"/>
                  </a:cubicBezTo>
                  <a:cubicBezTo>
                    <a:pt x="54753" y="213"/>
                    <a:pt x="54739" y="212"/>
                    <a:pt x="54727" y="212"/>
                  </a:cubicBezTo>
                  <a:cubicBezTo>
                    <a:pt x="54665" y="212"/>
                    <a:pt x="54624" y="235"/>
                    <a:pt x="54624" y="274"/>
                  </a:cubicBezTo>
                  <a:cubicBezTo>
                    <a:pt x="54624" y="311"/>
                    <a:pt x="54576" y="326"/>
                    <a:pt x="54494" y="326"/>
                  </a:cubicBezTo>
                  <a:cubicBezTo>
                    <a:pt x="54469" y="326"/>
                    <a:pt x="54441" y="325"/>
                    <a:pt x="54410" y="322"/>
                  </a:cubicBezTo>
                  <a:cubicBezTo>
                    <a:pt x="54202" y="286"/>
                    <a:pt x="54053" y="268"/>
                    <a:pt x="53955" y="268"/>
                  </a:cubicBezTo>
                  <a:cubicBezTo>
                    <a:pt x="53856" y="268"/>
                    <a:pt x="53809" y="286"/>
                    <a:pt x="53803" y="322"/>
                  </a:cubicBezTo>
                  <a:cubicBezTo>
                    <a:pt x="53803" y="358"/>
                    <a:pt x="53780" y="372"/>
                    <a:pt x="53741" y="372"/>
                  </a:cubicBezTo>
                  <a:cubicBezTo>
                    <a:pt x="53716" y="372"/>
                    <a:pt x="53685" y="367"/>
                    <a:pt x="53648" y="358"/>
                  </a:cubicBezTo>
                  <a:cubicBezTo>
                    <a:pt x="53615" y="343"/>
                    <a:pt x="53577" y="337"/>
                    <a:pt x="53536" y="337"/>
                  </a:cubicBezTo>
                  <a:cubicBezTo>
                    <a:pt x="53474" y="337"/>
                    <a:pt x="53408" y="352"/>
                    <a:pt x="53350" y="381"/>
                  </a:cubicBezTo>
                  <a:cubicBezTo>
                    <a:pt x="53306" y="407"/>
                    <a:pt x="53268" y="419"/>
                    <a:pt x="53242" y="419"/>
                  </a:cubicBezTo>
                  <a:cubicBezTo>
                    <a:pt x="53220" y="419"/>
                    <a:pt x="53207" y="410"/>
                    <a:pt x="53207" y="393"/>
                  </a:cubicBezTo>
                  <a:cubicBezTo>
                    <a:pt x="53207" y="386"/>
                    <a:pt x="53203" y="382"/>
                    <a:pt x="53194" y="382"/>
                  </a:cubicBezTo>
                  <a:cubicBezTo>
                    <a:pt x="53176" y="382"/>
                    <a:pt x="53141" y="400"/>
                    <a:pt x="53100" y="441"/>
                  </a:cubicBezTo>
                  <a:cubicBezTo>
                    <a:pt x="53041" y="500"/>
                    <a:pt x="52922" y="548"/>
                    <a:pt x="52838" y="548"/>
                  </a:cubicBezTo>
                  <a:cubicBezTo>
                    <a:pt x="52743" y="548"/>
                    <a:pt x="52672" y="572"/>
                    <a:pt x="52660" y="608"/>
                  </a:cubicBezTo>
                  <a:cubicBezTo>
                    <a:pt x="52660" y="636"/>
                    <a:pt x="52642" y="652"/>
                    <a:pt x="52621" y="652"/>
                  </a:cubicBezTo>
                  <a:cubicBezTo>
                    <a:pt x="52606" y="652"/>
                    <a:pt x="52591" y="645"/>
                    <a:pt x="52576" y="631"/>
                  </a:cubicBezTo>
                  <a:cubicBezTo>
                    <a:pt x="52541" y="608"/>
                    <a:pt x="52541" y="572"/>
                    <a:pt x="52565" y="560"/>
                  </a:cubicBezTo>
                  <a:cubicBezTo>
                    <a:pt x="52600" y="548"/>
                    <a:pt x="52576" y="512"/>
                    <a:pt x="52541" y="512"/>
                  </a:cubicBezTo>
                  <a:cubicBezTo>
                    <a:pt x="52493" y="512"/>
                    <a:pt x="52434" y="536"/>
                    <a:pt x="52398" y="572"/>
                  </a:cubicBezTo>
                  <a:cubicBezTo>
                    <a:pt x="52384" y="600"/>
                    <a:pt x="52345" y="611"/>
                    <a:pt x="52290" y="611"/>
                  </a:cubicBezTo>
                  <a:cubicBezTo>
                    <a:pt x="52250" y="611"/>
                    <a:pt x="52202" y="606"/>
                    <a:pt x="52148" y="596"/>
                  </a:cubicBezTo>
                  <a:cubicBezTo>
                    <a:pt x="52080" y="573"/>
                    <a:pt x="52031" y="561"/>
                    <a:pt x="51996" y="561"/>
                  </a:cubicBezTo>
                  <a:cubicBezTo>
                    <a:pt x="51957" y="561"/>
                    <a:pt x="51934" y="576"/>
                    <a:pt x="51922" y="608"/>
                  </a:cubicBezTo>
                  <a:cubicBezTo>
                    <a:pt x="51914" y="660"/>
                    <a:pt x="51836" y="693"/>
                    <a:pt x="51764" y="693"/>
                  </a:cubicBezTo>
                  <a:cubicBezTo>
                    <a:pt x="51722" y="693"/>
                    <a:pt x="51682" y="682"/>
                    <a:pt x="51660" y="655"/>
                  </a:cubicBezTo>
                  <a:cubicBezTo>
                    <a:pt x="51624" y="619"/>
                    <a:pt x="51672" y="560"/>
                    <a:pt x="51767" y="548"/>
                  </a:cubicBezTo>
                  <a:cubicBezTo>
                    <a:pt x="51898" y="500"/>
                    <a:pt x="51898" y="500"/>
                    <a:pt x="51743" y="477"/>
                  </a:cubicBezTo>
                  <a:cubicBezTo>
                    <a:pt x="51717" y="469"/>
                    <a:pt x="51690" y="466"/>
                    <a:pt x="51665" y="466"/>
                  </a:cubicBezTo>
                  <a:cubicBezTo>
                    <a:pt x="51607" y="466"/>
                    <a:pt x="51557" y="480"/>
                    <a:pt x="51541" y="488"/>
                  </a:cubicBezTo>
                  <a:cubicBezTo>
                    <a:pt x="51523" y="500"/>
                    <a:pt x="51499" y="506"/>
                    <a:pt x="51472" y="506"/>
                  </a:cubicBezTo>
                  <a:cubicBezTo>
                    <a:pt x="51445" y="506"/>
                    <a:pt x="51416" y="500"/>
                    <a:pt x="51386" y="488"/>
                  </a:cubicBezTo>
                  <a:cubicBezTo>
                    <a:pt x="51364" y="484"/>
                    <a:pt x="51342" y="481"/>
                    <a:pt x="51322" y="481"/>
                  </a:cubicBezTo>
                  <a:cubicBezTo>
                    <a:pt x="51288" y="481"/>
                    <a:pt x="51258" y="490"/>
                    <a:pt x="51243" y="512"/>
                  </a:cubicBezTo>
                  <a:cubicBezTo>
                    <a:pt x="51214" y="542"/>
                    <a:pt x="51152" y="563"/>
                    <a:pt x="51091" y="563"/>
                  </a:cubicBezTo>
                  <a:cubicBezTo>
                    <a:pt x="51078" y="563"/>
                    <a:pt x="51065" y="562"/>
                    <a:pt x="51052" y="560"/>
                  </a:cubicBezTo>
                  <a:cubicBezTo>
                    <a:pt x="51038" y="558"/>
                    <a:pt x="51023" y="557"/>
                    <a:pt x="51007" y="557"/>
                  </a:cubicBezTo>
                  <a:cubicBezTo>
                    <a:pt x="50936" y="557"/>
                    <a:pt x="50863" y="578"/>
                    <a:pt x="50814" y="608"/>
                  </a:cubicBezTo>
                  <a:cubicBezTo>
                    <a:pt x="50769" y="626"/>
                    <a:pt x="50702" y="651"/>
                    <a:pt x="50641" y="651"/>
                  </a:cubicBezTo>
                  <a:cubicBezTo>
                    <a:pt x="50623" y="651"/>
                    <a:pt x="50605" y="649"/>
                    <a:pt x="50588" y="643"/>
                  </a:cubicBezTo>
                  <a:cubicBezTo>
                    <a:pt x="50579" y="642"/>
                    <a:pt x="50569" y="641"/>
                    <a:pt x="50558" y="641"/>
                  </a:cubicBezTo>
                  <a:cubicBezTo>
                    <a:pt x="50486" y="641"/>
                    <a:pt x="50384" y="673"/>
                    <a:pt x="50290" y="715"/>
                  </a:cubicBezTo>
                  <a:cubicBezTo>
                    <a:pt x="50213" y="740"/>
                    <a:pt x="50136" y="760"/>
                    <a:pt x="50090" y="760"/>
                  </a:cubicBezTo>
                  <a:cubicBezTo>
                    <a:pt x="50072" y="760"/>
                    <a:pt x="50059" y="757"/>
                    <a:pt x="50052" y="750"/>
                  </a:cubicBezTo>
                  <a:cubicBezTo>
                    <a:pt x="50034" y="741"/>
                    <a:pt x="50019" y="737"/>
                    <a:pt x="50008" y="737"/>
                  </a:cubicBezTo>
                  <a:cubicBezTo>
                    <a:pt x="49990" y="737"/>
                    <a:pt x="49981" y="748"/>
                    <a:pt x="49981" y="762"/>
                  </a:cubicBezTo>
                  <a:cubicBezTo>
                    <a:pt x="49981" y="785"/>
                    <a:pt x="49957" y="793"/>
                    <a:pt x="49918" y="793"/>
                  </a:cubicBezTo>
                  <a:cubicBezTo>
                    <a:pt x="49896" y="793"/>
                    <a:pt x="49869" y="791"/>
                    <a:pt x="49838" y="786"/>
                  </a:cubicBezTo>
                  <a:cubicBezTo>
                    <a:pt x="49809" y="774"/>
                    <a:pt x="49775" y="767"/>
                    <a:pt x="49735" y="767"/>
                  </a:cubicBezTo>
                  <a:cubicBezTo>
                    <a:pt x="49660" y="767"/>
                    <a:pt x="49566" y="791"/>
                    <a:pt x="49457" y="846"/>
                  </a:cubicBezTo>
                  <a:cubicBezTo>
                    <a:pt x="49348" y="895"/>
                    <a:pt x="49214" y="920"/>
                    <a:pt x="49138" y="920"/>
                  </a:cubicBezTo>
                  <a:cubicBezTo>
                    <a:pt x="49123" y="920"/>
                    <a:pt x="49110" y="919"/>
                    <a:pt x="49100" y="917"/>
                  </a:cubicBezTo>
                  <a:cubicBezTo>
                    <a:pt x="49087" y="914"/>
                    <a:pt x="49073" y="912"/>
                    <a:pt x="49058" y="912"/>
                  </a:cubicBezTo>
                  <a:cubicBezTo>
                    <a:pt x="49016" y="912"/>
                    <a:pt x="48971" y="923"/>
                    <a:pt x="48945" y="941"/>
                  </a:cubicBezTo>
                  <a:cubicBezTo>
                    <a:pt x="48909" y="1012"/>
                    <a:pt x="48338" y="1084"/>
                    <a:pt x="48028" y="1084"/>
                  </a:cubicBezTo>
                  <a:cubicBezTo>
                    <a:pt x="47969" y="1084"/>
                    <a:pt x="47897" y="1096"/>
                    <a:pt x="47862" y="1120"/>
                  </a:cubicBezTo>
                  <a:cubicBezTo>
                    <a:pt x="47839" y="1136"/>
                    <a:pt x="47823" y="1145"/>
                    <a:pt x="47807" y="1145"/>
                  </a:cubicBezTo>
                  <a:cubicBezTo>
                    <a:pt x="47789" y="1145"/>
                    <a:pt x="47774" y="1133"/>
                    <a:pt x="47754" y="1108"/>
                  </a:cubicBezTo>
                  <a:cubicBezTo>
                    <a:pt x="47744" y="1097"/>
                    <a:pt x="47723" y="1091"/>
                    <a:pt x="47696" y="1091"/>
                  </a:cubicBezTo>
                  <a:cubicBezTo>
                    <a:pt x="47662" y="1091"/>
                    <a:pt x="47616" y="1100"/>
                    <a:pt x="47564" y="1120"/>
                  </a:cubicBezTo>
                  <a:cubicBezTo>
                    <a:pt x="47481" y="1167"/>
                    <a:pt x="47338" y="1191"/>
                    <a:pt x="47266" y="1191"/>
                  </a:cubicBezTo>
                  <a:cubicBezTo>
                    <a:pt x="47195" y="1191"/>
                    <a:pt x="47088" y="1203"/>
                    <a:pt x="47064" y="1227"/>
                  </a:cubicBezTo>
                  <a:cubicBezTo>
                    <a:pt x="47016" y="1274"/>
                    <a:pt x="46897" y="1286"/>
                    <a:pt x="46790" y="1286"/>
                  </a:cubicBezTo>
                  <a:cubicBezTo>
                    <a:pt x="46683" y="1286"/>
                    <a:pt x="46540" y="1310"/>
                    <a:pt x="46480" y="1346"/>
                  </a:cubicBezTo>
                  <a:cubicBezTo>
                    <a:pt x="46433" y="1377"/>
                    <a:pt x="46375" y="1393"/>
                    <a:pt x="46302" y="1393"/>
                  </a:cubicBezTo>
                  <a:cubicBezTo>
                    <a:pt x="46266" y="1393"/>
                    <a:pt x="46226" y="1389"/>
                    <a:pt x="46183" y="1381"/>
                  </a:cubicBezTo>
                  <a:cubicBezTo>
                    <a:pt x="46126" y="1366"/>
                    <a:pt x="46078" y="1357"/>
                    <a:pt x="46040" y="1357"/>
                  </a:cubicBezTo>
                  <a:cubicBezTo>
                    <a:pt x="45990" y="1357"/>
                    <a:pt x="45958" y="1372"/>
                    <a:pt x="45945" y="1405"/>
                  </a:cubicBezTo>
                  <a:cubicBezTo>
                    <a:pt x="45918" y="1449"/>
                    <a:pt x="45865" y="1474"/>
                    <a:pt x="45777" y="1474"/>
                  </a:cubicBezTo>
                  <a:cubicBezTo>
                    <a:pt x="45746" y="1474"/>
                    <a:pt x="45711" y="1471"/>
                    <a:pt x="45671" y="1465"/>
                  </a:cubicBezTo>
                  <a:cubicBezTo>
                    <a:pt x="45641" y="1462"/>
                    <a:pt x="45610" y="1460"/>
                    <a:pt x="45579" y="1460"/>
                  </a:cubicBezTo>
                  <a:cubicBezTo>
                    <a:pt x="45486" y="1460"/>
                    <a:pt x="45394" y="1474"/>
                    <a:pt x="45349" y="1501"/>
                  </a:cubicBezTo>
                  <a:cubicBezTo>
                    <a:pt x="45307" y="1517"/>
                    <a:pt x="45247" y="1534"/>
                    <a:pt x="45207" y="1534"/>
                  </a:cubicBezTo>
                  <a:cubicBezTo>
                    <a:pt x="45191" y="1534"/>
                    <a:pt x="45178" y="1531"/>
                    <a:pt x="45171" y="1524"/>
                  </a:cubicBezTo>
                  <a:cubicBezTo>
                    <a:pt x="45147" y="1518"/>
                    <a:pt x="45123" y="1515"/>
                    <a:pt x="45102" y="1515"/>
                  </a:cubicBezTo>
                  <a:cubicBezTo>
                    <a:pt x="45081" y="1515"/>
                    <a:pt x="45064" y="1518"/>
                    <a:pt x="45052" y="1524"/>
                  </a:cubicBezTo>
                  <a:cubicBezTo>
                    <a:pt x="45016" y="1560"/>
                    <a:pt x="44933" y="1560"/>
                    <a:pt x="44861" y="1560"/>
                  </a:cubicBezTo>
                  <a:cubicBezTo>
                    <a:pt x="44846" y="1558"/>
                    <a:pt x="44832" y="1557"/>
                    <a:pt x="44818" y="1557"/>
                  </a:cubicBezTo>
                  <a:cubicBezTo>
                    <a:pt x="44755" y="1557"/>
                    <a:pt x="44706" y="1578"/>
                    <a:pt x="44706" y="1608"/>
                  </a:cubicBezTo>
                  <a:cubicBezTo>
                    <a:pt x="44706" y="1643"/>
                    <a:pt x="44587" y="1727"/>
                    <a:pt x="44456" y="1786"/>
                  </a:cubicBezTo>
                  <a:cubicBezTo>
                    <a:pt x="44306" y="1850"/>
                    <a:pt x="44176" y="1882"/>
                    <a:pt x="44032" y="1882"/>
                  </a:cubicBezTo>
                  <a:cubicBezTo>
                    <a:pt x="43960" y="1882"/>
                    <a:pt x="43885" y="1874"/>
                    <a:pt x="43802" y="1858"/>
                  </a:cubicBezTo>
                  <a:cubicBezTo>
                    <a:pt x="43794" y="1856"/>
                    <a:pt x="43784" y="1855"/>
                    <a:pt x="43772" y="1855"/>
                  </a:cubicBezTo>
                  <a:cubicBezTo>
                    <a:pt x="43715" y="1855"/>
                    <a:pt x="43617" y="1880"/>
                    <a:pt x="43528" y="1929"/>
                  </a:cubicBezTo>
                  <a:cubicBezTo>
                    <a:pt x="43444" y="1977"/>
                    <a:pt x="43313" y="2024"/>
                    <a:pt x="43266" y="2024"/>
                  </a:cubicBezTo>
                  <a:cubicBezTo>
                    <a:pt x="43206" y="2024"/>
                    <a:pt x="43099" y="2048"/>
                    <a:pt x="42992" y="2096"/>
                  </a:cubicBezTo>
                  <a:cubicBezTo>
                    <a:pt x="42909" y="2143"/>
                    <a:pt x="42742" y="2167"/>
                    <a:pt x="42635" y="2167"/>
                  </a:cubicBezTo>
                  <a:cubicBezTo>
                    <a:pt x="42206" y="2167"/>
                    <a:pt x="41885" y="2215"/>
                    <a:pt x="41837" y="2263"/>
                  </a:cubicBezTo>
                  <a:cubicBezTo>
                    <a:pt x="41811" y="2280"/>
                    <a:pt x="41759" y="2291"/>
                    <a:pt x="41696" y="2291"/>
                  </a:cubicBezTo>
                  <a:cubicBezTo>
                    <a:pt x="41673" y="2291"/>
                    <a:pt x="41648" y="2290"/>
                    <a:pt x="41623" y="2286"/>
                  </a:cubicBezTo>
                  <a:cubicBezTo>
                    <a:pt x="41602" y="2283"/>
                    <a:pt x="41578" y="2282"/>
                    <a:pt x="41553" y="2282"/>
                  </a:cubicBezTo>
                  <a:cubicBezTo>
                    <a:pt x="41478" y="2282"/>
                    <a:pt x="41394" y="2295"/>
                    <a:pt x="41349" y="2322"/>
                  </a:cubicBezTo>
                  <a:cubicBezTo>
                    <a:pt x="41174" y="2394"/>
                    <a:pt x="40830" y="2484"/>
                    <a:pt x="40655" y="2484"/>
                  </a:cubicBezTo>
                  <a:cubicBezTo>
                    <a:pt x="40628" y="2484"/>
                    <a:pt x="40605" y="2482"/>
                    <a:pt x="40587" y="2477"/>
                  </a:cubicBezTo>
                  <a:cubicBezTo>
                    <a:pt x="40577" y="2475"/>
                    <a:pt x="40568" y="2474"/>
                    <a:pt x="40558" y="2474"/>
                  </a:cubicBezTo>
                  <a:cubicBezTo>
                    <a:pt x="40500" y="2474"/>
                    <a:pt x="40456" y="2504"/>
                    <a:pt x="40456" y="2524"/>
                  </a:cubicBezTo>
                  <a:cubicBezTo>
                    <a:pt x="40432" y="2584"/>
                    <a:pt x="40063" y="2739"/>
                    <a:pt x="39944" y="2739"/>
                  </a:cubicBezTo>
                  <a:cubicBezTo>
                    <a:pt x="39896" y="2739"/>
                    <a:pt x="39813" y="2739"/>
                    <a:pt x="39742" y="2751"/>
                  </a:cubicBezTo>
                  <a:cubicBezTo>
                    <a:pt x="39717" y="2754"/>
                    <a:pt x="39694" y="2756"/>
                    <a:pt x="39672" y="2756"/>
                  </a:cubicBezTo>
                  <a:cubicBezTo>
                    <a:pt x="39620" y="2756"/>
                    <a:pt x="39580" y="2747"/>
                    <a:pt x="39563" y="2739"/>
                  </a:cubicBezTo>
                  <a:cubicBezTo>
                    <a:pt x="39548" y="2729"/>
                    <a:pt x="39527" y="2723"/>
                    <a:pt x="39503" y="2723"/>
                  </a:cubicBezTo>
                  <a:cubicBezTo>
                    <a:pt x="39468" y="2723"/>
                    <a:pt x="39426" y="2735"/>
                    <a:pt x="39384" y="2763"/>
                  </a:cubicBezTo>
                  <a:cubicBezTo>
                    <a:pt x="39301" y="2798"/>
                    <a:pt x="39206" y="2822"/>
                    <a:pt x="39146" y="2822"/>
                  </a:cubicBezTo>
                  <a:cubicBezTo>
                    <a:pt x="38932" y="2822"/>
                    <a:pt x="38622" y="2882"/>
                    <a:pt x="38622" y="2929"/>
                  </a:cubicBezTo>
                  <a:cubicBezTo>
                    <a:pt x="38622" y="2941"/>
                    <a:pt x="38515" y="2977"/>
                    <a:pt x="38396" y="2977"/>
                  </a:cubicBezTo>
                  <a:cubicBezTo>
                    <a:pt x="38265" y="2977"/>
                    <a:pt x="38170" y="3001"/>
                    <a:pt x="38158" y="3060"/>
                  </a:cubicBezTo>
                  <a:cubicBezTo>
                    <a:pt x="38150" y="3092"/>
                    <a:pt x="38142" y="3108"/>
                    <a:pt x="38131" y="3108"/>
                  </a:cubicBezTo>
                  <a:cubicBezTo>
                    <a:pt x="38125" y="3108"/>
                    <a:pt x="38118" y="3104"/>
                    <a:pt x="38110" y="3096"/>
                  </a:cubicBezTo>
                  <a:cubicBezTo>
                    <a:pt x="38103" y="3072"/>
                    <a:pt x="38062" y="3061"/>
                    <a:pt x="38005" y="3061"/>
                  </a:cubicBezTo>
                  <a:cubicBezTo>
                    <a:pt x="37867" y="3061"/>
                    <a:pt x="37640" y="3120"/>
                    <a:pt x="37598" y="3179"/>
                  </a:cubicBezTo>
                  <a:cubicBezTo>
                    <a:pt x="37569" y="3209"/>
                    <a:pt x="37523" y="3230"/>
                    <a:pt x="37482" y="3230"/>
                  </a:cubicBezTo>
                  <a:cubicBezTo>
                    <a:pt x="37473" y="3230"/>
                    <a:pt x="37464" y="3229"/>
                    <a:pt x="37456" y="3227"/>
                  </a:cubicBezTo>
                  <a:cubicBezTo>
                    <a:pt x="37430" y="3219"/>
                    <a:pt x="37394" y="3216"/>
                    <a:pt x="37353" y="3216"/>
                  </a:cubicBezTo>
                  <a:cubicBezTo>
                    <a:pt x="37199" y="3216"/>
                    <a:pt x="36974" y="3261"/>
                    <a:pt x="36955" y="3298"/>
                  </a:cubicBezTo>
                  <a:cubicBezTo>
                    <a:pt x="36947" y="3325"/>
                    <a:pt x="36857" y="3339"/>
                    <a:pt x="36743" y="3339"/>
                  </a:cubicBezTo>
                  <a:cubicBezTo>
                    <a:pt x="36705" y="3339"/>
                    <a:pt x="36664" y="3337"/>
                    <a:pt x="36622" y="3334"/>
                  </a:cubicBezTo>
                  <a:cubicBezTo>
                    <a:pt x="36589" y="3329"/>
                    <a:pt x="36550" y="3327"/>
                    <a:pt x="36509" y="3327"/>
                  </a:cubicBezTo>
                  <a:cubicBezTo>
                    <a:pt x="36355" y="3327"/>
                    <a:pt x="36158" y="3359"/>
                    <a:pt x="36027" y="3406"/>
                  </a:cubicBezTo>
                  <a:cubicBezTo>
                    <a:pt x="35872" y="3453"/>
                    <a:pt x="35693" y="3477"/>
                    <a:pt x="35646" y="3477"/>
                  </a:cubicBezTo>
                  <a:cubicBezTo>
                    <a:pt x="35586" y="3477"/>
                    <a:pt x="35539" y="3477"/>
                    <a:pt x="35539" y="3513"/>
                  </a:cubicBezTo>
                  <a:cubicBezTo>
                    <a:pt x="35539" y="3536"/>
                    <a:pt x="35431" y="3548"/>
                    <a:pt x="35336" y="3548"/>
                  </a:cubicBezTo>
                  <a:cubicBezTo>
                    <a:pt x="35217" y="3548"/>
                    <a:pt x="35003" y="3608"/>
                    <a:pt x="34860" y="3691"/>
                  </a:cubicBezTo>
                  <a:cubicBezTo>
                    <a:pt x="34705" y="3763"/>
                    <a:pt x="34515" y="3810"/>
                    <a:pt x="34419" y="3810"/>
                  </a:cubicBezTo>
                  <a:cubicBezTo>
                    <a:pt x="34401" y="3805"/>
                    <a:pt x="34381" y="3803"/>
                    <a:pt x="34360" y="3803"/>
                  </a:cubicBezTo>
                  <a:cubicBezTo>
                    <a:pt x="34287" y="3803"/>
                    <a:pt x="34204" y="3833"/>
                    <a:pt x="34157" y="3870"/>
                  </a:cubicBezTo>
                  <a:cubicBezTo>
                    <a:pt x="34098" y="3906"/>
                    <a:pt x="34003" y="3941"/>
                    <a:pt x="33943" y="3941"/>
                  </a:cubicBezTo>
                  <a:cubicBezTo>
                    <a:pt x="33939" y="3941"/>
                    <a:pt x="33934" y="3941"/>
                    <a:pt x="33928" y="3941"/>
                  </a:cubicBezTo>
                  <a:cubicBezTo>
                    <a:pt x="33778" y="3941"/>
                    <a:pt x="33192" y="4086"/>
                    <a:pt x="33169" y="4132"/>
                  </a:cubicBezTo>
                  <a:cubicBezTo>
                    <a:pt x="33169" y="4138"/>
                    <a:pt x="33160" y="4141"/>
                    <a:pt x="33141" y="4141"/>
                  </a:cubicBezTo>
                  <a:cubicBezTo>
                    <a:pt x="33122" y="4141"/>
                    <a:pt x="33092" y="4138"/>
                    <a:pt x="33050" y="4132"/>
                  </a:cubicBezTo>
                  <a:cubicBezTo>
                    <a:pt x="33020" y="4120"/>
                    <a:pt x="32985" y="4114"/>
                    <a:pt x="32949" y="4114"/>
                  </a:cubicBezTo>
                  <a:cubicBezTo>
                    <a:pt x="32913" y="4114"/>
                    <a:pt x="32878" y="4120"/>
                    <a:pt x="32848" y="4132"/>
                  </a:cubicBezTo>
                  <a:cubicBezTo>
                    <a:pt x="32788" y="4168"/>
                    <a:pt x="32669" y="4179"/>
                    <a:pt x="32574" y="4179"/>
                  </a:cubicBezTo>
                  <a:cubicBezTo>
                    <a:pt x="32491" y="4179"/>
                    <a:pt x="32300" y="4203"/>
                    <a:pt x="32145" y="4239"/>
                  </a:cubicBezTo>
                  <a:cubicBezTo>
                    <a:pt x="32050" y="4263"/>
                    <a:pt x="31976" y="4275"/>
                    <a:pt x="31918" y="4275"/>
                  </a:cubicBezTo>
                  <a:cubicBezTo>
                    <a:pt x="31860" y="4275"/>
                    <a:pt x="31818" y="4263"/>
                    <a:pt x="31788" y="4239"/>
                  </a:cubicBezTo>
                  <a:cubicBezTo>
                    <a:pt x="31760" y="4216"/>
                    <a:pt x="31732" y="4205"/>
                    <a:pt x="31701" y="4205"/>
                  </a:cubicBezTo>
                  <a:cubicBezTo>
                    <a:pt x="31667" y="4205"/>
                    <a:pt x="31630" y="4219"/>
                    <a:pt x="31586" y="4251"/>
                  </a:cubicBezTo>
                  <a:cubicBezTo>
                    <a:pt x="31521" y="4297"/>
                    <a:pt x="31428" y="4315"/>
                    <a:pt x="31300" y="4315"/>
                  </a:cubicBezTo>
                  <a:cubicBezTo>
                    <a:pt x="31264" y="4315"/>
                    <a:pt x="31224" y="4313"/>
                    <a:pt x="31181" y="4310"/>
                  </a:cubicBezTo>
                  <a:cubicBezTo>
                    <a:pt x="31112" y="4305"/>
                    <a:pt x="31043" y="4303"/>
                    <a:pt x="30981" y="4303"/>
                  </a:cubicBezTo>
                  <a:cubicBezTo>
                    <a:pt x="30895" y="4303"/>
                    <a:pt x="30823" y="4308"/>
                    <a:pt x="30788" y="4322"/>
                  </a:cubicBezTo>
                  <a:cubicBezTo>
                    <a:pt x="30728" y="4346"/>
                    <a:pt x="30645" y="4382"/>
                    <a:pt x="30586" y="4406"/>
                  </a:cubicBezTo>
                  <a:cubicBezTo>
                    <a:pt x="30526" y="4429"/>
                    <a:pt x="30407" y="4429"/>
                    <a:pt x="30336" y="4429"/>
                  </a:cubicBezTo>
                  <a:cubicBezTo>
                    <a:pt x="30321" y="4427"/>
                    <a:pt x="30303" y="4426"/>
                    <a:pt x="30283" y="4426"/>
                  </a:cubicBezTo>
                  <a:cubicBezTo>
                    <a:pt x="30183" y="4426"/>
                    <a:pt x="30017" y="4450"/>
                    <a:pt x="29859" y="4489"/>
                  </a:cubicBezTo>
                  <a:cubicBezTo>
                    <a:pt x="29681" y="4537"/>
                    <a:pt x="29359" y="4596"/>
                    <a:pt x="29181" y="4644"/>
                  </a:cubicBezTo>
                  <a:cubicBezTo>
                    <a:pt x="28990" y="4679"/>
                    <a:pt x="28823" y="4727"/>
                    <a:pt x="28812" y="4739"/>
                  </a:cubicBezTo>
                  <a:cubicBezTo>
                    <a:pt x="28806" y="4751"/>
                    <a:pt x="28791" y="4757"/>
                    <a:pt x="28774" y="4757"/>
                  </a:cubicBezTo>
                  <a:cubicBezTo>
                    <a:pt x="28758" y="4757"/>
                    <a:pt x="28740" y="4751"/>
                    <a:pt x="28728" y="4739"/>
                  </a:cubicBezTo>
                  <a:cubicBezTo>
                    <a:pt x="28720" y="4736"/>
                    <a:pt x="28707" y="4735"/>
                    <a:pt x="28689" y="4735"/>
                  </a:cubicBezTo>
                  <a:cubicBezTo>
                    <a:pt x="28628" y="4735"/>
                    <a:pt x="28515" y="4752"/>
                    <a:pt x="28395" y="4799"/>
                  </a:cubicBezTo>
                  <a:cubicBezTo>
                    <a:pt x="28283" y="4836"/>
                    <a:pt x="28157" y="4866"/>
                    <a:pt x="28085" y="4866"/>
                  </a:cubicBezTo>
                  <a:cubicBezTo>
                    <a:pt x="28064" y="4866"/>
                    <a:pt x="28048" y="4863"/>
                    <a:pt x="28038" y="4858"/>
                  </a:cubicBezTo>
                  <a:cubicBezTo>
                    <a:pt x="28024" y="4855"/>
                    <a:pt x="28005" y="4854"/>
                    <a:pt x="27983" y="4854"/>
                  </a:cubicBezTo>
                  <a:cubicBezTo>
                    <a:pt x="27911" y="4854"/>
                    <a:pt x="27802" y="4869"/>
                    <a:pt x="27692" y="4906"/>
                  </a:cubicBezTo>
                  <a:cubicBezTo>
                    <a:pt x="27532" y="4959"/>
                    <a:pt x="27411" y="4986"/>
                    <a:pt x="27275" y="4986"/>
                  </a:cubicBezTo>
                  <a:cubicBezTo>
                    <a:pt x="27230" y="4986"/>
                    <a:pt x="27183" y="4983"/>
                    <a:pt x="27133" y="4977"/>
                  </a:cubicBezTo>
                  <a:cubicBezTo>
                    <a:pt x="27097" y="4977"/>
                    <a:pt x="27073" y="5013"/>
                    <a:pt x="27073" y="5037"/>
                  </a:cubicBezTo>
                  <a:cubicBezTo>
                    <a:pt x="27073" y="5066"/>
                    <a:pt x="27025" y="5087"/>
                    <a:pt x="26955" y="5087"/>
                  </a:cubicBezTo>
                  <a:cubicBezTo>
                    <a:pt x="26940" y="5087"/>
                    <a:pt x="26923" y="5086"/>
                    <a:pt x="26907" y="5084"/>
                  </a:cubicBezTo>
                  <a:cubicBezTo>
                    <a:pt x="26823" y="5084"/>
                    <a:pt x="26645" y="5096"/>
                    <a:pt x="26490" y="5120"/>
                  </a:cubicBezTo>
                  <a:cubicBezTo>
                    <a:pt x="26406" y="5134"/>
                    <a:pt x="26318" y="5140"/>
                    <a:pt x="26248" y="5140"/>
                  </a:cubicBezTo>
                  <a:cubicBezTo>
                    <a:pt x="26198" y="5140"/>
                    <a:pt x="26157" y="5137"/>
                    <a:pt x="26133" y="5132"/>
                  </a:cubicBezTo>
                  <a:cubicBezTo>
                    <a:pt x="26115" y="5128"/>
                    <a:pt x="26095" y="5125"/>
                    <a:pt x="26074" y="5125"/>
                  </a:cubicBezTo>
                  <a:cubicBezTo>
                    <a:pt x="26039" y="5125"/>
                    <a:pt x="26005" y="5133"/>
                    <a:pt x="25990" y="5156"/>
                  </a:cubicBezTo>
                  <a:cubicBezTo>
                    <a:pt x="25960" y="5185"/>
                    <a:pt x="25899" y="5206"/>
                    <a:pt x="25831" y="5206"/>
                  </a:cubicBezTo>
                  <a:cubicBezTo>
                    <a:pt x="25817" y="5206"/>
                    <a:pt x="25802" y="5205"/>
                    <a:pt x="25787" y="5203"/>
                  </a:cubicBezTo>
                  <a:cubicBezTo>
                    <a:pt x="25773" y="5201"/>
                    <a:pt x="25758" y="5200"/>
                    <a:pt x="25743" y="5200"/>
                  </a:cubicBezTo>
                  <a:cubicBezTo>
                    <a:pt x="25669" y="5200"/>
                    <a:pt x="25587" y="5223"/>
                    <a:pt x="25537" y="5263"/>
                  </a:cubicBezTo>
                  <a:cubicBezTo>
                    <a:pt x="25488" y="5302"/>
                    <a:pt x="25398" y="5325"/>
                    <a:pt x="25294" y="5325"/>
                  </a:cubicBezTo>
                  <a:cubicBezTo>
                    <a:pt x="25272" y="5325"/>
                    <a:pt x="25250" y="5324"/>
                    <a:pt x="25228" y="5322"/>
                  </a:cubicBezTo>
                  <a:cubicBezTo>
                    <a:pt x="25201" y="5319"/>
                    <a:pt x="25172" y="5318"/>
                    <a:pt x="25143" y="5318"/>
                  </a:cubicBezTo>
                  <a:cubicBezTo>
                    <a:pt x="25054" y="5318"/>
                    <a:pt x="24963" y="5331"/>
                    <a:pt x="24918" y="5358"/>
                  </a:cubicBezTo>
                  <a:cubicBezTo>
                    <a:pt x="24808" y="5404"/>
                    <a:pt x="24181" y="5457"/>
                    <a:pt x="23872" y="5457"/>
                  </a:cubicBezTo>
                  <a:cubicBezTo>
                    <a:pt x="23781" y="5457"/>
                    <a:pt x="23717" y="5452"/>
                    <a:pt x="23704" y="5441"/>
                  </a:cubicBezTo>
                  <a:cubicBezTo>
                    <a:pt x="23701" y="5439"/>
                    <a:pt x="23695" y="5437"/>
                    <a:pt x="23686" y="5437"/>
                  </a:cubicBezTo>
                  <a:cubicBezTo>
                    <a:pt x="23659" y="5437"/>
                    <a:pt x="23606" y="5453"/>
                    <a:pt x="23561" y="5489"/>
                  </a:cubicBezTo>
                  <a:cubicBezTo>
                    <a:pt x="23501" y="5537"/>
                    <a:pt x="23251" y="5572"/>
                    <a:pt x="22906" y="5572"/>
                  </a:cubicBezTo>
                  <a:cubicBezTo>
                    <a:pt x="22608" y="5596"/>
                    <a:pt x="22323" y="5620"/>
                    <a:pt x="22275" y="5632"/>
                  </a:cubicBezTo>
                  <a:cubicBezTo>
                    <a:pt x="22239" y="5668"/>
                    <a:pt x="22096" y="5680"/>
                    <a:pt x="21977" y="5680"/>
                  </a:cubicBezTo>
                  <a:cubicBezTo>
                    <a:pt x="21858" y="5680"/>
                    <a:pt x="21739" y="5692"/>
                    <a:pt x="21715" y="5715"/>
                  </a:cubicBezTo>
                  <a:cubicBezTo>
                    <a:pt x="21669" y="5750"/>
                    <a:pt x="20935" y="5906"/>
                    <a:pt x="20788" y="5906"/>
                  </a:cubicBezTo>
                  <a:cubicBezTo>
                    <a:pt x="20783" y="5906"/>
                    <a:pt x="20779" y="5906"/>
                    <a:pt x="20775" y="5906"/>
                  </a:cubicBezTo>
                  <a:cubicBezTo>
                    <a:pt x="20751" y="5906"/>
                    <a:pt x="20668" y="5930"/>
                    <a:pt x="20608" y="5965"/>
                  </a:cubicBezTo>
                  <a:cubicBezTo>
                    <a:pt x="20555" y="5987"/>
                    <a:pt x="20493" y="6027"/>
                    <a:pt x="20446" y="6027"/>
                  </a:cubicBezTo>
                  <a:cubicBezTo>
                    <a:pt x="20440" y="6027"/>
                    <a:pt x="20435" y="6026"/>
                    <a:pt x="20430" y="6025"/>
                  </a:cubicBezTo>
                  <a:cubicBezTo>
                    <a:pt x="20394" y="6025"/>
                    <a:pt x="20287" y="6049"/>
                    <a:pt x="20191" y="6096"/>
                  </a:cubicBezTo>
                  <a:cubicBezTo>
                    <a:pt x="20119" y="6133"/>
                    <a:pt x="20046" y="6148"/>
                    <a:pt x="19994" y="6148"/>
                  </a:cubicBezTo>
                  <a:cubicBezTo>
                    <a:pt x="19978" y="6148"/>
                    <a:pt x="19965" y="6147"/>
                    <a:pt x="19953" y="6144"/>
                  </a:cubicBezTo>
                  <a:cubicBezTo>
                    <a:pt x="19935" y="6138"/>
                    <a:pt x="19915" y="6135"/>
                    <a:pt x="19894" y="6135"/>
                  </a:cubicBezTo>
                  <a:cubicBezTo>
                    <a:pt x="19873" y="6135"/>
                    <a:pt x="19852" y="6138"/>
                    <a:pt x="19834" y="6144"/>
                  </a:cubicBezTo>
                  <a:cubicBezTo>
                    <a:pt x="19820" y="6158"/>
                    <a:pt x="19778" y="6164"/>
                    <a:pt x="19721" y="6164"/>
                  </a:cubicBezTo>
                  <a:cubicBezTo>
                    <a:pt x="19681" y="6164"/>
                    <a:pt x="19634" y="6161"/>
                    <a:pt x="19584" y="6156"/>
                  </a:cubicBezTo>
                  <a:cubicBezTo>
                    <a:pt x="19564" y="6154"/>
                    <a:pt x="19543" y="6153"/>
                    <a:pt x="19521" y="6153"/>
                  </a:cubicBezTo>
                  <a:cubicBezTo>
                    <a:pt x="19412" y="6153"/>
                    <a:pt x="19283" y="6178"/>
                    <a:pt x="19203" y="6227"/>
                  </a:cubicBezTo>
                  <a:cubicBezTo>
                    <a:pt x="19117" y="6270"/>
                    <a:pt x="19031" y="6301"/>
                    <a:pt x="18953" y="6301"/>
                  </a:cubicBezTo>
                  <a:cubicBezTo>
                    <a:pt x="18924" y="6301"/>
                    <a:pt x="18896" y="6297"/>
                    <a:pt x="18870" y="6287"/>
                  </a:cubicBezTo>
                  <a:cubicBezTo>
                    <a:pt x="18791" y="6264"/>
                    <a:pt x="18672" y="6253"/>
                    <a:pt x="18558" y="6253"/>
                  </a:cubicBezTo>
                  <a:cubicBezTo>
                    <a:pt x="18378" y="6253"/>
                    <a:pt x="18208" y="6279"/>
                    <a:pt x="18215" y="6323"/>
                  </a:cubicBezTo>
                  <a:cubicBezTo>
                    <a:pt x="18222" y="6356"/>
                    <a:pt x="18176" y="6371"/>
                    <a:pt x="18104" y="6371"/>
                  </a:cubicBezTo>
                  <a:cubicBezTo>
                    <a:pt x="18049" y="6371"/>
                    <a:pt x="17978" y="6362"/>
                    <a:pt x="17905" y="6346"/>
                  </a:cubicBezTo>
                  <a:cubicBezTo>
                    <a:pt x="17881" y="6342"/>
                    <a:pt x="17854" y="6340"/>
                    <a:pt x="17825" y="6340"/>
                  </a:cubicBezTo>
                  <a:cubicBezTo>
                    <a:pt x="17701" y="6340"/>
                    <a:pt x="17558" y="6377"/>
                    <a:pt x="17548" y="6406"/>
                  </a:cubicBezTo>
                  <a:cubicBezTo>
                    <a:pt x="17541" y="6458"/>
                    <a:pt x="17473" y="6487"/>
                    <a:pt x="17378" y="6487"/>
                  </a:cubicBezTo>
                  <a:cubicBezTo>
                    <a:pt x="17320" y="6487"/>
                    <a:pt x="17251" y="6476"/>
                    <a:pt x="17179" y="6454"/>
                  </a:cubicBezTo>
                  <a:cubicBezTo>
                    <a:pt x="17143" y="6444"/>
                    <a:pt x="17103" y="6441"/>
                    <a:pt x="17063" y="6441"/>
                  </a:cubicBezTo>
                  <a:cubicBezTo>
                    <a:pt x="16998" y="6441"/>
                    <a:pt x="16933" y="6451"/>
                    <a:pt x="16882" y="6465"/>
                  </a:cubicBezTo>
                  <a:cubicBezTo>
                    <a:pt x="16820" y="6488"/>
                    <a:pt x="16773" y="6502"/>
                    <a:pt x="16748" y="6502"/>
                  </a:cubicBezTo>
                  <a:cubicBezTo>
                    <a:pt x="16734" y="6502"/>
                    <a:pt x="16727" y="6498"/>
                    <a:pt x="16727" y="6489"/>
                  </a:cubicBezTo>
                  <a:cubicBezTo>
                    <a:pt x="16727" y="6471"/>
                    <a:pt x="16721" y="6462"/>
                    <a:pt x="16710" y="6462"/>
                  </a:cubicBezTo>
                  <a:cubicBezTo>
                    <a:pt x="16700" y="6462"/>
                    <a:pt x="16685" y="6471"/>
                    <a:pt x="16667" y="6489"/>
                  </a:cubicBezTo>
                  <a:cubicBezTo>
                    <a:pt x="16643" y="6513"/>
                    <a:pt x="16465" y="6525"/>
                    <a:pt x="16298" y="6549"/>
                  </a:cubicBezTo>
                  <a:cubicBezTo>
                    <a:pt x="16131" y="6561"/>
                    <a:pt x="15989" y="6584"/>
                    <a:pt x="15965" y="6608"/>
                  </a:cubicBezTo>
                  <a:cubicBezTo>
                    <a:pt x="15965" y="6620"/>
                    <a:pt x="15956" y="6626"/>
                    <a:pt x="15939" y="6626"/>
                  </a:cubicBezTo>
                  <a:cubicBezTo>
                    <a:pt x="15923" y="6626"/>
                    <a:pt x="15899" y="6620"/>
                    <a:pt x="15869" y="6608"/>
                  </a:cubicBezTo>
                  <a:cubicBezTo>
                    <a:pt x="15853" y="6598"/>
                    <a:pt x="15837" y="6594"/>
                    <a:pt x="15821" y="6594"/>
                  </a:cubicBezTo>
                  <a:cubicBezTo>
                    <a:pt x="15779" y="6594"/>
                    <a:pt x="15741" y="6625"/>
                    <a:pt x="15715" y="6668"/>
                  </a:cubicBezTo>
                  <a:cubicBezTo>
                    <a:pt x="15691" y="6727"/>
                    <a:pt x="15703" y="6763"/>
                    <a:pt x="15750" y="6763"/>
                  </a:cubicBezTo>
                  <a:cubicBezTo>
                    <a:pt x="15786" y="6763"/>
                    <a:pt x="15667" y="6811"/>
                    <a:pt x="15488" y="6846"/>
                  </a:cubicBezTo>
                  <a:cubicBezTo>
                    <a:pt x="15349" y="6864"/>
                    <a:pt x="15222" y="6875"/>
                    <a:pt x="15160" y="6875"/>
                  </a:cubicBezTo>
                  <a:cubicBezTo>
                    <a:pt x="15137" y="6875"/>
                    <a:pt x="15123" y="6873"/>
                    <a:pt x="15119" y="6870"/>
                  </a:cubicBezTo>
                  <a:cubicBezTo>
                    <a:pt x="15093" y="6838"/>
                    <a:pt x="14934" y="6819"/>
                    <a:pt x="14786" y="6819"/>
                  </a:cubicBezTo>
                  <a:cubicBezTo>
                    <a:pt x="14665" y="6819"/>
                    <a:pt x="14551" y="6832"/>
                    <a:pt x="14524" y="6858"/>
                  </a:cubicBezTo>
                  <a:cubicBezTo>
                    <a:pt x="14512" y="6870"/>
                    <a:pt x="14485" y="6876"/>
                    <a:pt x="14453" y="6876"/>
                  </a:cubicBezTo>
                  <a:cubicBezTo>
                    <a:pt x="14420" y="6876"/>
                    <a:pt x="14381" y="6870"/>
                    <a:pt x="14345" y="6858"/>
                  </a:cubicBezTo>
                  <a:cubicBezTo>
                    <a:pt x="14324" y="6845"/>
                    <a:pt x="14300" y="6840"/>
                    <a:pt x="14277" y="6840"/>
                  </a:cubicBezTo>
                  <a:cubicBezTo>
                    <a:pt x="14238" y="6840"/>
                    <a:pt x="14201" y="6855"/>
                    <a:pt x="14179" y="6870"/>
                  </a:cubicBezTo>
                  <a:cubicBezTo>
                    <a:pt x="14165" y="6891"/>
                    <a:pt x="14123" y="6904"/>
                    <a:pt x="14065" y="6904"/>
                  </a:cubicBezTo>
                  <a:cubicBezTo>
                    <a:pt x="14022" y="6904"/>
                    <a:pt x="13972" y="6897"/>
                    <a:pt x="13917" y="6882"/>
                  </a:cubicBezTo>
                  <a:cubicBezTo>
                    <a:pt x="13873" y="6874"/>
                    <a:pt x="13831" y="6870"/>
                    <a:pt x="13792" y="6870"/>
                  </a:cubicBezTo>
                  <a:cubicBezTo>
                    <a:pt x="13714" y="6870"/>
                    <a:pt x="13651" y="6886"/>
                    <a:pt x="13619" y="6918"/>
                  </a:cubicBezTo>
                  <a:cubicBezTo>
                    <a:pt x="13585" y="6946"/>
                    <a:pt x="13562" y="6961"/>
                    <a:pt x="13540" y="6961"/>
                  </a:cubicBezTo>
                  <a:cubicBezTo>
                    <a:pt x="13517" y="6961"/>
                    <a:pt x="13496" y="6943"/>
                    <a:pt x="13464" y="6906"/>
                  </a:cubicBezTo>
                  <a:cubicBezTo>
                    <a:pt x="13449" y="6880"/>
                    <a:pt x="13435" y="6865"/>
                    <a:pt x="13424" y="6865"/>
                  </a:cubicBezTo>
                  <a:cubicBezTo>
                    <a:pt x="13410" y="6865"/>
                    <a:pt x="13400" y="6888"/>
                    <a:pt x="13393" y="6942"/>
                  </a:cubicBezTo>
                  <a:cubicBezTo>
                    <a:pt x="13385" y="6996"/>
                    <a:pt x="13377" y="7020"/>
                    <a:pt x="13363" y="7020"/>
                  </a:cubicBezTo>
                  <a:cubicBezTo>
                    <a:pt x="13355" y="7020"/>
                    <a:pt x="13346" y="7014"/>
                    <a:pt x="13333" y="7001"/>
                  </a:cubicBezTo>
                  <a:cubicBezTo>
                    <a:pt x="13318" y="6978"/>
                    <a:pt x="13287" y="6960"/>
                    <a:pt x="13245" y="6960"/>
                  </a:cubicBezTo>
                  <a:cubicBezTo>
                    <a:pt x="13222" y="6960"/>
                    <a:pt x="13196" y="6965"/>
                    <a:pt x="13167" y="6977"/>
                  </a:cubicBezTo>
                  <a:cubicBezTo>
                    <a:pt x="13107" y="6989"/>
                    <a:pt x="12976" y="6989"/>
                    <a:pt x="12893" y="6989"/>
                  </a:cubicBezTo>
                  <a:cubicBezTo>
                    <a:pt x="12865" y="6986"/>
                    <a:pt x="12839" y="6984"/>
                    <a:pt x="12816" y="6984"/>
                  </a:cubicBezTo>
                  <a:cubicBezTo>
                    <a:pt x="12761" y="6984"/>
                    <a:pt x="12723" y="6993"/>
                    <a:pt x="12714" y="7001"/>
                  </a:cubicBezTo>
                  <a:cubicBezTo>
                    <a:pt x="12714" y="7037"/>
                    <a:pt x="12619" y="7049"/>
                    <a:pt x="12512" y="7049"/>
                  </a:cubicBezTo>
                  <a:cubicBezTo>
                    <a:pt x="12417" y="7049"/>
                    <a:pt x="12321" y="7085"/>
                    <a:pt x="12321" y="7096"/>
                  </a:cubicBezTo>
                  <a:cubicBezTo>
                    <a:pt x="12321" y="7113"/>
                    <a:pt x="12292" y="7130"/>
                    <a:pt x="12253" y="7130"/>
                  </a:cubicBezTo>
                  <a:cubicBezTo>
                    <a:pt x="12237" y="7130"/>
                    <a:pt x="12220" y="7127"/>
                    <a:pt x="12202" y="7120"/>
                  </a:cubicBezTo>
                  <a:cubicBezTo>
                    <a:pt x="12196" y="7119"/>
                    <a:pt x="12190" y="7118"/>
                    <a:pt x="12184" y="7118"/>
                  </a:cubicBezTo>
                  <a:cubicBezTo>
                    <a:pt x="12131" y="7118"/>
                    <a:pt x="12082" y="7162"/>
                    <a:pt x="12071" y="7216"/>
                  </a:cubicBezTo>
                  <a:lnTo>
                    <a:pt x="12059" y="7323"/>
                  </a:lnTo>
                  <a:lnTo>
                    <a:pt x="12000" y="7204"/>
                  </a:lnTo>
                  <a:cubicBezTo>
                    <a:pt x="11968" y="7131"/>
                    <a:pt x="11941" y="7102"/>
                    <a:pt x="11890" y="7102"/>
                  </a:cubicBezTo>
                  <a:cubicBezTo>
                    <a:pt x="11866" y="7102"/>
                    <a:pt x="11836" y="7109"/>
                    <a:pt x="11798" y="7120"/>
                  </a:cubicBezTo>
                  <a:cubicBezTo>
                    <a:pt x="11726" y="7156"/>
                    <a:pt x="11643" y="7180"/>
                    <a:pt x="11607" y="7216"/>
                  </a:cubicBezTo>
                  <a:cubicBezTo>
                    <a:pt x="11575" y="7241"/>
                    <a:pt x="11506" y="7253"/>
                    <a:pt x="11400" y="7253"/>
                  </a:cubicBezTo>
                  <a:cubicBezTo>
                    <a:pt x="11309" y="7253"/>
                    <a:pt x="11191" y="7244"/>
                    <a:pt x="11047" y="7227"/>
                  </a:cubicBezTo>
                  <a:cubicBezTo>
                    <a:pt x="11008" y="7225"/>
                    <a:pt x="10974" y="7223"/>
                    <a:pt x="10945" y="7223"/>
                  </a:cubicBezTo>
                  <a:cubicBezTo>
                    <a:pt x="10851" y="7223"/>
                    <a:pt x="10809" y="7239"/>
                    <a:pt x="10809" y="7275"/>
                  </a:cubicBezTo>
                  <a:cubicBezTo>
                    <a:pt x="10809" y="7311"/>
                    <a:pt x="10782" y="7327"/>
                    <a:pt x="10747" y="7327"/>
                  </a:cubicBezTo>
                  <a:cubicBezTo>
                    <a:pt x="10737" y="7327"/>
                    <a:pt x="10725" y="7325"/>
                    <a:pt x="10714" y="7323"/>
                  </a:cubicBezTo>
                  <a:cubicBezTo>
                    <a:pt x="10698" y="7316"/>
                    <a:pt x="10679" y="7312"/>
                    <a:pt x="10658" y="7312"/>
                  </a:cubicBezTo>
                  <a:cubicBezTo>
                    <a:pt x="10536" y="7312"/>
                    <a:pt x="10356" y="7415"/>
                    <a:pt x="10416" y="7466"/>
                  </a:cubicBezTo>
                  <a:cubicBezTo>
                    <a:pt x="10421" y="7470"/>
                    <a:pt x="10418" y="7473"/>
                    <a:pt x="10406" y="7473"/>
                  </a:cubicBezTo>
                  <a:cubicBezTo>
                    <a:pt x="10389" y="7473"/>
                    <a:pt x="10353" y="7468"/>
                    <a:pt x="10297" y="7454"/>
                  </a:cubicBezTo>
                  <a:cubicBezTo>
                    <a:pt x="10245" y="7433"/>
                    <a:pt x="10200" y="7423"/>
                    <a:pt x="10156" y="7423"/>
                  </a:cubicBezTo>
                  <a:cubicBezTo>
                    <a:pt x="10101" y="7423"/>
                    <a:pt x="10048" y="7439"/>
                    <a:pt x="9988" y="7466"/>
                  </a:cubicBezTo>
                  <a:cubicBezTo>
                    <a:pt x="9937" y="7491"/>
                    <a:pt x="9896" y="7503"/>
                    <a:pt x="9869" y="7503"/>
                  </a:cubicBezTo>
                  <a:cubicBezTo>
                    <a:pt x="9846" y="7503"/>
                    <a:pt x="9833" y="7494"/>
                    <a:pt x="9833" y="7477"/>
                  </a:cubicBezTo>
                  <a:cubicBezTo>
                    <a:pt x="9849" y="7429"/>
                    <a:pt x="9693" y="7391"/>
                    <a:pt x="9578" y="7391"/>
                  </a:cubicBezTo>
                  <a:cubicBezTo>
                    <a:pt x="9524" y="7391"/>
                    <a:pt x="9479" y="7399"/>
                    <a:pt x="9464" y="7418"/>
                  </a:cubicBezTo>
                  <a:cubicBezTo>
                    <a:pt x="9455" y="7445"/>
                    <a:pt x="9366" y="7458"/>
                    <a:pt x="9256" y="7458"/>
                  </a:cubicBezTo>
                  <a:cubicBezTo>
                    <a:pt x="9220" y="7458"/>
                    <a:pt x="9181" y="7457"/>
                    <a:pt x="9142" y="7454"/>
                  </a:cubicBezTo>
                  <a:cubicBezTo>
                    <a:pt x="9062" y="7445"/>
                    <a:pt x="8974" y="7441"/>
                    <a:pt x="8891" y="7441"/>
                  </a:cubicBezTo>
                  <a:cubicBezTo>
                    <a:pt x="8642" y="7441"/>
                    <a:pt x="8437" y="7474"/>
                    <a:pt x="8607" y="7501"/>
                  </a:cubicBezTo>
                  <a:cubicBezTo>
                    <a:pt x="8678" y="7513"/>
                    <a:pt x="8726" y="7561"/>
                    <a:pt x="8726" y="7597"/>
                  </a:cubicBezTo>
                  <a:cubicBezTo>
                    <a:pt x="8726" y="7644"/>
                    <a:pt x="8750" y="7704"/>
                    <a:pt x="8797" y="7716"/>
                  </a:cubicBezTo>
                  <a:cubicBezTo>
                    <a:pt x="8821" y="7727"/>
                    <a:pt x="8818" y="7733"/>
                    <a:pt x="8791" y="7733"/>
                  </a:cubicBezTo>
                  <a:cubicBezTo>
                    <a:pt x="8764" y="7733"/>
                    <a:pt x="8714" y="7727"/>
                    <a:pt x="8642" y="7716"/>
                  </a:cubicBezTo>
                  <a:cubicBezTo>
                    <a:pt x="8488" y="7692"/>
                    <a:pt x="8404" y="7656"/>
                    <a:pt x="8428" y="7597"/>
                  </a:cubicBezTo>
                  <a:cubicBezTo>
                    <a:pt x="8440" y="7537"/>
                    <a:pt x="8380" y="7513"/>
                    <a:pt x="8214" y="7501"/>
                  </a:cubicBezTo>
                  <a:cubicBezTo>
                    <a:pt x="8154" y="7493"/>
                    <a:pt x="8112" y="7488"/>
                    <a:pt x="8082" y="7488"/>
                  </a:cubicBezTo>
                  <a:cubicBezTo>
                    <a:pt x="8023" y="7488"/>
                    <a:pt x="8015" y="7509"/>
                    <a:pt x="8023" y="7573"/>
                  </a:cubicBezTo>
                  <a:cubicBezTo>
                    <a:pt x="8035" y="7632"/>
                    <a:pt x="7988" y="7692"/>
                    <a:pt x="7928" y="7716"/>
                  </a:cubicBezTo>
                  <a:cubicBezTo>
                    <a:pt x="7874" y="7742"/>
                    <a:pt x="7834" y="7756"/>
                    <a:pt x="7818" y="7756"/>
                  </a:cubicBezTo>
                  <a:cubicBezTo>
                    <a:pt x="7812" y="7756"/>
                    <a:pt x="7809" y="7754"/>
                    <a:pt x="7809" y="7751"/>
                  </a:cubicBezTo>
                  <a:cubicBezTo>
                    <a:pt x="7809" y="7748"/>
                    <a:pt x="7802" y="7747"/>
                    <a:pt x="7790" y="7747"/>
                  </a:cubicBezTo>
                  <a:cubicBezTo>
                    <a:pt x="7756" y="7747"/>
                    <a:pt x="7682" y="7758"/>
                    <a:pt x="7595" y="7775"/>
                  </a:cubicBezTo>
                  <a:cubicBezTo>
                    <a:pt x="7476" y="7811"/>
                    <a:pt x="7357" y="7858"/>
                    <a:pt x="7357" y="7870"/>
                  </a:cubicBezTo>
                  <a:cubicBezTo>
                    <a:pt x="7345" y="7899"/>
                    <a:pt x="7364" y="7914"/>
                    <a:pt x="7403" y="7914"/>
                  </a:cubicBezTo>
                  <a:cubicBezTo>
                    <a:pt x="7446" y="7914"/>
                    <a:pt x="7514" y="7896"/>
                    <a:pt x="7595" y="7858"/>
                  </a:cubicBezTo>
                  <a:cubicBezTo>
                    <a:pt x="7648" y="7832"/>
                    <a:pt x="7708" y="7818"/>
                    <a:pt x="7745" y="7818"/>
                  </a:cubicBezTo>
                  <a:cubicBezTo>
                    <a:pt x="7758" y="7818"/>
                    <a:pt x="7767" y="7820"/>
                    <a:pt x="7773" y="7823"/>
                  </a:cubicBezTo>
                  <a:cubicBezTo>
                    <a:pt x="7838" y="7888"/>
                    <a:pt x="7686" y="7993"/>
                    <a:pt x="7523" y="7993"/>
                  </a:cubicBezTo>
                  <a:cubicBezTo>
                    <a:pt x="7507" y="7993"/>
                    <a:pt x="7491" y="7992"/>
                    <a:pt x="7476" y="7989"/>
                  </a:cubicBezTo>
                  <a:cubicBezTo>
                    <a:pt x="7450" y="7986"/>
                    <a:pt x="7425" y="7985"/>
                    <a:pt x="7402" y="7985"/>
                  </a:cubicBezTo>
                  <a:cubicBezTo>
                    <a:pt x="7338" y="7985"/>
                    <a:pt x="7284" y="7996"/>
                    <a:pt x="7249" y="8013"/>
                  </a:cubicBezTo>
                  <a:cubicBezTo>
                    <a:pt x="7232" y="8031"/>
                    <a:pt x="7202" y="8040"/>
                    <a:pt x="7168" y="8040"/>
                  </a:cubicBezTo>
                  <a:cubicBezTo>
                    <a:pt x="7133" y="8040"/>
                    <a:pt x="7095" y="8031"/>
                    <a:pt x="7059" y="8013"/>
                  </a:cubicBezTo>
                  <a:cubicBezTo>
                    <a:pt x="7010" y="7998"/>
                    <a:pt x="6977" y="7990"/>
                    <a:pt x="6961" y="7990"/>
                  </a:cubicBezTo>
                  <a:cubicBezTo>
                    <a:pt x="6938" y="7990"/>
                    <a:pt x="6951" y="8007"/>
                    <a:pt x="6999" y="8049"/>
                  </a:cubicBezTo>
                  <a:cubicBezTo>
                    <a:pt x="7071" y="8120"/>
                    <a:pt x="7059" y="8132"/>
                    <a:pt x="6964" y="8156"/>
                  </a:cubicBezTo>
                  <a:cubicBezTo>
                    <a:pt x="6955" y="8158"/>
                    <a:pt x="6946" y="8158"/>
                    <a:pt x="6938" y="8158"/>
                  </a:cubicBezTo>
                  <a:cubicBezTo>
                    <a:pt x="6884" y="8158"/>
                    <a:pt x="6856" y="8123"/>
                    <a:pt x="6856" y="8061"/>
                  </a:cubicBezTo>
                  <a:cubicBezTo>
                    <a:pt x="6874" y="7981"/>
                    <a:pt x="6748" y="7915"/>
                    <a:pt x="6643" y="7915"/>
                  </a:cubicBezTo>
                  <a:cubicBezTo>
                    <a:pt x="6606" y="7915"/>
                    <a:pt x="6572" y="7923"/>
                    <a:pt x="6547" y="7942"/>
                  </a:cubicBezTo>
                  <a:cubicBezTo>
                    <a:pt x="6523" y="7954"/>
                    <a:pt x="6559" y="7989"/>
                    <a:pt x="6654" y="8001"/>
                  </a:cubicBezTo>
                  <a:cubicBezTo>
                    <a:pt x="6737" y="8013"/>
                    <a:pt x="6797" y="8049"/>
                    <a:pt x="6797" y="8073"/>
                  </a:cubicBezTo>
                  <a:cubicBezTo>
                    <a:pt x="6797" y="8108"/>
                    <a:pt x="6797" y="8180"/>
                    <a:pt x="6821" y="8239"/>
                  </a:cubicBezTo>
                  <a:cubicBezTo>
                    <a:pt x="6833" y="8311"/>
                    <a:pt x="6797" y="8347"/>
                    <a:pt x="6654" y="8370"/>
                  </a:cubicBezTo>
                  <a:cubicBezTo>
                    <a:pt x="6535" y="8394"/>
                    <a:pt x="6475" y="8430"/>
                    <a:pt x="6487" y="8478"/>
                  </a:cubicBezTo>
                  <a:cubicBezTo>
                    <a:pt x="6511" y="8525"/>
                    <a:pt x="6484" y="8549"/>
                    <a:pt x="6444" y="8549"/>
                  </a:cubicBezTo>
                  <a:cubicBezTo>
                    <a:pt x="6404" y="8549"/>
                    <a:pt x="6350" y="8525"/>
                    <a:pt x="6321" y="8478"/>
                  </a:cubicBezTo>
                  <a:cubicBezTo>
                    <a:pt x="6312" y="8460"/>
                    <a:pt x="6298" y="8452"/>
                    <a:pt x="6279" y="8452"/>
                  </a:cubicBezTo>
                  <a:cubicBezTo>
                    <a:pt x="6247" y="8452"/>
                    <a:pt x="6198" y="8476"/>
                    <a:pt x="6130" y="8513"/>
                  </a:cubicBezTo>
                  <a:cubicBezTo>
                    <a:pt x="5999" y="8597"/>
                    <a:pt x="5999" y="8609"/>
                    <a:pt x="6106" y="8668"/>
                  </a:cubicBezTo>
                  <a:cubicBezTo>
                    <a:pt x="6166" y="8716"/>
                    <a:pt x="6321" y="8751"/>
                    <a:pt x="6499" y="8751"/>
                  </a:cubicBezTo>
                  <a:cubicBezTo>
                    <a:pt x="6821" y="8751"/>
                    <a:pt x="6904" y="8870"/>
                    <a:pt x="6595" y="8882"/>
                  </a:cubicBezTo>
                  <a:cubicBezTo>
                    <a:pt x="6499" y="8882"/>
                    <a:pt x="6321" y="8930"/>
                    <a:pt x="6225" y="8990"/>
                  </a:cubicBezTo>
                  <a:cubicBezTo>
                    <a:pt x="6047" y="9061"/>
                    <a:pt x="6023" y="9109"/>
                    <a:pt x="6071" y="9192"/>
                  </a:cubicBezTo>
                  <a:cubicBezTo>
                    <a:pt x="6097" y="9235"/>
                    <a:pt x="6116" y="9266"/>
                    <a:pt x="6125" y="9266"/>
                  </a:cubicBezTo>
                  <a:cubicBezTo>
                    <a:pt x="6128" y="9266"/>
                    <a:pt x="6130" y="9261"/>
                    <a:pt x="6130" y="9251"/>
                  </a:cubicBezTo>
                  <a:cubicBezTo>
                    <a:pt x="6135" y="9221"/>
                    <a:pt x="6167" y="9206"/>
                    <a:pt x="6200" y="9206"/>
                  </a:cubicBezTo>
                  <a:cubicBezTo>
                    <a:pt x="6244" y="9206"/>
                    <a:pt x="6292" y="9233"/>
                    <a:pt x="6285" y="9287"/>
                  </a:cubicBezTo>
                  <a:cubicBezTo>
                    <a:pt x="6271" y="9337"/>
                    <a:pt x="6178" y="9370"/>
                    <a:pt x="6100" y="9370"/>
                  </a:cubicBezTo>
                  <a:cubicBezTo>
                    <a:pt x="6048" y="9370"/>
                    <a:pt x="6001" y="9356"/>
                    <a:pt x="5987" y="9323"/>
                  </a:cubicBezTo>
                  <a:cubicBezTo>
                    <a:pt x="5968" y="9303"/>
                    <a:pt x="5952" y="9294"/>
                    <a:pt x="5933" y="9294"/>
                  </a:cubicBezTo>
                  <a:cubicBezTo>
                    <a:pt x="5918" y="9294"/>
                    <a:pt x="5902" y="9300"/>
                    <a:pt x="5880" y="9311"/>
                  </a:cubicBezTo>
                  <a:cubicBezTo>
                    <a:pt x="5844" y="9347"/>
                    <a:pt x="5868" y="9359"/>
                    <a:pt x="5904" y="9371"/>
                  </a:cubicBezTo>
                  <a:cubicBezTo>
                    <a:pt x="5952" y="9371"/>
                    <a:pt x="5963" y="9406"/>
                    <a:pt x="5940" y="9418"/>
                  </a:cubicBezTo>
                  <a:cubicBezTo>
                    <a:pt x="5904" y="9430"/>
                    <a:pt x="5963" y="9478"/>
                    <a:pt x="6071" y="9502"/>
                  </a:cubicBezTo>
                  <a:cubicBezTo>
                    <a:pt x="6261" y="9561"/>
                    <a:pt x="6344" y="9787"/>
                    <a:pt x="6166" y="9799"/>
                  </a:cubicBezTo>
                  <a:cubicBezTo>
                    <a:pt x="6106" y="9808"/>
                    <a:pt x="6066" y="9814"/>
                    <a:pt x="6042" y="9814"/>
                  </a:cubicBezTo>
                  <a:cubicBezTo>
                    <a:pt x="6005" y="9814"/>
                    <a:pt x="6010" y="9800"/>
                    <a:pt x="6047" y="9763"/>
                  </a:cubicBezTo>
                  <a:cubicBezTo>
                    <a:pt x="6071" y="9728"/>
                    <a:pt x="6023" y="9704"/>
                    <a:pt x="5940" y="9704"/>
                  </a:cubicBezTo>
                  <a:cubicBezTo>
                    <a:pt x="5890" y="9696"/>
                    <a:pt x="5856" y="9691"/>
                    <a:pt x="5837" y="9691"/>
                  </a:cubicBezTo>
                  <a:cubicBezTo>
                    <a:pt x="5795" y="9691"/>
                    <a:pt x="5815" y="9714"/>
                    <a:pt x="5880" y="9787"/>
                  </a:cubicBezTo>
                  <a:cubicBezTo>
                    <a:pt x="5940" y="9847"/>
                    <a:pt x="5987" y="9954"/>
                    <a:pt x="5987" y="10025"/>
                  </a:cubicBezTo>
                  <a:cubicBezTo>
                    <a:pt x="5987" y="10097"/>
                    <a:pt x="6023" y="10180"/>
                    <a:pt x="6071" y="10204"/>
                  </a:cubicBezTo>
                  <a:cubicBezTo>
                    <a:pt x="6142" y="10240"/>
                    <a:pt x="6142" y="10252"/>
                    <a:pt x="6071" y="10264"/>
                  </a:cubicBezTo>
                  <a:cubicBezTo>
                    <a:pt x="5940" y="10299"/>
                    <a:pt x="6047" y="10394"/>
                    <a:pt x="6249" y="10454"/>
                  </a:cubicBezTo>
                  <a:cubicBezTo>
                    <a:pt x="6321" y="10478"/>
                    <a:pt x="6368" y="10502"/>
                    <a:pt x="6344" y="10537"/>
                  </a:cubicBezTo>
                  <a:cubicBezTo>
                    <a:pt x="6324" y="10551"/>
                    <a:pt x="6307" y="10557"/>
                    <a:pt x="6287" y="10557"/>
                  </a:cubicBezTo>
                  <a:cubicBezTo>
                    <a:pt x="6273" y="10557"/>
                    <a:pt x="6257" y="10554"/>
                    <a:pt x="6237" y="10549"/>
                  </a:cubicBezTo>
                  <a:cubicBezTo>
                    <a:pt x="6227" y="10546"/>
                    <a:pt x="6217" y="10544"/>
                    <a:pt x="6209" y="10544"/>
                  </a:cubicBezTo>
                  <a:cubicBezTo>
                    <a:pt x="6190" y="10544"/>
                    <a:pt x="6178" y="10553"/>
                    <a:pt x="6178" y="10561"/>
                  </a:cubicBezTo>
                  <a:cubicBezTo>
                    <a:pt x="6168" y="10610"/>
                    <a:pt x="6532" y="10692"/>
                    <a:pt x="6726" y="10692"/>
                  </a:cubicBezTo>
                  <a:cubicBezTo>
                    <a:pt x="6767" y="10692"/>
                    <a:pt x="6800" y="10688"/>
                    <a:pt x="6821" y="10680"/>
                  </a:cubicBezTo>
                  <a:cubicBezTo>
                    <a:pt x="6845" y="10672"/>
                    <a:pt x="6868" y="10668"/>
                    <a:pt x="6890" y="10668"/>
                  </a:cubicBezTo>
                  <a:cubicBezTo>
                    <a:pt x="6989" y="10668"/>
                    <a:pt x="7058" y="10747"/>
                    <a:pt x="6999" y="10835"/>
                  </a:cubicBezTo>
                  <a:cubicBezTo>
                    <a:pt x="6953" y="10881"/>
                    <a:pt x="6855" y="10906"/>
                    <a:pt x="6758" y="10906"/>
                  </a:cubicBezTo>
                  <a:cubicBezTo>
                    <a:pt x="6682" y="10906"/>
                    <a:pt x="6606" y="10890"/>
                    <a:pt x="6559" y="10859"/>
                  </a:cubicBezTo>
                  <a:cubicBezTo>
                    <a:pt x="6534" y="10842"/>
                    <a:pt x="6484" y="10825"/>
                    <a:pt x="6449" y="10825"/>
                  </a:cubicBezTo>
                  <a:cubicBezTo>
                    <a:pt x="6435" y="10825"/>
                    <a:pt x="6423" y="10828"/>
                    <a:pt x="6416" y="10835"/>
                  </a:cubicBezTo>
                  <a:cubicBezTo>
                    <a:pt x="6405" y="10838"/>
                    <a:pt x="6398" y="10839"/>
                    <a:pt x="6395" y="10839"/>
                  </a:cubicBezTo>
                  <a:cubicBezTo>
                    <a:pt x="6386" y="10839"/>
                    <a:pt x="6418" y="10824"/>
                    <a:pt x="6464" y="10787"/>
                  </a:cubicBezTo>
                  <a:cubicBezTo>
                    <a:pt x="6528" y="10741"/>
                    <a:pt x="6543" y="10724"/>
                    <a:pt x="6496" y="10724"/>
                  </a:cubicBezTo>
                  <a:cubicBezTo>
                    <a:pt x="6482" y="10724"/>
                    <a:pt x="6464" y="10725"/>
                    <a:pt x="6440" y="10728"/>
                  </a:cubicBezTo>
                  <a:cubicBezTo>
                    <a:pt x="6368" y="10740"/>
                    <a:pt x="6309" y="10752"/>
                    <a:pt x="6309" y="10787"/>
                  </a:cubicBezTo>
                  <a:cubicBezTo>
                    <a:pt x="6309" y="10811"/>
                    <a:pt x="6249" y="10811"/>
                    <a:pt x="6190" y="10811"/>
                  </a:cubicBezTo>
                  <a:cubicBezTo>
                    <a:pt x="6170" y="10808"/>
                    <a:pt x="6154" y="10807"/>
                    <a:pt x="6141" y="10807"/>
                  </a:cubicBezTo>
                  <a:cubicBezTo>
                    <a:pt x="6100" y="10807"/>
                    <a:pt x="6097" y="10822"/>
                    <a:pt x="6142" y="10859"/>
                  </a:cubicBezTo>
                  <a:cubicBezTo>
                    <a:pt x="6202" y="10918"/>
                    <a:pt x="6190" y="10930"/>
                    <a:pt x="6083" y="10966"/>
                  </a:cubicBezTo>
                  <a:cubicBezTo>
                    <a:pt x="5918" y="11021"/>
                    <a:pt x="6125" y="11097"/>
                    <a:pt x="6344" y="11097"/>
                  </a:cubicBezTo>
                  <a:cubicBezTo>
                    <a:pt x="6410" y="11097"/>
                    <a:pt x="6477" y="11090"/>
                    <a:pt x="6535" y="11073"/>
                  </a:cubicBezTo>
                  <a:cubicBezTo>
                    <a:pt x="6604" y="11050"/>
                    <a:pt x="6678" y="11037"/>
                    <a:pt x="6732" y="11037"/>
                  </a:cubicBezTo>
                  <a:cubicBezTo>
                    <a:pt x="6761" y="11037"/>
                    <a:pt x="6784" y="11041"/>
                    <a:pt x="6797" y="11049"/>
                  </a:cubicBezTo>
                  <a:cubicBezTo>
                    <a:pt x="6892" y="11097"/>
                    <a:pt x="6904" y="11383"/>
                    <a:pt x="6821" y="11383"/>
                  </a:cubicBezTo>
                  <a:cubicBezTo>
                    <a:pt x="6773" y="11383"/>
                    <a:pt x="6702" y="11407"/>
                    <a:pt x="6642" y="11442"/>
                  </a:cubicBezTo>
                  <a:cubicBezTo>
                    <a:pt x="6585" y="11477"/>
                    <a:pt x="6555" y="11494"/>
                    <a:pt x="6546" y="11494"/>
                  </a:cubicBezTo>
                  <a:cubicBezTo>
                    <a:pt x="6537" y="11494"/>
                    <a:pt x="6552" y="11474"/>
                    <a:pt x="6583" y="11430"/>
                  </a:cubicBezTo>
                  <a:cubicBezTo>
                    <a:pt x="6606" y="11383"/>
                    <a:pt x="6595" y="11335"/>
                    <a:pt x="6523" y="11335"/>
                  </a:cubicBezTo>
                  <a:cubicBezTo>
                    <a:pt x="6508" y="11332"/>
                    <a:pt x="6494" y="11331"/>
                    <a:pt x="6481" y="11331"/>
                  </a:cubicBezTo>
                  <a:cubicBezTo>
                    <a:pt x="6442" y="11331"/>
                    <a:pt x="6413" y="11344"/>
                    <a:pt x="6404" y="11371"/>
                  </a:cubicBezTo>
                  <a:cubicBezTo>
                    <a:pt x="6404" y="11388"/>
                    <a:pt x="6359" y="11399"/>
                    <a:pt x="6307" y="11399"/>
                  </a:cubicBezTo>
                  <a:cubicBezTo>
                    <a:pt x="6288" y="11399"/>
                    <a:pt x="6268" y="11398"/>
                    <a:pt x="6249" y="11395"/>
                  </a:cubicBezTo>
                  <a:cubicBezTo>
                    <a:pt x="6225" y="11391"/>
                    <a:pt x="6202" y="11390"/>
                    <a:pt x="6183" y="11390"/>
                  </a:cubicBezTo>
                  <a:cubicBezTo>
                    <a:pt x="6136" y="11390"/>
                    <a:pt x="6106" y="11398"/>
                    <a:pt x="6106" y="11407"/>
                  </a:cubicBezTo>
                  <a:cubicBezTo>
                    <a:pt x="6089" y="11468"/>
                    <a:pt x="6215" y="11524"/>
                    <a:pt x="6306" y="11524"/>
                  </a:cubicBezTo>
                  <a:cubicBezTo>
                    <a:pt x="6338" y="11524"/>
                    <a:pt x="6365" y="11517"/>
                    <a:pt x="6380" y="11502"/>
                  </a:cubicBezTo>
                  <a:cubicBezTo>
                    <a:pt x="6396" y="11491"/>
                    <a:pt x="6411" y="11485"/>
                    <a:pt x="6426" y="11485"/>
                  </a:cubicBezTo>
                  <a:cubicBezTo>
                    <a:pt x="6488" y="11485"/>
                    <a:pt x="6537" y="11583"/>
                    <a:pt x="6547" y="11728"/>
                  </a:cubicBezTo>
                  <a:cubicBezTo>
                    <a:pt x="6547" y="11790"/>
                    <a:pt x="6540" y="11825"/>
                    <a:pt x="6513" y="11825"/>
                  </a:cubicBezTo>
                  <a:cubicBezTo>
                    <a:pt x="6503" y="11825"/>
                    <a:pt x="6491" y="11821"/>
                    <a:pt x="6475" y="11811"/>
                  </a:cubicBezTo>
                  <a:cubicBezTo>
                    <a:pt x="6452" y="11799"/>
                    <a:pt x="6437" y="11793"/>
                    <a:pt x="6429" y="11793"/>
                  </a:cubicBezTo>
                  <a:cubicBezTo>
                    <a:pt x="6422" y="11793"/>
                    <a:pt x="6422" y="11799"/>
                    <a:pt x="6428" y="11811"/>
                  </a:cubicBezTo>
                  <a:cubicBezTo>
                    <a:pt x="6440" y="11847"/>
                    <a:pt x="6475" y="11966"/>
                    <a:pt x="6475" y="12097"/>
                  </a:cubicBezTo>
                  <a:cubicBezTo>
                    <a:pt x="6485" y="12245"/>
                    <a:pt x="6480" y="12300"/>
                    <a:pt x="6432" y="12300"/>
                  </a:cubicBezTo>
                  <a:cubicBezTo>
                    <a:pt x="6418" y="12300"/>
                    <a:pt x="6401" y="12295"/>
                    <a:pt x="6380" y="12288"/>
                  </a:cubicBezTo>
                  <a:cubicBezTo>
                    <a:pt x="6360" y="12280"/>
                    <a:pt x="6337" y="12276"/>
                    <a:pt x="6311" y="12276"/>
                  </a:cubicBezTo>
                  <a:cubicBezTo>
                    <a:pt x="6258" y="12276"/>
                    <a:pt x="6198" y="12292"/>
                    <a:pt x="6142" y="12323"/>
                  </a:cubicBezTo>
                  <a:cubicBezTo>
                    <a:pt x="6071" y="12359"/>
                    <a:pt x="5821" y="12407"/>
                    <a:pt x="5594" y="12419"/>
                  </a:cubicBezTo>
                  <a:cubicBezTo>
                    <a:pt x="5368" y="12442"/>
                    <a:pt x="5154" y="12478"/>
                    <a:pt x="5094" y="12514"/>
                  </a:cubicBezTo>
                  <a:cubicBezTo>
                    <a:pt x="5059" y="12528"/>
                    <a:pt x="5012" y="12534"/>
                    <a:pt x="4963" y="12534"/>
                  </a:cubicBezTo>
                  <a:cubicBezTo>
                    <a:pt x="4927" y="12534"/>
                    <a:pt x="4891" y="12531"/>
                    <a:pt x="4856" y="12526"/>
                  </a:cubicBezTo>
                  <a:cubicBezTo>
                    <a:pt x="4804" y="12508"/>
                    <a:pt x="4743" y="12500"/>
                    <a:pt x="4674" y="12500"/>
                  </a:cubicBezTo>
                  <a:cubicBezTo>
                    <a:pt x="4555" y="12500"/>
                    <a:pt x="4410" y="12524"/>
                    <a:pt x="4237" y="12561"/>
                  </a:cubicBezTo>
                  <a:cubicBezTo>
                    <a:pt x="4035" y="12597"/>
                    <a:pt x="3749" y="12633"/>
                    <a:pt x="3511" y="12633"/>
                  </a:cubicBezTo>
                  <a:cubicBezTo>
                    <a:pt x="3380" y="12633"/>
                    <a:pt x="3273" y="12645"/>
                    <a:pt x="3273" y="12680"/>
                  </a:cubicBezTo>
                  <a:cubicBezTo>
                    <a:pt x="3273" y="12690"/>
                    <a:pt x="3164" y="12708"/>
                    <a:pt x="3021" y="12708"/>
                  </a:cubicBezTo>
                  <a:cubicBezTo>
                    <a:pt x="2987" y="12708"/>
                    <a:pt x="2952" y="12707"/>
                    <a:pt x="2915" y="12704"/>
                  </a:cubicBezTo>
                  <a:cubicBezTo>
                    <a:pt x="2713" y="12704"/>
                    <a:pt x="2570" y="12740"/>
                    <a:pt x="2570" y="12764"/>
                  </a:cubicBezTo>
                  <a:cubicBezTo>
                    <a:pt x="2570" y="12800"/>
                    <a:pt x="2534" y="12859"/>
                    <a:pt x="2475" y="12883"/>
                  </a:cubicBezTo>
                  <a:cubicBezTo>
                    <a:pt x="2404" y="12916"/>
                    <a:pt x="2343" y="12931"/>
                    <a:pt x="2312" y="12931"/>
                  </a:cubicBezTo>
                  <a:cubicBezTo>
                    <a:pt x="2274" y="12931"/>
                    <a:pt x="2279" y="12910"/>
                    <a:pt x="2356" y="12871"/>
                  </a:cubicBezTo>
                  <a:cubicBezTo>
                    <a:pt x="2415" y="12835"/>
                    <a:pt x="2427" y="12800"/>
                    <a:pt x="2380" y="12776"/>
                  </a:cubicBezTo>
                  <a:cubicBezTo>
                    <a:pt x="2364" y="12772"/>
                    <a:pt x="2349" y="12769"/>
                    <a:pt x="2336" y="12769"/>
                  </a:cubicBezTo>
                  <a:cubicBezTo>
                    <a:pt x="2308" y="12769"/>
                    <a:pt x="2284" y="12780"/>
                    <a:pt x="2261" y="12811"/>
                  </a:cubicBezTo>
                  <a:cubicBezTo>
                    <a:pt x="2240" y="12832"/>
                    <a:pt x="2157" y="12861"/>
                    <a:pt x="2059" y="12861"/>
                  </a:cubicBezTo>
                  <a:cubicBezTo>
                    <a:pt x="2043" y="12861"/>
                    <a:pt x="2027" y="12861"/>
                    <a:pt x="2011" y="12859"/>
                  </a:cubicBezTo>
                  <a:cubicBezTo>
                    <a:pt x="1937" y="12849"/>
                    <a:pt x="1893" y="12843"/>
                    <a:pt x="1876" y="12843"/>
                  </a:cubicBezTo>
                  <a:cubicBezTo>
                    <a:pt x="1852" y="12843"/>
                    <a:pt x="1881" y="12855"/>
                    <a:pt x="1951" y="12883"/>
                  </a:cubicBezTo>
                  <a:cubicBezTo>
                    <a:pt x="2082" y="12930"/>
                    <a:pt x="2070" y="12942"/>
                    <a:pt x="1880" y="13002"/>
                  </a:cubicBezTo>
                  <a:cubicBezTo>
                    <a:pt x="1817" y="13023"/>
                    <a:pt x="1747" y="13035"/>
                    <a:pt x="1690" y="13035"/>
                  </a:cubicBezTo>
                  <a:cubicBezTo>
                    <a:pt x="1648" y="13035"/>
                    <a:pt x="1614" y="13029"/>
                    <a:pt x="1594" y="13014"/>
                  </a:cubicBezTo>
                  <a:cubicBezTo>
                    <a:pt x="1585" y="13010"/>
                    <a:pt x="1578" y="13008"/>
                    <a:pt x="1570" y="13008"/>
                  </a:cubicBezTo>
                  <a:cubicBezTo>
                    <a:pt x="1538" y="13008"/>
                    <a:pt x="1518" y="13048"/>
                    <a:pt x="1499" y="13097"/>
                  </a:cubicBezTo>
                  <a:cubicBezTo>
                    <a:pt x="1491" y="13196"/>
                    <a:pt x="1387" y="13255"/>
                    <a:pt x="1273" y="13255"/>
                  </a:cubicBezTo>
                  <a:cubicBezTo>
                    <a:pt x="1207" y="13255"/>
                    <a:pt x="1138" y="13236"/>
                    <a:pt x="1082" y="13192"/>
                  </a:cubicBezTo>
                  <a:cubicBezTo>
                    <a:pt x="1045" y="13161"/>
                    <a:pt x="1023" y="13143"/>
                    <a:pt x="1007" y="13143"/>
                  </a:cubicBezTo>
                  <a:cubicBezTo>
                    <a:pt x="981" y="13143"/>
                    <a:pt x="973" y="13189"/>
                    <a:pt x="951" y="13300"/>
                  </a:cubicBezTo>
                  <a:cubicBezTo>
                    <a:pt x="940" y="13437"/>
                    <a:pt x="902" y="13480"/>
                    <a:pt x="835" y="13480"/>
                  </a:cubicBezTo>
                  <a:cubicBezTo>
                    <a:pt x="827" y="13480"/>
                    <a:pt x="818" y="13480"/>
                    <a:pt x="808" y="13478"/>
                  </a:cubicBezTo>
                  <a:cubicBezTo>
                    <a:pt x="802" y="13478"/>
                    <a:pt x="797" y="13477"/>
                    <a:pt x="790" y="13477"/>
                  </a:cubicBezTo>
                  <a:cubicBezTo>
                    <a:pt x="644" y="13477"/>
                    <a:pt x="393" y="13612"/>
                    <a:pt x="427" y="13669"/>
                  </a:cubicBezTo>
                  <a:cubicBezTo>
                    <a:pt x="445" y="13695"/>
                    <a:pt x="429" y="13709"/>
                    <a:pt x="395" y="13709"/>
                  </a:cubicBezTo>
                  <a:cubicBezTo>
                    <a:pt x="384" y="13709"/>
                    <a:pt x="371" y="13707"/>
                    <a:pt x="356" y="13704"/>
                  </a:cubicBezTo>
                  <a:cubicBezTo>
                    <a:pt x="352" y="13704"/>
                    <a:pt x="348" y="13704"/>
                    <a:pt x="344" y="13704"/>
                  </a:cubicBezTo>
                  <a:cubicBezTo>
                    <a:pt x="222" y="13704"/>
                    <a:pt x="180" y="13888"/>
                    <a:pt x="272" y="14050"/>
                  </a:cubicBezTo>
                  <a:cubicBezTo>
                    <a:pt x="331" y="14142"/>
                    <a:pt x="307" y="14205"/>
                    <a:pt x="238" y="14205"/>
                  </a:cubicBezTo>
                  <a:cubicBezTo>
                    <a:pt x="209" y="14205"/>
                    <a:pt x="172" y="14193"/>
                    <a:pt x="129" y="14169"/>
                  </a:cubicBezTo>
                  <a:cubicBezTo>
                    <a:pt x="101" y="14145"/>
                    <a:pt x="81" y="14133"/>
                    <a:pt x="65" y="14133"/>
                  </a:cubicBezTo>
                  <a:cubicBezTo>
                    <a:pt x="39" y="14133"/>
                    <a:pt x="25" y="14163"/>
                    <a:pt x="10" y="14228"/>
                  </a:cubicBezTo>
                  <a:cubicBezTo>
                    <a:pt x="1" y="14287"/>
                    <a:pt x="23" y="14330"/>
                    <a:pt x="51" y="14330"/>
                  </a:cubicBezTo>
                  <a:cubicBezTo>
                    <a:pt x="57" y="14330"/>
                    <a:pt x="64" y="14328"/>
                    <a:pt x="70" y="14324"/>
                  </a:cubicBezTo>
                  <a:cubicBezTo>
                    <a:pt x="77" y="14323"/>
                    <a:pt x="84" y="14322"/>
                    <a:pt x="90" y="14322"/>
                  </a:cubicBezTo>
                  <a:cubicBezTo>
                    <a:pt x="157" y="14322"/>
                    <a:pt x="173" y="14380"/>
                    <a:pt x="129" y="14478"/>
                  </a:cubicBezTo>
                  <a:cubicBezTo>
                    <a:pt x="121" y="14487"/>
                    <a:pt x="136" y="14495"/>
                    <a:pt x="159" y="14495"/>
                  </a:cubicBezTo>
                  <a:cubicBezTo>
                    <a:pt x="168" y="14495"/>
                    <a:pt x="178" y="14494"/>
                    <a:pt x="189" y="14490"/>
                  </a:cubicBezTo>
                  <a:cubicBezTo>
                    <a:pt x="213" y="14484"/>
                    <a:pt x="234" y="14481"/>
                    <a:pt x="248" y="14481"/>
                  </a:cubicBezTo>
                  <a:cubicBezTo>
                    <a:pt x="263" y="14481"/>
                    <a:pt x="272" y="14484"/>
                    <a:pt x="272" y="14490"/>
                  </a:cubicBezTo>
                  <a:cubicBezTo>
                    <a:pt x="272" y="14502"/>
                    <a:pt x="284" y="14550"/>
                    <a:pt x="296" y="14597"/>
                  </a:cubicBezTo>
                  <a:cubicBezTo>
                    <a:pt x="324" y="14644"/>
                    <a:pt x="309" y="14661"/>
                    <a:pt x="267" y="14661"/>
                  </a:cubicBezTo>
                  <a:cubicBezTo>
                    <a:pt x="255" y="14661"/>
                    <a:pt x="241" y="14660"/>
                    <a:pt x="225" y="14657"/>
                  </a:cubicBezTo>
                  <a:cubicBezTo>
                    <a:pt x="217" y="14655"/>
                    <a:pt x="209" y="14655"/>
                    <a:pt x="201" y="14655"/>
                  </a:cubicBezTo>
                  <a:cubicBezTo>
                    <a:pt x="151" y="14655"/>
                    <a:pt x="106" y="14687"/>
                    <a:pt x="106" y="14728"/>
                  </a:cubicBezTo>
                  <a:cubicBezTo>
                    <a:pt x="106" y="14767"/>
                    <a:pt x="121" y="14806"/>
                    <a:pt x="153" y="14806"/>
                  </a:cubicBezTo>
                  <a:cubicBezTo>
                    <a:pt x="160" y="14806"/>
                    <a:pt x="168" y="14804"/>
                    <a:pt x="177" y="14800"/>
                  </a:cubicBezTo>
                  <a:cubicBezTo>
                    <a:pt x="182" y="14799"/>
                    <a:pt x="186" y="14798"/>
                    <a:pt x="190" y="14798"/>
                  </a:cubicBezTo>
                  <a:cubicBezTo>
                    <a:pt x="224" y="14798"/>
                    <a:pt x="221" y="14843"/>
                    <a:pt x="189" y="14907"/>
                  </a:cubicBezTo>
                  <a:cubicBezTo>
                    <a:pt x="165" y="14966"/>
                    <a:pt x="165" y="15026"/>
                    <a:pt x="189" y="15038"/>
                  </a:cubicBezTo>
                  <a:cubicBezTo>
                    <a:pt x="272" y="15062"/>
                    <a:pt x="332" y="15359"/>
                    <a:pt x="272" y="15383"/>
                  </a:cubicBezTo>
                  <a:cubicBezTo>
                    <a:pt x="266" y="15385"/>
                    <a:pt x="260" y="15386"/>
                    <a:pt x="253" y="15386"/>
                  </a:cubicBezTo>
                  <a:cubicBezTo>
                    <a:pt x="221" y="15386"/>
                    <a:pt x="185" y="15363"/>
                    <a:pt x="165" y="15324"/>
                  </a:cubicBezTo>
                  <a:cubicBezTo>
                    <a:pt x="135" y="15287"/>
                    <a:pt x="114" y="15270"/>
                    <a:pt x="101" y="15270"/>
                  </a:cubicBezTo>
                  <a:lnTo>
                    <a:pt x="101" y="15270"/>
                  </a:lnTo>
                  <a:cubicBezTo>
                    <a:pt x="45" y="15270"/>
                    <a:pt x="124" y="15551"/>
                    <a:pt x="248" y="15800"/>
                  </a:cubicBezTo>
                  <a:cubicBezTo>
                    <a:pt x="356" y="15978"/>
                    <a:pt x="427" y="16169"/>
                    <a:pt x="415" y="16205"/>
                  </a:cubicBezTo>
                  <a:cubicBezTo>
                    <a:pt x="415" y="16252"/>
                    <a:pt x="427" y="16288"/>
                    <a:pt x="475" y="16312"/>
                  </a:cubicBezTo>
                  <a:cubicBezTo>
                    <a:pt x="522" y="16324"/>
                    <a:pt x="534" y="16383"/>
                    <a:pt x="534" y="16443"/>
                  </a:cubicBezTo>
                  <a:cubicBezTo>
                    <a:pt x="534" y="16502"/>
                    <a:pt x="546" y="16526"/>
                    <a:pt x="594" y="16550"/>
                  </a:cubicBezTo>
                  <a:cubicBezTo>
                    <a:pt x="641" y="16550"/>
                    <a:pt x="689" y="16621"/>
                    <a:pt x="701" y="16705"/>
                  </a:cubicBezTo>
                  <a:cubicBezTo>
                    <a:pt x="713" y="16800"/>
                    <a:pt x="784" y="16883"/>
                    <a:pt x="891" y="16931"/>
                  </a:cubicBezTo>
                  <a:cubicBezTo>
                    <a:pt x="987" y="16967"/>
                    <a:pt x="1106" y="17062"/>
                    <a:pt x="1165" y="17145"/>
                  </a:cubicBezTo>
                  <a:cubicBezTo>
                    <a:pt x="1308" y="17336"/>
                    <a:pt x="1582" y="17538"/>
                    <a:pt x="1701" y="17562"/>
                  </a:cubicBezTo>
                  <a:cubicBezTo>
                    <a:pt x="1761" y="17562"/>
                    <a:pt x="1784" y="17586"/>
                    <a:pt x="1784" y="17622"/>
                  </a:cubicBezTo>
                  <a:cubicBezTo>
                    <a:pt x="1784" y="17633"/>
                    <a:pt x="1880" y="17717"/>
                    <a:pt x="1999" y="17800"/>
                  </a:cubicBezTo>
                  <a:cubicBezTo>
                    <a:pt x="2153" y="17895"/>
                    <a:pt x="2296" y="17943"/>
                    <a:pt x="2499" y="17955"/>
                  </a:cubicBezTo>
                  <a:cubicBezTo>
                    <a:pt x="2588" y="17964"/>
                    <a:pt x="2694" y="17969"/>
                    <a:pt x="2805" y="17969"/>
                  </a:cubicBezTo>
                  <a:cubicBezTo>
                    <a:pt x="3110" y="17969"/>
                    <a:pt x="3459" y="17936"/>
                    <a:pt x="3642" y="17883"/>
                  </a:cubicBezTo>
                  <a:cubicBezTo>
                    <a:pt x="3737" y="17860"/>
                    <a:pt x="4237" y="17800"/>
                    <a:pt x="4773" y="17753"/>
                  </a:cubicBezTo>
                  <a:cubicBezTo>
                    <a:pt x="5297" y="17705"/>
                    <a:pt x="6118" y="17633"/>
                    <a:pt x="6595" y="17574"/>
                  </a:cubicBezTo>
                  <a:cubicBezTo>
                    <a:pt x="6945" y="17535"/>
                    <a:pt x="7181" y="17516"/>
                    <a:pt x="7338" y="17516"/>
                  </a:cubicBezTo>
                  <a:cubicBezTo>
                    <a:pt x="7566" y="17516"/>
                    <a:pt x="7625" y="17556"/>
                    <a:pt x="7618" y="17633"/>
                  </a:cubicBezTo>
                  <a:cubicBezTo>
                    <a:pt x="7618" y="17681"/>
                    <a:pt x="7654" y="17705"/>
                    <a:pt x="7714" y="17717"/>
                  </a:cubicBezTo>
                  <a:cubicBezTo>
                    <a:pt x="7892" y="17753"/>
                    <a:pt x="8142" y="17979"/>
                    <a:pt x="8380" y="18360"/>
                  </a:cubicBezTo>
                  <a:cubicBezTo>
                    <a:pt x="8500" y="18574"/>
                    <a:pt x="8642" y="18765"/>
                    <a:pt x="8690" y="18812"/>
                  </a:cubicBezTo>
                  <a:cubicBezTo>
                    <a:pt x="8738" y="18848"/>
                    <a:pt x="8785" y="18907"/>
                    <a:pt x="8785" y="18931"/>
                  </a:cubicBezTo>
                  <a:cubicBezTo>
                    <a:pt x="8785" y="18955"/>
                    <a:pt x="8845" y="18967"/>
                    <a:pt x="8916" y="18991"/>
                  </a:cubicBezTo>
                  <a:cubicBezTo>
                    <a:pt x="9000" y="19003"/>
                    <a:pt x="9059" y="19026"/>
                    <a:pt x="9047" y="19050"/>
                  </a:cubicBezTo>
                  <a:cubicBezTo>
                    <a:pt x="9047" y="19074"/>
                    <a:pt x="9095" y="19110"/>
                    <a:pt x="9142" y="19110"/>
                  </a:cubicBezTo>
                  <a:cubicBezTo>
                    <a:pt x="9202" y="19110"/>
                    <a:pt x="9273" y="19181"/>
                    <a:pt x="9297" y="19253"/>
                  </a:cubicBezTo>
                  <a:cubicBezTo>
                    <a:pt x="9345" y="19324"/>
                    <a:pt x="9416" y="19384"/>
                    <a:pt x="9500" y="19384"/>
                  </a:cubicBezTo>
                  <a:cubicBezTo>
                    <a:pt x="9654" y="19384"/>
                    <a:pt x="9940" y="19491"/>
                    <a:pt x="9940" y="19550"/>
                  </a:cubicBezTo>
                  <a:cubicBezTo>
                    <a:pt x="9940" y="19586"/>
                    <a:pt x="10000" y="19610"/>
                    <a:pt x="10095" y="19646"/>
                  </a:cubicBezTo>
                  <a:cubicBezTo>
                    <a:pt x="10178" y="19669"/>
                    <a:pt x="10297" y="19729"/>
                    <a:pt x="10369" y="19788"/>
                  </a:cubicBezTo>
                  <a:cubicBezTo>
                    <a:pt x="10435" y="19838"/>
                    <a:pt x="10483" y="19864"/>
                    <a:pt x="10554" y="19864"/>
                  </a:cubicBezTo>
                  <a:cubicBezTo>
                    <a:pt x="10586" y="19864"/>
                    <a:pt x="10622" y="19859"/>
                    <a:pt x="10666" y="19848"/>
                  </a:cubicBezTo>
                  <a:cubicBezTo>
                    <a:pt x="10713" y="19841"/>
                    <a:pt x="10751" y="19837"/>
                    <a:pt x="10784" y="19837"/>
                  </a:cubicBezTo>
                  <a:cubicBezTo>
                    <a:pt x="10858" y="19837"/>
                    <a:pt x="10902" y="19858"/>
                    <a:pt x="10952" y="19908"/>
                  </a:cubicBezTo>
                  <a:cubicBezTo>
                    <a:pt x="11008" y="19957"/>
                    <a:pt x="11038" y="19981"/>
                    <a:pt x="11063" y="19981"/>
                  </a:cubicBezTo>
                  <a:cubicBezTo>
                    <a:pt x="11088" y="19981"/>
                    <a:pt x="11108" y="19960"/>
                    <a:pt x="11143" y="19919"/>
                  </a:cubicBezTo>
                  <a:cubicBezTo>
                    <a:pt x="11184" y="19889"/>
                    <a:pt x="11261" y="19858"/>
                    <a:pt x="11319" y="19858"/>
                  </a:cubicBezTo>
                  <a:cubicBezTo>
                    <a:pt x="11329" y="19858"/>
                    <a:pt x="11337" y="19858"/>
                    <a:pt x="11345" y="19860"/>
                  </a:cubicBezTo>
                  <a:cubicBezTo>
                    <a:pt x="11359" y="19865"/>
                    <a:pt x="11379" y="19868"/>
                    <a:pt x="11404" y="19868"/>
                  </a:cubicBezTo>
                  <a:cubicBezTo>
                    <a:pt x="11488" y="19868"/>
                    <a:pt x="11625" y="19842"/>
                    <a:pt x="11762" y="19824"/>
                  </a:cubicBezTo>
                  <a:lnTo>
                    <a:pt x="12071" y="19765"/>
                  </a:lnTo>
                  <a:lnTo>
                    <a:pt x="12357" y="19896"/>
                  </a:lnTo>
                  <a:cubicBezTo>
                    <a:pt x="12607" y="20015"/>
                    <a:pt x="12750" y="20039"/>
                    <a:pt x="13548" y="20134"/>
                  </a:cubicBezTo>
                  <a:cubicBezTo>
                    <a:pt x="14036" y="20193"/>
                    <a:pt x="14774" y="20253"/>
                    <a:pt x="15179" y="20253"/>
                  </a:cubicBezTo>
                  <a:cubicBezTo>
                    <a:pt x="15584" y="20265"/>
                    <a:pt x="16108" y="20277"/>
                    <a:pt x="16346" y="20277"/>
                  </a:cubicBezTo>
                  <a:cubicBezTo>
                    <a:pt x="16412" y="20284"/>
                    <a:pt x="16483" y="20287"/>
                    <a:pt x="16551" y="20287"/>
                  </a:cubicBezTo>
                  <a:cubicBezTo>
                    <a:pt x="16701" y="20287"/>
                    <a:pt x="16833" y="20273"/>
                    <a:pt x="16858" y="20265"/>
                  </a:cubicBezTo>
                  <a:cubicBezTo>
                    <a:pt x="16893" y="20251"/>
                    <a:pt x="16927" y="20245"/>
                    <a:pt x="16955" y="20245"/>
                  </a:cubicBezTo>
                  <a:cubicBezTo>
                    <a:pt x="16975" y="20245"/>
                    <a:pt x="16991" y="20248"/>
                    <a:pt x="17001" y="20253"/>
                  </a:cubicBezTo>
                  <a:cubicBezTo>
                    <a:pt x="17012" y="20265"/>
                    <a:pt x="17280" y="20271"/>
                    <a:pt x="17562" y="20271"/>
                  </a:cubicBezTo>
                  <a:cubicBezTo>
                    <a:pt x="17843" y="20271"/>
                    <a:pt x="18138" y="20265"/>
                    <a:pt x="18203" y="20253"/>
                  </a:cubicBezTo>
                  <a:cubicBezTo>
                    <a:pt x="18251" y="20241"/>
                    <a:pt x="18429" y="20241"/>
                    <a:pt x="18620" y="20241"/>
                  </a:cubicBezTo>
                  <a:lnTo>
                    <a:pt x="19441" y="20241"/>
                  </a:lnTo>
                  <a:cubicBezTo>
                    <a:pt x="19703" y="20217"/>
                    <a:pt x="19977" y="20217"/>
                    <a:pt x="20037" y="20217"/>
                  </a:cubicBezTo>
                  <a:cubicBezTo>
                    <a:pt x="20096" y="20217"/>
                    <a:pt x="20191" y="20217"/>
                    <a:pt x="20251" y="20205"/>
                  </a:cubicBezTo>
                  <a:cubicBezTo>
                    <a:pt x="20311" y="20205"/>
                    <a:pt x="20465" y="20193"/>
                    <a:pt x="20584" y="20193"/>
                  </a:cubicBezTo>
                  <a:cubicBezTo>
                    <a:pt x="20703" y="20193"/>
                    <a:pt x="20822" y="20181"/>
                    <a:pt x="20846" y="20181"/>
                  </a:cubicBezTo>
                  <a:lnTo>
                    <a:pt x="21120" y="20181"/>
                  </a:lnTo>
                  <a:cubicBezTo>
                    <a:pt x="21239" y="20181"/>
                    <a:pt x="21406" y="20158"/>
                    <a:pt x="21477" y="20146"/>
                  </a:cubicBezTo>
                  <a:cubicBezTo>
                    <a:pt x="21549" y="20134"/>
                    <a:pt x="21668" y="20134"/>
                    <a:pt x="21739" y="20134"/>
                  </a:cubicBezTo>
                  <a:cubicBezTo>
                    <a:pt x="21764" y="20137"/>
                    <a:pt x="21788" y="20139"/>
                    <a:pt x="21811" y="20139"/>
                  </a:cubicBezTo>
                  <a:cubicBezTo>
                    <a:pt x="21867" y="20139"/>
                    <a:pt x="21916" y="20130"/>
                    <a:pt x="21942" y="20122"/>
                  </a:cubicBezTo>
                  <a:cubicBezTo>
                    <a:pt x="21965" y="20098"/>
                    <a:pt x="22013" y="20086"/>
                    <a:pt x="22037" y="20086"/>
                  </a:cubicBezTo>
                  <a:cubicBezTo>
                    <a:pt x="22065" y="20089"/>
                    <a:pt x="22114" y="20090"/>
                    <a:pt x="22180" y="20090"/>
                  </a:cubicBezTo>
                  <a:cubicBezTo>
                    <a:pt x="22391" y="20090"/>
                    <a:pt x="22768" y="20075"/>
                    <a:pt x="23132" y="20039"/>
                  </a:cubicBezTo>
                  <a:cubicBezTo>
                    <a:pt x="23430" y="20027"/>
                    <a:pt x="23668" y="20015"/>
                    <a:pt x="23692" y="20015"/>
                  </a:cubicBezTo>
                  <a:cubicBezTo>
                    <a:pt x="23704" y="20015"/>
                    <a:pt x="23811" y="20003"/>
                    <a:pt x="23918" y="19979"/>
                  </a:cubicBezTo>
                  <a:cubicBezTo>
                    <a:pt x="24085" y="19955"/>
                    <a:pt x="25168" y="19884"/>
                    <a:pt x="25252" y="19884"/>
                  </a:cubicBezTo>
                  <a:cubicBezTo>
                    <a:pt x="25275" y="19884"/>
                    <a:pt x="25335" y="19884"/>
                    <a:pt x="25371" y="19860"/>
                  </a:cubicBezTo>
                  <a:cubicBezTo>
                    <a:pt x="25478" y="19836"/>
                    <a:pt x="26014" y="19800"/>
                    <a:pt x="26145" y="19800"/>
                  </a:cubicBezTo>
                  <a:cubicBezTo>
                    <a:pt x="26204" y="19800"/>
                    <a:pt x="26347" y="19800"/>
                    <a:pt x="26442" y="19777"/>
                  </a:cubicBezTo>
                  <a:cubicBezTo>
                    <a:pt x="26549" y="19765"/>
                    <a:pt x="27073" y="19705"/>
                    <a:pt x="27609" y="19646"/>
                  </a:cubicBezTo>
                  <a:cubicBezTo>
                    <a:pt x="28562" y="19550"/>
                    <a:pt x="29026" y="19491"/>
                    <a:pt x="29335" y="19443"/>
                  </a:cubicBezTo>
                  <a:cubicBezTo>
                    <a:pt x="29419" y="19431"/>
                    <a:pt x="29716" y="19407"/>
                    <a:pt x="30002" y="19372"/>
                  </a:cubicBezTo>
                  <a:cubicBezTo>
                    <a:pt x="30550" y="19312"/>
                    <a:pt x="32419" y="19074"/>
                    <a:pt x="33145" y="18955"/>
                  </a:cubicBezTo>
                  <a:cubicBezTo>
                    <a:pt x="33384" y="18907"/>
                    <a:pt x="33622" y="18896"/>
                    <a:pt x="33669" y="18896"/>
                  </a:cubicBezTo>
                  <a:cubicBezTo>
                    <a:pt x="33705" y="18896"/>
                    <a:pt x="33872" y="18884"/>
                    <a:pt x="34050" y="18848"/>
                  </a:cubicBezTo>
                  <a:cubicBezTo>
                    <a:pt x="34229" y="18824"/>
                    <a:pt x="34562" y="18776"/>
                    <a:pt x="34777" y="18753"/>
                  </a:cubicBezTo>
                  <a:cubicBezTo>
                    <a:pt x="35003" y="18717"/>
                    <a:pt x="35229" y="18693"/>
                    <a:pt x="35277" y="18669"/>
                  </a:cubicBezTo>
                  <a:cubicBezTo>
                    <a:pt x="35312" y="18657"/>
                    <a:pt x="35479" y="18634"/>
                    <a:pt x="35646" y="18610"/>
                  </a:cubicBezTo>
                  <a:cubicBezTo>
                    <a:pt x="35812" y="18598"/>
                    <a:pt x="36265" y="18526"/>
                    <a:pt x="36682" y="18455"/>
                  </a:cubicBezTo>
                  <a:cubicBezTo>
                    <a:pt x="37098" y="18372"/>
                    <a:pt x="37479" y="18312"/>
                    <a:pt x="37515" y="18312"/>
                  </a:cubicBezTo>
                  <a:cubicBezTo>
                    <a:pt x="37598" y="18312"/>
                    <a:pt x="38348" y="18193"/>
                    <a:pt x="39361" y="18014"/>
                  </a:cubicBezTo>
                  <a:cubicBezTo>
                    <a:pt x="40361" y="17836"/>
                    <a:pt x="45004" y="16979"/>
                    <a:pt x="45040" y="16967"/>
                  </a:cubicBezTo>
                  <a:cubicBezTo>
                    <a:pt x="45064" y="16943"/>
                    <a:pt x="45457" y="16871"/>
                    <a:pt x="45897" y="16788"/>
                  </a:cubicBezTo>
                  <a:cubicBezTo>
                    <a:pt x="46349" y="16693"/>
                    <a:pt x="46778" y="16610"/>
                    <a:pt x="46850" y="16586"/>
                  </a:cubicBezTo>
                  <a:cubicBezTo>
                    <a:pt x="46921" y="16574"/>
                    <a:pt x="47219" y="16502"/>
                    <a:pt x="47504" y="16443"/>
                  </a:cubicBezTo>
                  <a:cubicBezTo>
                    <a:pt x="47790" y="16383"/>
                    <a:pt x="48207" y="16288"/>
                    <a:pt x="48409" y="16229"/>
                  </a:cubicBezTo>
                  <a:cubicBezTo>
                    <a:pt x="48624" y="16169"/>
                    <a:pt x="48945" y="16109"/>
                    <a:pt x="49147" y="16074"/>
                  </a:cubicBezTo>
                  <a:cubicBezTo>
                    <a:pt x="49826" y="15955"/>
                    <a:pt x="51553" y="15443"/>
                    <a:pt x="52005" y="15252"/>
                  </a:cubicBezTo>
                  <a:cubicBezTo>
                    <a:pt x="52374" y="15086"/>
                    <a:pt x="52838" y="14776"/>
                    <a:pt x="52850" y="14669"/>
                  </a:cubicBezTo>
                  <a:cubicBezTo>
                    <a:pt x="52850" y="14645"/>
                    <a:pt x="52969" y="14526"/>
                    <a:pt x="53112" y="14407"/>
                  </a:cubicBezTo>
                  <a:cubicBezTo>
                    <a:pt x="53279" y="14264"/>
                    <a:pt x="53398" y="14121"/>
                    <a:pt x="53434" y="14002"/>
                  </a:cubicBezTo>
                  <a:cubicBezTo>
                    <a:pt x="53458" y="13895"/>
                    <a:pt x="53505" y="13752"/>
                    <a:pt x="53553" y="13692"/>
                  </a:cubicBezTo>
                  <a:cubicBezTo>
                    <a:pt x="53588" y="13609"/>
                    <a:pt x="53577" y="13490"/>
                    <a:pt x="53517" y="13395"/>
                  </a:cubicBezTo>
                  <a:cubicBezTo>
                    <a:pt x="53458" y="13288"/>
                    <a:pt x="53434" y="13181"/>
                    <a:pt x="53434" y="13157"/>
                  </a:cubicBezTo>
                  <a:cubicBezTo>
                    <a:pt x="53434" y="13121"/>
                    <a:pt x="53374" y="13002"/>
                    <a:pt x="53279" y="12895"/>
                  </a:cubicBezTo>
                  <a:cubicBezTo>
                    <a:pt x="53088" y="12645"/>
                    <a:pt x="53100" y="12573"/>
                    <a:pt x="53350" y="12478"/>
                  </a:cubicBezTo>
                  <a:cubicBezTo>
                    <a:pt x="53469" y="12442"/>
                    <a:pt x="53696" y="12347"/>
                    <a:pt x="53850" y="12276"/>
                  </a:cubicBezTo>
                  <a:cubicBezTo>
                    <a:pt x="54005" y="12204"/>
                    <a:pt x="54291" y="12097"/>
                    <a:pt x="54470" y="12049"/>
                  </a:cubicBezTo>
                  <a:cubicBezTo>
                    <a:pt x="55112" y="11907"/>
                    <a:pt x="56017" y="11668"/>
                    <a:pt x="56375" y="11561"/>
                  </a:cubicBezTo>
                  <a:cubicBezTo>
                    <a:pt x="56548" y="11507"/>
                    <a:pt x="56732" y="11453"/>
                    <a:pt x="56772" y="11453"/>
                  </a:cubicBezTo>
                  <a:cubicBezTo>
                    <a:pt x="56776" y="11453"/>
                    <a:pt x="56778" y="11453"/>
                    <a:pt x="56779" y="11454"/>
                  </a:cubicBezTo>
                  <a:cubicBezTo>
                    <a:pt x="56781" y="11454"/>
                    <a:pt x="56783" y="11455"/>
                    <a:pt x="56786" y="11455"/>
                  </a:cubicBezTo>
                  <a:cubicBezTo>
                    <a:pt x="56901" y="11455"/>
                    <a:pt x="57781" y="11191"/>
                    <a:pt x="57851" y="11133"/>
                  </a:cubicBezTo>
                  <a:cubicBezTo>
                    <a:pt x="57899" y="11097"/>
                    <a:pt x="57958" y="11085"/>
                    <a:pt x="57982" y="11085"/>
                  </a:cubicBezTo>
                  <a:cubicBezTo>
                    <a:pt x="57985" y="11085"/>
                    <a:pt x="57989" y="11086"/>
                    <a:pt x="57994" y="11086"/>
                  </a:cubicBezTo>
                  <a:cubicBezTo>
                    <a:pt x="58127" y="11086"/>
                    <a:pt x="58692" y="10915"/>
                    <a:pt x="58922" y="10799"/>
                  </a:cubicBezTo>
                  <a:cubicBezTo>
                    <a:pt x="59020" y="10750"/>
                    <a:pt x="59126" y="10710"/>
                    <a:pt x="59187" y="10710"/>
                  </a:cubicBezTo>
                  <a:cubicBezTo>
                    <a:pt x="59200" y="10710"/>
                    <a:pt x="59212" y="10712"/>
                    <a:pt x="59220" y="10716"/>
                  </a:cubicBezTo>
                  <a:cubicBezTo>
                    <a:pt x="59221" y="10716"/>
                    <a:pt x="59222" y="10716"/>
                    <a:pt x="59223" y="10716"/>
                  </a:cubicBezTo>
                  <a:cubicBezTo>
                    <a:pt x="59351" y="10716"/>
                    <a:pt x="60780" y="10001"/>
                    <a:pt x="60792" y="9942"/>
                  </a:cubicBezTo>
                  <a:cubicBezTo>
                    <a:pt x="60792" y="9906"/>
                    <a:pt x="60839" y="9859"/>
                    <a:pt x="60899" y="9835"/>
                  </a:cubicBezTo>
                  <a:cubicBezTo>
                    <a:pt x="61054" y="9740"/>
                    <a:pt x="61197" y="9502"/>
                    <a:pt x="61304" y="9192"/>
                  </a:cubicBezTo>
                  <a:cubicBezTo>
                    <a:pt x="61351" y="9049"/>
                    <a:pt x="61423" y="8906"/>
                    <a:pt x="61447" y="8906"/>
                  </a:cubicBezTo>
                  <a:cubicBezTo>
                    <a:pt x="61601" y="8870"/>
                    <a:pt x="61554" y="8549"/>
                    <a:pt x="61375" y="8275"/>
                  </a:cubicBezTo>
                  <a:cubicBezTo>
                    <a:pt x="61268" y="8108"/>
                    <a:pt x="61197" y="7942"/>
                    <a:pt x="61208" y="7894"/>
                  </a:cubicBezTo>
                  <a:cubicBezTo>
                    <a:pt x="61208" y="7858"/>
                    <a:pt x="61173" y="7763"/>
                    <a:pt x="61113" y="7692"/>
                  </a:cubicBezTo>
                  <a:cubicBezTo>
                    <a:pt x="61030" y="7632"/>
                    <a:pt x="60970" y="7525"/>
                    <a:pt x="60947" y="7477"/>
                  </a:cubicBezTo>
                  <a:cubicBezTo>
                    <a:pt x="60887" y="7335"/>
                    <a:pt x="60494" y="6989"/>
                    <a:pt x="60065" y="6739"/>
                  </a:cubicBezTo>
                  <a:cubicBezTo>
                    <a:pt x="59863" y="6620"/>
                    <a:pt x="59696" y="6489"/>
                    <a:pt x="59708" y="6454"/>
                  </a:cubicBezTo>
                  <a:cubicBezTo>
                    <a:pt x="59708" y="6430"/>
                    <a:pt x="60101" y="6215"/>
                    <a:pt x="60554" y="5989"/>
                  </a:cubicBezTo>
                  <a:cubicBezTo>
                    <a:pt x="61375" y="5608"/>
                    <a:pt x="61840" y="5370"/>
                    <a:pt x="61851" y="5322"/>
                  </a:cubicBezTo>
                  <a:cubicBezTo>
                    <a:pt x="61851" y="5299"/>
                    <a:pt x="62066" y="5180"/>
                    <a:pt x="62221" y="5084"/>
                  </a:cubicBezTo>
                  <a:cubicBezTo>
                    <a:pt x="62363" y="5013"/>
                    <a:pt x="62685" y="4668"/>
                    <a:pt x="62637" y="4644"/>
                  </a:cubicBezTo>
                  <a:cubicBezTo>
                    <a:pt x="62625" y="4620"/>
                    <a:pt x="62685" y="4501"/>
                    <a:pt x="62780" y="4382"/>
                  </a:cubicBezTo>
                  <a:cubicBezTo>
                    <a:pt x="63042" y="4025"/>
                    <a:pt x="63078" y="3489"/>
                    <a:pt x="62852" y="3406"/>
                  </a:cubicBezTo>
                  <a:cubicBezTo>
                    <a:pt x="62804" y="3394"/>
                    <a:pt x="62756" y="3310"/>
                    <a:pt x="62780" y="3275"/>
                  </a:cubicBezTo>
                  <a:cubicBezTo>
                    <a:pt x="62785" y="3236"/>
                    <a:pt x="62792" y="3215"/>
                    <a:pt x="62808" y="3215"/>
                  </a:cubicBezTo>
                  <a:cubicBezTo>
                    <a:pt x="62831" y="3215"/>
                    <a:pt x="62874" y="3259"/>
                    <a:pt x="62959" y="3358"/>
                  </a:cubicBezTo>
                  <a:cubicBezTo>
                    <a:pt x="63020" y="3437"/>
                    <a:pt x="63075" y="3484"/>
                    <a:pt x="63109" y="3484"/>
                  </a:cubicBezTo>
                  <a:cubicBezTo>
                    <a:pt x="63121" y="3484"/>
                    <a:pt x="63131" y="3478"/>
                    <a:pt x="63137" y="3465"/>
                  </a:cubicBezTo>
                  <a:cubicBezTo>
                    <a:pt x="63149" y="3468"/>
                    <a:pt x="63158" y="3470"/>
                    <a:pt x="63164" y="3470"/>
                  </a:cubicBezTo>
                  <a:cubicBezTo>
                    <a:pt x="63207" y="3470"/>
                    <a:pt x="63165" y="3411"/>
                    <a:pt x="63113" y="3370"/>
                  </a:cubicBezTo>
                  <a:cubicBezTo>
                    <a:pt x="63054" y="3322"/>
                    <a:pt x="63030" y="3251"/>
                    <a:pt x="63030" y="3203"/>
                  </a:cubicBezTo>
                  <a:cubicBezTo>
                    <a:pt x="63030" y="3167"/>
                    <a:pt x="63018" y="3060"/>
                    <a:pt x="62971" y="3001"/>
                  </a:cubicBezTo>
                  <a:cubicBezTo>
                    <a:pt x="62937" y="2939"/>
                    <a:pt x="62918" y="2913"/>
                    <a:pt x="62891" y="2913"/>
                  </a:cubicBezTo>
                  <a:cubicBezTo>
                    <a:pt x="62870" y="2913"/>
                    <a:pt x="62845" y="2928"/>
                    <a:pt x="62804" y="2953"/>
                  </a:cubicBezTo>
                  <a:cubicBezTo>
                    <a:pt x="62768" y="2977"/>
                    <a:pt x="62738" y="2989"/>
                    <a:pt x="62715" y="2989"/>
                  </a:cubicBezTo>
                  <a:cubicBezTo>
                    <a:pt x="62691" y="2989"/>
                    <a:pt x="62673" y="2977"/>
                    <a:pt x="62661" y="2953"/>
                  </a:cubicBezTo>
                  <a:cubicBezTo>
                    <a:pt x="62625" y="2929"/>
                    <a:pt x="62673" y="2870"/>
                    <a:pt x="62744" y="2834"/>
                  </a:cubicBezTo>
                  <a:cubicBezTo>
                    <a:pt x="62816" y="2810"/>
                    <a:pt x="62852" y="2774"/>
                    <a:pt x="62804" y="2774"/>
                  </a:cubicBezTo>
                  <a:cubicBezTo>
                    <a:pt x="62756" y="2774"/>
                    <a:pt x="62744" y="2751"/>
                    <a:pt x="62780" y="2703"/>
                  </a:cubicBezTo>
                  <a:cubicBezTo>
                    <a:pt x="62804" y="2667"/>
                    <a:pt x="62780" y="2632"/>
                    <a:pt x="62721" y="2596"/>
                  </a:cubicBezTo>
                  <a:cubicBezTo>
                    <a:pt x="62661" y="2572"/>
                    <a:pt x="62613" y="2524"/>
                    <a:pt x="62613" y="2477"/>
                  </a:cubicBezTo>
                  <a:cubicBezTo>
                    <a:pt x="62613" y="2441"/>
                    <a:pt x="62602" y="2393"/>
                    <a:pt x="62566" y="2370"/>
                  </a:cubicBezTo>
                  <a:cubicBezTo>
                    <a:pt x="62563" y="2368"/>
                    <a:pt x="62559" y="2367"/>
                    <a:pt x="62556" y="2367"/>
                  </a:cubicBezTo>
                  <a:cubicBezTo>
                    <a:pt x="62533" y="2367"/>
                    <a:pt x="62506" y="2401"/>
                    <a:pt x="62506" y="2453"/>
                  </a:cubicBezTo>
                  <a:cubicBezTo>
                    <a:pt x="62506" y="2513"/>
                    <a:pt x="62447" y="2548"/>
                    <a:pt x="62387" y="2548"/>
                  </a:cubicBezTo>
                  <a:cubicBezTo>
                    <a:pt x="62316" y="2548"/>
                    <a:pt x="62304" y="2536"/>
                    <a:pt x="62328" y="2465"/>
                  </a:cubicBezTo>
                  <a:cubicBezTo>
                    <a:pt x="62375" y="2393"/>
                    <a:pt x="62340" y="2370"/>
                    <a:pt x="62197" y="2358"/>
                  </a:cubicBezTo>
                  <a:cubicBezTo>
                    <a:pt x="62078" y="2358"/>
                    <a:pt x="62042" y="2346"/>
                    <a:pt x="62090" y="2310"/>
                  </a:cubicBezTo>
                  <a:cubicBezTo>
                    <a:pt x="62197" y="2251"/>
                    <a:pt x="62209" y="2203"/>
                    <a:pt x="62101" y="2179"/>
                  </a:cubicBezTo>
                  <a:lnTo>
                    <a:pt x="62101" y="2179"/>
                  </a:lnTo>
                  <a:cubicBezTo>
                    <a:pt x="62066" y="2179"/>
                    <a:pt x="62042" y="2203"/>
                    <a:pt x="62066" y="2227"/>
                  </a:cubicBezTo>
                  <a:cubicBezTo>
                    <a:pt x="62078" y="2251"/>
                    <a:pt x="62042" y="2286"/>
                    <a:pt x="61982" y="2286"/>
                  </a:cubicBezTo>
                  <a:cubicBezTo>
                    <a:pt x="61972" y="2288"/>
                    <a:pt x="61962" y="2289"/>
                    <a:pt x="61952" y="2289"/>
                  </a:cubicBezTo>
                  <a:cubicBezTo>
                    <a:pt x="61904" y="2289"/>
                    <a:pt x="61861" y="2266"/>
                    <a:pt x="61851" y="2227"/>
                  </a:cubicBezTo>
                  <a:cubicBezTo>
                    <a:pt x="61842" y="2187"/>
                    <a:pt x="61807" y="2164"/>
                    <a:pt x="61769" y="2164"/>
                  </a:cubicBezTo>
                  <a:cubicBezTo>
                    <a:pt x="61761" y="2164"/>
                    <a:pt x="61752" y="2165"/>
                    <a:pt x="61744" y="2167"/>
                  </a:cubicBezTo>
                  <a:cubicBezTo>
                    <a:pt x="61741" y="2169"/>
                    <a:pt x="61737" y="2169"/>
                    <a:pt x="61733" y="2169"/>
                  </a:cubicBezTo>
                  <a:cubicBezTo>
                    <a:pt x="61699" y="2169"/>
                    <a:pt x="61660" y="2125"/>
                    <a:pt x="61649" y="2072"/>
                  </a:cubicBezTo>
                  <a:cubicBezTo>
                    <a:pt x="61628" y="2020"/>
                    <a:pt x="61599" y="1986"/>
                    <a:pt x="61560" y="1986"/>
                  </a:cubicBezTo>
                  <a:cubicBezTo>
                    <a:pt x="61554" y="1986"/>
                    <a:pt x="61548" y="1987"/>
                    <a:pt x="61542" y="1989"/>
                  </a:cubicBezTo>
                  <a:cubicBezTo>
                    <a:pt x="61534" y="1991"/>
                    <a:pt x="61526" y="1992"/>
                    <a:pt x="61518" y="1992"/>
                  </a:cubicBezTo>
                  <a:cubicBezTo>
                    <a:pt x="61479" y="1992"/>
                    <a:pt x="61445" y="1969"/>
                    <a:pt x="61435" y="1929"/>
                  </a:cubicBezTo>
                  <a:cubicBezTo>
                    <a:pt x="61425" y="1890"/>
                    <a:pt x="61390" y="1867"/>
                    <a:pt x="61345" y="1867"/>
                  </a:cubicBezTo>
                  <a:cubicBezTo>
                    <a:pt x="61336" y="1867"/>
                    <a:pt x="61326" y="1868"/>
                    <a:pt x="61316" y="1870"/>
                  </a:cubicBezTo>
                  <a:cubicBezTo>
                    <a:pt x="61304" y="1873"/>
                    <a:pt x="61293" y="1874"/>
                    <a:pt x="61284" y="1874"/>
                  </a:cubicBezTo>
                  <a:cubicBezTo>
                    <a:pt x="61258" y="1874"/>
                    <a:pt x="61244" y="1861"/>
                    <a:pt x="61244" y="1834"/>
                  </a:cubicBezTo>
                  <a:cubicBezTo>
                    <a:pt x="61244" y="1810"/>
                    <a:pt x="61197" y="1774"/>
                    <a:pt x="61125" y="1774"/>
                  </a:cubicBezTo>
                  <a:cubicBezTo>
                    <a:pt x="60887" y="1762"/>
                    <a:pt x="60816" y="1739"/>
                    <a:pt x="60827" y="1655"/>
                  </a:cubicBezTo>
                  <a:cubicBezTo>
                    <a:pt x="60834" y="1607"/>
                    <a:pt x="60809" y="1582"/>
                    <a:pt x="60763" y="1582"/>
                  </a:cubicBezTo>
                  <a:cubicBezTo>
                    <a:pt x="60730" y="1582"/>
                    <a:pt x="60687" y="1595"/>
                    <a:pt x="60637" y="1620"/>
                  </a:cubicBezTo>
                  <a:cubicBezTo>
                    <a:pt x="60603" y="1637"/>
                    <a:pt x="60578" y="1645"/>
                    <a:pt x="60564" y="1645"/>
                  </a:cubicBezTo>
                  <a:cubicBezTo>
                    <a:pt x="60528" y="1645"/>
                    <a:pt x="60552" y="1594"/>
                    <a:pt x="60637" y="1501"/>
                  </a:cubicBezTo>
                  <a:cubicBezTo>
                    <a:pt x="60673" y="1441"/>
                    <a:pt x="60697" y="1381"/>
                    <a:pt x="60661" y="1381"/>
                  </a:cubicBezTo>
                  <a:cubicBezTo>
                    <a:pt x="60637" y="1381"/>
                    <a:pt x="60530" y="1370"/>
                    <a:pt x="60435" y="1346"/>
                  </a:cubicBezTo>
                  <a:cubicBezTo>
                    <a:pt x="60304" y="1334"/>
                    <a:pt x="60280" y="1310"/>
                    <a:pt x="60316" y="1215"/>
                  </a:cubicBezTo>
                  <a:cubicBezTo>
                    <a:pt x="60411" y="1060"/>
                    <a:pt x="60101" y="786"/>
                    <a:pt x="59804" y="739"/>
                  </a:cubicBezTo>
                  <a:cubicBezTo>
                    <a:pt x="59745" y="726"/>
                    <a:pt x="59699" y="721"/>
                    <a:pt x="59662" y="721"/>
                  </a:cubicBezTo>
                  <a:cubicBezTo>
                    <a:pt x="59593" y="721"/>
                    <a:pt x="59557" y="739"/>
                    <a:pt x="59542" y="762"/>
                  </a:cubicBezTo>
                  <a:cubicBezTo>
                    <a:pt x="59536" y="792"/>
                    <a:pt x="59530" y="807"/>
                    <a:pt x="59516" y="807"/>
                  </a:cubicBezTo>
                  <a:cubicBezTo>
                    <a:pt x="59503" y="807"/>
                    <a:pt x="59482" y="792"/>
                    <a:pt x="59446" y="762"/>
                  </a:cubicBezTo>
                  <a:cubicBezTo>
                    <a:pt x="59387" y="727"/>
                    <a:pt x="59351" y="643"/>
                    <a:pt x="59351" y="608"/>
                  </a:cubicBezTo>
                  <a:cubicBezTo>
                    <a:pt x="59351" y="524"/>
                    <a:pt x="59303" y="512"/>
                    <a:pt x="59149" y="488"/>
                  </a:cubicBezTo>
                  <a:cubicBezTo>
                    <a:pt x="59030" y="477"/>
                    <a:pt x="58922" y="429"/>
                    <a:pt x="58911" y="393"/>
                  </a:cubicBezTo>
                  <a:cubicBezTo>
                    <a:pt x="58899" y="375"/>
                    <a:pt x="58890" y="366"/>
                    <a:pt x="58882" y="366"/>
                  </a:cubicBezTo>
                  <a:cubicBezTo>
                    <a:pt x="58875" y="366"/>
                    <a:pt x="58869" y="375"/>
                    <a:pt x="58863" y="393"/>
                  </a:cubicBezTo>
                  <a:cubicBezTo>
                    <a:pt x="58853" y="423"/>
                    <a:pt x="58827" y="444"/>
                    <a:pt x="58792" y="444"/>
                  </a:cubicBezTo>
                  <a:cubicBezTo>
                    <a:pt x="58784" y="444"/>
                    <a:pt x="58776" y="443"/>
                    <a:pt x="58768" y="441"/>
                  </a:cubicBezTo>
                  <a:cubicBezTo>
                    <a:pt x="58732" y="441"/>
                    <a:pt x="58744" y="381"/>
                    <a:pt x="58803" y="322"/>
                  </a:cubicBezTo>
                  <a:cubicBezTo>
                    <a:pt x="58875" y="238"/>
                    <a:pt x="58887" y="203"/>
                    <a:pt x="58815" y="143"/>
                  </a:cubicBezTo>
                  <a:cubicBezTo>
                    <a:pt x="58780" y="113"/>
                    <a:pt x="58759" y="99"/>
                    <a:pt x="58750" y="99"/>
                  </a:cubicBezTo>
                  <a:lnTo>
                    <a:pt x="58750" y="99"/>
                  </a:lnTo>
                  <a:cubicBezTo>
                    <a:pt x="58741" y="99"/>
                    <a:pt x="58744" y="113"/>
                    <a:pt x="58756" y="143"/>
                  </a:cubicBezTo>
                  <a:cubicBezTo>
                    <a:pt x="58768" y="191"/>
                    <a:pt x="58744" y="274"/>
                    <a:pt x="58684" y="358"/>
                  </a:cubicBezTo>
                  <a:lnTo>
                    <a:pt x="58577" y="477"/>
                  </a:lnTo>
                  <a:lnTo>
                    <a:pt x="58553" y="334"/>
                  </a:lnTo>
                  <a:cubicBezTo>
                    <a:pt x="58530" y="262"/>
                    <a:pt x="58458" y="203"/>
                    <a:pt x="58399" y="191"/>
                  </a:cubicBezTo>
                  <a:cubicBezTo>
                    <a:pt x="58327" y="179"/>
                    <a:pt x="58315" y="143"/>
                    <a:pt x="58327" y="119"/>
                  </a:cubicBezTo>
                  <a:cubicBezTo>
                    <a:pt x="58345" y="85"/>
                    <a:pt x="58343" y="62"/>
                    <a:pt x="58313" y="62"/>
                  </a:cubicBezTo>
                  <a:cubicBezTo>
                    <a:pt x="58302" y="62"/>
                    <a:pt x="58287" y="65"/>
                    <a:pt x="58268" y="72"/>
                  </a:cubicBezTo>
                  <a:cubicBezTo>
                    <a:pt x="58172" y="84"/>
                    <a:pt x="58113" y="143"/>
                    <a:pt x="58113" y="262"/>
                  </a:cubicBezTo>
                  <a:cubicBezTo>
                    <a:pt x="58113" y="274"/>
                    <a:pt x="58030" y="310"/>
                    <a:pt x="57934" y="322"/>
                  </a:cubicBezTo>
                  <a:cubicBezTo>
                    <a:pt x="57887" y="328"/>
                    <a:pt x="57848" y="331"/>
                    <a:pt x="57824" y="331"/>
                  </a:cubicBezTo>
                  <a:cubicBezTo>
                    <a:pt x="57800" y="331"/>
                    <a:pt x="57791" y="328"/>
                    <a:pt x="57803" y="322"/>
                  </a:cubicBezTo>
                  <a:cubicBezTo>
                    <a:pt x="57851" y="298"/>
                    <a:pt x="57565" y="0"/>
                    <a:pt x="57482" y="0"/>
                  </a:cubicBezTo>
                  <a:close/>
                </a:path>
              </a:pathLst>
            </a:custGeom>
            <a:solidFill>
              <a:schemeClr val="accent3">
                <a:alpha val="3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5" name="Google Shape;1147;p35">
              <a:extLst>
                <a:ext uri="{FF2B5EF4-FFF2-40B4-BE49-F238E27FC236}">
                  <a16:creationId xmlns:a16="http://schemas.microsoft.com/office/drawing/2014/main" id="{A1CABE18-02AF-E92D-0B55-47E1090E0506}"/>
                </a:ext>
              </a:extLst>
            </p:cNvPr>
            <p:cNvGrpSpPr/>
            <p:nvPr/>
          </p:nvGrpSpPr>
          <p:grpSpPr>
            <a:xfrm>
              <a:off x="5039358" y="80471"/>
              <a:ext cx="3162303" cy="4784197"/>
              <a:chOff x="5213500" y="1896950"/>
              <a:chExt cx="1894375" cy="2597325"/>
            </a:xfrm>
          </p:grpSpPr>
          <p:sp>
            <p:nvSpPr>
              <p:cNvPr id="21" name="Google Shape;1148;p35">
                <a:extLst>
                  <a:ext uri="{FF2B5EF4-FFF2-40B4-BE49-F238E27FC236}">
                    <a16:creationId xmlns:a16="http://schemas.microsoft.com/office/drawing/2014/main" id="{07CBDADE-D934-3A0F-878C-E67C4DB28D4A}"/>
                  </a:ext>
                </a:extLst>
              </p:cNvPr>
              <p:cNvSpPr/>
              <p:nvPr/>
            </p:nvSpPr>
            <p:spPr>
              <a:xfrm>
                <a:off x="7045175" y="1896950"/>
                <a:ext cx="62700" cy="2588600"/>
              </a:xfrm>
              <a:custGeom>
                <a:avLst/>
                <a:gdLst/>
                <a:ahLst/>
                <a:cxnLst/>
                <a:rect l="l" t="t" r="r" b="b"/>
                <a:pathLst>
                  <a:path w="2508" h="103544" extrusionOk="0">
                    <a:moveTo>
                      <a:pt x="1" y="1"/>
                    </a:moveTo>
                    <a:lnTo>
                      <a:pt x="168" y="103543"/>
                    </a:lnTo>
                    <a:lnTo>
                      <a:pt x="2507" y="103543"/>
                    </a:lnTo>
                    <a:lnTo>
                      <a:pt x="2323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149;p35">
                <a:extLst>
                  <a:ext uri="{FF2B5EF4-FFF2-40B4-BE49-F238E27FC236}">
                    <a16:creationId xmlns:a16="http://schemas.microsoft.com/office/drawing/2014/main" id="{97B8186A-6419-1DDB-FFB3-4DEF4BCE496B}"/>
                  </a:ext>
                </a:extLst>
              </p:cNvPr>
              <p:cNvSpPr/>
              <p:nvPr/>
            </p:nvSpPr>
            <p:spPr>
              <a:xfrm>
                <a:off x="6905675" y="1897375"/>
                <a:ext cx="62675" cy="2588175"/>
              </a:xfrm>
              <a:custGeom>
                <a:avLst/>
                <a:gdLst/>
                <a:ahLst/>
                <a:cxnLst/>
                <a:rect l="l" t="t" r="r" b="b"/>
                <a:pathLst>
                  <a:path w="2507" h="103527" extrusionOk="0">
                    <a:moveTo>
                      <a:pt x="0" y="0"/>
                    </a:moveTo>
                    <a:lnTo>
                      <a:pt x="167" y="103526"/>
                    </a:lnTo>
                    <a:lnTo>
                      <a:pt x="2507" y="103526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150;p35">
                <a:extLst>
                  <a:ext uri="{FF2B5EF4-FFF2-40B4-BE49-F238E27FC236}">
                    <a16:creationId xmlns:a16="http://schemas.microsoft.com/office/drawing/2014/main" id="{4E157071-3833-89AA-CDA6-FDB913315F66}"/>
                  </a:ext>
                </a:extLst>
              </p:cNvPr>
              <p:cNvSpPr/>
              <p:nvPr/>
            </p:nvSpPr>
            <p:spPr>
              <a:xfrm>
                <a:off x="5687200" y="1899475"/>
                <a:ext cx="62675" cy="2588150"/>
              </a:xfrm>
              <a:custGeom>
                <a:avLst/>
                <a:gdLst/>
                <a:ahLst/>
                <a:cxnLst/>
                <a:rect l="l" t="t" r="r" b="b"/>
                <a:pathLst>
                  <a:path w="2507" h="103526" extrusionOk="0">
                    <a:moveTo>
                      <a:pt x="0" y="0"/>
                    </a:moveTo>
                    <a:lnTo>
                      <a:pt x="184" y="103526"/>
                    </a:lnTo>
                    <a:lnTo>
                      <a:pt x="2507" y="103526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151;p35">
                <a:extLst>
                  <a:ext uri="{FF2B5EF4-FFF2-40B4-BE49-F238E27FC236}">
                    <a16:creationId xmlns:a16="http://schemas.microsoft.com/office/drawing/2014/main" id="{24659EFF-2449-BF51-96D4-03573CA48E8F}"/>
                  </a:ext>
                </a:extLst>
              </p:cNvPr>
              <p:cNvSpPr/>
              <p:nvPr/>
            </p:nvSpPr>
            <p:spPr>
              <a:xfrm>
                <a:off x="5547675" y="1899475"/>
                <a:ext cx="62675" cy="2588575"/>
              </a:xfrm>
              <a:custGeom>
                <a:avLst/>
                <a:gdLst/>
                <a:ahLst/>
                <a:cxnLst/>
                <a:rect l="l" t="t" r="r" b="b"/>
                <a:pathLst>
                  <a:path w="2507" h="103543" extrusionOk="0">
                    <a:moveTo>
                      <a:pt x="2340" y="0"/>
                    </a:moveTo>
                    <a:lnTo>
                      <a:pt x="1" y="17"/>
                    </a:lnTo>
                    <a:lnTo>
                      <a:pt x="184" y="103543"/>
                    </a:lnTo>
                    <a:lnTo>
                      <a:pt x="2507" y="103543"/>
                    </a:lnTo>
                    <a:lnTo>
                      <a:pt x="234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152;p35">
                <a:extLst>
                  <a:ext uri="{FF2B5EF4-FFF2-40B4-BE49-F238E27FC236}">
                    <a16:creationId xmlns:a16="http://schemas.microsoft.com/office/drawing/2014/main" id="{5BE8BC50-3C73-D18E-D09D-D7E3E6E7133C}"/>
                  </a:ext>
                </a:extLst>
              </p:cNvPr>
              <p:cNvSpPr/>
              <p:nvPr/>
            </p:nvSpPr>
            <p:spPr>
              <a:xfrm>
                <a:off x="5547675" y="1896950"/>
                <a:ext cx="1555600" cy="61850"/>
              </a:xfrm>
              <a:custGeom>
                <a:avLst/>
                <a:gdLst/>
                <a:ahLst/>
                <a:cxnLst/>
                <a:rect l="l" t="t" r="r" b="b"/>
                <a:pathLst>
                  <a:path w="62224" h="2474" extrusionOk="0">
                    <a:moveTo>
                      <a:pt x="62223" y="1"/>
                    </a:moveTo>
                    <a:lnTo>
                      <a:pt x="1" y="118"/>
                    </a:lnTo>
                    <a:lnTo>
                      <a:pt x="17" y="2474"/>
                    </a:lnTo>
                    <a:lnTo>
                      <a:pt x="62223" y="2373"/>
                    </a:lnTo>
                    <a:lnTo>
                      <a:pt x="62223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153;p35">
                <a:extLst>
                  <a:ext uri="{FF2B5EF4-FFF2-40B4-BE49-F238E27FC236}">
                    <a16:creationId xmlns:a16="http://schemas.microsoft.com/office/drawing/2014/main" id="{E449246E-65FD-73F8-9F85-E26E44B3CBA0}"/>
                  </a:ext>
                </a:extLst>
              </p:cNvPr>
              <p:cNvSpPr/>
              <p:nvPr/>
            </p:nvSpPr>
            <p:spPr>
              <a:xfrm>
                <a:off x="5548525" y="2428300"/>
                <a:ext cx="1555575" cy="20475"/>
              </a:xfrm>
              <a:custGeom>
                <a:avLst/>
                <a:gdLst/>
                <a:ahLst/>
                <a:cxnLst/>
                <a:rect l="l" t="t" r="r" b="b"/>
                <a:pathLst>
                  <a:path w="62223" h="819" extrusionOk="0">
                    <a:moveTo>
                      <a:pt x="62223" y="0"/>
                    </a:moveTo>
                    <a:lnTo>
                      <a:pt x="0" y="117"/>
                    </a:lnTo>
                    <a:lnTo>
                      <a:pt x="17" y="819"/>
                    </a:lnTo>
                    <a:lnTo>
                      <a:pt x="62223" y="718"/>
                    </a:lnTo>
                    <a:lnTo>
                      <a:pt x="62223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154;p35">
                <a:extLst>
                  <a:ext uri="{FF2B5EF4-FFF2-40B4-BE49-F238E27FC236}">
                    <a16:creationId xmlns:a16="http://schemas.microsoft.com/office/drawing/2014/main" id="{D432B686-5AF5-B735-AC93-9D6F2E560F73}"/>
                  </a:ext>
                </a:extLst>
              </p:cNvPr>
              <p:cNvSpPr/>
              <p:nvPr/>
            </p:nvSpPr>
            <p:spPr>
              <a:xfrm>
                <a:off x="5549350" y="2929550"/>
                <a:ext cx="1555600" cy="20075"/>
              </a:xfrm>
              <a:custGeom>
                <a:avLst/>
                <a:gdLst/>
                <a:ahLst/>
                <a:cxnLst/>
                <a:rect l="l" t="t" r="r" b="b"/>
                <a:pathLst>
                  <a:path w="62224" h="803" extrusionOk="0">
                    <a:moveTo>
                      <a:pt x="62223" y="0"/>
                    </a:moveTo>
                    <a:lnTo>
                      <a:pt x="1" y="100"/>
                    </a:lnTo>
                    <a:lnTo>
                      <a:pt x="17" y="802"/>
                    </a:lnTo>
                    <a:lnTo>
                      <a:pt x="62223" y="702"/>
                    </a:lnTo>
                    <a:lnTo>
                      <a:pt x="62223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155;p35">
                <a:extLst>
                  <a:ext uri="{FF2B5EF4-FFF2-40B4-BE49-F238E27FC236}">
                    <a16:creationId xmlns:a16="http://schemas.microsoft.com/office/drawing/2014/main" id="{3BF130C4-279E-73EC-C314-659BDBB0BA26}"/>
                  </a:ext>
                </a:extLst>
              </p:cNvPr>
              <p:cNvSpPr/>
              <p:nvPr/>
            </p:nvSpPr>
            <p:spPr>
              <a:xfrm>
                <a:off x="5550600" y="3430375"/>
                <a:ext cx="1555175" cy="20075"/>
              </a:xfrm>
              <a:custGeom>
                <a:avLst/>
                <a:gdLst/>
                <a:ahLst/>
                <a:cxnLst/>
                <a:rect l="l" t="t" r="r" b="b"/>
                <a:pathLst>
                  <a:path w="62207" h="803" extrusionOk="0">
                    <a:moveTo>
                      <a:pt x="62207" y="1"/>
                    </a:moveTo>
                    <a:lnTo>
                      <a:pt x="1" y="101"/>
                    </a:lnTo>
                    <a:lnTo>
                      <a:pt x="1" y="803"/>
                    </a:lnTo>
                    <a:lnTo>
                      <a:pt x="62207" y="702"/>
                    </a:lnTo>
                    <a:lnTo>
                      <a:pt x="62207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156;p35">
                <a:extLst>
                  <a:ext uri="{FF2B5EF4-FFF2-40B4-BE49-F238E27FC236}">
                    <a16:creationId xmlns:a16="http://schemas.microsoft.com/office/drawing/2014/main" id="{83722D3C-C954-6D4A-D96D-2371F4460C5D}"/>
                  </a:ext>
                </a:extLst>
              </p:cNvPr>
              <p:cNvSpPr/>
              <p:nvPr/>
            </p:nvSpPr>
            <p:spPr>
              <a:xfrm>
                <a:off x="5551450" y="3931225"/>
                <a:ext cx="1555175" cy="20075"/>
              </a:xfrm>
              <a:custGeom>
                <a:avLst/>
                <a:gdLst/>
                <a:ahLst/>
                <a:cxnLst/>
                <a:rect l="l" t="t" r="r" b="b"/>
                <a:pathLst>
                  <a:path w="62207" h="803" extrusionOk="0">
                    <a:moveTo>
                      <a:pt x="62206" y="0"/>
                    </a:moveTo>
                    <a:lnTo>
                      <a:pt x="0" y="101"/>
                    </a:lnTo>
                    <a:lnTo>
                      <a:pt x="0" y="802"/>
                    </a:lnTo>
                    <a:lnTo>
                      <a:pt x="62206" y="702"/>
                    </a:lnTo>
                    <a:lnTo>
                      <a:pt x="62206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157;p35">
                <a:extLst>
                  <a:ext uri="{FF2B5EF4-FFF2-40B4-BE49-F238E27FC236}">
                    <a16:creationId xmlns:a16="http://schemas.microsoft.com/office/drawing/2014/main" id="{C6DA1FBE-A890-0C76-8222-52CF5F3B9D69}"/>
                  </a:ext>
                </a:extLst>
              </p:cNvPr>
              <p:cNvSpPr/>
              <p:nvPr/>
            </p:nvSpPr>
            <p:spPr>
              <a:xfrm>
                <a:off x="6199325" y="3640075"/>
                <a:ext cx="276125" cy="292850"/>
              </a:xfrm>
              <a:custGeom>
                <a:avLst/>
                <a:gdLst/>
                <a:ahLst/>
                <a:cxnLst/>
                <a:rect l="l" t="t" r="r" b="b"/>
                <a:pathLst>
                  <a:path w="11045" h="11714" extrusionOk="0">
                    <a:moveTo>
                      <a:pt x="11011" y="0"/>
                    </a:moveTo>
                    <a:lnTo>
                      <a:pt x="0" y="17"/>
                    </a:lnTo>
                    <a:lnTo>
                      <a:pt x="17" y="11713"/>
                    </a:lnTo>
                    <a:lnTo>
                      <a:pt x="11044" y="11680"/>
                    </a:lnTo>
                    <a:lnTo>
                      <a:pt x="11011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158;p35">
                <a:extLst>
                  <a:ext uri="{FF2B5EF4-FFF2-40B4-BE49-F238E27FC236}">
                    <a16:creationId xmlns:a16="http://schemas.microsoft.com/office/drawing/2014/main" id="{2B71452A-7C45-A13F-0644-8BEA767A6AA4}"/>
                  </a:ext>
                </a:extLst>
              </p:cNvPr>
              <p:cNvSpPr/>
              <p:nvPr/>
            </p:nvSpPr>
            <p:spPr>
              <a:xfrm>
                <a:off x="5924875" y="3640500"/>
                <a:ext cx="276125" cy="292825"/>
              </a:xfrm>
              <a:custGeom>
                <a:avLst/>
                <a:gdLst/>
                <a:ahLst/>
                <a:cxnLst/>
                <a:rect l="l" t="t" r="r" b="b"/>
                <a:pathLst>
                  <a:path w="11045" h="11713" extrusionOk="0">
                    <a:moveTo>
                      <a:pt x="11028" y="0"/>
                    </a:moveTo>
                    <a:lnTo>
                      <a:pt x="1" y="17"/>
                    </a:lnTo>
                    <a:lnTo>
                      <a:pt x="17" y="11713"/>
                    </a:lnTo>
                    <a:lnTo>
                      <a:pt x="11045" y="11679"/>
                    </a:lnTo>
                    <a:lnTo>
                      <a:pt x="11028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159;p35">
                <a:extLst>
                  <a:ext uri="{FF2B5EF4-FFF2-40B4-BE49-F238E27FC236}">
                    <a16:creationId xmlns:a16="http://schemas.microsoft.com/office/drawing/2014/main" id="{5ACB2194-7427-3788-C95A-1AA7579AF895}"/>
                  </a:ext>
                </a:extLst>
              </p:cNvPr>
              <p:cNvSpPr/>
              <p:nvPr/>
            </p:nvSpPr>
            <p:spPr>
              <a:xfrm>
                <a:off x="5922375" y="3714875"/>
                <a:ext cx="555150" cy="7525"/>
              </a:xfrm>
              <a:custGeom>
                <a:avLst/>
                <a:gdLst/>
                <a:ahLst/>
                <a:cxnLst/>
                <a:rect l="l" t="t" r="r" b="b"/>
                <a:pathLst>
                  <a:path w="22206" h="301" extrusionOk="0">
                    <a:moveTo>
                      <a:pt x="13223" y="1"/>
                    </a:moveTo>
                    <a:cubicBezTo>
                      <a:pt x="8851" y="1"/>
                      <a:pt x="4481" y="33"/>
                      <a:pt x="117" y="83"/>
                    </a:cubicBezTo>
                    <a:cubicBezTo>
                      <a:pt x="0" y="83"/>
                      <a:pt x="0" y="250"/>
                      <a:pt x="117" y="250"/>
                    </a:cubicBezTo>
                    <a:cubicBezTo>
                      <a:pt x="3465" y="280"/>
                      <a:pt x="6819" y="301"/>
                      <a:pt x="10175" y="301"/>
                    </a:cubicBezTo>
                    <a:cubicBezTo>
                      <a:pt x="14154" y="301"/>
                      <a:pt x="18135" y="272"/>
                      <a:pt x="22106" y="200"/>
                    </a:cubicBezTo>
                    <a:cubicBezTo>
                      <a:pt x="22206" y="200"/>
                      <a:pt x="22206" y="49"/>
                      <a:pt x="22106" y="49"/>
                    </a:cubicBezTo>
                    <a:cubicBezTo>
                      <a:pt x="19144" y="16"/>
                      <a:pt x="16183" y="1"/>
                      <a:pt x="13223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160;p35">
                <a:extLst>
                  <a:ext uri="{FF2B5EF4-FFF2-40B4-BE49-F238E27FC236}">
                    <a16:creationId xmlns:a16="http://schemas.microsoft.com/office/drawing/2014/main" id="{5C618094-D76F-692C-35E5-A6A35C59C336}"/>
                  </a:ext>
                </a:extLst>
              </p:cNvPr>
              <p:cNvSpPr/>
              <p:nvPr/>
            </p:nvSpPr>
            <p:spPr>
              <a:xfrm>
                <a:off x="6271150" y="2538975"/>
                <a:ext cx="202200" cy="214725"/>
              </a:xfrm>
              <a:custGeom>
                <a:avLst/>
                <a:gdLst/>
                <a:ahLst/>
                <a:cxnLst/>
                <a:rect l="l" t="t" r="r" b="b"/>
                <a:pathLst>
                  <a:path w="8088" h="8589" extrusionOk="0">
                    <a:moveTo>
                      <a:pt x="8071" y="1"/>
                    </a:moveTo>
                    <a:lnTo>
                      <a:pt x="1" y="17"/>
                    </a:lnTo>
                    <a:lnTo>
                      <a:pt x="18" y="8589"/>
                    </a:lnTo>
                    <a:lnTo>
                      <a:pt x="8088" y="8572"/>
                    </a:lnTo>
                    <a:lnTo>
                      <a:pt x="8071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161;p35">
                <a:extLst>
                  <a:ext uri="{FF2B5EF4-FFF2-40B4-BE49-F238E27FC236}">
                    <a16:creationId xmlns:a16="http://schemas.microsoft.com/office/drawing/2014/main" id="{161921C6-8D7C-FDF8-F4DA-70EFB8ED29E9}"/>
                  </a:ext>
                </a:extLst>
              </p:cNvPr>
              <p:cNvSpPr/>
              <p:nvPr/>
            </p:nvSpPr>
            <p:spPr>
              <a:xfrm>
                <a:off x="6070250" y="2539400"/>
                <a:ext cx="202200" cy="214725"/>
              </a:xfrm>
              <a:custGeom>
                <a:avLst/>
                <a:gdLst/>
                <a:ahLst/>
                <a:cxnLst/>
                <a:rect l="l" t="t" r="r" b="b"/>
                <a:pathLst>
                  <a:path w="8088" h="8589" extrusionOk="0">
                    <a:moveTo>
                      <a:pt x="8070" y="0"/>
                    </a:moveTo>
                    <a:lnTo>
                      <a:pt x="0" y="17"/>
                    </a:lnTo>
                    <a:lnTo>
                      <a:pt x="17" y="8589"/>
                    </a:lnTo>
                    <a:lnTo>
                      <a:pt x="8087" y="8572"/>
                    </a:lnTo>
                    <a:lnTo>
                      <a:pt x="8070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162;p35">
                <a:extLst>
                  <a:ext uri="{FF2B5EF4-FFF2-40B4-BE49-F238E27FC236}">
                    <a16:creationId xmlns:a16="http://schemas.microsoft.com/office/drawing/2014/main" id="{9F69B666-7A93-F638-AE3A-7AD8DB2012EE}"/>
                  </a:ext>
                </a:extLst>
              </p:cNvPr>
              <p:cNvSpPr/>
              <p:nvPr/>
            </p:nvSpPr>
            <p:spPr>
              <a:xfrm>
                <a:off x="6067725" y="2593475"/>
                <a:ext cx="407300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16292" h="261" extrusionOk="0">
                    <a:moveTo>
                      <a:pt x="9147" y="0"/>
                    </a:moveTo>
                    <a:cubicBezTo>
                      <a:pt x="6130" y="0"/>
                      <a:pt x="3113" y="22"/>
                      <a:pt x="101" y="60"/>
                    </a:cubicBezTo>
                    <a:cubicBezTo>
                      <a:pt x="1" y="60"/>
                      <a:pt x="1" y="227"/>
                      <a:pt x="101" y="227"/>
                    </a:cubicBezTo>
                    <a:cubicBezTo>
                      <a:pt x="2442" y="249"/>
                      <a:pt x="4786" y="261"/>
                      <a:pt x="7131" y="261"/>
                    </a:cubicBezTo>
                    <a:cubicBezTo>
                      <a:pt x="10158" y="261"/>
                      <a:pt x="13186" y="240"/>
                      <a:pt x="16208" y="193"/>
                    </a:cubicBezTo>
                    <a:cubicBezTo>
                      <a:pt x="16292" y="177"/>
                      <a:pt x="16292" y="60"/>
                      <a:pt x="16208" y="43"/>
                    </a:cubicBezTo>
                    <a:cubicBezTo>
                      <a:pt x="13857" y="14"/>
                      <a:pt x="11502" y="0"/>
                      <a:pt x="9147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163;p35">
                <a:extLst>
                  <a:ext uri="{FF2B5EF4-FFF2-40B4-BE49-F238E27FC236}">
                    <a16:creationId xmlns:a16="http://schemas.microsoft.com/office/drawing/2014/main" id="{43E34E43-ACD9-8829-6CB4-7CEC5595343F}"/>
                  </a:ext>
                </a:extLst>
              </p:cNvPr>
              <p:cNvSpPr/>
              <p:nvPr/>
            </p:nvSpPr>
            <p:spPr>
              <a:xfrm>
                <a:off x="6233575" y="2749925"/>
                <a:ext cx="366775" cy="175050"/>
              </a:xfrm>
              <a:custGeom>
                <a:avLst/>
                <a:gdLst/>
                <a:ahLst/>
                <a:cxnLst/>
                <a:rect l="l" t="t" r="r" b="b"/>
                <a:pathLst>
                  <a:path w="14671" h="7002" extrusionOk="0">
                    <a:moveTo>
                      <a:pt x="14670" y="1"/>
                    </a:moveTo>
                    <a:lnTo>
                      <a:pt x="0" y="17"/>
                    </a:lnTo>
                    <a:lnTo>
                      <a:pt x="17" y="7001"/>
                    </a:lnTo>
                    <a:lnTo>
                      <a:pt x="14670" y="6968"/>
                    </a:lnTo>
                    <a:lnTo>
                      <a:pt x="14670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164;p35">
                <a:extLst>
                  <a:ext uri="{FF2B5EF4-FFF2-40B4-BE49-F238E27FC236}">
                    <a16:creationId xmlns:a16="http://schemas.microsoft.com/office/drawing/2014/main" id="{BB67E262-790A-C008-A5CF-B564A8216CF8}"/>
                  </a:ext>
                </a:extLst>
              </p:cNvPr>
              <p:cNvSpPr/>
              <p:nvPr/>
            </p:nvSpPr>
            <p:spPr>
              <a:xfrm>
                <a:off x="5869325" y="2748675"/>
                <a:ext cx="366775" cy="175050"/>
              </a:xfrm>
              <a:custGeom>
                <a:avLst/>
                <a:gdLst/>
                <a:ahLst/>
                <a:cxnLst/>
                <a:rect l="l" t="t" r="r" b="b"/>
                <a:pathLst>
                  <a:path w="14671" h="7002" extrusionOk="0">
                    <a:moveTo>
                      <a:pt x="14654" y="0"/>
                    </a:moveTo>
                    <a:lnTo>
                      <a:pt x="0" y="34"/>
                    </a:lnTo>
                    <a:lnTo>
                      <a:pt x="0" y="7001"/>
                    </a:lnTo>
                    <a:lnTo>
                      <a:pt x="14670" y="6985"/>
                    </a:lnTo>
                    <a:lnTo>
                      <a:pt x="1465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165;p35">
                <a:extLst>
                  <a:ext uri="{FF2B5EF4-FFF2-40B4-BE49-F238E27FC236}">
                    <a16:creationId xmlns:a16="http://schemas.microsoft.com/office/drawing/2014/main" id="{CD08903F-6F3D-2465-EAE6-8633A165937F}"/>
                  </a:ext>
                </a:extLst>
              </p:cNvPr>
              <p:cNvSpPr/>
              <p:nvPr/>
            </p:nvSpPr>
            <p:spPr>
              <a:xfrm>
                <a:off x="5865975" y="2792450"/>
                <a:ext cx="736450" cy="9100"/>
              </a:xfrm>
              <a:custGeom>
                <a:avLst/>
                <a:gdLst/>
                <a:ahLst/>
                <a:cxnLst/>
                <a:rect l="l" t="t" r="r" b="b"/>
                <a:pathLst>
                  <a:path w="29458" h="364" extrusionOk="0">
                    <a:moveTo>
                      <a:pt x="17345" y="0"/>
                    </a:moveTo>
                    <a:cubicBezTo>
                      <a:pt x="11598" y="0"/>
                      <a:pt x="5846" y="52"/>
                      <a:pt x="101" y="121"/>
                    </a:cubicBezTo>
                    <a:cubicBezTo>
                      <a:pt x="1" y="121"/>
                      <a:pt x="1" y="288"/>
                      <a:pt x="101" y="288"/>
                    </a:cubicBezTo>
                    <a:cubicBezTo>
                      <a:pt x="4671" y="335"/>
                      <a:pt x="9245" y="363"/>
                      <a:pt x="13818" y="363"/>
                    </a:cubicBezTo>
                    <a:cubicBezTo>
                      <a:pt x="19008" y="363"/>
                      <a:pt x="24196" y="327"/>
                      <a:pt x="29374" y="238"/>
                    </a:cubicBezTo>
                    <a:cubicBezTo>
                      <a:pt x="29458" y="221"/>
                      <a:pt x="29458" y="87"/>
                      <a:pt x="29374" y="87"/>
                    </a:cubicBezTo>
                    <a:cubicBezTo>
                      <a:pt x="25369" y="26"/>
                      <a:pt x="21358" y="0"/>
                      <a:pt x="17345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166;p35">
                <a:extLst>
                  <a:ext uri="{FF2B5EF4-FFF2-40B4-BE49-F238E27FC236}">
                    <a16:creationId xmlns:a16="http://schemas.microsoft.com/office/drawing/2014/main" id="{2E49BF5D-612B-A371-8D78-454E55C35CFC}"/>
                  </a:ext>
                </a:extLst>
              </p:cNvPr>
              <p:cNvSpPr/>
              <p:nvPr/>
            </p:nvSpPr>
            <p:spPr>
              <a:xfrm>
                <a:off x="6493375" y="2071150"/>
                <a:ext cx="9277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3711" h="14370" extrusionOk="0">
                    <a:moveTo>
                      <a:pt x="1" y="0"/>
                    </a:moveTo>
                    <a:lnTo>
                      <a:pt x="18" y="14370"/>
                    </a:lnTo>
                    <a:lnTo>
                      <a:pt x="3710" y="14370"/>
                    </a:lnTo>
                    <a:lnTo>
                      <a:pt x="3677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167;p35">
                <a:extLst>
                  <a:ext uri="{FF2B5EF4-FFF2-40B4-BE49-F238E27FC236}">
                    <a16:creationId xmlns:a16="http://schemas.microsoft.com/office/drawing/2014/main" id="{FE629935-BFF7-C7F3-675B-6CD5B6FF6D92}"/>
                  </a:ext>
                </a:extLst>
              </p:cNvPr>
              <p:cNvSpPr/>
              <p:nvPr/>
            </p:nvSpPr>
            <p:spPr>
              <a:xfrm>
                <a:off x="6587375" y="2168050"/>
                <a:ext cx="92750" cy="261100"/>
              </a:xfrm>
              <a:custGeom>
                <a:avLst/>
                <a:gdLst/>
                <a:ahLst/>
                <a:cxnLst/>
                <a:rect l="l" t="t" r="r" b="b"/>
                <a:pathLst>
                  <a:path w="3710" h="10444" extrusionOk="0">
                    <a:moveTo>
                      <a:pt x="0" y="1"/>
                    </a:moveTo>
                    <a:lnTo>
                      <a:pt x="17" y="10443"/>
                    </a:lnTo>
                    <a:lnTo>
                      <a:pt x="3710" y="10443"/>
                    </a:lnTo>
                    <a:lnTo>
                      <a:pt x="3676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168;p35">
                <a:extLst>
                  <a:ext uri="{FF2B5EF4-FFF2-40B4-BE49-F238E27FC236}">
                    <a16:creationId xmlns:a16="http://schemas.microsoft.com/office/drawing/2014/main" id="{8C4CEA35-01F2-78B3-3188-43DE5F9BD65E}"/>
                  </a:ext>
                </a:extLst>
              </p:cNvPr>
              <p:cNvSpPr/>
              <p:nvPr/>
            </p:nvSpPr>
            <p:spPr>
              <a:xfrm>
                <a:off x="6349275" y="2138400"/>
                <a:ext cx="143725" cy="291575"/>
              </a:xfrm>
              <a:custGeom>
                <a:avLst/>
                <a:gdLst/>
                <a:ahLst/>
                <a:cxnLst/>
                <a:rect l="l" t="t" r="r" b="b"/>
                <a:pathLst>
                  <a:path w="5749" h="11663" extrusionOk="0">
                    <a:moveTo>
                      <a:pt x="5715" y="0"/>
                    </a:moveTo>
                    <a:lnTo>
                      <a:pt x="0" y="17"/>
                    </a:lnTo>
                    <a:lnTo>
                      <a:pt x="17" y="11663"/>
                    </a:lnTo>
                    <a:lnTo>
                      <a:pt x="5748" y="11646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169;p35">
                <a:extLst>
                  <a:ext uri="{FF2B5EF4-FFF2-40B4-BE49-F238E27FC236}">
                    <a16:creationId xmlns:a16="http://schemas.microsoft.com/office/drawing/2014/main" id="{03CA7B0B-3ADF-4776-4A8B-C8B880BDF9A4}"/>
                  </a:ext>
                </a:extLst>
              </p:cNvPr>
              <p:cNvSpPr/>
              <p:nvPr/>
            </p:nvSpPr>
            <p:spPr>
              <a:xfrm>
                <a:off x="6305825" y="2138800"/>
                <a:ext cx="45975" cy="291175"/>
              </a:xfrm>
              <a:custGeom>
                <a:avLst/>
                <a:gdLst/>
                <a:ahLst/>
                <a:cxnLst/>
                <a:rect l="l" t="t" r="r" b="b"/>
                <a:pathLst>
                  <a:path w="1839" h="11647" extrusionOk="0">
                    <a:moveTo>
                      <a:pt x="1" y="1"/>
                    </a:moveTo>
                    <a:lnTo>
                      <a:pt x="17" y="11647"/>
                    </a:lnTo>
                    <a:lnTo>
                      <a:pt x="1839" y="11647"/>
                    </a:lnTo>
                    <a:lnTo>
                      <a:pt x="1822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170;p35">
                <a:extLst>
                  <a:ext uri="{FF2B5EF4-FFF2-40B4-BE49-F238E27FC236}">
                    <a16:creationId xmlns:a16="http://schemas.microsoft.com/office/drawing/2014/main" id="{96756C30-E0A0-66D0-413B-02CD7E789407}"/>
                  </a:ext>
                </a:extLst>
              </p:cNvPr>
              <p:cNvSpPr/>
              <p:nvPr/>
            </p:nvSpPr>
            <p:spPr>
              <a:xfrm>
                <a:off x="6260725" y="2206075"/>
                <a:ext cx="45550" cy="223900"/>
              </a:xfrm>
              <a:custGeom>
                <a:avLst/>
                <a:gdLst/>
                <a:ahLst/>
                <a:cxnLst/>
                <a:rect l="l" t="t" r="r" b="b"/>
                <a:pathLst>
                  <a:path w="1822" h="8956" extrusionOk="0">
                    <a:moveTo>
                      <a:pt x="1805" y="0"/>
                    </a:moveTo>
                    <a:lnTo>
                      <a:pt x="0" y="17"/>
                    </a:lnTo>
                    <a:lnTo>
                      <a:pt x="0" y="8956"/>
                    </a:lnTo>
                    <a:lnTo>
                      <a:pt x="1821" y="8956"/>
                    </a:lnTo>
                    <a:lnTo>
                      <a:pt x="1805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171;p35">
                <a:extLst>
                  <a:ext uri="{FF2B5EF4-FFF2-40B4-BE49-F238E27FC236}">
                    <a16:creationId xmlns:a16="http://schemas.microsoft.com/office/drawing/2014/main" id="{E645A733-7CDE-82B8-D134-4DB90B8E6DBD}"/>
                  </a:ext>
                </a:extLst>
              </p:cNvPr>
              <p:cNvSpPr/>
              <p:nvPr/>
            </p:nvSpPr>
            <p:spPr>
              <a:xfrm>
                <a:off x="6520125" y="3087025"/>
                <a:ext cx="215150" cy="346300"/>
              </a:xfrm>
              <a:custGeom>
                <a:avLst/>
                <a:gdLst/>
                <a:ahLst/>
                <a:cxnLst/>
                <a:rect l="l" t="t" r="r" b="b"/>
                <a:pathLst>
                  <a:path w="8606" h="13852" extrusionOk="0">
                    <a:moveTo>
                      <a:pt x="3409" y="0"/>
                    </a:moveTo>
                    <a:lnTo>
                      <a:pt x="0" y="1437"/>
                    </a:lnTo>
                    <a:lnTo>
                      <a:pt x="5197" y="13852"/>
                    </a:lnTo>
                    <a:lnTo>
                      <a:pt x="8605" y="12431"/>
                    </a:lnTo>
                    <a:lnTo>
                      <a:pt x="3409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172;p35">
                <a:extLst>
                  <a:ext uri="{FF2B5EF4-FFF2-40B4-BE49-F238E27FC236}">
                    <a16:creationId xmlns:a16="http://schemas.microsoft.com/office/drawing/2014/main" id="{F6642A15-C9E1-2566-0E86-3252126F0C84}"/>
                  </a:ext>
                </a:extLst>
              </p:cNvPr>
              <p:cNvSpPr/>
              <p:nvPr/>
            </p:nvSpPr>
            <p:spPr>
              <a:xfrm>
                <a:off x="6439925" y="3074075"/>
                <a:ext cx="92750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3710" h="14370" extrusionOk="0">
                    <a:moveTo>
                      <a:pt x="3693" y="0"/>
                    </a:moveTo>
                    <a:lnTo>
                      <a:pt x="0" y="17"/>
                    </a:lnTo>
                    <a:lnTo>
                      <a:pt x="34" y="14370"/>
                    </a:lnTo>
                    <a:lnTo>
                      <a:pt x="3709" y="14370"/>
                    </a:lnTo>
                    <a:lnTo>
                      <a:pt x="3693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173;p35">
                <a:extLst>
                  <a:ext uri="{FF2B5EF4-FFF2-40B4-BE49-F238E27FC236}">
                    <a16:creationId xmlns:a16="http://schemas.microsoft.com/office/drawing/2014/main" id="{A69D496B-D417-FD62-67EC-859117EBDC48}"/>
                  </a:ext>
                </a:extLst>
              </p:cNvPr>
              <p:cNvSpPr/>
              <p:nvPr/>
            </p:nvSpPr>
            <p:spPr>
              <a:xfrm>
                <a:off x="6249850" y="3141750"/>
                <a:ext cx="143725" cy="291150"/>
              </a:xfrm>
              <a:custGeom>
                <a:avLst/>
                <a:gdLst/>
                <a:ahLst/>
                <a:cxnLst/>
                <a:rect l="l" t="t" r="r" b="b"/>
                <a:pathLst>
                  <a:path w="5749" h="11646" extrusionOk="0">
                    <a:moveTo>
                      <a:pt x="5732" y="0"/>
                    </a:moveTo>
                    <a:lnTo>
                      <a:pt x="1" y="17"/>
                    </a:lnTo>
                    <a:lnTo>
                      <a:pt x="17" y="11646"/>
                    </a:lnTo>
                    <a:lnTo>
                      <a:pt x="5749" y="11646"/>
                    </a:lnTo>
                    <a:lnTo>
                      <a:pt x="5732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174;p35">
                <a:extLst>
                  <a:ext uri="{FF2B5EF4-FFF2-40B4-BE49-F238E27FC236}">
                    <a16:creationId xmlns:a16="http://schemas.microsoft.com/office/drawing/2014/main" id="{831B94BE-6489-C9C9-206C-D873790CEF66}"/>
                  </a:ext>
                </a:extLst>
              </p:cNvPr>
              <p:cNvSpPr/>
              <p:nvPr/>
            </p:nvSpPr>
            <p:spPr>
              <a:xfrm>
                <a:off x="6392725" y="3033975"/>
                <a:ext cx="32175" cy="398925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5957" extrusionOk="0">
                    <a:moveTo>
                      <a:pt x="0" y="0"/>
                    </a:moveTo>
                    <a:lnTo>
                      <a:pt x="34" y="15957"/>
                    </a:lnTo>
                    <a:lnTo>
                      <a:pt x="1287" y="15957"/>
                    </a:lnTo>
                    <a:lnTo>
                      <a:pt x="1253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175;p35">
                <a:extLst>
                  <a:ext uri="{FF2B5EF4-FFF2-40B4-BE49-F238E27FC236}">
                    <a16:creationId xmlns:a16="http://schemas.microsoft.com/office/drawing/2014/main" id="{3EE0B107-1375-3E97-C1B0-9C78EAB74A81}"/>
                  </a:ext>
                </a:extLst>
              </p:cNvPr>
              <p:cNvSpPr/>
              <p:nvPr/>
            </p:nvSpPr>
            <p:spPr>
              <a:xfrm>
                <a:off x="6424450" y="3096200"/>
                <a:ext cx="15900" cy="336700"/>
              </a:xfrm>
              <a:custGeom>
                <a:avLst/>
                <a:gdLst/>
                <a:ahLst/>
                <a:cxnLst/>
                <a:rect l="l" t="t" r="r" b="b"/>
                <a:pathLst>
                  <a:path w="636" h="13468" extrusionOk="0">
                    <a:moveTo>
                      <a:pt x="1" y="1"/>
                    </a:moveTo>
                    <a:lnTo>
                      <a:pt x="18" y="13468"/>
                    </a:lnTo>
                    <a:lnTo>
                      <a:pt x="636" y="1346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176;p35">
                <a:extLst>
                  <a:ext uri="{FF2B5EF4-FFF2-40B4-BE49-F238E27FC236}">
                    <a16:creationId xmlns:a16="http://schemas.microsoft.com/office/drawing/2014/main" id="{8ED30CF5-5715-F706-D3A5-2918BB0E0DE8}"/>
                  </a:ext>
                </a:extLst>
              </p:cNvPr>
              <p:cNvSpPr/>
              <p:nvPr/>
            </p:nvSpPr>
            <p:spPr>
              <a:xfrm>
                <a:off x="5912350" y="3418275"/>
                <a:ext cx="336700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13468" h="652" extrusionOk="0">
                    <a:moveTo>
                      <a:pt x="13467" y="0"/>
                    </a:moveTo>
                    <a:lnTo>
                      <a:pt x="0" y="17"/>
                    </a:lnTo>
                    <a:lnTo>
                      <a:pt x="0" y="652"/>
                    </a:lnTo>
                    <a:lnTo>
                      <a:pt x="13467" y="618"/>
                    </a:lnTo>
                    <a:lnTo>
                      <a:pt x="13467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177;p35">
                <a:extLst>
                  <a:ext uri="{FF2B5EF4-FFF2-40B4-BE49-F238E27FC236}">
                    <a16:creationId xmlns:a16="http://schemas.microsoft.com/office/drawing/2014/main" id="{03720FC9-2657-CCA1-171A-B6CFAF23E392}"/>
                  </a:ext>
                </a:extLst>
              </p:cNvPr>
              <p:cNvSpPr/>
              <p:nvPr/>
            </p:nvSpPr>
            <p:spPr>
              <a:xfrm>
                <a:off x="5883100" y="3325125"/>
                <a:ext cx="367200" cy="93575"/>
              </a:xfrm>
              <a:custGeom>
                <a:avLst/>
                <a:gdLst/>
                <a:ahLst/>
                <a:cxnLst/>
                <a:rect l="l" t="t" r="r" b="b"/>
                <a:pathLst>
                  <a:path w="14688" h="3743" extrusionOk="0">
                    <a:moveTo>
                      <a:pt x="14687" y="0"/>
                    </a:moveTo>
                    <a:lnTo>
                      <a:pt x="1" y="17"/>
                    </a:lnTo>
                    <a:lnTo>
                      <a:pt x="17" y="3743"/>
                    </a:lnTo>
                    <a:lnTo>
                      <a:pt x="14687" y="3726"/>
                    </a:lnTo>
                    <a:lnTo>
                      <a:pt x="14687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178;p35">
                <a:extLst>
                  <a:ext uri="{FF2B5EF4-FFF2-40B4-BE49-F238E27FC236}">
                    <a16:creationId xmlns:a16="http://schemas.microsoft.com/office/drawing/2014/main" id="{53C27927-B555-8587-30BC-9E54CD773CC9}"/>
                  </a:ext>
                </a:extLst>
              </p:cNvPr>
              <p:cNvSpPr/>
              <p:nvPr/>
            </p:nvSpPr>
            <p:spPr>
              <a:xfrm>
                <a:off x="5955375" y="3231125"/>
                <a:ext cx="294925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11797" h="3761" extrusionOk="0">
                    <a:moveTo>
                      <a:pt x="11780" y="1"/>
                    </a:moveTo>
                    <a:lnTo>
                      <a:pt x="0" y="34"/>
                    </a:lnTo>
                    <a:lnTo>
                      <a:pt x="0" y="3760"/>
                    </a:lnTo>
                    <a:lnTo>
                      <a:pt x="11796" y="3727"/>
                    </a:lnTo>
                    <a:lnTo>
                      <a:pt x="117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179;p35">
                <a:extLst>
                  <a:ext uri="{FF2B5EF4-FFF2-40B4-BE49-F238E27FC236}">
                    <a16:creationId xmlns:a16="http://schemas.microsoft.com/office/drawing/2014/main" id="{CB35286C-B9B4-3D1D-CF47-580435F21DAE}"/>
                  </a:ext>
                </a:extLst>
              </p:cNvPr>
              <p:cNvSpPr/>
              <p:nvPr/>
            </p:nvSpPr>
            <p:spPr>
              <a:xfrm>
                <a:off x="5836725" y="4382350"/>
                <a:ext cx="244825" cy="107575"/>
              </a:xfrm>
              <a:custGeom>
                <a:avLst/>
                <a:gdLst/>
                <a:ahLst/>
                <a:cxnLst/>
                <a:rect l="l" t="t" r="r" b="b"/>
                <a:pathLst>
                  <a:path w="9793" h="4303" extrusionOk="0">
                    <a:moveTo>
                      <a:pt x="4496" y="0"/>
                    </a:moveTo>
                    <a:lnTo>
                      <a:pt x="4479" y="2824"/>
                    </a:lnTo>
                    <a:cubicBezTo>
                      <a:pt x="4479" y="2824"/>
                      <a:pt x="1" y="3827"/>
                      <a:pt x="1087" y="4161"/>
                    </a:cubicBezTo>
                    <a:cubicBezTo>
                      <a:pt x="1446" y="4266"/>
                      <a:pt x="2486" y="4302"/>
                      <a:pt x="3729" y="4302"/>
                    </a:cubicBezTo>
                    <a:cubicBezTo>
                      <a:pt x="5843" y="4302"/>
                      <a:pt x="8542" y="4197"/>
                      <a:pt x="9458" y="4144"/>
                    </a:cubicBezTo>
                    <a:lnTo>
                      <a:pt x="9792" y="4111"/>
                    </a:lnTo>
                    <a:lnTo>
                      <a:pt x="9759" y="0"/>
                    </a:lnTo>
                    <a:close/>
                  </a:path>
                </a:pathLst>
              </a:custGeom>
              <a:solidFill>
                <a:srgbClr val="00A8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180;p35">
                <a:extLst>
                  <a:ext uri="{FF2B5EF4-FFF2-40B4-BE49-F238E27FC236}">
                    <a16:creationId xmlns:a16="http://schemas.microsoft.com/office/drawing/2014/main" id="{E6853810-B270-1216-C512-0A5F5D44FFA4}"/>
                  </a:ext>
                </a:extLst>
              </p:cNvPr>
              <p:cNvSpPr/>
              <p:nvPr/>
            </p:nvSpPr>
            <p:spPr>
              <a:xfrm>
                <a:off x="6033900" y="4448225"/>
                <a:ext cx="47225" cy="37750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510" extrusionOk="0">
                    <a:moveTo>
                      <a:pt x="1757" y="0"/>
                    </a:moveTo>
                    <a:cubicBezTo>
                      <a:pt x="1365" y="0"/>
                      <a:pt x="969" y="134"/>
                      <a:pt x="669" y="390"/>
                    </a:cubicBezTo>
                    <a:cubicBezTo>
                      <a:pt x="301" y="657"/>
                      <a:pt x="67" y="1058"/>
                      <a:pt x="0" y="1509"/>
                    </a:cubicBezTo>
                    <a:lnTo>
                      <a:pt x="1889" y="1476"/>
                    </a:lnTo>
                    <a:lnTo>
                      <a:pt x="1889" y="5"/>
                    </a:lnTo>
                    <a:cubicBezTo>
                      <a:pt x="1845" y="2"/>
                      <a:pt x="1801" y="0"/>
                      <a:pt x="1757" y="0"/>
                    </a:cubicBezTo>
                    <a:close/>
                  </a:path>
                </a:pathLst>
              </a:custGeom>
              <a:solidFill>
                <a:srgbClr val="FFFFFF">
                  <a:alpha val="56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181;p35">
                <a:extLst>
                  <a:ext uri="{FF2B5EF4-FFF2-40B4-BE49-F238E27FC236}">
                    <a16:creationId xmlns:a16="http://schemas.microsoft.com/office/drawing/2014/main" id="{E3820293-CD2D-8938-2CA9-731A7D624F0F}"/>
                  </a:ext>
                </a:extLst>
              </p:cNvPr>
              <p:cNvSpPr/>
              <p:nvPr/>
            </p:nvSpPr>
            <p:spPr>
              <a:xfrm>
                <a:off x="5855125" y="4467150"/>
                <a:ext cx="226425" cy="22475"/>
              </a:xfrm>
              <a:custGeom>
                <a:avLst/>
                <a:gdLst/>
                <a:ahLst/>
                <a:cxnLst/>
                <a:rect l="l" t="t" r="r" b="b"/>
                <a:pathLst>
                  <a:path w="9057" h="899" extrusionOk="0">
                    <a:moveTo>
                      <a:pt x="1571" y="0"/>
                    </a:moveTo>
                    <a:cubicBezTo>
                      <a:pt x="1571" y="0"/>
                      <a:pt x="0" y="451"/>
                      <a:pt x="201" y="702"/>
                    </a:cubicBezTo>
                    <a:cubicBezTo>
                      <a:pt x="293" y="836"/>
                      <a:pt x="1842" y="898"/>
                      <a:pt x="3701" y="898"/>
                    </a:cubicBezTo>
                    <a:cubicBezTo>
                      <a:pt x="5560" y="898"/>
                      <a:pt x="7728" y="836"/>
                      <a:pt x="9056" y="719"/>
                    </a:cubicBezTo>
                    <a:lnTo>
                      <a:pt x="9040" y="602"/>
                    </a:lnTo>
                    <a:lnTo>
                      <a:pt x="2039" y="669"/>
                    </a:lnTo>
                    <a:cubicBezTo>
                      <a:pt x="2039" y="669"/>
                      <a:pt x="1872" y="0"/>
                      <a:pt x="1571" y="0"/>
                    </a:cubicBezTo>
                    <a:close/>
                  </a:path>
                </a:pathLst>
              </a:custGeom>
              <a:solidFill>
                <a:srgbClr val="FFFFFF">
                  <a:alpha val="56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182;p35">
                <a:extLst>
                  <a:ext uri="{FF2B5EF4-FFF2-40B4-BE49-F238E27FC236}">
                    <a16:creationId xmlns:a16="http://schemas.microsoft.com/office/drawing/2014/main" id="{B8A0AA22-9297-5DE7-8A64-B5C53A04F51C}"/>
                  </a:ext>
                </a:extLst>
              </p:cNvPr>
              <p:cNvSpPr/>
              <p:nvPr/>
            </p:nvSpPr>
            <p:spPr>
              <a:xfrm>
                <a:off x="5858875" y="4480925"/>
                <a:ext cx="2235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8940" h="135" extrusionOk="0">
                    <a:moveTo>
                      <a:pt x="55" y="27"/>
                    </a:moveTo>
                    <a:cubicBezTo>
                      <a:pt x="38" y="27"/>
                      <a:pt x="23" y="34"/>
                      <a:pt x="1" y="34"/>
                    </a:cubicBezTo>
                    <a:lnTo>
                      <a:pt x="84" y="34"/>
                    </a:lnTo>
                    <a:cubicBezTo>
                      <a:pt x="73" y="29"/>
                      <a:pt x="64" y="27"/>
                      <a:pt x="55" y="27"/>
                    </a:cubicBezTo>
                    <a:close/>
                    <a:moveTo>
                      <a:pt x="8839" y="1"/>
                    </a:moveTo>
                    <a:lnTo>
                      <a:pt x="8589" y="17"/>
                    </a:lnTo>
                    <a:lnTo>
                      <a:pt x="7620" y="34"/>
                    </a:lnTo>
                    <a:cubicBezTo>
                      <a:pt x="6818" y="51"/>
                      <a:pt x="5698" y="68"/>
                      <a:pt x="4462" y="68"/>
                    </a:cubicBezTo>
                    <a:cubicBezTo>
                      <a:pt x="4100" y="72"/>
                      <a:pt x="3749" y="74"/>
                      <a:pt x="3413" y="74"/>
                    </a:cubicBezTo>
                    <a:cubicBezTo>
                      <a:pt x="2604" y="74"/>
                      <a:pt x="1883" y="63"/>
                      <a:pt x="1304" y="51"/>
                    </a:cubicBezTo>
                    <a:cubicBezTo>
                      <a:pt x="936" y="34"/>
                      <a:pt x="602" y="34"/>
                      <a:pt x="351" y="34"/>
                    </a:cubicBezTo>
                    <a:lnTo>
                      <a:pt x="84" y="34"/>
                    </a:lnTo>
                    <a:lnTo>
                      <a:pt x="351" y="51"/>
                    </a:lnTo>
                    <a:lnTo>
                      <a:pt x="1304" y="101"/>
                    </a:lnTo>
                    <a:cubicBezTo>
                      <a:pt x="2106" y="118"/>
                      <a:pt x="3225" y="134"/>
                      <a:pt x="4462" y="134"/>
                    </a:cubicBezTo>
                    <a:cubicBezTo>
                      <a:pt x="5698" y="134"/>
                      <a:pt x="6818" y="118"/>
                      <a:pt x="7620" y="84"/>
                    </a:cubicBezTo>
                    <a:lnTo>
                      <a:pt x="8589" y="34"/>
                    </a:lnTo>
                    <a:cubicBezTo>
                      <a:pt x="8672" y="34"/>
                      <a:pt x="8773" y="34"/>
                      <a:pt x="8839" y="17"/>
                    </a:cubicBezTo>
                    <a:lnTo>
                      <a:pt x="8940" y="17"/>
                    </a:lnTo>
                    <a:cubicBezTo>
                      <a:pt x="8906" y="1"/>
                      <a:pt x="8873" y="1"/>
                      <a:pt x="883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183;p35">
                <a:extLst>
                  <a:ext uri="{FF2B5EF4-FFF2-40B4-BE49-F238E27FC236}">
                    <a16:creationId xmlns:a16="http://schemas.microsoft.com/office/drawing/2014/main" id="{89870CC9-3D94-D937-01AB-8AFE7F7D79CB}"/>
                  </a:ext>
                </a:extLst>
              </p:cNvPr>
              <p:cNvSpPr/>
              <p:nvPr/>
            </p:nvSpPr>
            <p:spPr>
              <a:xfrm>
                <a:off x="5893125" y="4465900"/>
                <a:ext cx="13400" cy="2047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81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268" y="201"/>
                      <a:pt x="452" y="501"/>
                      <a:pt x="519" y="819"/>
                    </a:cubicBezTo>
                    <a:cubicBezTo>
                      <a:pt x="535" y="468"/>
                      <a:pt x="335" y="151"/>
                      <a:pt x="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184;p35">
                <a:extLst>
                  <a:ext uri="{FF2B5EF4-FFF2-40B4-BE49-F238E27FC236}">
                    <a16:creationId xmlns:a16="http://schemas.microsoft.com/office/drawing/2014/main" id="{7B3A7032-4E0E-F6E7-F39D-7C1A04E5F0FD}"/>
                  </a:ext>
                </a:extLst>
              </p:cNvPr>
              <p:cNvSpPr/>
              <p:nvPr/>
            </p:nvSpPr>
            <p:spPr>
              <a:xfrm>
                <a:off x="5939925" y="4452525"/>
                <a:ext cx="7950" cy="1130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452" extrusionOk="0">
                    <a:moveTo>
                      <a:pt x="17" y="0"/>
                    </a:moveTo>
                    <a:lnTo>
                      <a:pt x="17" y="0"/>
                    </a:lnTo>
                    <a:cubicBezTo>
                      <a:pt x="0" y="17"/>
                      <a:pt x="50" y="117"/>
                      <a:pt x="134" y="251"/>
                    </a:cubicBezTo>
                    <a:cubicBezTo>
                      <a:pt x="201" y="368"/>
                      <a:pt x="284" y="452"/>
                      <a:pt x="301" y="452"/>
                    </a:cubicBezTo>
                    <a:cubicBezTo>
                      <a:pt x="317" y="435"/>
                      <a:pt x="251" y="335"/>
                      <a:pt x="184" y="218"/>
                    </a:cubicBezTo>
                    <a:cubicBezTo>
                      <a:pt x="100" y="84"/>
                      <a:pt x="33" y="0"/>
                      <a:pt x="1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1185;p35">
                <a:extLst>
                  <a:ext uri="{FF2B5EF4-FFF2-40B4-BE49-F238E27FC236}">
                    <a16:creationId xmlns:a16="http://schemas.microsoft.com/office/drawing/2014/main" id="{1109F58C-4DA8-365C-E32A-0A5E2FCE18DC}"/>
                  </a:ext>
                </a:extLst>
              </p:cNvPr>
              <p:cNvSpPr/>
              <p:nvPr/>
            </p:nvSpPr>
            <p:spPr>
              <a:xfrm>
                <a:off x="5949525" y="4450425"/>
                <a:ext cx="8800" cy="762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05" extrusionOk="0">
                    <a:moveTo>
                      <a:pt x="0" y="1"/>
                    </a:moveTo>
                    <a:cubicBezTo>
                      <a:pt x="0" y="18"/>
                      <a:pt x="67" y="101"/>
                      <a:pt x="151" y="185"/>
                    </a:cubicBezTo>
                    <a:cubicBezTo>
                      <a:pt x="223" y="257"/>
                      <a:pt x="296" y="305"/>
                      <a:pt x="325" y="305"/>
                    </a:cubicBezTo>
                    <a:cubicBezTo>
                      <a:pt x="329" y="305"/>
                      <a:pt x="332" y="304"/>
                      <a:pt x="334" y="302"/>
                    </a:cubicBezTo>
                    <a:cubicBezTo>
                      <a:pt x="351" y="285"/>
                      <a:pt x="284" y="218"/>
                      <a:pt x="201" y="135"/>
                    </a:cubicBezTo>
                    <a:cubicBezTo>
                      <a:pt x="101" y="51"/>
                      <a:pt x="17" y="1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1186;p35">
                <a:extLst>
                  <a:ext uri="{FF2B5EF4-FFF2-40B4-BE49-F238E27FC236}">
                    <a16:creationId xmlns:a16="http://schemas.microsoft.com/office/drawing/2014/main" id="{DA71E7F8-4CE0-51E1-5BAF-19DCEA5E4D96}"/>
                  </a:ext>
                </a:extLst>
              </p:cNvPr>
              <p:cNvSpPr/>
              <p:nvPr/>
            </p:nvSpPr>
            <p:spPr>
              <a:xfrm>
                <a:off x="5950775" y="4444850"/>
                <a:ext cx="138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2" h="68" extrusionOk="0">
                    <a:moveTo>
                      <a:pt x="304" y="0"/>
                    </a:moveTo>
                    <a:cubicBezTo>
                      <a:pt x="203" y="0"/>
                      <a:pt x="102" y="13"/>
                      <a:pt x="0" y="40"/>
                    </a:cubicBezTo>
                    <a:cubicBezTo>
                      <a:pt x="59" y="60"/>
                      <a:pt x="112" y="68"/>
                      <a:pt x="166" y="68"/>
                    </a:cubicBezTo>
                    <a:cubicBezTo>
                      <a:pt x="204" y="68"/>
                      <a:pt x="243" y="64"/>
                      <a:pt x="284" y="57"/>
                    </a:cubicBezTo>
                    <a:cubicBezTo>
                      <a:pt x="307" y="61"/>
                      <a:pt x="330" y="63"/>
                      <a:pt x="355" y="63"/>
                    </a:cubicBezTo>
                    <a:cubicBezTo>
                      <a:pt x="421" y="63"/>
                      <a:pt x="491" y="48"/>
                      <a:pt x="552" y="23"/>
                    </a:cubicBezTo>
                    <a:cubicBezTo>
                      <a:pt x="469" y="8"/>
                      <a:pt x="387" y="0"/>
                      <a:pt x="30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1187;p35">
                <a:extLst>
                  <a:ext uri="{FF2B5EF4-FFF2-40B4-BE49-F238E27FC236}">
                    <a16:creationId xmlns:a16="http://schemas.microsoft.com/office/drawing/2014/main" id="{07ED8EB2-4AC6-7787-68AB-20623520E718}"/>
                  </a:ext>
                </a:extLst>
              </p:cNvPr>
              <p:cNvSpPr/>
              <p:nvPr/>
            </p:nvSpPr>
            <p:spPr>
              <a:xfrm>
                <a:off x="5951200" y="4436650"/>
                <a:ext cx="15900" cy="2575"/>
              </a:xfrm>
              <a:custGeom>
                <a:avLst/>
                <a:gdLst/>
                <a:ahLst/>
                <a:cxnLst/>
                <a:rect l="l" t="t" r="r" b="b"/>
                <a:pathLst>
                  <a:path w="636" h="103" extrusionOk="0">
                    <a:moveTo>
                      <a:pt x="635" y="1"/>
                    </a:moveTo>
                    <a:lnTo>
                      <a:pt x="635" y="1"/>
                    </a:lnTo>
                    <a:cubicBezTo>
                      <a:pt x="418" y="17"/>
                      <a:pt x="217" y="34"/>
                      <a:pt x="0" y="51"/>
                    </a:cubicBezTo>
                    <a:cubicBezTo>
                      <a:pt x="91" y="85"/>
                      <a:pt x="181" y="103"/>
                      <a:pt x="270" y="103"/>
                    </a:cubicBezTo>
                    <a:cubicBezTo>
                      <a:pt x="395" y="103"/>
                      <a:pt x="518" y="69"/>
                      <a:pt x="63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1188;p35">
                <a:extLst>
                  <a:ext uri="{FF2B5EF4-FFF2-40B4-BE49-F238E27FC236}">
                    <a16:creationId xmlns:a16="http://schemas.microsoft.com/office/drawing/2014/main" id="{07926C21-515F-901B-143D-1AA746FFF1FC}"/>
                  </a:ext>
                </a:extLst>
              </p:cNvPr>
              <p:cNvSpPr/>
              <p:nvPr/>
            </p:nvSpPr>
            <p:spPr>
              <a:xfrm>
                <a:off x="5917775" y="4440475"/>
                <a:ext cx="250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67" extrusionOk="0">
                    <a:moveTo>
                      <a:pt x="336" y="60"/>
                    </a:moveTo>
                    <a:cubicBezTo>
                      <a:pt x="391" y="60"/>
                      <a:pt x="446" y="68"/>
                      <a:pt x="502" y="81"/>
                    </a:cubicBezTo>
                    <a:cubicBezTo>
                      <a:pt x="619" y="115"/>
                      <a:pt x="719" y="182"/>
                      <a:pt x="802" y="265"/>
                    </a:cubicBezTo>
                    <a:cubicBezTo>
                      <a:pt x="847" y="333"/>
                      <a:pt x="885" y="392"/>
                      <a:pt x="915" y="460"/>
                    </a:cubicBezTo>
                    <a:lnTo>
                      <a:pt x="915" y="460"/>
                    </a:lnTo>
                    <a:cubicBezTo>
                      <a:pt x="856" y="454"/>
                      <a:pt x="771" y="441"/>
                      <a:pt x="669" y="416"/>
                    </a:cubicBezTo>
                    <a:cubicBezTo>
                      <a:pt x="552" y="399"/>
                      <a:pt x="435" y="366"/>
                      <a:pt x="318" y="332"/>
                    </a:cubicBezTo>
                    <a:cubicBezTo>
                      <a:pt x="251" y="315"/>
                      <a:pt x="184" y="282"/>
                      <a:pt x="134" y="249"/>
                    </a:cubicBezTo>
                    <a:cubicBezTo>
                      <a:pt x="67" y="215"/>
                      <a:pt x="51" y="148"/>
                      <a:pt x="101" y="115"/>
                    </a:cubicBezTo>
                    <a:cubicBezTo>
                      <a:pt x="179" y="76"/>
                      <a:pt x="257" y="60"/>
                      <a:pt x="336" y="60"/>
                    </a:cubicBezTo>
                    <a:close/>
                    <a:moveTo>
                      <a:pt x="337" y="1"/>
                    </a:moveTo>
                    <a:cubicBezTo>
                      <a:pt x="246" y="1"/>
                      <a:pt x="154" y="21"/>
                      <a:pt x="67" y="65"/>
                    </a:cubicBezTo>
                    <a:cubicBezTo>
                      <a:pt x="17" y="98"/>
                      <a:pt x="0" y="148"/>
                      <a:pt x="17" y="198"/>
                    </a:cubicBezTo>
                    <a:cubicBezTo>
                      <a:pt x="34" y="249"/>
                      <a:pt x="51" y="282"/>
                      <a:pt x="101" y="299"/>
                    </a:cubicBezTo>
                    <a:cubicBezTo>
                      <a:pt x="168" y="332"/>
                      <a:pt x="234" y="366"/>
                      <a:pt x="301" y="382"/>
                    </a:cubicBezTo>
                    <a:cubicBezTo>
                      <a:pt x="418" y="432"/>
                      <a:pt x="535" y="449"/>
                      <a:pt x="669" y="466"/>
                    </a:cubicBezTo>
                    <a:cubicBezTo>
                      <a:pt x="719" y="474"/>
                      <a:pt x="773" y="478"/>
                      <a:pt x="830" y="478"/>
                    </a:cubicBezTo>
                    <a:cubicBezTo>
                      <a:pt x="860" y="478"/>
                      <a:pt x="890" y="477"/>
                      <a:pt x="921" y="475"/>
                    </a:cubicBezTo>
                    <a:lnTo>
                      <a:pt x="921" y="475"/>
                    </a:lnTo>
                    <a:cubicBezTo>
                      <a:pt x="933" y="503"/>
                      <a:pt x="944" y="533"/>
                      <a:pt x="953" y="566"/>
                    </a:cubicBezTo>
                    <a:cubicBezTo>
                      <a:pt x="953" y="535"/>
                      <a:pt x="953" y="504"/>
                      <a:pt x="940" y="473"/>
                    </a:cubicBezTo>
                    <a:lnTo>
                      <a:pt x="940" y="473"/>
                    </a:lnTo>
                    <a:cubicBezTo>
                      <a:pt x="961" y="471"/>
                      <a:pt x="982" y="469"/>
                      <a:pt x="1003" y="466"/>
                    </a:cubicBezTo>
                    <a:cubicBezTo>
                      <a:pt x="1003" y="466"/>
                      <a:pt x="979" y="466"/>
                      <a:pt x="935" y="462"/>
                    </a:cubicBezTo>
                    <a:lnTo>
                      <a:pt x="935" y="462"/>
                    </a:lnTo>
                    <a:cubicBezTo>
                      <a:pt x="918" y="380"/>
                      <a:pt x="885" y="314"/>
                      <a:pt x="836" y="249"/>
                    </a:cubicBezTo>
                    <a:cubicBezTo>
                      <a:pt x="712" y="90"/>
                      <a:pt x="526" y="1"/>
                      <a:pt x="33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1189;p35">
                <a:extLst>
                  <a:ext uri="{FF2B5EF4-FFF2-40B4-BE49-F238E27FC236}">
                    <a16:creationId xmlns:a16="http://schemas.microsoft.com/office/drawing/2014/main" id="{33233CBF-3AA9-5E9B-A649-6F89FA5B53D3}"/>
                  </a:ext>
                </a:extLst>
              </p:cNvPr>
              <p:cNvSpPr/>
              <p:nvPr/>
            </p:nvSpPr>
            <p:spPr>
              <a:xfrm>
                <a:off x="5939075" y="4436225"/>
                <a:ext cx="12975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519" h="653" extrusionOk="0">
                    <a:moveTo>
                      <a:pt x="402" y="1"/>
                    </a:moveTo>
                    <a:cubicBezTo>
                      <a:pt x="285" y="1"/>
                      <a:pt x="168" y="68"/>
                      <a:pt x="118" y="168"/>
                    </a:cubicBezTo>
                    <a:cubicBezTo>
                      <a:pt x="67" y="251"/>
                      <a:pt x="34" y="335"/>
                      <a:pt x="17" y="419"/>
                    </a:cubicBezTo>
                    <a:cubicBezTo>
                      <a:pt x="1" y="502"/>
                      <a:pt x="17" y="586"/>
                      <a:pt x="67" y="652"/>
                    </a:cubicBezTo>
                    <a:cubicBezTo>
                      <a:pt x="51" y="586"/>
                      <a:pt x="51" y="502"/>
                      <a:pt x="67" y="435"/>
                    </a:cubicBezTo>
                    <a:cubicBezTo>
                      <a:pt x="84" y="352"/>
                      <a:pt x="118" y="268"/>
                      <a:pt x="168" y="201"/>
                    </a:cubicBezTo>
                    <a:cubicBezTo>
                      <a:pt x="213" y="140"/>
                      <a:pt x="287" y="66"/>
                      <a:pt x="363" y="66"/>
                    </a:cubicBezTo>
                    <a:cubicBezTo>
                      <a:pt x="370" y="66"/>
                      <a:pt x="378" y="66"/>
                      <a:pt x="385" y="68"/>
                    </a:cubicBezTo>
                    <a:cubicBezTo>
                      <a:pt x="468" y="84"/>
                      <a:pt x="435" y="201"/>
                      <a:pt x="385" y="285"/>
                    </a:cubicBezTo>
                    <a:cubicBezTo>
                      <a:pt x="351" y="352"/>
                      <a:pt x="301" y="419"/>
                      <a:pt x="251" y="485"/>
                    </a:cubicBezTo>
                    <a:cubicBezTo>
                      <a:pt x="151" y="586"/>
                      <a:pt x="84" y="636"/>
                      <a:pt x="84" y="652"/>
                    </a:cubicBezTo>
                    <a:cubicBezTo>
                      <a:pt x="168" y="619"/>
                      <a:pt x="235" y="569"/>
                      <a:pt x="285" y="519"/>
                    </a:cubicBezTo>
                    <a:cubicBezTo>
                      <a:pt x="351" y="452"/>
                      <a:pt x="402" y="385"/>
                      <a:pt x="435" y="302"/>
                    </a:cubicBezTo>
                    <a:cubicBezTo>
                      <a:pt x="468" y="268"/>
                      <a:pt x="485" y="218"/>
                      <a:pt x="502" y="151"/>
                    </a:cubicBezTo>
                    <a:cubicBezTo>
                      <a:pt x="519" y="84"/>
                      <a:pt x="468" y="18"/>
                      <a:pt x="40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1190;p35">
                <a:extLst>
                  <a:ext uri="{FF2B5EF4-FFF2-40B4-BE49-F238E27FC236}">
                    <a16:creationId xmlns:a16="http://schemas.microsoft.com/office/drawing/2014/main" id="{A8914670-4F96-6D30-B3D8-86581366013B}"/>
                  </a:ext>
                </a:extLst>
              </p:cNvPr>
              <p:cNvSpPr/>
              <p:nvPr/>
            </p:nvSpPr>
            <p:spPr>
              <a:xfrm>
                <a:off x="6036400" y="4446775"/>
                <a:ext cx="46825" cy="38350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1534" extrusionOk="0">
                    <a:moveTo>
                      <a:pt x="1621" y="1"/>
                    </a:moveTo>
                    <a:cubicBezTo>
                      <a:pt x="1571" y="1"/>
                      <a:pt x="1521" y="5"/>
                      <a:pt x="1471" y="13"/>
                    </a:cubicBezTo>
                    <a:cubicBezTo>
                      <a:pt x="819" y="47"/>
                      <a:pt x="251" y="498"/>
                      <a:pt x="51" y="1133"/>
                    </a:cubicBezTo>
                    <a:cubicBezTo>
                      <a:pt x="34" y="1233"/>
                      <a:pt x="17" y="1333"/>
                      <a:pt x="1" y="1417"/>
                    </a:cubicBezTo>
                    <a:cubicBezTo>
                      <a:pt x="1" y="1450"/>
                      <a:pt x="1" y="1500"/>
                      <a:pt x="1" y="1534"/>
                    </a:cubicBezTo>
                    <a:cubicBezTo>
                      <a:pt x="17" y="1534"/>
                      <a:pt x="17" y="1383"/>
                      <a:pt x="101" y="1149"/>
                    </a:cubicBezTo>
                    <a:cubicBezTo>
                      <a:pt x="301" y="548"/>
                      <a:pt x="853" y="114"/>
                      <a:pt x="1488" y="47"/>
                    </a:cubicBezTo>
                    <a:cubicBezTo>
                      <a:pt x="1605" y="38"/>
                      <a:pt x="1701" y="38"/>
                      <a:pt x="1768" y="38"/>
                    </a:cubicBezTo>
                    <a:cubicBezTo>
                      <a:pt x="1834" y="38"/>
                      <a:pt x="1872" y="38"/>
                      <a:pt x="1872" y="30"/>
                    </a:cubicBezTo>
                    <a:cubicBezTo>
                      <a:pt x="1839" y="30"/>
                      <a:pt x="1805" y="13"/>
                      <a:pt x="1772" y="13"/>
                    </a:cubicBezTo>
                    <a:cubicBezTo>
                      <a:pt x="1722" y="5"/>
                      <a:pt x="1672" y="1"/>
                      <a:pt x="162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1191;p35">
                <a:extLst>
                  <a:ext uri="{FF2B5EF4-FFF2-40B4-BE49-F238E27FC236}">
                    <a16:creationId xmlns:a16="http://schemas.microsoft.com/office/drawing/2014/main" id="{CABE9715-218B-F88F-DAE9-4ED4504322C1}"/>
                  </a:ext>
                </a:extLst>
              </p:cNvPr>
              <p:cNvSpPr/>
              <p:nvPr/>
            </p:nvSpPr>
            <p:spPr>
              <a:xfrm>
                <a:off x="6068575" y="4388625"/>
                <a:ext cx="2525" cy="54325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173" extrusionOk="0">
                    <a:moveTo>
                      <a:pt x="34" y="0"/>
                    </a:moveTo>
                    <a:lnTo>
                      <a:pt x="34" y="0"/>
                    </a:lnTo>
                    <a:cubicBezTo>
                      <a:pt x="0" y="735"/>
                      <a:pt x="17" y="1454"/>
                      <a:pt x="67" y="2172"/>
                    </a:cubicBezTo>
                    <a:cubicBezTo>
                      <a:pt x="101" y="1454"/>
                      <a:pt x="84" y="719"/>
                      <a:pt x="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1192;p35">
                <a:extLst>
                  <a:ext uri="{FF2B5EF4-FFF2-40B4-BE49-F238E27FC236}">
                    <a16:creationId xmlns:a16="http://schemas.microsoft.com/office/drawing/2014/main" id="{115BFC02-1043-4EC2-B240-AF396787FD21}"/>
                  </a:ext>
                </a:extLst>
              </p:cNvPr>
              <p:cNvSpPr/>
              <p:nvPr/>
            </p:nvSpPr>
            <p:spPr>
              <a:xfrm>
                <a:off x="5981275" y="4468650"/>
                <a:ext cx="384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85" extrusionOk="0">
                    <a:moveTo>
                      <a:pt x="1454" y="0"/>
                    </a:moveTo>
                    <a:cubicBezTo>
                      <a:pt x="1326" y="0"/>
                      <a:pt x="1064" y="12"/>
                      <a:pt x="769" y="24"/>
                    </a:cubicBezTo>
                    <a:cubicBezTo>
                      <a:pt x="479" y="24"/>
                      <a:pt x="234" y="16"/>
                      <a:pt x="103" y="16"/>
                    </a:cubicBezTo>
                    <a:cubicBezTo>
                      <a:pt x="37" y="16"/>
                      <a:pt x="0" y="18"/>
                      <a:pt x="0" y="24"/>
                    </a:cubicBezTo>
                    <a:cubicBezTo>
                      <a:pt x="239" y="64"/>
                      <a:pt x="486" y="85"/>
                      <a:pt x="733" y="85"/>
                    </a:cubicBezTo>
                    <a:cubicBezTo>
                      <a:pt x="1004" y="85"/>
                      <a:pt x="1275" y="60"/>
                      <a:pt x="1537" y="7"/>
                    </a:cubicBezTo>
                    <a:cubicBezTo>
                      <a:pt x="1537" y="2"/>
                      <a:pt x="1507" y="0"/>
                      <a:pt x="145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1193;p35">
                <a:extLst>
                  <a:ext uri="{FF2B5EF4-FFF2-40B4-BE49-F238E27FC236}">
                    <a16:creationId xmlns:a16="http://schemas.microsoft.com/office/drawing/2014/main" id="{B26B3A55-E00A-90C0-6F11-B7DCDD320D96}"/>
                  </a:ext>
                </a:extLst>
              </p:cNvPr>
              <p:cNvSpPr/>
              <p:nvPr/>
            </p:nvSpPr>
            <p:spPr>
              <a:xfrm>
                <a:off x="6041425" y="4468725"/>
                <a:ext cx="4200" cy="7625"/>
              </a:xfrm>
              <a:custGeom>
                <a:avLst/>
                <a:gdLst/>
                <a:ahLst/>
                <a:cxnLst/>
                <a:rect l="l" t="t" r="r" b="b"/>
                <a:pathLst>
                  <a:path w="168" h="305" extrusionOk="0">
                    <a:moveTo>
                      <a:pt x="158" y="1"/>
                    </a:moveTo>
                    <a:cubicBezTo>
                      <a:pt x="134" y="1"/>
                      <a:pt x="77" y="48"/>
                      <a:pt x="34" y="121"/>
                    </a:cubicBezTo>
                    <a:cubicBezTo>
                      <a:pt x="0" y="221"/>
                      <a:pt x="17" y="305"/>
                      <a:pt x="34" y="305"/>
                    </a:cubicBezTo>
                    <a:cubicBezTo>
                      <a:pt x="50" y="305"/>
                      <a:pt x="67" y="238"/>
                      <a:pt x="100" y="154"/>
                    </a:cubicBezTo>
                    <a:cubicBezTo>
                      <a:pt x="134" y="71"/>
                      <a:pt x="167" y="21"/>
                      <a:pt x="167" y="4"/>
                    </a:cubicBezTo>
                    <a:cubicBezTo>
                      <a:pt x="165" y="2"/>
                      <a:pt x="162" y="1"/>
                      <a:pt x="15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1194;p35">
                <a:extLst>
                  <a:ext uri="{FF2B5EF4-FFF2-40B4-BE49-F238E27FC236}">
                    <a16:creationId xmlns:a16="http://schemas.microsoft.com/office/drawing/2014/main" id="{F9360BDE-4D48-D1D4-C861-9CBAABC5CE36}"/>
                  </a:ext>
                </a:extLst>
              </p:cNvPr>
              <p:cNvSpPr/>
              <p:nvPr/>
            </p:nvSpPr>
            <p:spPr>
              <a:xfrm>
                <a:off x="6049775" y="4456600"/>
                <a:ext cx="587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206" extrusionOk="0">
                    <a:moveTo>
                      <a:pt x="206" y="0"/>
                    </a:moveTo>
                    <a:cubicBezTo>
                      <a:pt x="183" y="0"/>
                      <a:pt x="142" y="30"/>
                      <a:pt x="101" y="71"/>
                    </a:cubicBezTo>
                    <a:cubicBezTo>
                      <a:pt x="34" y="138"/>
                      <a:pt x="0" y="188"/>
                      <a:pt x="17" y="205"/>
                    </a:cubicBezTo>
                    <a:cubicBezTo>
                      <a:pt x="34" y="205"/>
                      <a:pt x="84" y="172"/>
                      <a:pt x="134" y="122"/>
                    </a:cubicBezTo>
                    <a:cubicBezTo>
                      <a:pt x="201" y="71"/>
                      <a:pt x="234" y="5"/>
                      <a:pt x="218" y="5"/>
                    </a:cubicBezTo>
                    <a:cubicBezTo>
                      <a:pt x="215" y="2"/>
                      <a:pt x="211" y="0"/>
                      <a:pt x="20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1195;p35">
                <a:extLst>
                  <a:ext uri="{FF2B5EF4-FFF2-40B4-BE49-F238E27FC236}">
                    <a16:creationId xmlns:a16="http://schemas.microsoft.com/office/drawing/2014/main" id="{B4E3379F-E966-8AAE-22BC-A89DD9A1A759}"/>
                  </a:ext>
                </a:extLst>
              </p:cNvPr>
              <p:cNvSpPr/>
              <p:nvPr/>
            </p:nvSpPr>
            <p:spPr>
              <a:xfrm>
                <a:off x="6061475" y="4450475"/>
                <a:ext cx="7825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313" h="133" extrusionOk="0">
                    <a:moveTo>
                      <a:pt x="225" y="1"/>
                    </a:moveTo>
                    <a:cubicBezTo>
                      <a:pt x="199" y="1"/>
                      <a:pt x="167" y="5"/>
                      <a:pt x="134" y="16"/>
                    </a:cubicBezTo>
                    <a:cubicBezTo>
                      <a:pt x="34" y="32"/>
                      <a:pt x="0" y="116"/>
                      <a:pt x="0" y="133"/>
                    </a:cubicBezTo>
                    <a:cubicBezTo>
                      <a:pt x="17" y="133"/>
                      <a:pt x="84" y="99"/>
                      <a:pt x="151" y="66"/>
                    </a:cubicBezTo>
                    <a:cubicBezTo>
                      <a:pt x="234" y="32"/>
                      <a:pt x="301" y="49"/>
                      <a:pt x="301" y="16"/>
                    </a:cubicBezTo>
                    <a:cubicBezTo>
                      <a:pt x="312" y="16"/>
                      <a:pt x="279" y="1"/>
                      <a:pt x="22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1196;p35">
                <a:extLst>
                  <a:ext uri="{FF2B5EF4-FFF2-40B4-BE49-F238E27FC236}">
                    <a16:creationId xmlns:a16="http://schemas.microsoft.com/office/drawing/2014/main" id="{C1FD0CA4-7433-A7AC-2E6F-88486A2BE43A}"/>
                  </a:ext>
                </a:extLst>
              </p:cNvPr>
              <p:cNvSpPr/>
              <p:nvPr/>
            </p:nvSpPr>
            <p:spPr>
              <a:xfrm>
                <a:off x="6074825" y="4448025"/>
                <a:ext cx="4200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168" h="93" extrusionOk="0">
                    <a:moveTo>
                      <a:pt x="139" y="1"/>
                    </a:moveTo>
                    <a:cubicBezTo>
                      <a:pt x="122" y="1"/>
                      <a:pt x="101" y="5"/>
                      <a:pt x="84" y="13"/>
                    </a:cubicBezTo>
                    <a:cubicBezTo>
                      <a:pt x="34" y="30"/>
                      <a:pt x="1" y="64"/>
                      <a:pt x="1" y="80"/>
                    </a:cubicBezTo>
                    <a:cubicBezTo>
                      <a:pt x="9" y="89"/>
                      <a:pt x="22" y="93"/>
                      <a:pt x="38" y="93"/>
                    </a:cubicBezTo>
                    <a:cubicBezTo>
                      <a:pt x="55" y="93"/>
                      <a:pt x="76" y="89"/>
                      <a:pt x="101" y="80"/>
                    </a:cubicBezTo>
                    <a:cubicBezTo>
                      <a:pt x="135" y="64"/>
                      <a:pt x="168" y="30"/>
                      <a:pt x="168" y="13"/>
                    </a:cubicBezTo>
                    <a:cubicBezTo>
                      <a:pt x="168" y="5"/>
                      <a:pt x="155" y="1"/>
                      <a:pt x="13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1197;p35">
                <a:extLst>
                  <a:ext uri="{FF2B5EF4-FFF2-40B4-BE49-F238E27FC236}">
                    <a16:creationId xmlns:a16="http://schemas.microsoft.com/office/drawing/2014/main" id="{50289C50-7DF7-0F01-7D48-4462B72BBB79}"/>
                  </a:ext>
                </a:extLst>
              </p:cNvPr>
              <p:cNvSpPr/>
              <p:nvPr/>
            </p:nvSpPr>
            <p:spPr>
              <a:xfrm>
                <a:off x="5485025" y="2132125"/>
                <a:ext cx="1176300" cy="313725"/>
              </a:xfrm>
              <a:custGeom>
                <a:avLst/>
                <a:gdLst/>
                <a:ahLst/>
                <a:cxnLst/>
                <a:rect l="l" t="t" r="r" b="b"/>
                <a:pathLst>
                  <a:path w="47052" h="12549" extrusionOk="0">
                    <a:moveTo>
                      <a:pt x="685" y="1"/>
                    </a:moveTo>
                    <a:lnTo>
                      <a:pt x="0" y="10828"/>
                    </a:lnTo>
                    <a:lnTo>
                      <a:pt x="47052" y="12549"/>
                    </a:lnTo>
                    <a:lnTo>
                      <a:pt x="47052" y="1855"/>
                    </a:lnTo>
                    <a:lnTo>
                      <a:pt x="685" y="1"/>
                    </a:lnTo>
                    <a:close/>
                  </a:path>
                </a:pathLst>
              </a:custGeom>
              <a:solidFill>
                <a:srgbClr val="008E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198;p35">
                <a:extLst>
                  <a:ext uri="{FF2B5EF4-FFF2-40B4-BE49-F238E27FC236}">
                    <a16:creationId xmlns:a16="http://schemas.microsoft.com/office/drawing/2014/main" id="{ADAD3F25-CD74-D231-5A49-B6BEB8F6B033}"/>
                  </a:ext>
                </a:extLst>
              </p:cNvPr>
              <p:cNvSpPr/>
              <p:nvPr/>
            </p:nvSpPr>
            <p:spPr>
              <a:xfrm>
                <a:off x="5213500" y="2230225"/>
                <a:ext cx="81900" cy="54975"/>
              </a:xfrm>
              <a:custGeom>
                <a:avLst/>
                <a:gdLst/>
                <a:ahLst/>
                <a:cxnLst/>
                <a:rect l="l" t="t" r="r" b="b"/>
                <a:pathLst>
                  <a:path w="3276" h="2199" extrusionOk="0">
                    <a:moveTo>
                      <a:pt x="2519" y="1"/>
                    </a:moveTo>
                    <a:cubicBezTo>
                      <a:pt x="1688" y="1"/>
                      <a:pt x="416" y="129"/>
                      <a:pt x="1" y="872"/>
                    </a:cubicBezTo>
                    <a:cubicBezTo>
                      <a:pt x="1" y="872"/>
                      <a:pt x="494" y="2199"/>
                      <a:pt x="2860" y="2199"/>
                    </a:cubicBezTo>
                    <a:cubicBezTo>
                      <a:pt x="2957" y="2199"/>
                      <a:pt x="3056" y="2197"/>
                      <a:pt x="3159" y="2192"/>
                    </a:cubicBezTo>
                    <a:lnTo>
                      <a:pt x="3276" y="37"/>
                    </a:lnTo>
                    <a:cubicBezTo>
                      <a:pt x="3276" y="37"/>
                      <a:pt x="2959" y="1"/>
                      <a:pt x="2519" y="1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199;p35">
                <a:extLst>
                  <a:ext uri="{FF2B5EF4-FFF2-40B4-BE49-F238E27FC236}">
                    <a16:creationId xmlns:a16="http://schemas.microsoft.com/office/drawing/2014/main" id="{1A3F6564-1F4A-5BA7-6C1E-5EBD3070E1C1}"/>
                  </a:ext>
                </a:extLst>
              </p:cNvPr>
              <p:cNvSpPr/>
              <p:nvPr/>
            </p:nvSpPr>
            <p:spPr>
              <a:xfrm>
                <a:off x="5282850" y="2132125"/>
                <a:ext cx="219325" cy="270700"/>
              </a:xfrm>
              <a:custGeom>
                <a:avLst/>
                <a:gdLst/>
                <a:ahLst/>
                <a:cxnLst/>
                <a:rect l="l" t="t" r="r" b="b"/>
                <a:pathLst>
                  <a:path w="8773" h="10828" extrusionOk="0">
                    <a:moveTo>
                      <a:pt x="8772" y="1"/>
                    </a:moveTo>
                    <a:lnTo>
                      <a:pt x="6684" y="1956"/>
                    </a:lnTo>
                    <a:cubicBezTo>
                      <a:pt x="6266" y="2340"/>
                      <a:pt x="5798" y="2657"/>
                      <a:pt x="5280" y="2875"/>
                    </a:cubicBezTo>
                    <a:cubicBezTo>
                      <a:pt x="4645" y="3159"/>
                      <a:pt x="3793" y="3509"/>
                      <a:pt x="3292" y="3543"/>
                    </a:cubicBezTo>
                    <a:cubicBezTo>
                      <a:pt x="2971" y="3559"/>
                      <a:pt x="2648" y="3566"/>
                      <a:pt x="2324" y="3566"/>
                    </a:cubicBezTo>
                    <a:cubicBezTo>
                      <a:pt x="1638" y="3566"/>
                      <a:pt x="949" y="3533"/>
                      <a:pt x="268" y="3476"/>
                    </a:cubicBezTo>
                    <a:lnTo>
                      <a:pt x="0" y="6433"/>
                    </a:lnTo>
                    <a:lnTo>
                      <a:pt x="3175" y="6734"/>
                    </a:lnTo>
                    <a:cubicBezTo>
                      <a:pt x="3175" y="6734"/>
                      <a:pt x="4478" y="6851"/>
                      <a:pt x="5982" y="8472"/>
                    </a:cubicBezTo>
                    <a:cubicBezTo>
                      <a:pt x="7486" y="10093"/>
                      <a:pt x="8087" y="10828"/>
                      <a:pt x="8087" y="10828"/>
                    </a:cubicBezTo>
                    <a:lnTo>
                      <a:pt x="8772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200;p35">
                <a:extLst>
                  <a:ext uri="{FF2B5EF4-FFF2-40B4-BE49-F238E27FC236}">
                    <a16:creationId xmlns:a16="http://schemas.microsoft.com/office/drawing/2014/main" id="{84B9DC55-BE4E-9CF3-DBEF-496B86212CE3}"/>
                  </a:ext>
                </a:extLst>
              </p:cNvPr>
              <p:cNvSpPr/>
              <p:nvPr/>
            </p:nvSpPr>
            <p:spPr>
              <a:xfrm>
                <a:off x="6661300" y="2178500"/>
                <a:ext cx="69800" cy="267350"/>
              </a:xfrm>
              <a:custGeom>
                <a:avLst/>
                <a:gdLst/>
                <a:ahLst/>
                <a:cxnLst/>
                <a:rect l="l" t="t" r="r" b="b"/>
                <a:pathLst>
                  <a:path w="2792" h="10694" extrusionOk="0">
                    <a:moveTo>
                      <a:pt x="1" y="0"/>
                    </a:moveTo>
                    <a:lnTo>
                      <a:pt x="1" y="10694"/>
                    </a:lnTo>
                    <a:cubicBezTo>
                      <a:pt x="1" y="10694"/>
                      <a:pt x="1755" y="9307"/>
                      <a:pt x="2240" y="5748"/>
                    </a:cubicBezTo>
                    <a:cubicBezTo>
                      <a:pt x="2791" y="160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201;p35">
                <a:extLst>
                  <a:ext uri="{FF2B5EF4-FFF2-40B4-BE49-F238E27FC236}">
                    <a16:creationId xmlns:a16="http://schemas.microsoft.com/office/drawing/2014/main" id="{313853BD-8720-21C9-AFD4-0449A19C1FC1}"/>
                  </a:ext>
                </a:extLst>
              </p:cNvPr>
              <p:cNvSpPr/>
              <p:nvPr/>
            </p:nvSpPr>
            <p:spPr>
              <a:xfrm>
                <a:off x="5492550" y="2230700"/>
                <a:ext cx="1168775" cy="114900"/>
              </a:xfrm>
              <a:custGeom>
                <a:avLst/>
                <a:gdLst/>
                <a:ahLst/>
                <a:cxnLst/>
                <a:rect l="l" t="t" r="r" b="b"/>
                <a:pathLst>
                  <a:path w="46751" h="4596" extrusionOk="0">
                    <a:moveTo>
                      <a:pt x="167" y="1"/>
                    </a:moveTo>
                    <a:lnTo>
                      <a:pt x="0" y="2741"/>
                    </a:lnTo>
                    <a:lnTo>
                      <a:pt x="46751" y="4596"/>
                    </a:lnTo>
                    <a:lnTo>
                      <a:pt x="46751" y="1705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5625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202;p35">
                <a:extLst>
                  <a:ext uri="{FF2B5EF4-FFF2-40B4-BE49-F238E27FC236}">
                    <a16:creationId xmlns:a16="http://schemas.microsoft.com/office/drawing/2014/main" id="{2C58C8CE-6FCF-59E1-AA4E-2997F032D4FB}"/>
                  </a:ext>
                </a:extLst>
              </p:cNvPr>
              <p:cNvSpPr/>
              <p:nvPr/>
            </p:nvSpPr>
            <p:spPr>
              <a:xfrm>
                <a:off x="6088200" y="2176000"/>
                <a:ext cx="208875" cy="251050"/>
              </a:xfrm>
              <a:custGeom>
                <a:avLst/>
                <a:gdLst/>
                <a:ahLst/>
                <a:cxnLst/>
                <a:rect l="l" t="t" r="r" b="b"/>
                <a:pathLst>
                  <a:path w="8355" h="10042" extrusionOk="0">
                    <a:moveTo>
                      <a:pt x="3108" y="0"/>
                    </a:moveTo>
                    <a:lnTo>
                      <a:pt x="251" y="618"/>
                    </a:lnTo>
                    <a:lnTo>
                      <a:pt x="1" y="9925"/>
                    </a:lnTo>
                    <a:lnTo>
                      <a:pt x="2290" y="10042"/>
                    </a:lnTo>
                    <a:cubicBezTo>
                      <a:pt x="2290" y="9607"/>
                      <a:pt x="2273" y="9073"/>
                      <a:pt x="2273" y="8622"/>
                    </a:cubicBezTo>
                    <a:lnTo>
                      <a:pt x="2273" y="8622"/>
                    </a:lnTo>
                    <a:cubicBezTo>
                      <a:pt x="2301" y="8625"/>
                      <a:pt x="2329" y="8627"/>
                      <a:pt x="2357" y="8627"/>
                    </a:cubicBezTo>
                    <a:cubicBezTo>
                      <a:pt x="2721" y="8627"/>
                      <a:pt x="3023" y="8332"/>
                      <a:pt x="3225" y="8037"/>
                    </a:cubicBezTo>
                    <a:cubicBezTo>
                      <a:pt x="3443" y="7703"/>
                      <a:pt x="3593" y="7318"/>
                      <a:pt x="3877" y="7051"/>
                    </a:cubicBezTo>
                    <a:cubicBezTo>
                      <a:pt x="4050" y="6889"/>
                      <a:pt x="4302" y="6776"/>
                      <a:pt x="4538" y="6776"/>
                    </a:cubicBezTo>
                    <a:cubicBezTo>
                      <a:pt x="4690" y="6776"/>
                      <a:pt x="4835" y="6823"/>
                      <a:pt x="4946" y="6934"/>
                    </a:cubicBezTo>
                    <a:cubicBezTo>
                      <a:pt x="5080" y="7051"/>
                      <a:pt x="5164" y="7268"/>
                      <a:pt x="5347" y="7285"/>
                    </a:cubicBezTo>
                    <a:cubicBezTo>
                      <a:pt x="5368" y="7289"/>
                      <a:pt x="5387" y="7291"/>
                      <a:pt x="5406" y="7291"/>
                    </a:cubicBezTo>
                    <a:cubicBezTo>
                      <a:pt x="5688" y="7291"/>
                      <a:pt x="5736" y="6830"/>
                      <a:pt x="5798" y="6516"/>
                    </a:cubicBezTo>
                    <a:cubicBezTo>
                      <a:pt x="5966" y="5781"/>
                      <a:pt x="6834" y="5497"/>
                      <a:pt x="7386" y="4979"/>
                    </a:cubicBezTo>
                    <a:cubicBezTo>
                      <a:pt x="8355" y="4060"/>
                      <a:pt x="8154" y="2456"/>
                      <a:pt x="6985" y="1805"/>
                    </a:cubicBezTo>
                    <a:cubicBezTo>
                      <a:pt x="6367" y="1454"/>
                      <a:pt x="5581" y="1454"/>
                      <a:pt x="4963" y="1103"/>
                    </a:cubicBezTo>
                    <a:cubicBezTo>
                      <a:pt x="4328" y="752"/>
                      <a:pt x="3844" y="50"/>
                      <a:pt x="3108" y="0"/>
                    </a:cubicBezTo>
                    <a:close/>
                  </a:path>
                </a:pathLst>
              </a:custGeom>
              <a:solidFill>
                <a:srgbClr val="263238">
                  <a:alpha val="32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203;p35">
                <a:extLst>
                  <a:ext uri="{FF2B5EF4-FFF2-40B4-BE49-F238E27FC236}">
                    <a16:creationId xmlns:a16="http://schemas.microsoft.com/office/drawing/2014/main" id="{E3282F05-3EA8-40FE-2B2B-8451947BA12F}"/>
                  </a:ext>
                </a:extLst>
              </p:cNvPr>
              <p:cNvSpPr/>
              <p:nvPr/>
            </p:nvSpPr>
            <p:spPr>
              <a:xfrm>
                <a:off x="6219775" y="4386525"/>
                <a:ext cx="244400" cy="107750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4310" extrusionOk="0">
                    <a:moveTo>
                      <a:pt x="17" y="1"/>
                    </a:moveTo>
                    <a:lnTo>
                      <a:pt x="1" y="4128"/>
                    </a:lnTo>
                    <a:lnTo>
                      <a:pt x="318" y="4144"/>
                    </a:lnTo>
                    <a:cubicBezTo>
                      <a:pt x="1237" y="4197"/>
                      <a:pt x="3951" y="4310"/>
                      <a:pt x="6068" y="4310"/>
                    </a:cubicBezTo>
                    <a:cubicBezTo>
                      <a:pt x="7302" y="4310"/>
                      <a:pt x="8333" y="4272"/>
                      <a:pt x="8689" y="4161"/>
                    </a:cubicBezTo>
                    <a:cubicBezTo>
                      <a:pt x="9775" y="3827"/>
                      <a:pt x="5297" y="2824"/>
                      <a:pt x="5297" y="2824"/>
                    </a:cubicBezTo>
                    <a:lnTo>
                      <a:pt x="5281" y="17"/>
                    </a:lnTo>
                    <a:lnTo>
                      <a:pt x="17" y="1"/>
                    </a:lnTo>
                    <a:close/>
                  </a:path>
                </a:pathLst>
              </a:custGeom>
              <a:solidFill>
                <a:srgbClr val="00A8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204;p35">
                <a:extLst>
                  <a:ext uri="{FF2B5EF4-FFF2-40B4-BE49-F238E27FC236}">
                    <a16:creationId xmlns:a16="http://schemas.microsoft.com/office/drawing/2014/main" id="{351799AF-7D9D-8118-D993-A3177FC373D5}"/>
                  </a:ext>
                </a:extLst>
              </p:cNvPr>
              <p:cNvSpPr/>
              <p:nvPr/>
            </p:nvSpPr>
            <p:spPr>
              <a:xfrm>
                <a:off x="6219775" y="4452400"/>
                <a:ext cx="47650" cy="3775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510" extrusionOk="0">
                    <a:moveTo>
                      <a:pt x="132" y="0"/>
                    </a:moveTo>
                    <a:cubicBezTo>
                      <a:pt x="88" y="0"/>
                      <a:pt x="44" y="2"/>
                      <a:pt x="1" y="5"/>
                    </a:cubicBezTo>
                    <a:lnTo>
                      <a:pt x="1" y="1476"/>
                    </a:lnTo>
                    <a:lnTo>
                      <a:pt x="1906" y="1509"/>
                    </a:lnTo>
                    <a:cubicBezTo>
                      <a:pt x="1822" y="1058"/>
                      <a:pt x="1588" y="657"/>
                      <a:pt x="1237" y="390"/>
                    </a:cubicBezTo>
                    <a:cubicBezTo>
                      <a:pt x="922" y="134"/>
                      <a:pt x="525" y="0"/>
                      <a:pt x="132" y="0"/>
                    </a:cubicBezTo>
                    <a:close/>
                  </a:path>
                </a:pathLst>
              </a:custGeom>
              <a:solidFill>
                <a:srgbClr val="FFFFFF">
                  <a:alpha val="56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205;p35">
                <a:extLst>
                  <a:ext uri="{FF2B5EF4-FFF2-40B4-BE49-F238E27FC236}">
                    <a16:creationId xmlns:a16="http://schemas.microsoft.com/office/drawing/2014/main" id="{1B06A178-D717-353C-DBFA-3EFB99FE4AB1}"/>
                  </a:ext>
                </a:extLst>
              </p:cNvPr>
              <p:cNvSpPr/>
              <p:nvPr/>
            </p:nvSpPr>
            <p:spPr>
              <a:xfrm>
                <a:off x="6219375" y="4471325"/>
                <a:ext cx="226425" cy="22475"/>
              </a:xfrm>
              <a:custGeom>
                <a:avLst/>
                <a:gdLst/>
                <a:ahLst/>
                <a:cxnLst/>
                <a:rect l="l" t="t" r="r" b="b"/>
                <a:pathLst>
                  <a:path w="9057" h="899" extrusionOk="0">
                    <a:moveTo>
                      <a:pt x="7502" y="0"/>
                    </a:moveTo>
                    <a:cubicBezTo>
                      <a:pt x="7185" y="17"/>
                      <a:pt x="7034" y="669"/>
                      <a:pt x="7034" y="669"/>
                    </a:cubicBezTo>
                    <a:lnTo>
                      <a:pt x="17" y="602"/>
                    </a:lnTo>
                    <a:lnTo>
                      <a:pt x="0" y="719"/>
                    </a:lnTo>
                    <a:cubicBezTo>
                      <a:pt x="1328" y="836"/>
                      <a:pt x="3496" y="898"/>
                      <a:pt x="5357" y="898"/>
                    </a:cubicBezTo>
                    <a:cubicBezTo>
                      <a:pt x="7218" y="898"/>
                      <a:pt x="8772" y="836"/>
                      <a:pt x="8872" y="702"/>
                    </a:cubicBezTo>
                    <a:cubicBezTo>
                      <a:pt x="9056" y="452"/>
                      <a:pt x="7502" y="0"/>
                      <a:pt x="7502" y="0"/>
                    </a:cubicBezTo>
                    <a:close/>
                  </a:path>
                </a:pathLst>
              </a:custGeom>
              <a:solidFill>
                <a:srgbClr val="FFFFFF">
                  <a:alpha val="56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206;p35">
                <a:extLst>
                  <a:ext uri="{FF2B5EF4-FFF2-40B4-BE49-F238E27FC236}">
                    <a16:creationId xmlns:a16="http://schemas.microsoft.com/office/drawing/2014/main" id="{DDCD1969-9B27-C515-813E-7937846BD8DB}"/>
                  </a:ext>
                </a:extLst>
              </p:cNvPr>
              <p:cNvSpPr/>
              <p:nvPr/>
            </p:nvSpPr>
            <p:spPr>
              <a:xfrm>
                <a:off x="6218950" y="4485100"/>
                <a:ext cx="221000" cy="3475"/>
              </a:xfrm>
              <a:custGeom>
                <a:avLst/>
                <a:gdLst/>
                <a:ahLst/>
                <a:cxnLst/>
                <a:rect l="l" t="t" r="r" b="b"/>
                <a:pathLst>
                  <a:path w="8840" h="139" extrusionOk="0">
                    <a:moveTo>
                      <a:pt x="84" y="1"/>
                    </a:moveTo>
                    <a:cubicBezTo>
                      <a:pt x="50" y="1"/>
                      <a:pt x="17" y="1"/>
                      <a:pt x="0" y="17"/>
                    </a:cubicBezTo>
                    <a:lnTo>
                      <a:pt x="84" y="17"/>
                    </a:lnTo>
                    <a:cubicBezTo>
                      <a:pt x="167" y="34"/>
                      <a:pt x="251" y="34"/>
                      <a:pt x="335" y="34"/>
                    </a:cubicBezTo>
                    <a:lnTo>
                      <a:pt x="1304" y="84"/>
                    </a:lnTo>
                    <a:cubicBezTo>
                      <a:pt x="2106" y="118"/>
                      <a:pt x="3225" y="134"/>
                      <a:pt x="4462" y="134"/>
                    </a:cubicBezTo>
                    <a:cubicBezTo>
                      <a:pt x="4698" y="138"/>
                      <a:pt x="4930" y="139"/>
                      <a:pt x="5156" y="139"/>
                    </a:cubicBezTo>
                    <a:cubicBezTo>
                      <a:pt x="6114" y="139"/>
                      <a:pt x="6971" y="115"/>
                      <a:pt x="7619" y="101"/>
                    </a:cubicBezTo>
                    <a:cubicBezTo>
                      <a:pt x="8004" y="84"/>
                      <a:pt x="8321" y="68"/>
                      <a:pt x="8572" y="51"/>
                    </a:cubicBezTo>
                    <a:lnTo>
                      <a:pt x="8839" y="34"/>
                    </a:lnTo>
                    <a:lnTo>
                      <a:pt x="8572" y="34"/>
                    </a:lnTo>
                    <a:lnTo>
                      <a:pt x="7619" y="51"/>
                    </a:lnTo>
                    <a:cubicBezTo>
                      <a:pt x="6817" y="68"/>
                      <a:pt x="5698" y="84"/>
                      <a:pt x="4462" y="84"/>
                    </a:cubicBezTo>
                    <a:cubicBezTo>
                      <a:pt x="3225" y="68"/>
                      <a:pt x="2106" y="51"/>
                      <a:pt x="1304" y="34"/>
                    </a:cubicBezTo>
                    <a:cubicBezTo>
                      <a:pt x="919" y="34"/>
                      <a:pt x="602" y="17"/>
                      <a:pt x="351" y="17"/>
                    </a:cubicBez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207;p35">
                <a:extLst>
                  <a:ext uri="{FF2B5EF4-FFF2-40B4-BE49-F238E27FC236}">
                    <a16:creationId xmlns:a16="http://schemas.microsoft.com/office/drawing/2014/main" id="{BDCBA7A2-9E32-851D-1F16-FB2231241945}"/>
                  </a:ext>
                </a:extLst>
              </p:cNvPr>
              <p:cNvSpPr/>
              <p:nvPr/>
            </p:nvSpPr>
            <p:spPr>
              <a:xfrm>
                <a:off x="6394375" y="4470075"/>
                <a:ext cx="13400" cy="2047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819" extrusionOk="0">
                    <a:moveTo>
                      <a:pt x="536" y="0"/>
                    </a:moveTo>
                    <a:lnTo>
                      <a:pt x="536" y="0"/>
                    </a:lnTo>
                    <a:cubicBezTo>
                      <a:pt x="201" y="151"/>
                      <a:pt x="1" y="468"/>
                      <a:pt x="34" y="819"/>
                    </a:cubicBezTo>
                    <a:cubicBezTo>
                      <a:pt x="68" y="669"/>
                      <a:pt x="135" y="518"/>
                      <a:pt x="201" y="368"/>
                    </a:cubicBezTo>
                    <a:cubicBezTo>
                      <a:pt x="302" y="234"/>
                      <a:pt x="402" y="117"/>
                      <a:pt x="5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208;p35">
                <a:extLst>
                  <a:ext uri="{FF2B5EF4-FFF2-40B4-BE49-F238E27FC236}">
                    <a16:creationId xmlns:a16="http://schemas.microsoft.com/office/drawing/2014/main" id="{46F3BAB4-9B5E-1E40-0F52-24DEC327800B}"/>
                  </a:ext>
                </a:extLst>
              </p:cNvPr>
              <p:cNvSpPr/>
              <p:nvPr/>
            </p:nvSpPr>
            <p:spPr>
              <a:xfrm>
                <a:off x="6353450" y="4457075"/>
                <a:ext cx="7550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302" h="437" extrusionOk="0">
                    <a:moveTo>
                      <a:pt x="279" y="0"/>
                    </a:moveTo>
                    <a:cubicBezTo>
                      <a:pt x="256" y="0"/>
                      <a:pt x="194" y="80"/>
                      <a:pt x="117" y="203"/>
                    </a:cubicBezTo>
                    <a:cubicBezTo>
                      <a:pt x="51" y="320"/>
                      <a:pt x="1" y="420"/>
                      <a:pt x="17" y="437"/>
                    </a:cubicBezTo>
                    <a:cubicBezTo>
                      <a:pt x="17" y="437"/>
                      <a:pt x="101" y="353"/>
                      <a:pt x="184" y="236"/>
                    </a:cubicBezTo>
                    <a:cubicBezTo>
                      <a:pt x="251" y="103"/>
                      <a:pt x="301" y="2"/>
                      <a:pt x="285" y="2"/>
                    </a:cubicBezTo>
                    <a:cubicBezTo>
                      <a:pt x="283" y="1"/>
                      <a:pt x="281" y="0"/>
                      <a:pt x="27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209;p35">
                <a:extLst>
                  <a:ext uri="{FF2B5EF4-FFF2-40B4-BE49-F238E27FC236}">
                    <a16:creationId xmlns:a16="http://schemas.microsoft.com/office/drawing/2014/main" id="{796D6FA1-F938-99A1-0643-FF1FAF6AC1F8}"/>
                  </a:ext>
                </a:extLst>
              </p:cNvPr>
              <p:cNvSpPr/>
              <p:nvPr/>
            </p:nvSpPr>
            <p:spPr>
              <a:xfrm>
                <a:off x="6342600" y="4454950"/>
                <a:ext cx="8775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91" extrusionOk="0">
                    <a:moveTo>
                      <a:pt x="341" y="1"/>
                    </a:moveTo>
                    <a:cubicBezTo>
                      <a:pt x="313" y="1"/>
                      <a:pt x="240" y="48"/>
                      <a:pt x="167" y="121"/>
                    </a:cubicBezTo>
                    <a:cubicBezTo>
                      <a:pt x="67" y="204"/>
                      <a:pt x="0" y="271"/>
                      <a:pt x="17" y="288"/>
                    </a:cubicBezTo>
                    <a:cubicBezTo>
                      <a:pt x="19" y="290"/>
                      <a:pt x="22" y="291"/>
                      <a:pt x="26" y="291"/>
                    </a:cubicBezTo>
                    <a:cubicBezTo>
                      <a:pt x="55" y="291"/>
                      <a:pt x="128" y="244"/>
                      <a:pt x="201" y="171"/>
                    </a:cubicBezTo>
                    <a:cubicBezTo>
                      <a:pt x="301" y="87"/>
                      <a:pt x="351" y="4"/>
                      <a:pt x="351" y="4"/>
                    </a:cubicBezTo>
                    <a:cubicBezTo>
                      <a:pt x="349" y="2"/>
                      <a:pt x="346" y="1"/>
                      <a:pt x="34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210;p35">
                <a:extLst>
                  <a:ext uri="{FF2B5EF4-FFF2-40B4-BE49-F238E27FC236}">
                    <a16:creationId xmlns:a16="http://schemas.microsoft.com/office/drawing/2014/main" id="{D9119D81-E0C9-C832-9B58-9B2A593F5C7B}"/>
                  </a:ext>
                </a:extLst>
              </p:cNvPr>
              <p:cNvSpPr/>
              <p:nvPr/>
            </p:nvSpPr>
            <p:spPr>
              <a:xfrm>
                <a:off x="6336325" y="4449025"/>
                <a:ext cx="13800" cy="1850"/>
              </a:xfrm>
              <a:custGeom>
                <a:avLst/>
                <a:gdLst/>
                <a:ahLst/>
                <a:cxnLst/>
                <a:rect l="l" t="t" r="r" b="b"/>
                <a:pathLst>
                  <a:path w="552" h="74" extrusionOk="0">
                    <a:moveTo>
                      <a:pt x="248" y="0"/>
                    </a:moveTo>
                    <a:cubicBezTo>
                      <a:pt x="166" y="0"/>
                      <a:pt x="83" y="9"/>
                      <a:pt x="0" y="24"/>
                    </a:cubicBezTo>
                    <a:cubicBezTo>
                      <a:pt x="84" y="57"/>
                      <a:pt x="184" y="74"/>
                      <a:pt x="268" y="74"/>
                    </a:cubicBezTo>
                    <a:cubicBezTo>
                      <a:pt x="368" y="74"/>
                      <a:pt x="468" y="74"/>
                      <a:pt x="552" y="40"/>
                    </a:cubicBezTo>
                    <a:cubicBezTo>
                      <a:pt x="451" y="13"/>
                      <a:pt x="349" y="0"/>
                      <a:pt x="24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211;p35">
                <a:extLst>
                  <a:ext uri="{FF2B5EF4-FFF2-40B4-BE49-F238E27FC236}">
                    <a16:creationId xmlns:a16="http://schemas.microsoft.com/office/drawing/2014/main" id="{33C13E5F-CA64-B793-D903-8AD9124937AD}"/>
                  </a:ext>
                </a:extLst>
              </p:cNvPr>
              <p:cNvSpPr/>
              <p:nvPr/>
            </p:nvSpPr>
            <p:spPr>
              <a:xfrm>
                <a:off x="6333825" y="4440825"/>
                <a:ext cx="15900" cy="2575"/>
              </a:xfrm>
              <a:custGeom>
                <a:avLst/>
                <a:gdLst/>
                <a:ahLst/>
                <a:cxnLst/>
                <a:rect l="l" t="t" r="r" b="b"/>
                <a:pathLst>
                  <a:path w="636" h="103" extrusionOk="0">
                    <a:moveTo>
                      <a:pt x="0" y="1"/>
                    </a:moveTo>
                    <a:cubicBezTo>
                      <a:pt x="117" y="69"/>
                      <a:pt x="240" y="103"/>
                      <a:pt x="365" y="103"/>
                    </a:cubicBezTo>
                    <a:cubicBezTo>
                      <a:pt x="454" y="103"/>
                      <a:pt x="545" y="86"/>
                      <a:pt x="635" y="51"/>
                    </a:cubicBezTo>
                    <a:cubicBezTo>
                      <a:pt x="418" y="51"/>
                      <a:pt x="217" y="34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212;p35">
                <a:extLst>
                  <a:ext uri="{FF2B5EF4-FFF2-40B4-BE49-F238E27FC236}">
                    <a16:creationId xmlns:a16="http://schemas.microsoft.com/office/drawing/2014/main" id="{2030CA26-EA5B-B517-0B25-18532C71364B}"/>
                  </a:ext>
                </a:extLst>
              </p:cNvPr>
              <p:cNvSpPr/>
              <p:nvPr/>
            </p:nvSpPr>
            <p:spPr>
              <a:xfrm>
                <a:off x="6358050" y="4444675"/>
                <a:ext cx="25075" cy="14150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66" extrusionOk="0">
                    <a:moveTo>
                      <a:pt x="668" y="59"/>
                    </a:moveTo>
                    <a:cubicBezTo>
                      <a:pt x="746" y="59"/>
                      <a:pt x="824" y="75"/>
                      <a:pt x="903" y="114"/>
                    </a:cubicBezTo>
                    <a:cubicBezTo>
                      <a:pt x="953" y="147"/>
                      <a:pt x="936" y="214"/>
                      <a:pt x="869" y="248"/>
                    </a:cubicBezTo>
                    <a:cubicBezTo>
                      <a:pt x="819" y="281"/>
                      <a:pt x="752" y="314"/>
                      <a:pt x="685" y="331"/>
                    </a:cubicBezTo>
                    <a:cubicBezTo>
                      <a:pt x="568" y="365"/>
                      <a:pt x="451" y="398"/>
                      <a:pt x="334" y="415"/>
                    </a:cubicBezTo>
                    <a:cubicBezTo>
                      <a:pt x="235" y="440"/>
                      <a:pt x="152" y="452"/>
                      <a:pt x="93" y="458"/>
                    </a:cubicBezTo>
                    <a:lnTo>
                      <a:pt x="93" y="458"/>
                    </a:lnTo>
                    <a:cubicBezTo>
                      <a:pt x="124" y="395"/>
                      <a:pt x="164" y="335"/>
                      <a:pt x="218" y="281"/>
                    </a:cubicBezTo>
                    <a:cubicBezTo>
                      <a:pt x="284" y="181"/>
                      <a:pt x="385" y="114"/>
                      <a:pt x="502" y="81"/>
                    </a:cubicBezTo>
                    <a:cubicBezTo>
                      <a:pt x="557" y="67"/>
                      <a:pt x="612" y="59"/>
                      <a:pt x="668" y="59"/>
                    </a:cubicBezTo>
                    <a:close/>
                    <a:moveTo>
                      <a:pt x="667" y="0"/>
                    </a:moveTo>
                    <a:cubicBezTo>
                      <a:pt x="477" y="0"/>
                      <a:pt x="292" y="89"/>
                      <a:pt x="167" y="248"/>
                    </a:cubicBezTo>
                    <a:cubicBezTo>
                      <a:pt x="118" y="313"/>
                      <a:pt x="85" y="379"/>
                      <a:pt x="68" y="461"/>
                    </a:cubicBezTo>
                    <a:lnTo>
                      <a:pt x="68" y="461"/>
                    </a:lnTo>
                    <a:cubicBezTo>
                      <a:pt x="25" y="465"/>
                      <a:pt x="0" y="465"/>
                      <a:pt x="0" y="465"/>
                    </a:cubicBezTo>
                    <a:cubicBezTo>
                      <a:pt x="21" y="468"/>
                      <a:pt x="43" y="470"/>
                      <a:pt x="64" y="472"/>
                    </a:cubicBezTo>
                    <a:lnTo>
                      <a:pt x="64" y="472"/>
                    </a:lnTo>
                    <a:cubicBezTo>
                      <a:pt x="50" y="503"/>
                      <a:pt x="50" y="534"/>
                      <a:pt x="50" y="565"/>
                    </a:cubicBezTo>
                    <a:cubicBezTo>
                      <a:pt x="61" y="535"/>
                      <a:pt x="72" y="504"/>
                      <a:pt x="86" y="474"/>
                    </a:cubicBezTo>
                    <a:lnTo>
                      <a:pt x="86" y="474"/>
                    </a:lnTo>
                    <a:cubicBezTo>
                      <a:pt x="116" y="476"/>
                      <a:pt x="145" y="477"/>
                      <a:pt x="174" y="477"/>
                    </a:cubicBezTo>
                    <a:cubicBezTo>
                      <a:pt x="230" y="477"/>
                      <a:pt x="284" y="473"/>
                      <a:pt x="334" y="465"/>
                    </a:cubicBezTo>
                    <a:cubicBezTo>
                      <a:pt x="468" y="448"/>
                      <a:pt x="585" y="431"/>
                      <a:pt x="702" y="381"/>
                    </a:cubicBezTo>
                    <a:cubicBezTo>
                      <a:pt x="769" y="365"/>
                      <a:pt x="836" y="348"/>
                      <a:pt x="903" y="298"/>
                    </a:cubicBezTo>
                    <a:cubicBezTo>
                      <a:pt x="953" y="281"/>
                      <a:pt x="986" y="248"/>
                      <a:pt x="986" y="198"/>
                    </a:cubicBezTo>
                    <a:cubicBezTo>
                      <a:pt x="1003" y="147"/>
                      <a:pt x="986" y="97"/>
                      <a:pt x="936" y="64"/>
                    </a:cubicBezTo>
                    <a:cubicBezTo>
                      <a:pt x="849" y="21"/>
                      <a:pt x="758" y="0"/>
                      <a:pt x="6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213;p35">
                <a:extLst>
                  <a:ext uri="{FF2B5EF4-FFF2-40B4-BE49-F238E27FC236}">
                    <a16:creationId xmlns:a16="http://schemas.microsoft.com/office/drawing/2014/main" id="{EC913A1F-4809-EDBD-6FEB-99660A4CC049}"/>
                  </a:ext>
                </a:extLst>
              </p:cNvPr>
              <p:cNvSpPr/>
              <p:nvPr/>
            </p:nvSpPr>
            <p:spPr>
              <a:xfrm>
                <a:off x="6348850" y="4440400"/>
                <a:ext cx="12975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519" h="653" extrusionOk="0">
                    <a:moveTo>
                      <a:pt x="134" y="1"/>
                    </a:moveTo>
                    <a:cubicBezTo>
                      <a:pt x="51" y="18"/>
                      <a:pt x="1" y="84"/>
                      <a:pt x="17" y="151"/>
                    </a:cubicBezTo>
                    <a:cubicBezTo>
                      <a:pt x="34" y="218"/>
                      <a:pt x="51" y="268"/>
                      <a:pt x="84" y="302"/>
                    </a:cubicBezTo>
                    <a:cubicBezTo>
                      <a:pt x="118" y="385"/>
                      <a:pt x="185" y="452"/>
                      <a:pt x="235" y="519"/>
                    </a:cubicBezTo>
                    <a:cubicBezTo>
                      <a:pt x="285" y="569"/>
                      <a:pt x="352" y="619"/>
                      <a:pt x="435" y="653"/>
                    </a:cubicBezTo>
                    <a:cubicBezTo>
                      <a:pt x="435" y="636"/>
                      <a:pt x="368" y="586"/>
                      <a:pt x="268" y="485"/>
                    </a:cubicBezTo>
                    <a:cubicBezTo>
                      <a:pt x="218" y="419"/>
                      <a:pt x="168" y="352"/>
                      <a:pt x="134" y="285"/>
                    </a:cubicBezTo>
                    <a:cubicBezTo>
                      <a:pt x="84" y="201"/>
                      <a:pt x="51" y="84"/>
                      <a:pt x="134" y="68"/>
                    </a:cubicBezTo>
                    <a:cubicBezTo>
                      <a:pt x="142" y="66"/>
                      <a:pt x="149" y="66"/>
                      <a:pt x="156" y="66"/>
                    </a:cubicBezTo>
                    <a:cubicBezTo>
                      <a:pt x="232" y="66"/>
                      <a:pt x="307" y="140"/>
                      <a:pt x="368" y="201"/>
                    </a:cubicBezTo>
                    <a:cubicBezTo>
                      <a:pt x="402" y="268"/>
                      <a:pt x="435" y="352"/>
                      <a:pt x="452" y="435"/>
                    </a:cubicBezTo>
                    <a:cubicBezTo>
                      <a:pt x="469" y="502"/>
                      <a:pt x="469" y="586"/>
                      <a:pt x="469" y="653"/>
                    </a:cubicBezTo>
                    <a:cubicBezTo>
                      <a:pt x="502" y="586"/>
                      <a:pt x="519" y="502"/>
                      <a:pt x="502" y="419"/>
                    </a:cubicBezTo>
                    <a:cubicBezTo>
                      <a:pt x="485" y="335"/>
                      <a:pt x="452" y="252"/>
                      <a:pt x="402" y="168"/>
                    </a:cubicBezTo>
                    <a:cubicBezTo>
                      <a:pt x="352" y="68"/>
                      <a:pt x="251" y="1"/>
                      <a:pt x="1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214;p35">
                <a:extLst>
                  <a:ext uri="{FF2B5EF4-FFF2-40B4-BE49-F238E27FC236}">
                    <a16:creationId xmlns:a16="http://schemas.microsoft.com/office/drawing/2014/main" id="{C3ECE2F5-FF93-0668-5612-A332EAAC3B39}"/>
                  </a:ext>
                </a:extLst>
              </p:cNvPr>
              <p:cNvSpPr/>
              <p:nvPr/>
            </p:nvSpPr>
            <p:spPr>
              <a:xfrm>
                <a:off x="6217700" y="4450950"/>
                <a:ext cx="47225" cy="38350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534" extrusionOk="0">
                    <a:moveTo>
                      <a:pt x="253" y="1"/>
                    </a:moveTo>
                    <a:cubicBezTo>
                      <a:pt x="205" y="1"/>
                      <a:pt x="159" y="5"/>
                      <a:pt x="117" y="13"/>
                    </a:cubicBezTo>
                    <a:cubicBezTo>
                      <a:pt x="84" y="13"/>
                      <a:pt x="34" y="30"/>
                      <a:pt x="0" y="30"/>
                    </a:cubicBezTo>
                    <a:cubicBezTo>
                      <a:pt x="9" y="38"/>
                      <a:pt x="46" y="38"/>
                      <a:pt x="113" y="38"/>
                    </a:cubicBezTo>
                    <a:cubicBezTo>
                      <a:pt x="180" y="38"/>
                      <a:pt x="276" y="38"/>
                      <a:pt x="401" y="47"/>
                    </a:cubicBezTo>
                    <a:cubicBezTo>
                      <a:pt x="1036" y="130"/>
                      <a:pt x="1571" y="548"/>
                      <a:pt x="1771" y="1150"/>
                    </a:cubicBezTo>
                    <a:cubicBezTo>
                      <a:pt x="1855" y="1383"/>
                      <a:pt x="1855" y="1534"/>
                      <a:pt x="1872" y="1534"/>
                    </a:cubicBezTo>
                    <a:cubicBezTo>
                      <a:pt x="1888" y="1500"/>
                      <a:pt x="1888" y="1450"/>
                      <a:pt x="1872" y="1417"/>
                    </a:cubicBezTo>
                    <a:cubicBezTo>
                      <a:pt x="1872" y="1333"/>
                      <a:pt x="1838" y="1233"/>
                      <a:pt x="1821" y="1133"/>
                    </a:cubicBezTo>
                    <a:cubicBezTo>
                      <a:pt x="1621" y="498"/>
                      <a:pt x="1070" y="47"/>
                      <a:pt x="401" y="13"/>
                    </a:cubicBezTo>
                    <a:cubicBezTo>
                      <a:pt x="351" y="5"/>
                      <a:pt x="301" y="1"/>
                      <a:pt x="25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215;p35">
                <a:extLst>
                  <a:ext uri="{FF2B5EF4-FFF2-40B4-BE49-F238E27FC236}">
                    <a16:creationId xmlns:a16="http://schemas.microsoft.com/office/drawing/2014/main" id="{36345EC8-6FB9-193A-0E28-11DEF49C28C3}"/>
                  </a:ext>
                </a:extLst>
              </p:cNvPr>
              <p:cNvSpPr/>
              <p:nvPr/>
            </p:nvSpPr>
            <p:spPr>
              <a:xfrm>
                <a:off x="6230225" y="4392800"/>
                <a:ext cx="2125" cy="543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173" extrusionOk="0">
                    <a:moveTo>
                      <a:pt x="51" y="0"/>
                    </a:moveTo>
                    <a:lnTo>
                      <a:pt x="51" y="0"/>
                    </a:lnTo>
                    <a:cubicBezTo>
                      <a:pt x="0" y="735"/>
                      <a:pt x="0" y="1454"/>
                      <a:pt x="17" y="2172"/>
                    </a:cubicBezTo>
                    <a:cubicBezTo>
                      <a:pt x="84" y="1454"/>
                      <a:pt x="84" y="735"/>
                      <a:pt x="5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216;p35">
                <a:extLst>
                  <a:ext uri="{FF2B5EF4-FFF2-40B4-BE49-F238E27FC236}">
                    <a16:creationId xmlns:a16="http://schemas.microsoft.com/office/drawing/2014/main" id="{5CB045DC-C07D-36D5-20A3-BF4465FBD451}"/>
                  </a:ext>
                </a:extLst>
              </p:cNvPr>
              <p:cNvSpPr/>
              <p:nvPr/>
            </p:nvSpPr>
            <p:spPr>
              <a:xfrm>
                <a:off x="6281175" y="4472825"/>
                <a:ext cx="38475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85" extrusionOk="0">
                    <a:moveTo>
                      <a:pt x="84" y="0"/>
                    </a:moveTo>
                    <a:cubicBezTo>
                      <a:pt x="31" y="0"/>
                      <a:pt x="1" y="2"/>
                      <a:pt x="1" y="7"/>
                    </a:cubicBezTo>
                    <a:cubicBezTo>
                      <a:pt x="272" y="60"/>
                      <a:pt x="542" y="85"/>
                      <a:pt x="811" y="85"/>
                    </a:cubicBezTo>
                    <a:cubicBezTo>
                      <a:pt x="1056" y="85"/>
                      <a:pt x="1299" y="64"/>
                      <a:pt x="1538" y="24"/>
                    </a:cubicBezTo>
                    <a:cubicBezTo>
                      <a:pt x="1538" y="18"/>
                      <a:pt x="1501" y="16"/>
                      <a:pt x="1435" y="16"/>
                    </a:cubicBezTo>
                    <a:cubicBezTo>
                      <a:pt x="1304" y="16"/>
                      <a:pt x="1059" y="24"/>
                      <a:pt x="770" y="24"/>
                    </a:cubicBezTo>
                    <a:cubicBezTo>
                      <a:pt x="474" y="12"/>
                      <a:pt x="212" y="0"/>
                      <a:pt x="84" y="0"/>
                    </a:cubicBezTo>
                    <a:close/>
                  </a:path>
                </a:pathLst>
              </a:custGeom>
              <a:solidFill>
                <a:srgbClr val="00A8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217;p35">
                <a:extLst>
                  <a:ext uri="{FF2B5EF4-FFF2-40B4-BE49-F238E27FC236}">
                    <a16:creationId xmlns:a16="http://schemas.microsoft.com/office/drawing/2014/main" id="{C88192A5-D873-1C27-4E1A-622EA54C21DB}"/>
                  </a:ext>
                </a:extLst>
              </p:cNvPr>
              <p:cNvSpPr/>
              <p:nvPr/>
            </p:nvSpPr>
            <p:spPr>
              <a:xfrm>
                <a:off x="6255275" y="4472925"/>
                <a:ext cx="4225" cy="760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304" extrusionOk="0">
                    <a:moveTo>
                      <a:pt x="21" y="0"/>
                    </a:moveTo>
                    <a:cubicBezTo>
                      <a:pt x="19" y="0"/>
                      <a:pt x="18" y="1"/>
                      <a:pt x="18" y="3"/>
                    </a:cubicBezTo>
                    <a:cubicBezTo>
                      <a:pt x="1" y="20"/>
                      <a:pt x="34" y="70"/>
                      <a:pt x="68" y="154"/>
                    </a:cubicBezTo>
                    <a:cubicBezTo>
                      <a:pt x="101" y="237"/>
                      <a:pt x="135" y="304"/>
                      <a:pt x="151" y="304"/>
                    </a:cubicBezTo>
                    <a:cubicBezTo>
                      <a:pt x="168" y="304"/>
                      <a:pt x="168" y="220"/>
                      <a:pt x="135" y="120"/>
                    </a:cubicBezTo>
                    <a:cubicBezTo>
                      <a:pt x="91" y="47"/>
                      <a:pt x="35" y="0"/>
                      <a:pt x="2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18;p35">
                <a:extLst>
                  <a:ext uri="{FF2B5EF4-FFF2-40B4-BE49-F238E27FC236}">
                    <a16:creationId xmlns:a16="http://schemas.microsoft.com/office/drawing/2014/main" id="{656A2D2A-7097-B61A-376F-C9726C277F81}"/>
                  </a:ext>
                </a:extLst>
              </p:cNvPr>
              <p:cNvSpPr/>
              <p:nvPr/>
            </p:nvSpPr>
            <p:spPr>
              <a:xfrm>
                <a:off x="6245675" y="4460775"/>
                <a:ext cx="5450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218" h="209" extrusionOk="0">
                    <a:moveTo>
                      <a:pt x="13" y="0"/>
                    </a:moveTo>
                    <a:cubicBezTo>
                      <a:pt x="8" y="0"/>
                      <a:pt x="4" y="2"/>
                      <a:pt x="1" y="5"/>
                    </a:cubicBezTo>
                    <a:cubicBezTo>
                      <a:pt x="1" y="21"/>
                      <a:pt x="34" y="71"/>
                      <a:pt x="84" y="122"/>
                    </a:cubicBezTo>
                    <a:cubicBezTo>
                      <a:pt x="128" y="165"/>
                      <a:pt x="171" y="208"/>
                      <a:pt x="193" y="208"/>
                    </a:cubicBezTo>
                    <a:cubicBezTo>
                      <a:pt x="196" y="208"/>
                      <a:pt x="199" y="207"/>
                      <a:pt x="201" y="205"/>
                    </a:cubicBezTo>
                    <a:cubicBezTo>
                      <a:pt x="218" y="188"/>
                      <a:pt x="184" y="138"/>
                      <a:pt x="134" y="71"/>
                    </a:cubicBezTo>
                    <a:cubicBezTo>
                      <a:pt x="79" y="30"/>
                      <a:pt x="36" y="0"/>
                      <a:pt x="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9;p35">
                <a:extLst>
                  <a:ext uri="{FF2B5EF4-FFF2-40B4-BE49-F238E27FC236}">
                    <a16:creationId xmlns:a16="http://schemas.microsoft.com/office/drawing/2014/main" id="{E9ECF01E-D448-B450-7854-14863F54DC26}"/>
                  </a:ext>
                </a:extLst>
              </p:cNvPr>
              <p:cNvSpPr/>
              <p:nvPr/>
            </p:nvSpPr>
            <p:spPr>
              <a:xfrm>
                <a:off x="6231900" y="4454675"/>
                <a:ext cx="7950" cy="330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32" extrusionOk="0">
                    <a:moveTo>
                      <a:pt x="92" y="0"/>
                    </a:moveTo>
                    <a:cubicBezTo>
                      <a:pt x="40" y="0"/>
                      <a:pt x="0" y="20"/>
                      <a:pt x="0" y="31"/>
                    </a:cubicBezTo>
                    <a:cubicBezTo>
                      <a:pt x="0" y="48"/>
                      <a:pt x="67" y="48"/>
                      <a:pt x="151" y="65"/>
                    </a:cubicBezTo>
                    <a:cubicBezTo>
                      <a:pt x="234" y="98"/>
                      <a:pt x="284" y="132"/>
                      <a:pt x="301" y="132"/>
                    </a:cubicBezTo>
                    <a:cubicBezTo>
                      <a:pt x="318" y="115"/>
                      <a:pt x="268" y="48"/>
                      <a:pt x="167" y="15"/>
                    </a:cubicBezTo>
                    <a:cubicBezTo>
                      <a:pt x="141" y="4"/>
                      <a:pt x="116" y="0"/>
                      <a:pt x="9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0;p35">
                <a:extLst>
                  <a:ext uri="{FF2B5EF4-FFF2-40B4-BE49-F238E27FC236}">
                    <a16:creationId xmlns:a16="http://schemas.microsoft.com/office/drawing/2014/main" id="{B4573F3A-FD4A-7F1A-F363-06048C49EA30}"/>
                  </a:ext>
                </a:extLst>
              </p:cNvPr>
              <p:cNvSpPr/>
              <p:nvPr/>
            </p:nvSpPr>
            <p:spPr>
              <a:xfrm>
                <a:off x="6221875" y="4452200"/>
                <a:ext cx="4200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168" h="93" extrusionOk="0">
                    <a:moveTo>
                      <a:pt x="38" y="1"/>
                    </a:moveTo>
                    <a:cubicBezTo>
                      <a:pt x="21" y="1"/>
                      <a:pt x="9" y="5"/>
                      <a:pt x="0" y="13"/>
                    </a:cubicBezTo>
                    <a:cubicBezTo>
                      <a:pt x="0" y="30"/>
                      <a:pt x="34" y="64"/>
                      <a:pt x="67" y="80"/>
                    </a:cubicBezTo>
                    <a:cubicBezTo>
                      <a:pt x="92" y="89"/>
                      <a:pt x="113" y="93"/>
                      <a:pt x="130" y="93"/>
                    </a:cubicBezTo>
                    <a:cubicBezTo>
                      <a:pt x="147" y="93"/>
                      <a:pt x="159" y="89"/>
                      <a:pt x="167" y="80"/>
                    </a:cubicBezTo>
                    <a:cubicBezTo>
                      <a:pt x="167" y="64"/>
                      <a:pt x="134" y="30"/>
                      <a:pt x="101" y="13"/>
                    </a:cubicBezTo>
                    <a:cubicBezTo>
                      <a:pt x="75" y="5"/>
                      <a:pt x="55" y="1"/>
                      <a:pt x="3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21;p35">
                <a:extLst>
                  <a:ext uri="{FF2B5EF4-FFF2-40B4-BE49-F238E27FC236}">
                    <a16:creationId xmlns:a16="http://schemas.microsoft.com/office/drawing/2014/main" id="{D392EFF9-5F7F-C1E6-33A1-44334DA61F3D}"/>
                  </a:ext>
                </a:extLst>
              </p:cNvPr>
              <p:cNvSpPr/>
              <p:nvPr/>
            </p:nvSpPr>
            <p:spPr>
              <a:xfrm>
                <a:off x="5534325" y="2405325"/>
                <a:ext cx="347550" cy="294425"/>
              </a:xfrm>
              <a:custGeom>
                <a:avLst/>
                <a:gdLst/>
                <a:ahLst/>
                <a:cxnLst/>
                <a:rect l="l" t="t" r="r" b="b"/>
                <a:pathLst>
                  <a:path w="13902" h="11777" extrusionOk="0">
                    <a:moveTo>
                      <a:pt x="769" y="0"/>
                    </a:moveTo>
                    <a:cubicBezTo>
                      <a:pt x="769" y="0"/>
                      <a:pt x="0" y="9641"/>
                      <a:pt x="2456" y="11195"/>
                    </a:cubicBezTo>
                    <a:cubicBezTo>
                      <a:pt x="3104" y="11610"/>
                      <a:pt x="3931" y="11777"/>
                      <a:pt x="4844" y="11777"/>
                    </a:cubicBezTo>
                    <a:cubicBezTo>
                      <a:pt x="8636" y="11777"/>
                      <a:pt x="13902" y="8889"/>
                      <a:pt x="13902" y="8889"/>
                    </a:cubicBezTo>
                    <a:lnTo>
                      <a:pt x="13718" y="3275"/>
                    </a:lnTo>
                    <a:cubicBezTo>
                      <a:pt x="13718" y="3275"/>
                      <a:pt x="5856" y="6587"/>
                      <a:pt x="5319" y="6587"/>
                    </a:cubicBezTo>
                    <a:cubicBezTo>
                      <a:pt x="5309" y="6587"/>
                      <a:pt x="5301" y="6586"/>
                      <a:pt x="5297" y="6583"/>
                    </a:cubicBezTo>
                    <a:cubicBezTo>
                      <a:pt x="5063" y="6483"/>
                      <a:pt x="4845" y="150"/>
                      <a:pt x="4845" y="150"/>
                    </a:cubicBezTo>
                    <a:lnTo>
                      <a:pt x="769" y="0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22;p35">
                <a:extLst>
                  <a:ext uri="{FF2B5EF4-FFF2-40B4-BE49-F238E27FC236}">
                    <a16:creationId xmlns:a16="http://schemas.microsoft.com/office/drawing/2014/main" id="{6F60BBF1-0FC1-4CB9-8DF6-1BB0D60D41BE}"/>
                  </a:ext>
                </a:extLst>
              </p:cNvPr>
              <p:cNvSpPr/>
              <p:nvPr/>
            </p:nvSpPr>
            <p:spPr>
              <a:xfrm>
                <a:off x="5921950" y="2111250"/>
                <a:ext cx="200100" cy="384325"/>
              </a:xfrm>
              <a:custGeom>
                <a:avLst/>
                <a:gdLst/>
                <a:ahLst/>
                <a:cxnLst/>
                <a:rect l="l" t="t" r="r" b="b"/>
                <a:pathLst>
                  <a:path w="8004" h="15373" extrusionOk="0">
                    <a:moveTo>
                      <a:pt x="3877" y="0"/>
                    </a:moveTo>
                    <a:lnTo>
                      <a:pt x="118" y="1838"/>
                    </a:lnTo>
                    <a:cubicBezTo>
                      <a:pt x="118" y="1838"/>
                      <a:pt x="1" y="6550"/>
                      <a:pt x="118" y="8588"/>
                    </a:cubicBezTo>
                    <a:cubicBezTo>
                      <a:pt x="251" y="10644"/>
                      <a:pt x="2306" y="10861"/>
                      <a:pt x="2306" y="10861"/>
                    </a:cubicBezTo>
                    <a:cubicBezTo>
                      <a:pt x="2306" y="10861"/>
                      <a:pt x="2323" y="11746"/>
                      <a:pt x="2323" y="12766"/>
                    </a:cubicBezTo>
                    <a:cubicBezTo>
                      <a:pt x="2340" y="14186"/>
                      <a:pt x="3476" y="15339"/>
                      <a:pt x="4896" y="15372"/>
                    </a:cubicBezTo>
                    <a:cubicBezTo>
                      <a:pt x="4907" y="15372"/>
                      <a:pt x="4917" y="15372"/>
                      <a:pt x="4928" y="15372"/>
                    </a:cubicBezTo>
                    <a:cubicBezTo>
                      <a:pt x="6334" y="15372"/>
                      <a:pt x="7503" y="14275"/>
                      <a:pt x="7570" y="12866"/>
                    </a:cubicBezTo>
                    <a:lnTo>
                      <a:pt x="8004" y="3125"/>
                    </a:lnTo>
                    <a:lnTo>
                      <a:pt x="3877" y="0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23;p35">
                <a:extLst>
                  <a:ext uri="{FF2B5EF4-FFF2-40B4-BE49-F238E27FC236}">
                    <a16:creationId xmlns:a16="http://schemas.microsoft.com/office/drawing/2014/main" id="{5633F50A-3E85-2680-11EF-42005CC44FAE}"/>
                  </a:ext>
                </a:extLst>
              </p:cNvPr>
              <p:cNvSpPr/>
              <p:nvPr/>
            </p:nvSpPr>
            <p:spPr>
              <a:xfrm>
                <a:off x="5936150" y="2236550"/>
                <a:ext cx="1507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603" h="531" extrusionOk="0">
                    <a:moveTo>
                      <a:pt x="251" y="1"/>
                    </a:moveTo>
                    <a:cubicBezTo>
                      <a:pt x="118" y="1"/>
                      <a:pt x="1" y="118"/>
                      <a:pt x="1" y="268"/>
                    </a:cubicBezTo>
                    <a:cubicBezTo>
                      <a:pt x="1" y="426"/>
                      <a:pt x="130" y="531"/>
                      <a:pt x="260" y="531"/>
                    </a:cubicBezTo>
                    <a:cubicBezTo>
                      <a:pt x="323" y="531"/>
                      <a:pt x="386" y="506"/>
                      <a:pt x="435" y="452"/>
                    </a:cubicBezTo>
                    <a:cubicBezTo>
                      <a:pt x="602" y="285"/>
                      <a:pt x="485" y="1"/>
                      <a:pt x="25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24;p35">
                <a:extLst>
                  <a:ext uri="{FF2B5EF4-FFF2-40B4-BE49-F238E27FC236}">
                    <a16:creationId xmlns:a16="http://schemas.microsoft.com/office/drawing/2014/main" id="{FACA765A-4D3E-AE2C-5EB8-0F2A0F46C9A9}"/>
                  </a:ext>
                </a:extLst>
              </p:cNvPr>
              <p:cNvSpPr/>
              <p:nvPr/>
            </p:nvSpPr>
            <p:spPr>
              <a:xfrm>
                <a:off x="5929475" y="2228000"/>
                <a:ext cx="26325" cy="82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331" extrusionOk="0">
                    <a:moveTo>
                      <a:pt x="555" y="0"/>
                    </a:moveTo>
                    <a:cubicBezTo>
                      <a:pt x="393" y="0"/>
                      <a:pt x="231" y="56"/>
                      <a:pt x="101" y="159"/>
                    </a:cubicBezTo>
                    <a:cubicBezTo>
                      <a:pt x="17" y="243"/>
                      <a:pt x="0" y="309"/>
                      <a:pt x="17" y="326"/>
                    </a:cubicBezTo>
                    <a:cubicBezTo>
                      <a:pt x="20" y="329"/>
                      <a:pt x="24" y="330"/>
                      <a:pt x="30" y="330"/>
                    </a:cubicBezTo>
                    <a:cubicBezTo>
                      <a:pt x="85" y="330"/>
                      <a:pt x="260" y="191"/>
                      <a:pt x="518" y="176"/>
                    </a:cubicBezTo>
                    <a:cubicBezTo>
                      <a:pt x="535" y="175"/>
                      <a:pt x="552" y="174"/>
                      <a:pt x="568" y="174"/>
                    </a:cubicBezTo>
                    <a:cubicBezTo>
                      <a:pt x="795" y="174"/>
                      <a:pt x="961" y="265"/>
                      <a:pt x="1019" y="265"/>
                    </a:cubicBezTo>
                    <a:cubicBezTo>
                      <a:pt x="1027" y="265"/>
                      <a:pt x="1032" y="263"/>
                      <a:pt x="1036" y="259"/>
                    </a:cubicBezTo>
                    <a:cubicBezTo>
                      <a:pt x="1053" y="243"/>
                      <a:pt x="1020" y="176"/>
                      <a:pt x="919" y="109"/>
                    </a:cubicBezTo>
                    <a:cubicBezTo>
                      <a:pt x="809" y="35"/>
                      <a:pt x="682" y="0"/>
                      <a:pt x="55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25;p35">
                <a:extLst>
                  <a:ext uri="{FF2B5EF4-FFF2-40B4-BE49-F238E27FC236}">
                    <a16:creationId xmlns:a16="http://schemas.microsoft.com/office/drawing/2014/main" id="{7ED019DE-D10F-6AF5-A410-006C38523D5C}"/>
                  </a:ext>
                </a:extLst>
              </p:cNvPr>
              <p:cNvSpPr/>
              <p:nvPr/>
            </p:nvSpPr>
            <p:spPr>
              <a:xfrm>
                <a:off x="6011750" y="2236550"/>
                <a:ext cx="15500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620" h="531" extrusionOk="0">
                    <a:moveTo>
                      <a:pt x="268" y="1"/>
                    </a:moveTo>
                    <a:cubicBezTo>
                      <a:pt x="118" y="1"/>
                      <a:pt x="1" y="118"/>
                      <a:pt x="1" y="268"/>
                    </a:cubicBezTo>
                    <a:cubicBezTo>
                      <a:pt x="1" y="426"/>
                      <a:pt x="130" y="531"/>
                      <a:pt x="266" y="531"/>
                    </a:cubicBezTo>
                    <a:cubicBezTo>
                      <a:pt x="331" y="531"/>
                      <a:pt x="398" y="506"/>
                      <a:pt x="452" y="452"/>
                    </a:cubicBezTo>
                    <a:cubicBezTo>
                      <a:pt x="619" y="285"/>
                      <a:pt x="502" y="1"/>
                      <a:pt x="2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26;p35">
                <a:extLst>
                  <a:ext uri="{FF2B5EF4-FFF2-40B4-BE49-F238E27FC236}">
                    <a16:creationId xmlns:a16="http://schemas.microsoft.com/office/drawing/2014/main" id="{3BC5CCB2-B4EB-5CF1-9980-5919619D3458}"/>
                  </a:ext>
                </a:extLst>
              </p:cNvPr>
              <p:cNvSpPr/>
              <p:nvPr/>
            </p:nvSpPr>
            <p:spPr>
              <a:xfrm>
                <a:off x="6007175" y="2228000"/>
                <a:ext cx="26750" cy="8275"/>
              </a:xfrm>
              <a:custGeom>
                <a:avLst/>
                <a:gdLst/>
                <a:ahLst/>
                <a:cxnLst/>
                <a:rect l="l" t="t" r="r" b="b"/>
                <a:pathLst>
                  <a:path w="1070" h="331" extrusionOk="0">
                    <a:moveTo>
                      <a:pt x="571" y="0"/>
                    </a:moveTo>
                    <a:cubicBezTo>
                      <a:pt x="410" y="0"/>
                      <a:pt x="248" y="56"/>
                      <a:pt x="117" y="159"/>
                    </a:cubicBezTo>
                    <a:cubicBezTo>
                      <a:pt x="34" y="243"/>
                      <a:pt x="0" y="309"/>
                      <a:pt x="17" y="326"/>
                    </a:cubicBezTo>
                    <a:cubicBezTo>
                      <a:pt x="20" y="329"/>
                      <a:pt x="24" y="330"/>
                      <a:pt x="30" y="330"/>
                    </a:cubicBezTo>
                    <a:cubicBezTo>
                      <a:pt x="87" y="330"/>
                      <a:pt x="276" y="191"/>
                      <a:pt x="535" y="176"/>
                    </a:cubicBezTo>
                    <a:cubicBezTo>
                      <a:pt x="552" y="175"/>
                      <a:pt x="568" y="174"/>
                      <a:pt x="584" y="174"/>
                    </a:cubicBezTo>
                    <a:cubicBezTo>
                      <a:pt x="811" y="174"/>
                      <a:pt x="978" y="265"/>
                      <a:pt x="1035" y="265"/>
                    </a:cubicBezTo>
                    <a:cubicBezTo>
                      <a:pt x="1043" y="265"/>
                      <a:pt x="1049" y="263"/>
                      <a:pt x="1053" y="259"/>
                    </a:cubicBezTo>
                    <a:cubicBezTo>
                      <a:pt x="1069" y="243"/>
                      <a:pt x="1036" y="176"/>
                      <a:pt x="936" y="109"/>
                    </a:cubicBezTo>
                    <a:cubicBezTo>
                      <a:pt x="825" y="35"/>
                      <a:pt x="698" y="0"/>
                      <a:pt x="57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27;p35">
                <a:extLst>
                  <a:ext uri="{FF2B5EF4-FFF2-40B4-BE49-F238E27FC236}">
                    <a16:creationId xmlns:a16="http://schemas.microsoft.com/office/drawing/2014/main" id="{A9925595-4BF3-9ADB-CD4D-3EAEA7201DF6}"/>
                  </a:ext>
                </a:extLst>
              </p:cNvPr>
              <p:cNvSpPr/>
              <p:nvPr/>
            </p:nvSpPr>
            <p:spPr>
              <a:xfrm>
                <a:off x="5963300" y="2234050"/>
                <a:ext cx="21325" cy="6267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2507" extrusionOk="0">
                    <a:moveTo>
                      <a:pt x="801" y="0"/>
                    </a:moveTo>
                    <a:cubicBezTo>
                      <a:pt x="763" y="0"/>
                      <a:pt x="499" y="662"/>
                      <a:pt x="235" y="1471"/>
                    </a:cubicBezTo>
                    <a:cubicBezTo>
                      <a:pt x="184" y="1671"/>
                      <a:pt x="118" y="1872"/>
                      <a:pt x="51" y="2056"/>
                    </a:cubicBezTo>
                    <a:cubicBezTo>
                      <a:pt x="17" y="2156"/>
                      <a:pt x="1" y="2273"/>
                      <a:pt x="34" y="2373"/>
                    </a:cubicBezTo>
                    <a:cubicBezTo>
                      <a:pt x="51" y="2440"/>
                      <a:pt x="101" y="2473"/>
                      <a:pt x="168" y="2490"/>
                    </a:cubicBezTo>
                    <a:cubicBezTo>
                      <a:pt x="218" y="2507"/>
                      <a:pt x="251" y="2507"/>
                      <a:pt x="301" y="2507"/>
                    </a:cubicBezTo>
                    <a:cubicBezTo>
                      <a:pt x="452" y="2507"/>
                      <a:pt x="619" y="2507"/>
                      <a:pt x="769" y="2457"/>
                    </a:cubicBezTo>
                    <a:cubicBezTo>
                      <a:pt x="619" y="2407"/>
                      <a:pt x="452" y="2373"/>
                      <a:pt x="301" y="2373"/>
                    </a:cubicBezTo>
                    <a:cubicBezTo>
                      <a:pt x="235" y="2373"/>
                      <a:pt x="168" y="2356"/>
                      <a:pt x="168" y="2323"/>
                    </a:cubicBezTo>
                    <a:cubicBezTo>
                      <a:pt x="168" y="2256"/>
                      <a:pt x="184" y="2173"/>
                      <a:pt x="218" y="2106"/>
                    </a:cubicBezTo>
                    <a:cubicBezTo>
                      <a:pt x="268" y="1922"/>
                      <a:pt x="335" y="1722"/>
                      <a:pt x="402" y="1521"/>
                    </a:cubicBezTo>
                    <a:cubicBezTo>
                      <a:pt x="669" y="702"/>
                      <a:pt x="853" y="17"/>
                      <a:pt x="803" y="1"/>
                    </a:cubicBezTo>
                    <a:cubicBezTo>
                      <a:pt x="802" y="0"/>
                      <a:pt x="802" y="0"/>
                      <a:pt x="80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228;p35">
                <a:extLst>
                  <a:ext uri="{FF2B5EF4-FFF2-40B4-BE49-F238E27FC236}">
                    <a16:creationId xmlns:a16="http://schemas.microsoft.com/office/drawing/2014/main" id="{31135FB0-8B2D-C158-93A3-DE114D20AC23}"/>
                  </a:ext>
                </a:extLst>
              </p:cNvPr>
              <p:cNvSpPr/>
              <p:nvPr/>
            </p:nvSpPr>
            <p:spPr>
              <a:xfrm>
                <a:off x="5971650" y="2301325"/>
                <a:ext cx="38475" cy="20675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827" extrusionOk="0">
                    <a:moveTo>
                      <a:pt x="1401" y="0"/>
                    </a:moveTo>
                    <a:lnTo>
                      <a:pt x="1401" y="0"/>
                    </a:lnTo>
                    <a:cubicBezTo>
                      <a:pt x="1382" y="0"/>
                      <a:pt x="499" y="501"/>
                      <a:pt x="1" y="501"/>
                    </a:cubicBezTo>
                    <a:cubicBezTo>
                      <a:pt x="143" y="714"/>
                      <a:pt x="385" y="826"/>
                      <a:pt x="634" y="826"/>
                    </a:cubicBezTo>
                    <a:cubicBezTo>
                      <a:pt x="736" y="826"/>
                      <a:pt x="839" y="807"/>
                      <a:pt x="937" y="768"/>
                    </a:cubicBezTo>
                    <a:cubicBezTo>
                      <a:pt x="1538" y="518"/>
                      <a:pt x="1354" y="33"/>
                      <a:pt x="1354" y="33"/>
                    </a:cubicBezTo>
                    <a:cubicBezTo>
                      <a:pt x="1389" y="10"/>
                      <a:pt x="1404" y="0"/>
                      <a:pt x="14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229;p35">
                <a:extLst>
                  <a:ext uri="{FF2B5EF4-FFF2-40B4-BE49-F238E27FC236}">
                    <a16:creationId xmlns:a16="http://schemas.microsoft.com/office/drawing/2014/main" id="{F195B259-180B-B3FF-C95C-23D70557A758}"/>
                  </a:ext>
                </a:extLst>
              </p:cNvPr>
              <p:cNvSpPr/>
              <p:nvPr/>
            </p:nvSpPr>
            <p:spPr>
              <a:xfrm>
                <a:off x="5977100" y="2359775"/>
                <a:ext cx="67675" cy="35625"/>
              </a:xfrm>
              <a:custGeom>
                <a:avLst/>
                <a:gdLst/>
                <a:ahLst/>
                <a:cxnLst/>
                <a:rect l="l" t="t" r="r" b="b"/>
                <a:pathLst>
                  <a:path w="2707" h="1425" extrusionOk="0">
                    <a:moveTo>
                      <a:pt x="2707" y="1"/>
                    </a:moveTo>
                    <a:lnTo>
                      <a:pt x="2707" y="1"/>
                    </a:lnTo>
                    <a:cubicBezTo>
                      <a:pt x="1922" y="552"/>
                      <a:pt x="969" y="870"/>
                      <a:pt x="0" y="920"/>
                    </a:cubicBezTo>
                    <a:lnTo>
                      <a:pt x="50" y="1421"/>
                    </a:lnTo>
                    <a:cubicBezTo>
                      <a:pt x="106" y="1423"/>
                      <a:pt x="160" y="1424"/>
                      <a:pt x="214" y="1424"/>
                    </a:cubicBezTo>
                    <a:cubicBezTo>
                      <a:pt x="2137" y="1424"/>
                      <a:pt x="2707" y="1"/>
                      <a:pt x="2707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230;p35">
                <a:extLst>
                  <a:ext uri="{FF2B5EF4-FFF2-40B4-BE49-F238E27FC236}">
                    <a16:creationId xmlns:a16="http://schemas.microsoft.com/office/drawing/2014/main" id="{7B74938C-06A2-D12C-6FDC-15E5CBD00EE6}"/>
                  </a:ext>
                </a:extLst>
              </p:cNvPr>
              <p:cNvSpPr/>
              <p:nvPr/>
            </p:nvSpPr>
            <p:spPr>
              <a:xfrm>
                <a:off x="5896475" y="2076900"/>
                <a:ext cx="301675" cy="294175"/>
              </a:xfrm>
              <a:custGeom>
                <a:avLst/>
                <a:gdLst/>
                <a:ahLst/>
                <a:cxnLst/>
                <a:rect l="l" t="t" r="r" b="b"/>
                <a:pathLst>
                  <a:path w="12067" h="11767" extrusionOk="0">
                    <a:moveTo>
                      <a:pt x="12047" y="6203"/>
                    </a:moveTo>
                    <a:lnTo>
                      <a:pt x="12058" y="6448"/>
                    </a:lnTo>
                    <a:lnTo>
                      <a:pt x="12058" y="6448"/>
                    </a:lnTo>
                    <a:cubicBezTo>
                      <a:pt x="12055" y="6292"/>
                      <a:pt x="12047" y="6203"/>
                      <a:pt x="12047" y="6203"/>
                    </a:cubicBezTo>
                    <a:close/>
                    <a:moveTo>
                      <a:pt x="5395" y="0"/>
                    </a:moveTo>
                    <a:cubicBezTo>
                      <a:pt x="4583" y="0"/>
                      <a:pt x="3470" y="218"/>
                      <a:pt x="2039" y="1708"/>
                    </a:cubicBezTo>
                    <a:cubicBezTo>
                      <a:pt x="0" y="3814"/>
                      <a:pt x="1120" y="6086"/>
                      <a:pt x="1120" y="6086"/>
                    </a:cubicBezTo>
                    <a:lnTo>
                      <a:pt x="1454" y="5769"/>
                    </a:lnTo>
                    <a:lnTo>
                      <a:pt x="4445" y="5000"/>
                    </a:lnTo>
                    <a:cubicBezTo>
                      <a:pt x="4211" y="4198"/>
                      <a:pt x="4562" y="3195"/>
                      <a:pt x="4762" y="2728"/>
                    </a:cubicBezTo>
                    <a:lnTo>
                      <a:pt x="4779" y="2711"/>
                    </a:lnTo>
                    <a:cubicBezTo>
                      <a:pt x="5364" y="5769"/>
                      <a:pt x="8739" y="6086"/>
                      <a:pt x="8739" y="6086"/>
                    </a:cubicBezTo>
                    <a:lnTo>
                      <a:pt x="8472" y="11767"/>
                    </a:lnTo>
                    <a:cubicBezTo>
                      <a:pt x="11819" y="11053"/>
                      <a:pt x="12067" y="7627"/>
                      <a:pt x="12060" y="6537"/>
                    </a:cubicBezTo>
                    <a:lnTo>
                      <a:pt x="12060" y="6537"/>
                    </a:lnTo>
                    <a:cubicBezTo>
                      <a:pt x="12061" y="6549"/>
                      <a:pt x="12063" y="6560"/>
                      <a:pt x="12064" y="6571"/>
                    </a:cubicBezTo>
                    <a:lnTo>
                      <a:pt x="12058" y="6448"/>
                    </a:lnTo>
                    <a:lnTo>
                      <a:pt x="12058" y="6448"/>
                    </a:lnTo>
                    <a:cubicBezTo>
                      <a:pt x="12059" y="6476"/>
                      <a:pt x="12059" y="6505"/>
                      <a:pt x="12060" y="6537"/>
                    </a:cubicBezTo>
                    <a:lnTo>
                      <a:pt x="12060" y="6537"/>
                    </a:lnTo>
                    <a:cubicBezTo>
                      <a:pt x="12008" y="6139"/>
                      <a:pt x="11912" y="5328"/>
                      <a:pt x="11847" y="5100"/>
                    </a:cubicBezTo>
                    <a:cubicBezTo>
                      <a:pt x="10727" y="840"/>
                      <a:pt x="6985" y="38"/>
                      <a:pt x="6249" y="38"/>
                    </a:cubicBezTo>
                    <a:cubicBezTo>
                      <a:pt x="6015" y="38"/>
                      <a:pt x="5731" y="0"/>
                      <a:pt x="539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231;p35">
                <a:extLst>
                  <a:ext uri="{FF2B5EF4-FFF2-40B4-BE49-F238E27FC236}">
                    <a16:creationId xmlns:a16="http://schemas.microsoft.com/office/drawing/2014/main" id="{789A5E7B-9E30-DAED-DFDE-4BB4F77E8070}"/>
                  </a:ext>
                </a:extLst>
              </p:cNvPr>
              <p:cNvSpPr/>
              <p:nvPr/>
            </p:nvSpPr>
            <p:spPr>
              <a:xfrm>
                <a:off x="6185675" y="2198775"/>
                <a:ext cx="91775" cy="98975"/>
              </a:xfrm>
              <a:custGeom>
                <a:avLst/>
                <a:gdLst/>
                <a:ahLst/>
                <a:cxnLst/>
                <a:rect l="l" t="t" r="r" b="b"/>
                <a:pathLst>
                  <a:path w="3671" h="3959" extrusionOk="0">
                    <a:moveTo>
                      <a:pt x="1601" y="0"/>
                    </a:moveTo>
                    <a:cubicBezTo>
                      <a:pt x="1467" y="0"/>
                      <a:pt x="1332" y="14"/>
                      <a:pt x="1198" y="41"/>
                    </a:cubicBezTo>
                    <a:cubicBezTo>
                      <a:pt x="770" y="164"/>
                      <a:pt x="398" y="565"/>
                      <a:pt x="376" y="1004"/>
                    </a:cubicBezTo>
                    <a:lnTo>
                      <a:pt x="376" y="1004"/>
                    </a:lnTo>
                    <a:cubicBezTo>
                      <a:pt x="15" y="1700"/>
                      <a:pt x="0" y="2546"/>
                      <a:pt x="379" y="3266"/>
                    </a:cubicBezTo>
                    <a:cubicBezTo>
                      <a:pt x="529" y="3550"/>
                      <a:pt x="763" y="3784"/>
                      <a:pt x="1064" y="3901"/>
                    </a:cubicBezTo>
                    <a:cubicBezTo>
                      <a:pt x="1179" y="3939"/>
                      <a:pt x="1300" y="3958"/>
                      <a:pt x="1420" y="3958"/>
                    </a:cubicBezTo>
                    <a:cubicBezTo>
                      <a:pt x="1667" y="3958"/>
                      <a:pt x="1915" y="3880"/>
                      <a:pt x="2117" y="3734"/>
                    </a:cubicBezTo>
                    <a:cubicBezTo>
                      <a:pt x="2434" y="3534"/>
                      <a:pt x="2701" y="3266"/>
                      <a:pt x="2919" y="2965"/>
                    </a:cubicBezTo>
                    <a:cubicBezTo>
                      <a:pt x="3286" y="2498"/>
                      <a:pt x="3671" y="1946"/>
                      <a:pt x="3554" y="1345"/>
                    </a:cubicBezTo>
                    <a:cubicBezTo>
                      <a:pt x="3470" y="860"/>
                      <a:pt x="3052" y="493"/>
                      <a:pt x="2618" y="275"/>
                    </a:cubicBezTo>
                    <a:cubicBezTo>
                      <a:pt x="2303" y="94"/>
                      <a:pt x="1954" y="0"/>
                      <a:pt x="160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232;p35">
                <a:extLst>
                  <a:ext uri="{FF2B5EF4-FFF2-40B4-BE49-F238E27FC236}">
                    <a16:creationId xmlns:a16="http://schemas.microsoft.com/office/drawing/2014/main" id="{47590F73-E966-95AD-9A3B-DF58212382EE}"/>
                  </a:ext>
                </a:extLst>
              </p:cNvPr>
              <p:cNvSpPr/>
              <p:nvPr/>
            </p:nvSpPr>
            <p:spPr>
              <a:xfrm>
                <a:off x="5901475" y="2104125"/>
                <a:ext cx="109900" cy="115750"/>
              </a:xfrm>
              <a:custGeom>
                <a:avLst/>
                <a:gdLst/>
                <a:ahLst/>
                <a:cxnLst/>
                <a:rect l="l" t="t" r="r" b="b"/>
                <a:pathLst>
                  <a:path w="4396" h="4630" extrusionOk="0">
                    <a:moveTo>
                      <a:pt x="4146" y="1"/>
                    </a:moveTo>
                    <a:cubicBezTo>
                      <a:pt x="3968" y="1"/>
                      <a:pt x="3696" y="27"/>
                      <a:pt x="3359" y="118"/>
                    </a:cubicBezTo>
                    <a:cubicBezTo>
                      <a:pt x="1705" y="553"/>
                      <a:pt x="435" y="1906"/>
                      <a:pt x="118" y="3594"/>
                    </a:cubicBezTo>
                    <a:cubicBezTo>
                      <a:pt x="1" y="4228"/>
                      <a:pt x="68" y="4629"/>
                      <a:pt x="118" y="4629"/>
                    </a:cubicBezTo>
                    <a:cubicBezTo>
                      <a:pt x="168" y="4629"/>
                      <a:pt x="185" y="4245"/>
                      <a:pt x="352" y="3660"/>
                    </a:cubicBezTo>
                    <a:cubicBezTo>
                      <a:pt x="786" y="2123"/>
                      <a:pt x="1939" y="887"/>
                      <a:pt x="3443" y="352"/>
                    </a:cubicBezTo>
                    <a:cubicBezTo>
                      <a:pt x="4011" y="135"/>
                      <a:pt x="4395" y="85"/>
                      <a:pt x="4378" y="35"/>
                    </a:cubicBezTo>
                    <a:cubicBezTo>
                      <a:pt x="4378" y="19"/>
                      <a:pt x="4295" y="1"/>
                      <a:pt x="414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233;p35">
                <a:extLst>
                  <a:ext uri="{FF2B5EF4-FFF2-40B4-BE49-F238E27FC236}">
                    <a16:creationId xmlns:a16="http://schemas.microsoft.com/office/drawing/2014/main" id="{1B6C1AF1-C542-8974-CDDC-2B7042084632}"/>
                  </a:ext>
                </a:extLst>
              </p:cNvPr>
              <p:cNvSpPr/>
              <p:nvPr/>
            </p:nvSpPr>
            <p:spPr>
              <a:xfrm>
                <a:off x="6127475" y="2252000"/>
                <a:ext cx="43875" cy="45125"/>
              </a:xfrm>
              <a:custGeom>
                <a:avLst/>
                <a:gdLst/>
                <a:ahLst/>
                <a:cxnLst/>
                <a:rect l="l" t="t" r="r" b="b"/>
                <a:pathLst>
                  <a:path w="1755" h="1805" extrusionOk="0">
                    <a:moveTo>
                      <a:pt x="918" y="0"/>
                    </a:moveTo>
                    <a:cubicBezTo>
                      <a:pt x="907" y="0"/>
                      <a:pt x="896" y="1"/>
                      <a:pt x="886" y="1"/>
                    </a:cubicBezTo>
                    <a:cubicBezTo>
                      <a:pt x="535" y="68"/>
                      <a:pt x="251" y="318"/>
                      <a:pt x="151" y="636"/>
                    </a:cubicBezTo>
                    <a:cubicBezTo>
                      <a:pt x="34" y="970"/>
                      <a:pt x="0" y="1304"/>
                      <a:pt x="34" y="1655"/>
                    </a:cubicBezTo>
                    <a:lnTo>
                      <a:pt x="67" y="1689"/>
                    </a:lnTo>
                    <a:cubicBezTo>
                      <a:pt x="238" y="1766"/>
                      <a:pt x="419" y="1804"/>
                      <a:pt x="600" y="1804"/>
                    </a:cubicBezTo>
                    <a:cubicBezTo>
                      <a:pt x="808" y="1804"/>
                      <a:pt x="1015" y="1754"/>
                      <a:pt x="1203" y="1655"/>
                    </a:cubicBezTo>
                    <a:cubicBezTo>
                      <a:pt x="1554" y="1471"/>
                      <a:pt x="1755" y="1087"/>
                      <a:pt x="1704" y="686"/>
                    </a:cubicBezTo>
                    <a:cubicBezTo>
                      <a:pt x="1639" y="296"/>
                      <a:pt x="1305" y="0"/>
                      <a:pt x="918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234;p35">
                <a:extLst>
                  <a:ext uri="{FF2B5EF4-FFF2-40B4-BE49-F238E27FC236}">
                    <a16:creationId xmlns:a16="http://schemas.microsoft.com/office/drawing/2014/main" id="{07D427FB-CF36-2292-4695-F2B5384B5061}"/>
                  </a:ext>
                </a:extLst>
              </p:cNvPr>
              <p:cNvSpPr/>
              <p:nvPr/>
            </p:nvSpPr>
            <p:spPr>
              <a:xfrm>
                <a:off x="6143350" y="2260275"/>
                <a:ext cx="16725" cy="29325"/>
              </a:xfrm>
              <a:custGeom>
                <a:avLst/>
                <a:gdLst/>
                <a:ahLst/>
                <a:cxnLst/>
                <a:rect l="l" t="t" r="r" b="b"/>
                <a:pathLst>
                  <a:path w="669" h="1173" extrusionOk="0">
                    <a:moveTo>
                      <a:pt x="71" y="0"/>
                    </a:moveTo>
                    <a:cubicBezTo>
                      <a:pt x="42" y="0"/>
                      <a:pt x="23" y="8"/>
                      <a:pt x="17" y="21"/>
                    </a:cubicBezTo>
                    <a:cubicBezTo>
                      <a:pt x="17" y="38"/>
                      <a:pt x="100" y="71"/>
                      <a:pt x="201" y="171"/>
                    </a:cubicBezTo>
                    <a:cubicBezTo>
                      <a:pt x="468" y="388"/>
                      <a:pt x="451" y="806"/>
                      <a:pt x="184" y="1023"/>
                    </a:cubicBezTo>
                    <a:cubicBezTo>
                      <a:pt x="84" y="1107"/>
                      <a:pt x="0" y="1140"/>
                      <a:pt x="0" y="1157"/>
                    </a:cubicBezTo>
                    <a:cubicBezTo>
                      <a:pt x="0" y="1165"/>
                      <a:pt x="20" y="1172"/>
                      <a:pt x="56" y="1172"/>
                    </a:cubicBezTo>
                    <a:cubicBezTo>
                      <a:pt x="100" y="1172"/>
                      <a:pt x="168" y="1161"/>
                      <a:pt x="251" y="1124"/>
                    </a:cubicBezTo>
                    <a:cubicBezTo>
                      <a:pt x="652" y="890"/>
                      <a:pt x="668" y="305"/>
                      <a:pt x="267" y="71"/>
                    </a:cubicBezTo>
                    <a:cubicBezTo>
                      <a:pt x="186" y="20"/>
                      <a:pt x="116" y="0"/>
                      <a:pt x="71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235;p35">
                <a:extLst>
                  <a:ext uri="{FF2B5EF4-FFF2-40B4-BE49-F238E27FC236}">
                    <a16:creationId xmlns:a16="http://schemas.microsoft.com/office/drawing/2014/main" id="{28ED364B-C06F-F982-C8D2-68B131421194}"/>
                  </a:ext>
                </a:extLst>
              </p:cNvPr>
              <p:cNvSpPr/>
              <p:nvPr/>
            </p:nvSpPr>
            <p:spPr>
              <a:xfrm>
                <a:off x="5986275" y="2197950"/>
                <a:ext cx="91925" cy="83925"/>
              </a:xfrm>
              <a:custGeom>
                <a:avLst/>
                <a:gdLst/>
                <a:ahLst/>
                <a:cxnLst/>
                <a:rect l="l" t="t" r="r" b="b"/>
                <a:pathLst>
                  <a:path w="3677" h="3357" extrusionOk="0">
                    <a:moveTo>
                      <a:pt x="1647" y="1"/>
                    </a:moveTo>
                    <a:cubicBezTo>
                      <a:pt x="1276" y="1"/>
                      <a:pt x="910" y="123"/>
                      <a:pt x="619" y="358"/>
                    </a:cubicBezTo>
                    <a:cubicBezTo>
                      <a:pt x="318" y="592"/>
                      <a:pt x="118" y="910"/>
                      <a:pt x="34" y="1277"/>
                    </a:cubicBezTo>
                    <a:cubicBezTo>
                      <a:pt x="17" y="1378"/>
                      <a:pt x="1" y="1478"/>
                      <a:pt x="1" y="1578"/>
                    </a:cubicBezTo>
                    <a:cubicBezTo>
                      <a:pt x="1" y="1645"/>
                      <a:pt x="17" y="1678"/>
                      <a:pt x="17" y="1678"/>
                    </a:cubicBezTo>
                    <a:cubicBezTo>
                      <a:pt x="34" y="1678"/>
                      <a:pt x="34" y="1528"/>
                      <a:pt x="101" y="1294"/>
                    </a:cubicBezTo>
                    <a:cubicBezTo>
                      <a:pt x="201" y="960"/>
                      <a:pt x="402" y="659"/>
                      <a:pt x="686" y="459"/>
                    </a:cubicBezTo>
                    <a:cubicBezTo>
                      <a:pt x="967" y="248"/>
                      <a:pt x="1283" y="152"/>
                      <a:pt x="1591" y="152"/>
                    </a:cubicBezTo>
                    <a:cubicBezTo>
                      <a:pt x="2382" y="152"/>
                      <a:pt x="3125" y="777"/>
                      <a:pt x="3125" y="1678"/>
                    </a:cubicBezTo>
                    <a:cubicBezTo>
                      <a:pt x="3125" y="2580"/>
                      <a:pt x="2382" y="3204"/>
                      <a:pt x="1591" y="3204"/>
                    </a:cubicBezTo>
                    <a:cubicBezTo>
                      <a:pt x="1283" y="3204"/>
                      <a:pt x="967" y="3109"/>
                      <a:pt x="686" y="2898"/>
                    </a:cubicBezTo>
                    <a:cubicBezTo>
                      <a:pt x="402" y="2698"/>
                      <a:pt x="201" y="2397"/>
                      <a:pt x="101" y="2063"/>
                    </a:cubicBezTo>
                    <a:cubicBezTo>
                      <a:pt x="34" y="1829"/>
                      <a:pt x="34" y="1678"/>
                      <a:pt x="17" y="1678"/>
                    </a:cubicBezTo>
                    <a:cubicBezTo>
                      <a:pt x="17" y="1678"/>
                      <a:pt x="1" y="1712"/>
                      <a:pt x="1" y="1779"/>
                    </a:cubicBezTo>
                    <a:cubicBezTo>
                      <a:pt x="1" y="1879"/>
                      <a:pt x="17" y="1979"/>
                      <a:pt x="34" y="2079"/>
                    </a:cubicBezTo>
                    <a:cubicBezTo>
                      <a:pt x="118" y="2447"/>
                      <a:pt x="318" y="2765"/>
                      <a:pt x="619" y="2998"/>
                    </a:cubicBezTo>
                    <a:cubicBezTo>
                      <a:pt x="910" y="3234"/>
                      <a:pt x="1276" y="3356"/>
                      <a:pt x="1647" y="3356"/>
                    </a:cubicBezTo>
                    <a:cubicBezTo>
                      <a:pt x="1829" y="3356"/>
                      <a:pt x="2013" y="3326"/>
                      <a:pt x="2189" y="3266"/>
                    </a:cubicBezTo>
                    <a:cubicBezTo>
                      <a:pt x="3677" y="2731"/>
                      <a:pt x="3677" y="626"/>
                      <a:pt x="2189" y="91"/>
                    </a:cubicBezTo>
                    <a:cubicBezTo>
                      <a:pt x="2013" y="31"/>
                      <a:pt x="1829" y="1"/>
                      <a:pt x="16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236;p35">
                <a:extLst>
                  <a:ext uri="{FF2B5EF4-FFF2-40B4-BE49-F238E27FC236}">
                    <a16:creationId xmlns:a16="http://schemas.microsoft.com/office/drawing/2014/main" id="{7606C7BB-7C96-F5FA-C6AB-5CF8C3C6A5E9}"/>
                  </a:ext>
                </a:extLst>
              </p:cNvPr>
              <p:cNvSpPr/>
              <p:nvPr/>
            </p:nvSpPr>
            <p:spPr>
              <a:xfrm>
                <a:off x="5893975" y="2197950"/>
                <a:ext cx="91900" cy="83925"/>
              </a:xfrm>
              <a:custGeom>
                <a:avLst/>
                <a:gdLst/>
                <a:ahLst/>
                <a:cxnLst/>
                <a:rect l="l" t="t" r="r" b="b"/>
                <a:pathLst>
                  <a:path w="3676" h="3357" extrusionOk="0">
                    <a:moveTo>
                      <a:pt x="1646" y="1"/>
                    </a:moveTo>
                    <a:cubicBezTo>
                      <a:pt x="1275" y="1"/>
                      <a:pt x="909" y="123"/>
                      <a:pt x="618" y="358"/>
                    </a:cubicBezTo>
                    <a:cubicBezTo>
                      <a:pt x="318" y="592"/>
                      <a:pt x="117" y="910"/>
                      <a:pt x="33" y="1277"/>
                    </a:cubicBezTo>
                    <a:cubicBezTo>
                      <a:pt x="17" y="1378"/>
                      <a:pt x="0" y="1478"/>
                      <a:pt x="0" y="1578"/>
                    </a:cubicBezTo>
                    <a:cubicBezTo>
                      <a:pt x="0" y="1645"/>
                      <a:pt x="17" y="1678"/>
                      <a:pt x="17" y="1678"/>
                    </a:cubicBezTo>
                    <a:cubicBezTo>
                      <a:pt x="33" y="1678"/>
                      <a:pt x="33" y="1528"/>
                      <a:pt x="100" y="1294"/>
                    </a:cubicBezTo>
                    <a:cubicBezTo>
                      <a:pt x="201" y="960"/>
                      <a:pt x="401" y="659"/>
                      <a:pt x="685" y="459"/>
                    </a:cubicBezTo>
                    <a:cubicBezTo>
                      <a:pt x="967" y="248"/>
                      <a:pt x="1282" y="152"/>
                      <a:pt x="1591" y="152"/>
                    </a:cubicBezTo>
                    <a:cubicBezTo>
                      <a:pt x="2381" y="152"/>
                      <a:pt x="3125" y="777"/>
                      <a:pt x="3125" y="1678"/>
                    </a:cubicBezTo>
                    <a:cubicBezTo>
                      <a:pt x="3125" y="2580"/>
                      <a:pt x="2381" y="3204"/>
                      <a:pt x="1591" y="3204"/>
                    </a:cubicBezTo>
                    <a:cubicBezTo>
                      <a:pt x="1282" y="3204"/>
                      <a:pt x="967" y="3109"/>
                      <a:pt x="685" y="2898"/>
                    </a:cubicBezTo>
                    <a:cubicBezTo>
                      <a:pt x="401" y="2698"/>
                      <a:pt x="201" y="2397"/>
                      <a:pt x="100" y="2063"/>
                    </a:cubicBezTo>
                    <a:cubicBezTo>
                      <a:pt x="33" y="1829"/>
                      <a:pt x="33" y="1678"/>
                      <a:pt x="17" y="1678"/>
                    </a:cubicBezTo>
                    <a:cubicBezTo>
                      <a:pt x="17" y="1678"/>
                      <a:pt x="0" y="1712"/>
                      <a:pt x="0" y="1779"/>
                    </a:cubicBezTo>
                    <a:cubicBezTo>
                      <a:pt x="0" y="1879"/>
                      <a:pt x="17" y="1979"/>
                      <a:pt x="33" y="2079"/>
                    </a:cubicBezTo>
                    <a:cubicBezTo>
                      <a:pt x="117" y="2447"/>
                      <a:pt x="318" y="2765"/>
                      <a:pt x="618" y="2998"/>
                    </a:cubicBezTo>
                    <a:cubicBezTo>
                      <a:pt x="909" y="3234"/>
                      <a:pt x="1275" y="3356"/>
                      <a:pt x="1646" y="3356"/>
                    </a:cubicBezTo>
                    <a:cubicBezTo>
                      <a:pt x="1829" y="3356"/>
                      <a:pt x="2012" y="3326"/>
                      <a:pt x="2189" y="3266"/>
                    </a:cubicBezTo>
                    <a:cubicBezTo>
                      <a:pt x="3676" y="2731"/>
                      <a:pt x="3676" y="626"/>
                      <a:pt x="2189" y="91"/>
                    </a:cubicBezTo>
                    <a:cubicBezTo>
                      <a:pt x="2012" y="31"/>
                      <a:pt x="1829" y="1"/>
                      <a:pt x="164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237;p35">
                <a:extLst>
                  <a:ext uri="{FF2B5EF4-FFF2-40B4-BE49-F238E27FC236}">
                    <a16:creationId xmlns:a16="http://schemas.microsoft.com/office/drawing/2014/main" id="{594DFF4C-AE70-826C-68FE-34434399E1F6}"/>
                  </a:ext>
                </a:extLst>
              </p:cNvPr>
              <p:cNvSpPr/>
              <p:nvPr/>
            </p:nvSpPr>
            <p:spPr>
              <a:xfrm>
                <a:off x="5974575" y="2239075"/>
                <a:ext cx="1465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168" extrusionOk="0">
                    <a:moveTo>
                      <a:pt x="285" y="0"/>
                    </a:moveTo>
                    <a:cubicBezTo>
                      <a:pt x="134" y="0"/>
                      <a:pt x="1" y="33"/>
                      <a:pt x="1" y="84"/>
                    </a:cubicBezTo>
                    <a:cubicBezTo>
                      <a:pt x="1" y="134"/>
                      <a:pt x="134" y="167"/>
                      <a:pt x="285" y="167"/>
                    </a:cubicBezTo>
                    <a:cubicBezTo>
                      <a:pt x="452" y="167"/>
                      <a:pt x="586" y="134"/>
                      <a:pt x="586" y="84"/>
                    </a:cubicBezTo>
                    <a:cubicBezTo>
                      <a:pt x="586" y="33"/>
                      <a:pt x="452" y="0"/>
                      <a:pt x="28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238;p35">
                <a:extLst>
                  <a:ext uri="{FF2B5EF4-FFF2-40B4-BE49-F238E27FC236}">
                    <a16:creationId xmlns:a16="http://schemas.microsoft.com/office/drawing/2014/main" id="{9E27EE21-2DCA-76B4-64B0-8B11E8A51C6F}"/>
                  </a:ext>
                </a:extLst>
              </p:cNvPr>
              <p:cNvSpPr/>
              <p:nvPr/>
            </p:nvSpPr>
            <p:spPr>
              <a:xfrm>
                <a:off x="6065225" y="2247900"/>
                <a:ext cx="71450" cy="14775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591" extrusionOk="0">
                    <a:moveTo>
                      <a:pt x="79" y="0"/>
                    </a:moveTo>
                    <a:cubicBezTo>
                      <a:pt x="31" y="0"/>
                      <a:pt x="4" y="5"/>
                      <a:pt x="1" y="15"/>
                    </a:cubicBezTo>
                    <a:cubicBezTo>
                      <a:pt x="1" y="65"/>
                      <a:pt x="619" y="232"/>
                      <a:pt x="1404" y="382"/>
                    </a:cubicBezTo>
                    <a:cubicBezTo>
                      <a:pt x="2074" y="510"/>
                      <a:pt x="2646" y="590"/>
                      <a:pt x="2800" y="590"/>
                    </a:cubicBezTo>
                    <a:cubicBezTo>
                      <a:pt x="2827" y="590"/>
                      <a:pt x="2841" y="588"/>
                      <a:pt x="2841" y="583"/>
                    </a:cubicBezTo>
                    <a:cubicBezTo>
                      <a:pt x="2858" y="533"/>
                      <a:pt x="2223" y="366"/>
                      <a:pt x="1438" y="215"/>
                    </a:cubicBezTo>
                    <a:cubicBezTo>
                      <a:pt x="819" y="81"/>
                      <a:pt x="275" y="0"/>
                      <a:pt x="7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239;p35">
                <a:extLst>
                  <a:ext uri="{FF2B5EF4-FFF2-40B4-BE49-F238E27FC236}">
                    <a16:creationId xmlns:a16="http://schemas.microsoft.com/office/drawing/2014/main" id="{85649F1C-B940-8BA7-E78A-B2CE1C0CC114}"/>
                  </a:ext>
                </a:extLst>
              </p:cNvPr>
              <p:cNvSpPr/>
              <p:nvPr/>
            </p:nvSpPr>
            <p:spPr>
              <a:xfrm>
                <a:off x="5833825" y="3063200"/>
                <a:ext cx="564350" cy="1370125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54805" extrusionOk="0">
                    <a:moveTo>
                      <a:pt x="16007" y="1"/>
                    </a:moveTo>
                    <a:lnTo>
                      <a:pt x="0" y="602"/>
                    </a:lnTo>
                    <a:lnTo>
                      <a:pt x="2556" y="54621"/>
                    </a:lnTo>
                    <a:lnTo>
                      <a:pt x="10760" y="54805"/>
                    </a:lnTo>
                    <a:lnTo>
                      <a:pt x="8638" y="8105"/>
                    </a:lnTo>
                    <a:lnTo>
                      <a:pt x="14186" y="54604"/>
                    </a:lnTo>
                    <a:lnTo>
                      <a:pt x="22573" y="54805"/>
                    </a:lnTo>
                    <a:lnTo>
                      <a:pt x="16007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240;p35">
                <a:extLst>
                  <a:ext uri="{FF2B5EF4-FFF2-40B4-BE49-F238E27FC236}">
                    <a16:creationId xmlns:a16="http://schemas.microsoft.com/office/drawing/2014/main" id="{B6EF113A-B0A7-C3DB-20BC-D21DBCC37054}"/>
                  </a:ext>
                </a:extLst>
              </p:cNvPr>
              <p:cNvSpPr/>
              <p:nvPr/>
            </p:nvSpPr>
            <p:spPr>
              <a:xfrm>
                <a:off x="5931975" y="3082425"/>
                <a:ext cx="63925" cy="1348400"/>
              </a:xfrm>
              <a:custGeom>
                <a:avLst/>
                <a:gdLst/>
                <a:ahLst/>
                <a:cxnLst/>
                <a:rect l="l" t="t" r="r" b="b"/>
                <a:pathLst>
                  <a:path w="2557" h="53936" extrusionOk="0">
                    <a:moveTo>
                      <a:pt x="34" y="1"/>
                    </a:moveTo>
                    <a:lnTo>
                      <a:pt x="34" y="1"/>
                    </a:lnTo>
                    <a:cubicBezTo>
                      <a:pt x="1" y="1"/>
                      <a:pt x="502" y="12081"/>
                      <a:pt x="1187" y="26968"/>
                    </a:cubicBezTo>
                    <a:cubicBezTo>
                      <a:pt x="1872" y="41872"/>
                      <a:pt x="2457" y="53936"/>
                      <a:pt x="2507" y="53936"/>
                    </a:cubicBezTo>
                    <a:cubicBezTo>
                      <a:pt x="2557" y="53936"/>
                      <a:pt x="2039" y="41855"/>
                      <a:pt x="1354" y="26968"/>
                    </a:cubicBezTo>
                    <a:cubicBezTo>
                      <a:pt x="686" y="12064"/>
                      <a:pt x="84" y="1"/>
                      <a:pt x="34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241;p35">
                <a:extLst>
                  <a:ext uri="{FF2B5EF4-FFF2-40B4-BE49-F238E27FC236}">
                    <a16:creationId xmlns:a16="http://schemas.microsoft.com/office/drawing/2014/main" id="{33CA056B-AA21-D2AE-8A3A-BE36CAE980A2}"/>
                  </a:ext>
                </a:extLst>
              </p:cNvPr>
              <p:cNvSpPr/>
              <p:nvPr/>
            </p:nvSpPr>
            <p:spPr>
              <a:xfrm>
                <a:off x="6139175" y="3110000"/>
                <a:ext cx="162500" cy="1309975"/>
              </a:xfrm>
              <a:custGeom>
                <a:avLst/>
                <a:gdLst/>
                <a:ahLst/>
                <a:cxnLst/>
                <a:rect l="l" t="t" r="r" b="b"/>
                <a:pathLst>
                  <a:path w="6500" h="52399" extrusionOk="0">
                    <a:moveTo>
                      <a:pt x="50" y="0"/>
                    </a:moveTo>
                    <a:cubicBezTo>
                      <a:pt x="0" y="0"/>
                      <a:pt x="1387" y="11746"/>
                      <a:pt x="3158" y="26216"/>
                    </a:cubicBezTo>
                    <a:cubicBezTo>
                      <a:pt x="4928" y="40675"/>
                      <a:pt x="6397" y="52398"/>
                      <a:pt x="6449" y="52398"/>
                    </a:cubicBezTo>
                    <a:cubicBezTo>
                      <a:pt x="6449" y="52398"/>
                      <a:pt x="6449" y="52398"/>
                      <a:pt x="6450" y="52398"/>
                    </a:cubicBezTo>
                    <a:cubicBezTo>
                      <a:pt x="6500" y="52398"/>
                      <a:pt x="5113" y="40669"/>
                      <a:pt x="3342" y="26199"/>
                    </a:cubicBezTo>
                    <a:cubicBezTo>
                      <a:pt x="1571" y="11713"/>
                      <a:pt x="100" y="0"/>
                      <a:pt x="5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242;p35">
                <a:extLst>
                  <a:ext uri="{FF2B5EF4-FFF2-40B4-BE49-F238E27FC236}">
                    <a16:creationId xmlns:a16="http://schemas.microsoft.com/office/drawing/2014/main" id="{DB6EF3AA-4F69-D5A4-78D6-CE1C2F47B26B}"/>
                  </a:ext>
                </a:extLst>
              </p:cNvPr>
              <p:cNvSpPr/>
              <p:nvPr/>
            </p:nvSpPr>
            <p:spPr>
              <a:xfrm>
                <a:off x="5683025" y="2421600"/>
                <a:ext cx="708450" cy="660850"/>
              </a:xfrm>
              <a:custGeom>
                <a:avLst/>
                <a:gdLst/>
                <a:ahLst/>
                <a:cxnLst/>
                <a:rect l="l" t="t" r="r" b="b"/>
                <a:pathLst>
                  <a:path w="28338" h="26434" extrusionOk="0">
                    <a:moveTo>
                      <a:pt x="11663" y="1"/>
                    </a:moveTo>
                    <a:lnTo>
                      <a:pt x="11663" y="519"/>
                    </a:lnTo>
                    <a:cubicBezTo>
                      <a:pt x="10293" y="702"/>
                      <a:pt x="8956" y="1103"/>
                      <a:pt x="7720" y="1705"/>
                    </a:cubicBezTo>
                    <a:lnTo>
                      <a:pt x="0" y="4829"/>
                    </a:lnTo>
                    <a:lnTo>
                      <a:pt x="2473" y="11647"/>
                    </a:lnTo>
                    <a:lnTo>
                      <a:pt x="7703" y="9892"/>
                    </a:lnTo>
                    <a:lnTo>
                      <a:pt x="7703" y="9892"/>
                    </a:lnTo>
                    <a:cubicBezTo>
                      <a:pt x="7669" y="9976"/>
                      <a:pt x="7636" y="10076"/>
                      <a:pt x="7603" y="10176"/>
                    </a:cubicBezTo>
                    <a:cubicBezTo>
                      <a:pt x="7402" y="10945"/>
                      <a:pt x="7469" y="11780"/>
                      <a:pt x="7803" y="12499"/>
                    </a:cubicBezTo>
                    <a:cubicBezTo>
                      <a:pt x="7970" y="12850"/>
                      <a:pt x="8187" y="13167"/>
                      <a:pt x="8455" y="13434"/>
                    </a:cubicBezTo>
                    <a:lnTo>
                      <a:pt x="8355" y="18931"/>
                    </a:lnTo>
                    <a:lnTo>
                      <a:pt x="6032" y="26266"/>
                    </a:lnTo>
                    <a:lnTo>
                      <a:pt x="22039" y="26434"/>
                    </a:lnTo>
                    <a:lnTo>
                      <a:pt x="22039" y="26434"/>
                    </a:lnTo>
                    <a:lnTo>
                      <a:pt x="20218" y="18514"/>
                    </a:lnTo>
                    <a:lnTo>
                      <a:pt x="21053" y="10677"/>
                    </a:lnTo>
                    <a:lnTo>
                      <a:pt x="24127" y="13685"/>
                    </a:lnTo>
                    <a:lnTo>
                      <a:pt x="28338" y="8422"/>
                    </a:lnTo>
                    <a:lnTo>
                      <a:pt x="23175" y="3225"/>
                    </a:lnTo>
                    <a:cubicBezTo>
                      <a:pt x="22189" y="2189"/>
                      <a:pt x="20953" y="1387"/>
                      <a:pt x="19599" y="920"/>
                    </a:cubicBezTo>
                    <a:cubicBezTo>
                      <a:pt x="18948" y="669"/>
                      <a:pt x="18263" y="535"/>
                      <a:pt x="17561" y="502"/>
                    </a:cubicBezTo>
                    <a:lnTo>
                      <a:pt x="17561" y="84"/>
                    </a:lnTo>
                    <a:lnTo>
                      <a:pt x="15289" y="134"/>
                    </a:lnTo>
                    <a:cubicBezTo>
                      <a:pt x="15289" y="134"/>
                      <a:pt x="15188" y="485"/>
                      <a:pt x="15055" y="886"/>
                    </a:cubicBezTo>
                    <a:cubicBezTo>
                      <a:pt x="14938" y="1204"/>
                      <a:pt x="14871" y="1872"/>
                      <a:pt x="14737" y="1872"/>
                    </a:cubicBezTo>
                    <a:cubicBezTo>
                      <a:pt x="14570" y="1872"/>
                      <a:pt x="14353" y="1204"/>
                      <a:pt x="14136" y="886"/>
                    </a:cubicBezTo>
                    <a:cubicBezTo>
                      <a:pt x="13935" y="469"/>
                      <a:pt x="13751" y="101"/>
                      <a:pt x="13751" y="101"/>
                    </a:cubicBezTo>
                    <a:lnTo>
                      <a:pt x="11663" y="1"/>
                    </a:lnTo>
                    <a:close/>
                  </a:path>
                </a:pathLst>
              </a:custGeom>
              <a:solidFill>
                <a:srgbClr val="FEB9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243;p35">
                <a:extLst>
                  <a:ext uri="{FF2B5EF4-FFF2-40B4-BE49-F238E27FC236}">
                    <a16:creationId xmlns:a16="http://schemas.microsoft.com/office/drawing/2014/main" id="{18DBFDAD-EA92-52BA-6BFA-64E420C49019}"/>
                  </a:ext>
                </a:extLst>
              </p:cNvPr>
              <p:cNvSpPr/>
              <p:nvPr/>
            </p:nvSpPr>
            <p:spPr>
              <a:xfrm>
                <a:off x="5972075" y="2426200"/>
                <a:ext cx="53500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2140" h="1478" extrusionOk="0">
                    <a:moveTo>
                      <a:pt x="2139" y="0"/>
                    </a:moveTo>
                    <a:lnTo>
                      <a:pt x="2139" y="0"/>
                    </a:lnTo>
                    <a:cubicBezTo>
                      <a:pt x="2039" y="134"/>
                      <a:pt x="1955" y="285"/>
                      <a:pt x="1905" y="435"/>
                    </a:cubicBezTo>
                    <a:cubicBezTo>
                      <a:pt x="1839" y="602"/>
                      <a:pt x="1772" y="769"/>
                      <a:pt x="1705" y="936"/>
                    </a:cubicBezTo>
                    <a:cubicBezTo>
                      <a:pt x="1648" y="1077"/>
                      <a:pt x="1592" y="1313"/>
                      <a:pt x="1506" y="1313"/>
                    </a:cubicBezTo>
                    <a:cubicBezTo>
                      <a:pt x="1490" y="1313"/>
                      <a:pt x="1472" y="1305"/>
                      <a:pt x="1454" y="1287"/>
                    </a:cubicBezTo>
                    <a:cubicBezTo>
                      <a:pt x="729" y="814"/>
                      <a:pt x="108" y="431"/>
                      <a:pt x="26" y="431"/>
                    </a:cubicBezTo>
                    <a:cubicBezTo>
                      <a:pt x="21" y="431"/>
                      <a:pt x="18" y="432"/>
                      <a:pt x="17" y="435"/>
                    </a:cubicBezTo>
                    <a:cubicBezTo>
                      <a:pt x="1" y="468"/>
                      <a:pt x="585" y="919"/>
                      <a:pt x="1371" y="1437"/>
                    </a:cubicBezTo>
                    <a:cubicBezTo>
                      <a:pt x="1407" y="1465"/>
                      <a:pt x="1454" y="1477"/>
                      <a:pt x="1500" y="1477"/>
                    </a:cubicBezTo>
                    <a:cubicBezTo>
                      <a:pt x="1538" y="1477"/>
                      <a:pt x="1575" y="1469"/>
                      <a:pt x="1605" y="1454"/>
                    </a:cubicBezTo>
                    <a:cubicBezTo>
                      <a:pt x="1671" y="1421"/>
                      <a:pt x="1722" y="1354"/>
                      <a:pt x="1755" y="1287"/>
                    </a:cubicBezTo>
                    <a:cubicBezTo>
                      <a:pt x="1805" y="1170"/>
                      <a:pt x="1822" y="1087"/>
                      <a:pt x="1855" y="986"/>
                    </a:cubicBezTo>
                    <a:cubicBezTo>
                      <a:pt x="1922" y="819"/>
                      <a:pt x="1972" y="652"/>
                      <a:pt x="2022" y="485"/>
                    </a:cubicBezTo>
                    <a:cubicBezTo>
                      <a:pt x="2089" y="318"/>
                      <a:pt x="2123" y="168"/>
                      <a:pt x="213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244;p35">
                <a:extLst>
                  <a:ext uri="{FF2B5EF4-FFF2-40B4-BE49-F238E27FC236}">
                    <a16:creationId xmlns:a16="http://schemas.microsoft.com/office/drawing/2014/main" id="{F2E1B2F3-6881-C60D-AA01-703833D486B7}"/>
                  </a:ext>
                </a:extLst>
              </p:cNvPr>
              <p:cNvSpPr/>
              <p:nvPr/>
            </p:nvSpPr>
            <p:spPr>
              <a:xfrm>
                <a:off x="6066900" y="2432025"/>
                <a:ext cx="61000" cy="43075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723" extrusionOk="0">
                    <a:moveTo>
                      <a:pt x="37" y="0"/>
                    </a:moveTo>
                    <a:cubicBezTo>
                      <a:pt x="36" y="0"/>
                      <a:pt x="35" y="1"/>
                      <a:pt x="34" y="1"/>
                    </a:cubicBezTo>
                    <a:cubicBezTo>
                      <a:pt x="0" y="1"/>
                      <a:pt x="201" y="787"/>
                      <a:pt x="786" y="1639"/>
                    </a:cubicBezTo>
                    <a:lnTo>
                      <a:pt x="836" y="1722"/>
                    </a:lnTo>
                    <a:lnTo>
                      <a:pt x="903" y="1672"/>
                    </a:lnTo>
                    <a:cubicBezTo>
                      <a:pt x="953" y="1639"/>
                      <a:pt x="986" y="1605"/>
                      <a:pt x="1020" y="1589"/>
                    </a:cubicBezTo>
                    <a:cubicBezTo>
                      <a:pt x="1922" y="954"/>
                      <a:pt x="2440" y="219"/>
                      <a:pt x="2390" y="185"/>
                    </a:cubicBezTo>
                    <a:cubicBezTo>
                      <a:pt x="2389" y="184"/>
                      <a:pt x="2388" y="184"/>
                      <a:pt x="2386" y="184"/>
                    </a:cubicBezTo>
                    <a:cubicBezTo>
                      <a:pt x="2329" y="184"/>
                      <a:pt x="1767" y="835"/>
                      <a:pt x="919" y="1438"/>
                    </a:cubicBezTo>
                    <a:lnTo>
                      <a:pt x="878" y="1468"/>
                    </a:lnTo>
                    <a:lnTo>
                      <a:pt x="878" y="1468"/>
                    </a:lnTo>
                    <a:cubicBezTo>
                      <a:pt x="360" y="686"/>
                      <a:pt x="94" y="0"/>
                      <a:pt x="3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245;p35">
                <a:extLst>
                  <a:ext uri="{FF2B5EF4-FFF2-40B4-BE49-F238E27FC236}">
                    <a16:creationId xmlns:a16="http://schemas.microsoft.com/office/drawing/2014/main" id="{4F5D7F00-11C7-DBC9-FAA6-2EA43D4F59F1}"/>
                  </a:ext>
                </a:extLst>
              </p:cNvPr>
              <p:cNvSpPr/>
              <p:nvPr/>
            </p:nvSpPr>
            <p:spPr>
              <a:xfrm>
                <a:off x="6033475" y="2468400"/>
                <a:ext cx="19250" cy="61237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24495" extrusionOk="0">
                    <a:moveTo>
                      <a:pt x="719" y="0"/>
                    </a:moveTo>
                    <a:cubicBezTo>
                      <a:pt x="702" y="84"/>
                      <a:pt x="702" y="167"/>
                      <a:pt x="702" y="251"/>
                    </a:cubicBezTo>
                    <a:cubicBezTo>
                      <a:pt x="702" y="434"/>
                      <a:pt x="686" y="668"/>
                      <a:pt x="686" y="969"/>
                    </a:cubicBezTo>
                    <a:cubicBezTo>
                      <a:pt x="669" y="1604"/>
                      <a:pt x="652" y="2490"/>
                      <a:pt x="619" y="3592"/>
                    </a:cubicBezTo>
                    <a:cubicBezTo>
                      <a:pt x="535" y="5815"/>
                      <a:pt x="418" y="8872"/>
                      <a:pt x="301" y="12247"/>
                    </a:cubicBezTo>
                    <a:cubicBezTo>
                      <a:pt x="168" y="15622"/>
                      <a:pt x="68" y="18680"/>
                      <a:pt x="17" y="20902"/>
                    </a:cubicBezTo>
                    <a:cubicBezTo>
                      <a:pt x="1" y="22005"/>
                      <a:pt x="1" y="22907"/>
                      <a:pt x="1" y="23526"/>
                    </a:cubicBezTo>
                    <a:cubicBezTo>
                      <a:pt x="17" y="23826"/>
                      <a:pt x="17" y="24060"/>
                      <a:pt x="34" y="24244"/>
                    </a:cubicBezTo>
                    <a:cubicBezTo>
                      <a:pt x="34" y="24328"/>
                      <a:pt x="34" y="24411"/>
                      <a:pt x="51" y="24495"/>
                    </a:cubicBezTo>
                    <a:cubicBezTo>
                      <a:pt x="68" y="24411"/>
                      <a:pt x="68" y="24328"/>
                      <a:pt x="68" y="24244"/>
                    </a:cubicBezTo>
                    <a:cubicBezTo>
                      <a:pt x="68" y="24060"/>
                      <a:pt x="68" y="23826"/>
                      <a:pt x="84" y="23526"/>
                    </a:cubicBezTo>
                    <a:cubicBezTo>
                      <a:pt x="84" y="22891"/>
                      <a:pt x="118" y="22005"/>
                      <a:pt x="151" y="20902"/>
                    </a:cubicBezTo>
                    <a:cubicBezTo>
                      <a:pt x="235" y="18680"/>
                      <a:pt x="335" y="15622"/>
                      <a:pt x="469" y="12247"/>
                    </a:cubicBezTo>
                    <a:cubicBezTo>
                      <a:pt x="602" y="8872"/>
                      <a:pt x="702" y="5798"/>
                      <a:pt x="753" y="3592"/>
                    </a:cubicBezTo>
                    <a:cubicBezTo>
                      <a:pt x="769" y="2473"/>
                      <a:pt x="769" y="1587"/>
                      <a:pt x="753" y="969"/>
                    </a:cubicBezTo>
                    <a:cubicBezTo>
                      <a:pt x="753" y="668"/>
                      <a:pt x="736" y="434"/>
                      <a:pt x="736" y="251"/>
                    </a:cubicBezTo>
                    <a:cubicBezTo>
                      <a:pt x="736" y="167"/>
                      <a:pt x="736" y="84"/>
                      <a:pt x="7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246;p35">
                <a:extLst>
                  <a:ext uri="{FF2B5EF4-FFF2-40B4-BE49-F238E27FC236}">
                    <a16:creationId xmlns:a16="http://schemas.microsoft.com/office/drawing/2014/main" id="{BD8381A4-6A8A-F017-7D60-F738B7F360F4}"/>
                  </a:ext>
                </a:extLst>
              </p:cNvPr>
              <p:cNvSpPr/>
              <p:nvPr/>
            </p:nvSpPr>
            <p:spPr>
              <a:xfrm>
                <a:off x="6073175" y="2568800"/>
                <a:ext cx="20475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746" extrusionOk="0">
                    <a:moveTo>
                      <a:pt x="496" y="0"/>
                    </a:moveTo>
                    <a:cubicBezTo>
                      <a:pt x="474" y="0"/>
                      <a:pt x="463" y="5"/>
                      <a:pt x="468" y="11"/>
                    </a:cubicBezTo>
                    <a:cubicBezTo>
                      <a:pt x="451" y="44"/>
                      <a:pt x="551" y="61"/>
                      <a:pt x="618" y="195"/>
                    </a:cubicBezTo>
                    <a:cubicBezTo>
                      <a:pt x="652" y="261"/>
                      <a:pt x="668" y="345"/>
                      <a:pt x="635" y="412"/>
                    </a:cubicBezTo>
                    <a:cubicBezTo>
                      <a:pt x="586" y="509"/>
                      <a:pt x="492" y="561"/>
                      <a:pt x="399" y="561"/>
                    </a:cubicBezTo>
                    <a:cubicBezTo>
                      <a:pt x="332" y="561"/>
                      <a:pt x="266" y="534"/>
                      <a:pt x="217" y="479"/>
                    </a:cubicBezTo>
                    <a:cubicBezTo>
                      <a:pt x="167" y="412"/>
                      <a:pt x="150" y="345"/>
                      <a:pt x="167" y="261"/>
                    </a:cubicBezTo>
                    <a:cubicBezTo>
                      <a:pt x="184" y="128"/>
                      <a:pt x="267" y="61"/>
                      <a:pt x="267" y="44"/>
                    </a:cubicBezTo>
                    <a:cubicBezTo>
                      <a:pt x="267" y="41"/>
                      <a:pt x="262" y="39"/>
                      <a:pt x="254" y="39"/>
                    </a:cubicBezTo>
                    <a:cubicBezTo>
                      <a:pt x="215" y="39"/>
                      <a:pt x="105" y="78"/>
                      <a:pt x="50" y="228"/>
                    </a:cubicBezTo>
                    <a:cubicBezTo>
                      <a:pt x="0" y="345"/>
                      <a:pt x="17" y="462"/>
                      <a:pt x="84" y="579"/>
                    </a:cubicBezTo>
                    <a:cubicBezTo>
                      <a:pt x="161" y="692"/>
                      <a:pt x="281" y="745"/>
                      <a:pt x="400" y="745"/>
                    </a:cubicBezTo>
                    <a:cubicBezTo>
                      <a:pt x="564" y="745"/>
                      <a:pt x="727" y="645"/>
                      <a:pt x="785" y="462"/>
                    </a:cubicBezTo>
                    <a:cubicBezTo>
                      <a:pt x="819" y="345"/>
                      <a:pt x="802" y="228"/>
                      <a:pt x="719" y="128"/>
                    </a:cubicBezTo>
                    <a:cubicBezTo>
                      <a:pt x="639" y="25"/>
                      <a:pt x="543" y="0"/>
                      <a:pt x="49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247;p35">
                <a:extLst>
                  <a:ext uri="{FF2B5EF4-FFF2-40B4-BE49-F238E27FC236}">
                    <a16:creationId xmlns:a16="http://schemas.microsoft.com/office/drawing/2014/main" id="{33E4B366-5A10-52EC-74B1-DE7E8DED6A9A}"/>
                  </a:ext>
                </a:extLst>
              </p:cNvPr>
              <p:cNvSpPr/>
              <p:nvPr/>
            </p:nvSpPr>
            <p:spPr>
              <a:xfrm>
                <a:off x="6076925" y="2707050"/>
                <a:ext cx="17150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686" h="655" extrusionOk="0">
                    <a:moveTo>
                      <a:pt x="403" y="0"/>
                    </a:moveTo>
                    <a:cubicBezTo>
                      <a:pt x="381" y="0"/>
                      <a:pt x="368" y="6"/>
                      <a:pt x="368" y="11"/>
                    </a:cubicBezTo>
                    <a:cubicBezTo>
                      <a:pt x="368" y="45"/>
                      <a:pt x="452" y="78"/>
                      <a:pt x="502" y="178"/>
                    </a:cubicBezTo>
                    <a:cubicBezTo>
                      <a:pt x="569" y="295"/>
                      <a:pt x="502" y="462"/>
                      <a:pt x="368" y="479"/>
                    </a:cubicBezTo>
                    <a:cubicBezTo>
                      <a:pt x="354" y="483"/>
                      <a:pt x="340" y="484"/>
                      <a:pt x="326" y="484"/>
                    </a:cubicBezTo>
                    <a:cubicBezTo>
                      <a:pt x="212" y="484"/>
                      <a:pt x="123" y="365"/>
                      <a:pt x="168" y="245"/>
                    </a:cubicBezTo>
                    <a:cubicBezTo>
                      <a:pt x="201" y="128"/>
                      <a:pt x="284" y="112"/>
                      <a:pt x="284" y="78"/>
                    </a:cubicBezTo>
                    <a:cubicBezTo>
                      <a:pt x="284" y="73"/>
                      <a:pt x="271" y="68"/>
                      <a:pt x="250" y="68"/>
                    </a:cubicBezTo>
                    <a:cubicBezTo>
                      <a:pt x="203" y="68"/>
                      <a:pt x="119" y="92"/>
                      <a:pt x="51" y="195"/>
                    </a:cubicBezTo>
                    <a:cubicBezTo>
                      <a:pt x="0" y="295"/>
                      <a:pt x="0" y="396"/>
                      <a:pt x="51" y="496"/>
                    </a:cubicBezTo>
                    <a:cubicBezTo>
                      <a:pt x="106" y="592"/>
                      <a:pt x="207" y="655"/>
                      <a:pt x="315" y="655"/>
                    </a:cubicBezTo>
                    <a:cubicBezTo>
                      <a:pt x="338" y="655"/>
                      <a:pt x="361" y="652"/>
                      <a:pt x="385" y="646"/>
                    </a:cubicBezTo>
                    <a:cubicBezTo>
                      <a:pt x="535" y="630"/>
                      <a:pt x="635" y="529"/>
                      <a:pt x="669" y="396"/>
                    </a:cubicBezTo>
                    <a:cubicBezTo>
                      <a:pt x="685" y="295"/>
                      <a:pt x="669" y="195"/>
                      <a:pt x="602" y="112"/>
                    </a:cubicBezTo>
                    <a:cubicBezTo>
                      <a:pt x="524" y="22"/>
                      <a:pt x="446" y="0"/>
                      <a:pt x="40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248;p35">
                <a:extLst>
                  <a:ext uri="{FF2B5EF4-FFF2-40B4-BE49-F238E27FC236}">
                    <a16:creationId xmlns:a16="http://schemas.microsoft.com/office/drawing/2014/main" id="{4A823F8A-4169-6377-16DE-DC83CE84D433}"/>
                  </a:ext>
                </a:extLst>
              </p:cNvPr>
              <p:cNvSpPr/>
              <p:nvPr/>
            </p:nvSpPr>
            <p:spPr>
              <a:xfrm>
                <a:off x="5709750" y="2533975"/>
                <a:ext cx="66850" cy="166275"/>
              </a:xfrm>
              <a:custGeom>
                <a:avLst/>
                <a:gdLst/>
                <a:ahLst/>
                <a:cxnLst/>
                <a:rect l="l" t="t" r="r" b="b"/>
                <a:pathLst>
                  <a:path w="2674" h="665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01" y="334"/>
                      <a:pt x="218" y="669"/>
                      <a:pt x="385" y="969"/>
                    </a:cubicBezTo>
                    <a:cubicBezTo>
                      <a:pt x="652" y="1621"/>
                      <a:pt x="986" y="2423"/>
                      <a:pt x="1354" y="3325"/>
                    </a:cubicBezTo>
                    <a:cubicBezTo>
                      <a:pt x="1705" y="4211"/>
                      <a:pt x="2022" y="5030"/>
                      <a:pt x="2273" y="5681"/>
                    </a:cubicBezTo>
                    <a:cubicBezTo>
                      <a:pt x="2390" y="6015"/>
                      <a:pt x="2524" y="6333"/>
                      <a:pt x="2674" y="6650"/>
                    </a:cubicBezTo>
                    <a:cubicBezTo>
                      <a:pt x="2607" y="6299"/>
                      <a:pt x="2524" y="5965"/>
                      <a:pt x="2390" y="5631"/>
                    </a:cubicBezTo>
                    <a:cubicBezTo>
                      <a:pt x="2189" y="5013"/>
                      <a:pt x="1872" y="4177"/>
                      <a:pt x="1504" y="3258"/>
                    </a:cubicBezTo>
                    <a:cubicBezTo>
                      <a:pt x="1137" y="2339"/>
                      <a:pt x="769" y="1521"/>
                      <a:pt x="485" y="919"/>
                    </a:cubicBezTo>
                    <a:cubicBezTo>
                      <a:pt x="351" y="602"/>
                      <a:pt x="184" y="284"/>
                      <a:pt x="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249;p35">
                <a:extLst>
                  <a:ext uri="{FF2B5EF4-FFF2-40B4-BE49-F238E27FC236}">
                    <a16:creationId xmlns:a16="http://schemas.microsoft.com/office/drawing/2014/main" id="{E19CDEDC-AC6D-A920-C272-18CDE763E7BA}"/>
                  </a:ext>
                </a:extLst>
              </p:cNvPr>
              <p:cNvSpPr/>
              <p:nvPr/>
            </p:nvSpPr>
            <p:spPr>
              <a:xfrm>
                <a:off x="6254875" y="2614575"/>
                <a:ext cx="121150" cy="123700"/>
              </a:xfrm>
              <a:custGeom>
                <a:avLst/>
                <a:gdLst/>
                <a:ahLst/>
                <a:cxnLst/>
                <a:rect l="l" t="t" r="r" b="b"/>
                <a:pathLst>
                  <a:path w="4846" h="4948" extrusionOk="0">
                    <a:moveTo>
                      <a:pt x="4810" y="0"/>
                    </a:moveTo>
                    <a:cubicBezTo>
                      <a:pt x="4745" y="0"/>
                      <a:pt x="3656" y="1058"/>
                      <a:pt x="2356" y="2407"/>
                    </a:cubicBezTo>
                    <a:cubicBezTo>
                      <a:pt x="1036" y="3777"/>
                      <a:pt x="0" y="4913"/>
                      <a:pt x="34" y="4947"/>
                    </a:cubicBezTo>
                    <a:cubicBezTo>
                      <a:pt x="34" y="4947"/>
                      <a:pt x="35" y="4947"/>
                      <a:pt x="36" y="4947"/>
                    </a:cubicBezTo>
                    <a:cubicBezTo>
                      <a:pt x="100" y="4947"/>
                      <a:pt x="1190" y="3874"/>
                      <a:pt x="2490" y="2524"/>
                    </a:cubicBezTo>
                    <a:cubicBezTo>
                      <a:pt x="3810" y="1171"/>
                      <a:pt x="4846" y="34"/>
                      <a:pt x="4812" y="1"/>
                    </a:cubicBezTo>
                    <a:cubicBezTo>
                      <a:pt x="4812" y="0"/>
                      <a:pt x="4811" y="0"/>
                      <a:pt x="481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250;p35">
                <a:extLst>
                  <a:ext uri="{FF2B5EF4-FFF2-40B4-BE49-F238E27FC236}">
                    <a16:creationId xmlns:a16="http://schemas.microsoft.com/office/drawing/2014/main" id="{6D614840-6BBD-63F1-02EB-CCE689BD8A41}"/>
                  </a:ext>
                </a:extLst>
              </p:cNvPr>
              <p:cNvSpPr/>
              <p:nvPr/>
            </p:nvSpPr>
            <p:spPr>
              <a:xfrm>
                <a:off x="5978350" y="2767050"/>
                <a:ext cx="431525" cy="335525"/>
              </a:xfrm>
              <a:custGeom>
                <a:avLst/>
                <a:gdLst/>
                <a:ahLst/>
                <a:cxnLst/>
                <a:rect l="l" t="t" r="r" b="b"/>
                <a:pathLst>
                  <a:path w="17261" h="13421" extrusionOk="0">
                    <a:moveTo>
                      <a:pt x="14954" y="1"/>
                    </a:moveTo>
                    <a:lnTo>
                      <a:pt x="4344" y="2189"/>
                    </a:lnTo>
                    <a:cubicBezTo>
                      <a:pt x="1704" y="2724"/>
                      <a:pt x="0" y="5314"/>
                      <a:pt x="552" y="7954"/>
                    </a:cubicBezTo>
                    <a:lnTo>
                      <a:pt x="886" y="9524"/>
                    </a:lnTo>
                    <a:cubicBezTo>
                      <a:pt x="1353" y="11829"/>
                      <a:pt x="3386" y="13421"/>
                      <a:pt x="5651" y="13421"/>
                    </a:cubicBezTo>
                    <a:cubicBezTo>
                      <a:pt x="5981" y="13421"/>
                      <a:pt x="6315" y="13387"/>
                      <a:pt x="6650" y="13317"/>
                    </a:cubicBezTo>
                    <a:lnTo>
                      <a:pt x="17260" y="11128"/>
                    </a:lnTo>
                    <a:lnTo>
                      <a:pt x="14954" y="1"/>
                    </a:lnTo>
                    <a:close/>
                  </a:path>
                </a:pathLst>
              </a:custGeom>
              <a:solidFill>
                <a:srgbClr val="00A8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251;p35">
                <a:extLst>
                  <a:ext uri="{FF2B5EF4-FFF2-40B4-BE49-F238E27FC236}">
                    <a16:creationId xmlns:a16="http://schemas.microsoft.com/office/drawing/2014/main" id="{1727180F-80A0-678C-8526-48EE49084C59}"/>
                  </a:ext>
                </a:extLst>
              </p:cNvPr>
              <p:cNvSpPr/>
              <p:nvPr/>
            </p:nvSpPr>
            <p:spPr>
              <a:xfrm>
                <a:off x="6137500" y="2696575"/>
                <a:ext cx="430250" cy="113950"/>
              </a:xfrm>
              <a:custGeom>
                <a:avLst/>
                <a:gdLst/>
                <a:ahLst/>
                <a:cxnLst/>
                <a:rect l="l" t="t" r="r" b="b"/>
                <a:pathLst>
                  <a:path w="17210" h="4558" extrusionOk="0">
                    <a:moveTo>
                      <a:pt x="15944" y="0"/>
                    </a:moveTo>
                    <a:cubicBezTo>
                      <a:pt x="15855" y="0"/>
                      <a:pt x="15764" y="10"/>
                      <a:pt x="15673" y="29"/>
                    </a:cubicBezTo>
                    <a:lnTo>
                      <a:pt x="1136" y="3037"/>
                    </a:lnTo>
                    <a:cubicBezTo>
                      <a:pt x="435" y="3170"/>
                      <a:pt x="0" y="3856"/>
                      <a:pt x="134" y="4557"/>
                    </a:cubicBezTo>
                    <a:lnTo>
                      <a:pt x="17210" y="1032"/>
                    </a:lnTo>
                    <a:cubicBezTo>
                      <a:pt x="17079" y="421"/>
                      <a:pt x="16544" y="0"/>
                      <a:pt x="15944" y="0"/>
                    </a:cubicBezTo>
                    <a:close/>
                  </a:path>
                </a:pathLst>
              </a:custGeom>
              <a:solidFill>
                <a:srgbClr val="00A8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252;p35">
                <a:extLst>
                  <a:ext uri="{FF2B5EF4-FFF2-40B4-BE49-F238E27FC236}">
                    <a16:creationId xmlns:a16="http://schemas.microsoft.com/office/drawing/2014/main" id="{6B92409B-364F-5B8E-DA43-B2A68CC76C02}"/>
                  </a:ext>
                </a:extLst>
              </p:cNvPr>
              <p:cNvSpPr/>
              <p:nvPr/>
            </p:nvSpPr>
            <p:spPr>
              <a:xfrm>
                <a:off x="6199725" y="2765375"/>
                <a:ext cx="158350" cy="33025"/>
              </a:xfrm>
              <a:custGeom>
                <a:avLst/>
                <a:gdLst/>
                <a:ahLst/>
                <a:cxnLst/>
                <a:rect l="l" t="t" r="r" b="b"/>
                <a:pathLst>
                  <a:path w="6334" h="1321" extrusionOk="0">
                    <a:moveTo>
                      <a:pt x="6333" y="1"/>
                    </a:moveTo>
                    <a:cubicBezTo>
                      <a:pt x="6016" y="17"/>
                      <a:pt x="5698" y="68"/>
                      <a:pt x="5398" y="134"/>
                    </a:cubicBezTo>
                    <a:cubicBezTo>
                      <a:pt x="4813" y="235"/>
                      <a:pt x="4028" y="402"/>
                      <a:pt x="3159" y="569"/>
                    </a:cubicBezTo>
                    <a:cubicBezTo>
                      <a:pt x="2273" y="753"/>
                      <a:pt x="1488" y="936"/>
                      <a:pt x="920" y="1070"/>
                    </a:cubicBezTo>
                    <a:cubicBezTo>
                      <a:pt x="602" y="1120"/>
                      <a:pt x="302" y="1204"/>
                      <a:pt x="1" y="1321"/>
                    </a:cubicBezTo>
                    <a:cubicBezTo>
                      <a:pt x="318" y="1304"/>
                      <a:pt x="636" y="1254"/>
                      <a:pt x="953" y="1187"/>
                    </a:cubicBezTo>
                    <a:cubicBezTo>
                      <a:pt x="1521" y="1087"/>
                      <a:pt x="2323" y="920"/>
                      <a:pt x="3192" y="753"/>
                    </a:cubicBezTo>
                    <a:cubicBezTo>
                      <a:pt x="4061" y="569"/>
                      <a:pt x="4846" y="385"/>
                      <a:pt x="5414" y="251"/>
                    </a:cubicBezTo>
                    <a:cubicBezTo>
                      <a:pt x="5732" y="201"/>
                      <a:pt x="6033" y="118"/>
                      <a:pt x="6333" y="1"/>
                    </a:cubicBezTo>
                    <a:close/>
                  </a:path>
                </a:pathLst>
              </a:custGeom>
              <a:solidFill>
                <a:srgbClr val="263238">
                  <a:alpha val="32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253;p35">
                <a:extLst>
                  <a:ext uri="{FF2B5EF4-FFF2-40B4-BE49-F238E27FC236}">
                    <a16:creationId xmlns:a16="http://schemas.microsoft.com/office/drawing/2014/main" id="{DB8A2893-A4C2-D926-E50E-C9515E02356E}"/>
                  </a:ext>
                </a:extLst>
              </p:cNvPr>
              <p:cNvSpPr/>
              <p:nvPr/>
            </p:nvSpPr>
            <p:spPr>
              <a:xfrm>
                <a:off x="6196400" y="2855600"/>
                <a:ext cx="177950" cy="2322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9291" extrusionOk="0">
                    <a:moveTo>
                      <a:pt x="7001" y="1"/>
                    </a:moveTo>
                    <a:cubicBezTo>
                      <a:pt x="4996" y="1622"/>
                      <a:pt x="3158" y="3409"/>
                      <a:pt x="1504" y="5364"/>
                    </a:cubicBezTo>
                    <a:cubicBezTo>
                      <a:pt x="1036" y="5932"/>
                      <a:pt x="551" y="6500"/>
                      <a:pt x="284" y="7185"/>
                    </a:cubicBezTo>
                    <a:cubicBezTo>
                      <a:pt x="33" y="7871"/>
                      <a:pt x="0" y="8673"/>
                      <a:pt x="384" y="9291"/>
                    </a:cubicBezTo>
                    <a:lnTo>
                      <a:pt x="4812" y="8305"/>
                    </a:lnTo>
                    <a:lnTo>
                      <a:pt x="7118" y="786"/>
                    </a:lnTo>
                    <a:cubicBezTo>
                      <a:pt x="7068" y="519"/>
                      <a:pt x="7034" y="268"/>
                      <a:pt x="7001" y="1"/>
                    </a:cubicBezTo>
                    <a:close/>
                  </a:path>
                </a:pathLst>
              </a:custGeom>
              <a:solidFill>
                <a:srgbClr val="263238">
                  <a:alpha val="32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254;p35">
                <a:extLst>
                  <a:ext uri="{FF2B5EF4-FFF2-40B4-BE49-F238E27FC236}">
                    <a16:creationId xmlns:a16="http://schemas.microsoft.com/office/drawing/2014/main" id="{C67D66C2-D7A9-7244-9EC8-06AB0F3007E4}"/>
                  </a:ext>
                </a:extLst>
              </p:cNvPr>
              <p:cNvSpPr/>
              <p:nvPr/>
            </p:nvSpPr>
            <p:spPr>
              <a:xfrm>
                <a:off x="6218950" y="2645925"/>
                <a:ext cx="308300" cy="539050"/>
              </a:xfrm>
              <a:custGeom>
                <a:avLst/>
                <a:gdLst/>
                <a:ahLst/>
                <a:cxnLst/>
                <a:rect l="l" t="t" r="r" b="b"/>
                <a:pathLst>
                  <a:path w="12332" h="21562" extrusionOk="0">
                    <a:moveTo>
                      <a:pt x="6350" y="0"/>
                    </a:moveTo>
                    <a:lnTo>
                      <a:pt x="2974" y="4194"/>
                    </a:lnTo>
                    <a:cubicBezTo>
                      <a:pt x="3125" y="4294"/>
                      <a:pt x="6617" y="8455"/>
                      <a:pt x="6617" y="8455"/>
                    </a:cubicBezTo>
                    <a:lnTo>
                      <a:pt x="1270" y="15105"/>
                    </a:lnTo>
                    <a:cubicBezTo>
                      <a:pt x="451" y="16141"/>
                      <a:pt x="0" y="17578"/>
                      <a:pt x="435" y="18831"/>
                    </a:cubicBezTo>
                    <a:lnTo>
                      <a:pt x="1153" y="20318"/>
                    </a:lnTo>
                    <a:cubicBezTo>
                      <a:pt x="1520" y="21101"/>
                      <a:pt x="2309" y="21561"/>
                      <a:pt x="3131" y="21561"/>
                    </a:cubicBezTo>
                    <a:cubicBezTo>
                      <a:pt x="3432" y="21561"/>
                      <a:pt x="3737" y="21500"/>
                      <a:pt x="4027" y="21370"/>
                    </a:cubicBezTo>
                    <a:lnTo>
                      <a:pt x="5297" y="20802"/>
                    </a:lnTo>
                    <a:cubicBezTo>
                      <a:pt x="5614" y="20652"/>
                      <a:pt x="5681" y="20234"/>
                      <a:pt x="5414" y="20017"/>
                    </a:cubicBezTo>
                    <a:lnTo>
                      <a:pt x="5113" y="19733"/>
                    </a:lnTo>
                    <a:cubicBezTo>
                      <a:pt x="4913" y="19561"/>
                      <a:pt x="4663" y="19475"/>
                      <a:pt x="4406" y="19475"/>
                    </a:cubicBezTo>
                    <a:cubicBezTo>
                      <a:pt x="4364" y="19475"/>
                      <a:pt x="4321" y="19477"/>
                      <a:pt x="4278" y="19482"/>
                    </a:cubicBezTo>
                    <a:lnTo>
                      <a:pt x="2640" y="19633"/>
                    </a:lnTo>
                    <a:lnTo>
                      <a:pt x="2573" y="19332"/>
                    </a:lnTo>
                    <a:lnTo>
                      <a:pt x="10644" y="11579"/>
                    </a:lnTo>
                    <a:cubicBezTo>
                      <a:pt x="12331" y="9658"/>
                      <a:pt x="12315" y="6767"/>
                      <a:pt x="10610" y="4846"/>
                    </a:cubicBezTo>
                    <a:lnTo>
                      <a:pt x="6350" y="0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255;p35">
                <a:extLst>
                  <a:ext uri="{FF2B5EF4-FFF2-40B4-BE49-F238E27FC236}">
                    <a16:creationId xmlns:a16="http://schemas.microsoft.com/office/drawing/2014/main" id="{BE158AB0-9D36-F527-647F-C4BE01285DE8}"/>
                  </a:ext>
                </a:extLst>
              </p:cNvPr>
              <p:cNvSpPr/>
              <p:nvPr/>
            </p:nvSpPr>
            <p:spPr>
              <a:xfrm>
                <a:off x="6282850" y="3129200"/>
                <a:ext cx="75225" cy="35125"/>
              </a:xfrm>
              <a:custGeom>
                <a:avLst/>
                <a:gdLst/>
                <a:ahLst/>
                <a:cxnLst/>
                <a:rect l="l" t="t" r="r" b="b"/>
                <a:pathLst>
                  <a:path w="3009" h="1405" extrusionOk="0">
                    <a:moveTo>
                      <a:pt x="17" y="1"/>
                    </a:moveTo>
                    <a:cubicBezTo>
                      <a:pt x="1" y="201"/>
                      <a:pt x="34" y="385"/>
                      <a:pt x="134" y="552"/>
                    </a:cubicBezTo>
                    <a:cubicBezTo>
                      <a:pt x="218" y="736"/>
                      <a:pt x="352" y="903"/>
                      <a:pt x="485" y="1054"/>
                    </a:cubicBezTo>
                    <a:cubicBezTo>
                      <a:pt x="669" y="1254"/>
                      <a:pt x="920" y="1371"/>
                      <a:pt x="1187" y="1404"/>
                    </a:cubicBezTo>
                    <a:cubicBezTo>
                      <a:pt x="1638" y="1371"/>
                      <a:pt x="2073" y="1271"/>
                      <a:pt x="2490" y="1087"/>
                    </a:cubicBezTo>
                    <a:cubicBezTo>
                      <a:pt x="2674" y="1037"/>
                      <a:pt x="2841" y="970"/>
                      <a:pt x="3008" y="903"/>
                    </a:cubicBezTo>
                    <a:cubicBezTo>
                      <a:pt x="2965" y="899"/>
                      <a:pt x="2921" y="897"/>
                      <a:pt x="2876" y="897"/>
                    </a:cubicBezTo>
                    <a:cubicBezTo>
                      <a:pt x="2732" y="897"/>
                      <a:pt x="2585" y="919"/>
                      <a:pt x="2457" y="970"/>
                    </a:cubicBezTo>
                    <a:cubicBezTo>
                      <a:pt x="2137" y="1050"/>
                      <a:pt x="1710" y="1222"/>
                      <a:pt x="1249" y="1222"/>
                    </a:cubicBezTo>
                    <a:cubicBezTo>
                      <a:pt x="1229" y="1222"/>
                      <a:pt x="1208" y="1221"/>
                      <a:pt x="1187" y="1221"/>
                    </a:cubicBezTo>
                    <a:cubicBezTo>
                      <a:pt x="970" y="1204"/>
                      <a:pt x="753" y="1104"/>
                      <a:pt x="602" y="937"/>
                    </a:cubicBezTo>
                    <a:cubicBezTo>
                      <a:pt x="469" y="803"/>
                      <a:pt x="335" y="669"/>
                      <a:pt x="251" y="502"/>
                    </a:cubicBezTo>
                    <a:cubicBezTo>
                      <a:pt x="68" y="218"/>
                      <a:pt x="51" y="1"/>
                      <a:pt x="17" y="1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256;p35">
                <a:extLst>
                  <a:ext uri="{FF2B5EF4-FFF2-40B4-BE49-F238E27FC236}">
                    <a16:creationId xmlns:a16="http://schemas.microsoft.com/office/drawing/2014/main" id="{7F3E611B-9DAC-301C-29D9-A619A4149D9A}"/>
                  </a:ext>
                </a:extLst>
              </p:cNvPr>
              <p:cNvSpPr/>
              <p:nvPr/>
            </p:nvSpPr>
            <p:spPr>
              <a:xfrm>
                <a:off x="6285375" y="3138975"/>
                <a:ext cx="61425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2457" h="503" extrusionOk="0">
                    <a:moveTo>
                      <a:pt x="2416" y="0"/>
                    </a:moveTo>
                    <a:cubicBezTo>
                      <a:pt x="2274" y="0"/>
                      <a:pt x="1773" y="121"/>
                      <a:pt x="1186" y="278"/>
                    </a:cubicBezTo>
                    <a:cubicBezTo>
                      <a:pt x="1064" y="314"/>
                      <a:pt x="941" y="332"/>
                      <a:pt x="818" y="332"/>
                    </a:cubicBezTo>
                    <a:cubicBezTo>
                      <a:pt x="657" y="332"/>
                      <a:pt x="495" y="302"/>
                      <a:pt x="334" y="245"/>
                    </a:cubicBezTo>
                    <a:cubicBezTo>
                      <a:pt x="147" y="182"/>
                      <a:pt x="47" y="76"/>
                      <a:pt x="21" y="76"/>
                    </a:cubicBezTo>
                    <a:cubicBezTo>
                      <a:pt x="19" y="76"/>
                      <a:pt x="18" y="77"/>
                      <a:pt x="17" y="78"/>
                    </a:cubicBezTo>
                    <a:cubicBezTo>
                      <a:pt x="0" y="78"/>
                      <a:pt x="67" y="245"/>
                      <a:pt x="284" y="362"/>
                    </a:cubicBezTo>
                    <a:cubicBezTo>
                      <a:pt x="459" y="454"/>
                      <a:pt x="653" y="503"/>
                      <a:pt x="850" y="503"/>
                    </a:cubicBezTo>
                    <a:cubicBezTo>
                      <a:pt x="973" y="503"/>
                      <a:pt x="1098" y="484"/>
                      <a:pt x="1220" y="445"/>
                    </a:cubicBezTo>
                    <a:cubicBezTo>
                      <a:pt x="1921" y="262"/>
                      <a:pt x="2456" y="61"/>
                      <a:pt x="2456" y="11"/>
                    </a:cubicBezTo>
                    <a:cubicBezTo>
                      <a:pt x="2454" y="4"/>
                      <a:pt x="2440" y="0"/>
                      <a:pt x="2416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5B0E92F6-4FAD-6443-012D-C7F48FCC72DF}"/>
                </a:ext>
              </a:extLst>
            </p:cNvPr>
            <p:cNvSpPr txBox="1"/>
            <p:nvPr/>
          </p:nvSpPr>
          <p:spPr>
            <a:xfrm>
              <a:off x="491945" y="98941"/>
              <a:ext cx="40241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>
                  <a:solidFill>
                    <a:schemeClr val="tx1">
                      <a:lumMod val="50000"/>
                      <a:lumOff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Light Condensed" panose="020B0502040204020203" pitchFamily="34" charset="0"/>
                </a:rPr>
                <a:t>COMPETENCIAS</a:t>
              </a:r>
              <a:endParaRPr lang="es-CO" sz="32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45CB32A0-660D-C218-A3C8-9B2754F6C8B2}"/>
                </a:ext>
              </a:extLst>
            </p:cNvPr>
            <p:cNvSpPr txBox="1"/>
            <p:nvPr/>
          </p:nvSpPr>
          <p:spPr>
            <a:xfrm>
              <a:off x="963477" y="858345"/>
              <a:ext cx="4130799" cy="10342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400">
                  <a:solidFill>
                    <a:schemeClr val="bg1">
                      <a:lumMod val="50000"/>
                    </a:schemeClr>
                  </a:solidFill>
                  <a:cs typeface="Calibri"/>
                </a:rPr>
                <a:t>El aprendiz debe desarrollar el 100% de las competencias de su programa de formación.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B7A8039B-E9A6-F6B5-EFB4-0B1CD4A360BF}"/>
                </a:ext>
              </a:extLst>
            </p:cNvPr>
            <p:cNvSpPr txBox="1"/>
            <p:nvPr/>
          </p:nvSpPr>
          <p:spPr>
            <a:xfrm>
              <a:off x="936926" y="2075857"/>
              <a:ext cx="38135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>
                  <a:solidFill>
                    <a:schemeClr val="tx1">
                      <a:lumMod val="50000"/>
                      <a:lumOff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Light Condensed" panose="020B0502040204020203" pitchFamily="34" charset="0"/>
                </a:rPr>
                <a:t>PLAZO</a:t>
              </a:r>
              <a:endParaRPr lang="es-CO" sz="32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endParaRPr>
            </a:p>
          </p:txBody>
        </p:sp>
        <p:sp>
          <p:nvSpPr>
            <p:cNvPr id="9" name="9 Rectángulo">
              <a:extLst>
                <a:ext uri="{FF2B5EF4-FFF2-40B4-BE49-F238E27FC236}">
                  <a16:creationId xmlns:a16="http://schemas.microsoft.com/office/drawing/2014/main" id="{9D5AA5A9-ED3E-75CC-E621-81F44FB4E787}"/>
                </a:ext>
              </a:extLst>
            </p:cNvPr>
            <p:cNvSpPr/>
            <p:nvPr/>
          </p:nvSpPr>
          <p:spPr>
            <a:xfrm>
              <a:off x="881134" y="2636487"/>
              <a:ext cx="4218044" cy="13524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CO" sz="2400">
                  <a:solidFill>
                    <a:schemeClr val="bg1">
                      <a:lumMod val="50000"/>
                    </a:schemeClr>
                  </a:solidFill>
                  <a:cs typeface="Calibri"/>
                </a:rPr>
                <a:t>La etapa productiva es un requisito para certificarse y puede realizarse en un tiempo máximo de 2 años (24 meses), una vez finalice la etapa lectiva. </a:t>
              </a:r>
            </a:p>
          </p:txBody>
        </p:sp>
        <p:sp>
          <p:nvSpPr>
            <p:cNvPr id="10" name="Google Shape;294;p21">
              <a:extLst>
                <a:ext uri="{FF2B5EF4-FFF2-40B4-BE49-F238E27FC236}">
                  <a16:creationId xmlns:a16="http://schemas.microsoft.com/office/drawing/2014/main" id="{8F6FFEEB-FA62-6CDE-E406-D4019677ADFE}"/>
                </a:ext>
              </a:extLst>
            </p:cNvPr>
            <p:cNvSpPr/>
            <p:nvPr/>
          </p:nvSpPr>
          <p:spPr>
            <a:xfrm>
              <a:off x="0" y="4864452"/>
              <a:ext cx="9256709" cy="406893"/>
            </a:xfrm>
            <a:custGeom>
              <a:avLst/>
              <a:gdLst/>
              <a:ahLst/>
              <a:cxnLst/>
              <a:rect l="l" t="t" r="r" b="b"/>
              <a:pathLst>
                <a:path w="191462" h="8416" extrusionOk="0">
                  <a:moveTo>
                    <a:pt x="191462" y="1"/>
                  </a:moveTo>
                  <a:lnTo>
                    <a:pt x="0" y="218"/>
                  </a:lnTo>
                  <a:lnTo>
                    <a:pt x="0" y="5936"/>
                  </a:lnTo>
                  <a:lnTo>
                    <a:pt x="189692" y="8415"/>
                  </a:lnTo>
                  <a:lnTo>
                    <a:pt x="191462" y="1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400"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Google Shape;429;p24">
              <a:extLst>
                <a:ext uri="{FF2B5EF4-FFF2-40B4-BE49-F238E27FC236}">
                  <a16:creationId xmlns:a16="http://schemas.microsoft.com/office/drawing/2014/main" id="{41CDCB9F-EF66-5395-5536-A581617D32EF}"/>
                </a:ext>
              </a:extLst>
            </p:cNvPr>
            <p:cNvSpPr/>
            <p:nvPr/>
          </p:nvSpPr>
          <p:spPr>
            <a:xfrm>
              <a:off x="211323" y="4809102"/>
              <a:ext cx="571975" cy="154800"/>
            </a:xfrm>
            <a:prstGeom prst="ellipse">
              <a:avLst/>
            </a:prstGeom>
            <a:solidFill>
              <a:srgbClr val="E4CE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96;p34">
              <a:extLst>
                <a:ext uri="{FF2B5EF4-FFF2-40B4-BE49-F238E27FC236}">
                  <a16:creationId xmlns:a16="http://schemas.microsoft.com/office/drawing/2014/main" id="{A5743406-22A6-03E8-1DCF-0887256E5AF8}"/>
                </a:ext>
              </a:extLst>
            </p:cNvPr>
            <p:cNvGrpSpPr/>
            <p:nvPr/>
          </p:nvGrpSpPr>
          <p:grpSpPr>
            <a:xfrm>
              <a:off x="185462" y="3702488"/>
              <a:ext cx="660379" cy="1210070"/>
              <a:chOff x="3987925" y="1937025"/>
              <a:chExt cx="660379" cy="1210070"/>
            </a:xfrm>
          </p:grpSpPr>
          <p:sp>
            <p:nvSpPr>
              <p:cNvPr id="13" name="Google Shape;1297;p34">
                <a:extLst>
                  <a:ext uri="{FF2B5EF4-FFF2-40B4-BE49-F238E27FC236}">
                    <a16:creationId xmlns:a16="http://schemas.microsoft.com/office/drawing/2014/main" id="{6F09B88D-8713-0A42-9B1C-56700FDD01CE}"/>
                  </a:ext>
                </a:extLst>
              </p:cNvPr>
              <p:cNvSpPr/>
              <p:nvPr/>
            </p:nvSpPr>
            <p:spPr>
              <a:xfrm>
                <a:off x="4340429" y="2293937"/>
                <a:ext cx="307875" cy="256125"/>
              </a:xfrm>
              <a:custGeom>
                <a:avLst/>
                <a:gdLst/>
                <a:ahLst/>
                <a:cxnLst/>
                <a:rect l="l" t="t" r="r" b="b"/>
                <a:pathLst>
                  <a:path w="9150" h="7612" extrusionOk="0">
                    <a:moveTo>
                      <a:pt x="6452" y="1"/>
                    </a:moveTo>
                    <a:cubicBezTo>
                      <a:pt x="5007" y="1"/>
                      <a:pt x="3559" y="495"/>
                      <a:pt x="2443" y="1416"/>
                    </a:cubicBezTo>
                    <a:cubicBezTo>
                      <a:pt x="867" y="2716"/>
                      <a:pt x="1" y="4830"/>
                      <a:pt x="212" y="6862"/>
                    </a:cubicBezTo>
                    <a:lnTo>
                      <a:pt x="353" y="7039"/>
                    </a:lnTo>
                    <a:cubicBezTo>
                      <a:pt x="1032" y="7432"/>
                      <a:pt x="1800" y="7612"/>
                      <a:pt x="2578" y="7612"/>
                    </a:cubicBezTo>
                    <a:cubicBezTo>
                      <a:pt x="3766" y="7612"/>
                      <a:pt x="4980" y="7194"/>
                      <a:pt x="5941" y="6480"/>
                    </a:cubicBezTo>
                    <a:cubicBezTo>
                      <a:pt x="7534" y="5300"/>
                      <a:pt x="8512" y="3445"/>
                      <a:pt x="9053" y="1538"/>
                    </a:cubicBezTo>
                    <a:cubicBezTo>
                      <a:pt x="9103" y="1363"/>
                      <a:pt x="9149" y="1178"/>
                      <a:pt x="9116" y="998"/>
                    </a:cubicBezTo>
                    <a:cubicBezTo>
                      <a:pt x="9041" y="596"/>
                      <a:pt x="8606" y="377"/>
                      <a:pt x="8213" y="258"/>
                    </a:cubicBezTo>
                    <a:cubicBezTo>
                      <a:pt x="7642" y="85"/>
                      <a:pt x="7047" y="1"/>
                      <a:pt x="6452" y="1"/>
                    </a:cubicBez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298;p34">
                <a:extLst>
                  <a:ext uri="{FF2B5EF4-FFF2-40B4-BE49-F238E27FC236}">
                    <a16:creationId xmlns:a16="http://schemas.microsoft.com/office/drawing/2014/main" id="{E5259DD9-4C07-38A5-DBB1-41B8CBD21BE9}"/>
                  </a:ext>
                </a:extLst>
              </p:cNvPr>
              <p:cNvSpPr/>
              <p:nvPr/>
            </p:nvSpPr>
            <p:spPr>
              <a:xfrm>
                <a:off x="3987925" y="1937025"/>
                <a:ext cx="375304" cy="555049"/>
              </a:xfrm>
              <a:custGeom>
                <a:avLst/>
                <a:gdLst/>
                <a:ahLst/>
                <a:cxnLst/>
                <a:rect l="l" t="t" r="r" b="b"/>
                <a:pathLst>
                  <a:path w="11154" h="16496" extrusionOk="0">
                    <a:moveTo>
                      <a:pt x="4158" y="0"/>
                    </a:moveTo>
                    <a:cubicBezTo>
                      <a:pt x="3609" y="0"/>
                      <a:pt x="3111" y="442"/>
                      <a:pt x="2747" y="883"/>
                    </a:cubicBezTo>
                    <a:cubicBezTo>
                      <a:pt x="704" y="3363"/>
                      <a:pt x="1" y="6884"/>
                      <a:pt x="935" y="9960"/>
                    </a:cubicBezTo>
                    <a:cubicBezTo>
                      <a:pt x="1868" y="13035"/>
                      <a:pt x="4411" y="15570"/>
                      <a:pt x="7488" y="16495"/>
                    </a:cubicBezTo>
                    <a:lnTo>
                      <a:pt x="7831" y="16399"/>
                    </a:lnTo>
                    <a:cubicBezTo>
                      <a:pt x="10312" y="14511"/>
                      <a:pt x="11153" y="10975"/>
                      <a:pt x="10403" y="7948"/>
                    </a:cubicBezTo>
                    <a:cubicBezTo>
                      <a:pt x="9654" y="4922"/>
                      <a:pt x="7555" y="2379"/>
                      <a:pt x="5114" y="440"/>
                    </a:cubicBezTo>
                    <a:cubicBezTo>
                      <a:pt x="4888" y="261"/>
                      <a:pt x="4650" y="82"/>
                      <a:pt x="4369" y="22"/>
                    </a:cubicBezTo>
                    <a:cubicBezTo>
                      <a:pt x="4298" y="7"/>
                      <a:pt x="4227" y="0"/>
                      <a:pt x="4158" y="0"/>
                    </a:cubicBez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299;p34">
                <a:extLst>
                  <a:ext uri="{FF2B5EF4-FFF2-40B4-BE49-F238E27FC236}">
                    <a16:creationId xmlns:a16="http://schemas.microsoft.com/office/drawing/2014/main" id="{8DEC85F6-3DB1-B300-00C4-5843AC020AD4}"/>
                  </a:ext>
                </a:extLst>
              </p:cNvPr>
              <p:cNvSpPr/>
              <p:nvPr/>
            </p:nvSpPr>
            <p:spPr>
              <a:xfrm>
                <a:off x="4173666" y="2186497"/>
                <a:ext cx="118641" cy="576112"/>
              </a:xfrm>
              <a:custGeom>
                <a:avLst/>
                <a:gdLst/>
                <a:ahLst/>
                <a:cxnLst/>
                <a:rect l="l" t="t" r="r" b="b"/>
                <a:pathLst>
                  <a:path w="3526" h="17122" extrusionOk="0">
                    <a:moveTo>
                      <a:pt x="84" y="1"/>
                    </a:moveTo>
                    <a:cubicBezTo>
                      <a:pt x="44" y="1"/>
                      <a:pt x="0" y="35"/>
                      <a:pt x="11" y="87"/>
                    </a:cubicBezTo>
                    <a:cubicBezTo>
                      <a:pt x="1214" y="5712"/>
                      <a:pt x="2070" y="11408"/>
                      <a:pt x="3272" y="17034"/>
                    </a:cubicBezTo>
                    <a:cubicBezTo>
                      <a:pt x="3285" y="17095"/>
                      <a:pt x="3330" y="17122"/>
                      <a:pt x="3377" y="17122"/>
                    </a:cubicBezTo>
                    <a:cubicBezTo>
                      <a:pt x="3449" y="17122"/>
                      <a:pt x="3526" y="17062"/>
                      <a:pt x="3506" y="16969"/>
                    </a:cubicBezTo>
                    <a:cubicBezTo>
                      <a:pt x="2301" y="11348"/>
                      <a:pt x="1346" y="5674"/>
                      <a:pt x="144" y="50"/>
                    </a:cubicBezTo>
                    <a:cubicBezTo>
                      <a:pt x="137" y="16"/>
                      <a:pt x="111" y="1"/>
                      <a:pt x="84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300;p34">
                <a:extLst>
                  <a:ext uri="{FF2B5EF4-FFF2-40B4-BE49-F238E27FC236}">
                    <a16:creationId xmlns:a16="http://schemas.microsoft.com/office/drawing/2014/main" id="{B4B56435-DA97-506D-7117-1F276356BDD4}"/>
                  </a:ext>
                </a:extLst>
              </p:cNvPr>
              <p:cNvSpPr/>
              <p:nvPr/>
            </p:nvSpPr>
            <p:spPr>
              <a:xfrm>
                <a:off x="4261893" y="2399392"/>
                <a:ext cx="221939" cy="229947"/>
              </a:xfrm>
              <a:custGeom>
                <a:avLst/>
                <a:gdLst/>
                <a:ahLst/>
                <a:cxnLst/>
                <a:rect l="l" t="t" r="r" b="b"/>
                <a:pathLst>
                  <a:path w="6596" h="6834" extrusionOk="0">
                    <a:moveTo>
                      <a:pt x="6434" y="1"/>
                    </a:moveTo>
                    <a:cubicBezTo>
                      <a:pt x="6408" y="1"/>
                      <a:pt x="6381" y="12"/>
                      <a:pt x="6357" y="39"/>
                    </a:cubicBezTo>
                    <a:cubicBezTo>
                      <a:pt x="4347" y="2340"/>
                      <a:pt x="1837" y="4299"/>
                      <a:pt x="25" y="6762"/>
                    </a:cubicBezTo>
                    <a:cubicBezTo>
                      <a:pt x="0" y="6796"/>
                      <a:pt x="34" y="6833"/>
                      <a:pt x="69" y="6833"/>
                    </a:cubicBezTo>
                    <a:cubicBezTo>
                      <a:pt x="80" y="6833"/>
                      <a:pt x="91" y="6829"/>
                      <a:pt x="100" y="6820"/>
                    </a:cubicBezTo>
                    <a:cubicBezTo>
                      <a:pt x="2266" y="4668"/>
                      <a:pt x="4545" y="2530"/>
                      <a:pt x="6522" y="203"/>
                    </a:cubicBezTo>
                    <a:cubicBezTo>
                      <a:pt x="6595" y="117"/>
                      <a:pt x="6518" y="1"/>
                      <a:pt x="6434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301;p34">
                <a:extLst>
                  <a:ext uri="{FF2B5EF4-FFF2-40B4-BE49-F238E27FC236}">
                    <a16:creationId xmlns:a16="http://schemas.microsoft.com/office/drawing/2014/main" id="{0EB1490B-43BD-45CC-E587-526F98F2AB51}"/>
                  </a:ext>
                </a:extLst>
              </p:cNvPr>
              <p:cNvSpPr/>
              <p:nvPr/>
            </p:nvSpPr>
            <p:spPr>
              <a:xfrm>
                <a:off x="4129788" y="2749305"/>
                <a:ext cx="324059" cy="397175"/>
              </a:xfrm>
              <a:custGeom>
                <a:avLst/>
                <a:gdLst/>
                <a:ahLst/>
                <a:cxnLst/>
                <a:rect l="l" t="t" r="r" b="b"/>
                <a:pathLst>
                  <a:path w="9631" h="11804" extrusionOk="0">
                    <a:moveTo>
                      <a:pt x="1381" y="0"/>
                    </a:moveTo>
                    <a:lnTo>
                      <a:pt x="2489" y="1713"/>
                    </a:lnTo>
                    <a:cubicBezTo>
                      <a:pt x="84" y="4243"/>
                      <a:pt x="1" y="6770"/>
                      <a:pt x="516" y="8664"/>
                    </a:cubicBezTo>
                    <a:cubicBezTo>
                      <a:pt x="1027" y="10535"/>
                      <a:pt x="2769" y="11803"/>
                      <a:pt x="4708" y="11803"/>
                    </a:cubicBezTo>
                    <a:cubicBezTo>
                      <a:pt x="6792" y="11803"/>
                      <a:pt x="8618" y="10339"/>
                      <a:pt x="8994" y="8290"/>
                    </a:cubicBezTo>
                    <a:cubicBezTo>
                      <a:pt x="9630" y="4813"/>
                      <a:pt x="7179" y="1891"/>
                      <a:pt x="7179" y="1891"/>
                    </a:cubicBezTo>
                    <a:lnTo>
                      <a:pt x="8125" y="0"/>
                    </a:lnTo>
                    <a:close/>
                  </a:path>
                </a:pathLst>
              </a:cu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302;p34">
                <a:extLst>
                  <a:ext uri="{FF2B5EF4-FFF2-40B4-BE49-F238E27FC236}">
                    <a16:creationId xmlns:a16="http://schemas.microsoft.com/office/drawing/2014/main" id="{3612BCB0-EF66-2988-A7EE-7371B91C7DE6}"/>
                  </a:ext>
                </a:extLst>
              </p:cNvPr>
              <p:cNvSpPr/>
              <p:nvPr/>
            </p:nvSpPr>
            <p:spPr>
              <a:xfrm>
                <a:off x="4140185" y="2927912"/>
                <a:ext cx="293507" cy="7739"/>
              </a:xfrm>
              <a:custGeom>
                <a:avLst/>
                <a:gdLst/>
                <a:ahLst/>
                <a:cxnLst/>
                <a:rect l="l" t="t" r="r" b="b"/>
                <a:pathLst>
                  <a:path w="8723" h="230" extrusionOk="0">
                    <a:moveTo>
                      <a:pt x="4077" y="1"/>
                    </a:moveTo>
                    <a:cubicBezTo>
                      <a:pt x="2755" y="1"/>
                      <a:pt x="1432" y="7"/>
                      <a:pt x="110" y="30"/>
                    </a:cubicBezTo>
                    <a:cubicBezTo>
                      <a:pt x="0" y="32"/>
                      <a:pt x="0" y="198"/>
                      <a:pt x="110" y="201"/>
                    </a:cubicBezTo>
                    <a:cubicBezTo>
                      <a:pt x="1445" y="223"/>
                      <a:pt x="2780" y="229"/>
                      <a:pt x="4115" y="229"/>
                    </a:cubicBezTo>
                    <a:cubicBezTo>
                      <a:pt x="5605" y="229"/>
                      <a:pt x="7095" y="222"/>
                      <a:pt x="8585" y="222"/>
                    </a:cubicBezTo>
                    <a:cubicBezTo>
                      <a:pt x="8721" y="222"/>
                      <a:pt x="8723" y="8"/>
                      <a:pt x="8585" y="8"/>
                    </a:cubicBezTo>
                    <a:cubicBezTo>
                      <a:pt x="7083" y="8"/>
                      <a:pt x="5580" y="1"/>
                      <a:pt x="4077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303;p34">
                <a:extLst>
                  <a:ext uri="{FF2B5EF4-FFF2-40B4-BE49-F238E27FC236}">
                    <a16:creationId xmlns:a16="http://schemas.microsoft.com/office/drawing/2014/main" id="{C5F07B0C-2277-9029-60B0-489FE36AF4EA}"/>
                  </a:ext>
                </a:extLst>
              </p:cNvPr>
              <p:cNvSpPr/>
              <p:nvPr/>
            </p:nvSpPr>
            <p:spPr>
              <a:xfrm>
                <a:off x="4137325" y="2960518"/>
                <a:ext cx="299362" cy="7874"/>
              </a:xfrm>
              <a:custGeom>
                <a:avLst/>
                <a:gdLst/>
                <a:ahLst/>
                <a:cxnLst/>
                <a:rect l="l" t="t" r="r" b="b"/>
                <a:pathLst>
                  <a:path w="8897" h="234" extrusionOk="0">
                    <a:moveTo>
                      <a:pt x="6680" y="0"/>
                    </a:moveTo>
                    <a:cubicBezTo>
                      <a:pt x="4465" y="0"/>
                      <a:pt x="2251" y="50"/>
                      <a:pt x="36" y="88"/>
                    </a:cubicBezTo>
                    <a:cubicBezTo>
                      <a:pt x="1" y="90"/>
                      <a:pt x="1" y="142"/>
                      <a:pt x="36" y="144"/>
                    </a:cubicBezTo>
                    <a:cubicBezTo>
                      <a:pt x="2258" y="183"/>
                      <a:pt x="4478" y="233"/>
                      <a:pt x="6700" y="233"/>
                    </a:cubicBezTo>
                    <a:cubicBezTo>
                      <a:pt x="7389" y="233"/>
                      <a:pt x="8078" y="228"/>
                      <a:pt x="8768" y="217"/>
                    </a:cubicBezTo>
                    <a:cubicBezTo>
                      <a:pt x="8896" y="214"/>
                      <a:pt x="8896" y="19"/>
                      <a:pt x="8768" y="17"/>
                    </a:cubicBezTo>
                    <a:cubicBezTo>
                      <a:pt x="8072" y="5"/>
                      <a:pt x="7376" y="0"/>
                      <a:pt x="6680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304;p34">
                <a:extLst>
                  <a:ext uri="{FF2B5EF4-FFF2-40B4-BE49-F238E27FC236}">
                    <a16:creationId xmlns:a16="http://schemas.microsoft.com/office/drawing/2014/main" id="{6BC28629-E4AF-D3C2-8E03-3655276DAB92}"/>
                  </a:ext>
                </a:extLst>
              </p:cNvPr>
              <p:cNvSpPr/>
              <p:nvPr/>
            </p:nvSpPr>
            <p:spPr>
              <a:xfrm>
                <a:off x="4147790" y="3017855"/>
                <a:ext cx="284624" cy="129240"/>
              </a:xfrm>
              <a:custGeom>
                <a:avLst/>
                <a:gdLst/>
                <a:ahLst/>
                <a:cxnLst/>
                <a:rect l="l" t="t" r="r" b="b"/>
                <a:pathLst>
                  <a:path w="8459" h="3841" extrusionOk="0">
                    <a:moveTo>
                      <a:pt x="1274" y="0"/>
                    </a:moveTo>
                    <a:cubicBezTo>
                      <a:pt x="1110" y="0"/>
                      <a:pt x="943" y="37"/>
                      <a:pt x="795" y="103"/>
                    </a:cubicBezTo>
                    <a:cubicBezTo>
                      <a:pt x="444" y="261"/>
                      <a:pt x="252" y="461"/>
                      <a:pt x="1" y="753"/>
                    </a:cubicBezTo>
                    <a:cubicBezTo>
                      <a:pt x="1" y="753"/>
                      <a:pt x="916" y="3841"/>
                      <a:pt x="4158" y="3841"/>
                    </a:cubicBezTo>
                    <a:cubicBezTo>
                      <a:pt x="4234" y="3841"/>
                      <a:pt x="4312" y="3839"/>
                      <a:pt x="4391" y="3835"/>
                    </a:cubicBezTo>
                    <a:cubicBezTo>
                      <a:pt x="7917" y="3680"/>
                      <a:pt x="8459" y="308"/>
                      <a:pt x="8459" y="308"/>
                    </a:cubicBezTo>
                    <a:cubicBezTo>
                      <a:pt x="8202" y="200"/>
                      <a:pt x="8017" y="102"/>
                      <a:pt x="7740" y="82"/>
                    </a:cubicBezTo>
                    <a:cubicBezTo>
                      <a:pt x="7715" y="80"/>
                      <a:pt x="7689" y="79"/>
                      <a:pt x="7663" y="79"/>
                    </a:cubicBezTo>
                    <a:cubicBezTo>
                      <a:pt x="7408" y="79"/>
                      <a:pt x="7147" y="169"/>
                      <a:pt x="6994" y="369"/>
                    </a:cubicBezTo>
                    <a:cubicBezTo>
                      <a:pt x="6736" y="707"/>
                      <a:pt x="6833" y="1275"/>
                      <a:pt x="6478" y="1507"/>
                    </a:cubicBezTo>
                    <a:cubicBezTo>
                      <a:pt x="6393" y="1562"/>
                      <a:pt x="6297" y="1586"/>
                      <a:pt x="6199" y="1586"/>
                    </a:cubicBezTo>
                    <a:cubicBezTo>
                      <a:pt x="6011" y="1586"/>
                      <a:pt x="5815" y="1499"/>
                      <a:pt x="5668" y="1376"/>
                    </a:cubicBezTo>
                    <a:cubicBezTo>
                      <a:pt x="5444" y="1186"/>
                      <a:pt x="5292" y="926"/>
                      <a:pt x="5088" y="714"/>
                    </a:cubicBezTo>
                    <a:cubicBezTo>
                      <a:pt x="4919" y="538"/>
                      <a:pt x="4686" y="391"/>
                      <a:pt x="4449" y="391"/>
                    </a:cubicBezTo>
                    <a:cubicBezTo>
                      <a:pt x="4402" y="391"/>
                      <a:pt x="4355" y="397"/>
                      <a:pt x="4308" y="409"/>
                    </a:cubicBezTo>
                    <a:cubicBezTo>
                      <a:pt x="3941" y="508"/>
                      <a:pt x="3796" y="937"/>
                      <a:pt x="3687" y="1300"/>
                    </a:cubicBezTo>
                    <a:cubicBezTo>
                      <a:pt x="3579" y="1663"/>
                      <a:pt x="3374" y="2085"/>
                      <a:pt x="2995" y="2109"/>
                    </a:cubicBezTo>
                    <a:cubicBezTo>
                      <a:pt x="2984" y="2109"/>
                      <a:pt x="2974" y="2110"/>
                      <a:pt x="2963" y="2110"/>
                    </a:cubicBezTo>
                    <a:cubicBezTo>
                      <a:pt x="2588" y="2110"/>
                      <a:pt x="2340" y="1691"/>
                      <a:pt x="2260" y="1317"/>
                    </a:cubicBezTo>
                    <a:cubicBezTo>
                      <a:pt x="2178" y="933"/>
                      <a:pt x="2159" y="496"/>
                      <a:pt x="1875" y="223"/>
                    </a:cubicBezTo>
                    <a:cubicBezTo>
                      <a:pt x="1716" y="68"/>
                      <a:pt x="1497" y="0"/>
                      <a:pt x="1274" y="0"/>
                    </a:cubicBez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9" name="Google Shape;336;p22">
            <a:extLst>
              <a:ext uri="{FF2B5EF4-FFF2-40B4-BE49-F238E27FC236}">
                <a16:creationId xmlns:a16="http://schemas.microsoft.com/office/drawing/2014/main" id="{E33D5913-C413-5319-21F4-597CE6625043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ráfico 159" descr="Reloj contorno">
            <a:extLst>
              <a:ext uri="{FF2B5EF4-FFF2-40B4-BE49-F238E27FC236}">
                <a16:creationId xmlns:a16="http://schemas.microsoft.com/office/drawing/2014/main" id="{9126FC2A-29FC-EC97-29D7-2971D31483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1752" y="503121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06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741BC-1390-9A2A-8697-69041BE37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ítulo 1">
            <a:extLst>
              <a:ext uri="{FF2B5EF4-FFF2-40B4-BE49-F238E27FC236}">
                <a16:creationId xmlns:a16="http://schemas.microsoft.com/office/drawing/2014/main" id="{33446D63-CE8E-7CD3-FF6B-0B82C92603B5}"/>
              </a:ext>
            </a:extLst>
          </p:cNvPr>
          <p:cNvSpPr txBox="1">
            <a:spLocks/>
          </p:cNvSpPr>
          <p:nvPr/>
        </p:nvSpPr>
        <p:spPr>
          <a:xfrm>
            <a:off x="98111" y="-352015"/>
            <a:ext cx="11001060" cy="119257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s-ES" sz="3600">
                <a:solidFill>
                  <a:schemeClr val="bg1"/>
                </a:solidFill>
                <a:latin typeface="Work Sans Medium" pitchFamily="2" charset="77"/>
              </a:rPr>
            </a:br>
            <a:r>
              <a:rPr lang="es-ES" sz="3600">
                <a:solidFill>
                  <a:schemeClr val="bg1"/>
                </a:solidFill>
                <a:latin typeface="Work Sans Medium" pitchFamily="2" charset="77"/>
              </a:rPr>
              <a:t>ALTERNATIVAS PARA EL DESARROLLO DE LA ETAPA PRODUCTIVA</a:t>
            </a:r>
          </a:p>
        </p:txBody>
      </p:sp>
      <p:grpSp>
        <p:nvGrpSpPr>
          <p:cNvPr id="173" name="Grupo 172">
            <a:extLst>
              <a:ext uri="{FF2B5EF4-FFF2-40B4-BE49-F238E27FC236}">
                <a16:creationId xmlns:a16="http://schemas.microsoft.com/office/drawing/2014/main" id="{5CFD8320-D397-A00D-F62A-0FE2659A2AF9}"/>
              </a:ext>
            </a:extLst>
          </p:cNvPr>
          <p:cNvGrpSpPr/>
          <p:nvPr/>
        </p:nvGrpSpPr>
        <p:grpSpPr>
          <a:xfrm>
            <a:off x="216977" y="1339009"/>
            <a:ext cx="11747716" cy="5310273"/>
            <a:chOff x="112520" y="884581"/>
            <a:chExt cx="8927668" cy="4478048"/>
          </a:xfrm>
        </p:grpSpPr>
        <p:sp>
          <p:nvSpPr>
            <p:cNvPr id="174" name="Google Shape;1049;p32">
              <a:extLst>
                <a:ext uri="{FF2B5EF4-FFF2-40B4-BE49-F238E27FC236}">
                  <a16:creationId xmlns:a16="http://schemas.microsoft.com/office/drawing/2014/main" id="{5B8611BD-7E34-4A7E-B15D-4E4C2EA08923}"/>
                </a:ext>
              </a:extLst>
            </p:cNvPr>
            <p:cNvSpPr/>
            <p:nvPr/>
          </p:nvSpPr>
          <p:spPr>
            <a:xfrm rot="5400000">
              <a:off x="4363063" y="1092548"/>
              <a:ext cx="162063" cy="837809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935;p67">
              <a:extLst>
                <a:ext uri="{FF2B5EF4-FFF2-40B4-BE49-F238E27FC236}">
                  <a16:creationId xmlns:a16="http://schemas.microsoft.com/office/drawing/2014/main" id="{3FC96C38-0BEA-67AF-5DE1-ADC0D095B60B}"/>
                </a:ext>
              </a:extLst>
            </p:cNvPr>
            <p:cNvSpPr/>
            <p:nvPr/>
          </p:nvSpPr>
          <p:spPr>
            <a:xfrm>
              <a:off x="1251184" y="2224649"/>
              <a:ext cx="1757363" cy="1519730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8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54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7935;p67">
              <a:extLst>
                <a:ext uri="{FF2B5EF4-FFF2-40B4-BE49-F238E27FC236}">
                  <a16:creationId xmlns:a16="http://schemas.microsoft.com/office/drawing/2014/main" id="{7DA26C3A-3C4B-FCDA-6054-82487729761F}"/>
                </a:ext>
              </a:extLst>
            </p:cNvPr>
            <p:cNvSpPr/>
            <p:nvPr/>
          </p:nvSpPr>
          <p:spPr>
            <a:xfrm>
              <a:off x="2632310" y="1435193"/>
              <a:ext cx="1757363" cy="1519730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8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54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7935;p67">
              <a:extLst>
                <a:ext uri="{FF2B5EF4-FFF2-40B4-BE49-F238E27FC236}">
                  <a16:creationId xmlns:a16="http://schemas.microsoft.com/office/drawing/2014/main" id="{03733E24-31F1-DFCD-0304-87EC581E2570}"/>
                </a:ext>
              </a:extLst>
            </p:cNvPr>
            <p:cNvSpPr/>
            <p:nvPr/>
          </p:nvSpPr>
          <p:spPr>
            <a:xfrm>
              <a:off x="2632310" y="3029997"/>
              <a:ext cx="1757363" cy="1519730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8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54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935;p67">
              <a:extLst>
                <a:ext uri="{FF2B5EF4-FFF2-40B4-BE49-F238E27FC236}">
                  <a16:creationId xmlns:a16="http://schemas.microsoft.com/office/drawing/2014/main" id="{C0FDFFD4-769B-1E98-8680-D81B8D42F800}"/>
                </a:ext>
              </a:extLst>
            </p:cNvPr>
            <p:cNvSpPr/>
            <p:nvPr/>
          </p:nvSpPr>
          <p:spPr>
            <a:xfrm>
              <a:off x="4422277" y="3015678"/>
              <a:ext cx="1757363" cy="1519730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8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54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935;p67">
              <a:extLst>
                <a:ext uri="{FF2B5EF4-FFF2-40B4-BE49-F238E27FC236}">
                  <a16:creationId xmlns:a16="http://schemas.microsoft.com/office/drawing/2014/main" id="{6AD54799-8FEE-3E7D-D35E-5DFEB261792F}"/>
                </a:ext>
              </a:extLst>
            </p:cNvPr>
            <p:cNvSpPr/>
            <p:nvPr/>
          </p:nvSpPr>
          <p:spPr>
            <a:xfrm>
              <a:off x="4410656" y="1414907"/>
              <a:ext cx="1757363" cy="1519730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8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54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935;p67">
              <a:extLst>
                <a:ext uri="{FF2B5EF4-FFF2-40B4-BE49-F238E27FC236}">
                  <a16:creationId xmlns:a16="http://schemas.microsoft.com/office/drawing/2014/main" id="{6F8CECC6-E0BA-B981-B28E-17B3E3C55807}"/>
                </a:ext>
              </a:extLst>
            </p:cNvPr>
            <p:cNvSpPr/>
            <p:nvPr/>
          </p:nvSpPr>
          <p:spPr>
            <a:xfrm>
              <a:off x="5847636" y="2174188"/>
              <a:ext cx="1757363" cy="1519730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8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54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20 CuadroTexto">
              <a:hlinkClick r:id="" action="ppaction://noaction"/>
              <a:extLst>
                <a:ext uri="{FF2B5EF4-FFF2-40B4-BE49-F238E27FC236}">
                  <a16:creationId xmlns:a16="http://schemas.microsoft.com/office/drawing/2014/main" id="{ECEFFAFD-462C-2BAD-855A-D71582B253DF}"/>
                </a:ext>
              </a:extLst>
            </p:cNvPr>
            <p:cNvSpPr txBox="1"/>
            <p:nvPr/>
          </p:nvSpPr>
          <p:spPr>
            <a:xfrm>
              <a:off x="1567561" y="2567556"/>
              <a:ext cx="1141545" cy="768795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algn="ctr"/>
              <a:r>
                <a:rPr lang="es-CO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arrow"/>
                </a:rPr>
                <a:t>Contrato de Aprendizaje Laboral Especial a Termino </a:t>
              </a:r>
              <a:r>
                <a:rPr lang="es-CO" sz="20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arrow"/>
                </a:rPr>
                <a:t>Fíjo</a:t>
              </a:r>
              <a:endParaRPr lang="es-CO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83" name="20 CuadroTexto">
              <a:hlinkClick r:id="" action="ppaction://noaction"/>
              <a:extLst>
                <a:ext uri="{FF2B5EF4-FFF2-40B4-BE49-F238E27FC236}">
                  <a16:creationId xmlns:a16="http://schemas.microsoft.com/office/drawing/2014/main" id="{0706008B-315D-FC40-756E-6B305797367F}"/>
                </a:ext>
              </a:extLst>
            </p:cNvPr>
            <p:cNvSpPr txBox="1"/>
            <p:nvPr/>
          </p:nvSpPr>
          <p:spPr>
            <a:xfrm>
              <a:off x="2917463" y="1791686"/>
              <a:ext cx="1141545" cy="768795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algn="ctr"/>
              <a:r>
                <a:rPr lang="es-CO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arrow" panose="020B0606020202030204" pitchFamily="34" charset="0"/>
                </a:rPr>
                <a:t>contrato de vinculo formativo</a:t>
              </a:r>
              <a:endParaRPr lang="es-E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827EB31B-8ADF-C7FA-2E16-9CB69108DE56}"/>
                </a:ext>
              </a:extLst>
            </p:cNvPr>
            <p:cNvSpPr txBox="1"/>
            <p:nvPr/>
          </p:nvSpPr>
          <p:spPr>
            <a:xfrm>
              <a:off x="6119065" y="2375882"/>
              <a:ext cx="1226869" cy="111603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arrow" panose="020B0606020202030204" pitchFamily="34" charset="0"/>
                </a:rPr>
                <a:t>prácticas en la economía popular y/o campesina</a:t>
              </a:r>
            </a:p>
          </p:txBody>
        </p:sp>
        <p:sp>
          <p:nvSpPr>
            <p:cNvPr id="186" name="CuadroTexto 185">
              <a:extLst>
                <a:ext uri="{FF2B5EF4-FFF2-40B4-BE49-F238E27FC236}">
                  <a16:creationId xmlns:a16="http://schemas.microsoft.com/office/drawing/2014/main" id="{7938E070-0EDD-DA14-17B0-59F357208F38}"/>
                </a:ext>
              </a:extLst>
            </p:cNvPr>
            <p:cNvSpPr txBox="1"/>
            <p:nvPr/>
          </p:nvSpPr>
          <p:spPr>
            <a:xfrm>
              <a:off x="2911025" y="3461483"/>
              <a:ext cx="1226869" cy="59694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CO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arrow"/>
                </a:rPr>
                <a:t>Proyecto Productivo</a:t>
              </a:r>
            </a:p>
          </p:txBody>
        </p:sp>
        <p:sp>
          <p:nvSpPr>
            <p:cNvPr id="187" name="CuadroTexto 186">
              <a:extLst>
                <a:ext uri="{FF2B5EF4-FFF2-40B4-BE49-F238E27FC236}">
                  <a16:creationId xmlns:a16="http://schemas.microsoft.com/office/drawing/2014/main" id="{2C3261B4-7A6E-1F46-B276-AD9FA133B9BC}"/>
                </a:ext>
              </a:extLst>
            </p:cNvPr>
            <p:cNvSpPr txBox="1"/>
            <p:nvPr/>
          </p:nvSpPr>
          <p:spPr>
            <a:xfrm>
              <a:off x="4743696" y="1899275"/>
              <a:ext cx="1226869" cy="59694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CO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arrow" panose="020B0606020202030204" pitchFamily="34" charset="0"/>
                </a:rPr>
                <a:t>vínculo laboral</a:t>
              </a:r>
              <a:endParaRPr lang="es-E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88" name="CuadroTexto 187">
              <a:extLst>
                <a:ext uri="{FF2B5EF4-FFF2-40B4-BE49-F238E27FC236}">
                  <a16:creationId xmlns:a16="http://schemas.microsoft.com/office/drawing/2014/main" id="{FBAA9D60-1978-A6D8-01C8-DAB82A10EAFC}"/>
                </a:ext>
              </a:extLst>
            </p:cNvPr>
            <p:cNvSpPr txBox="1"/>
            <p:nvPr/>
          </p:nvSpPr>
          <p:spPr>
            <a:xfrm>
              <a:off x="4720751" y="3525629"/>
              <a:ext cx="1226869" cy="35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arrow" panose="020B0606020202030204" pitchFamily="34" charset="0"/>
                </a:rPr>
                <a:t>Monitoria</a:t>
              </a:r>
            </a:p>
          </p:txBody>
        </p:sp>
        <p:grpSp>
          <p:nvGrpSpPr>
            <p:cNvPr id="189" name="Google Shape;1225;p34">
              <a:extLst>
                <a:ext uri="{FF2B5EF4-FFF2-40B4-BE49-F238E27FC236}">
                  <a16:creationId xmlns:a16="http://schemas.microsoft.com/office/drawing/2014/main" id="{DC6A693C-3E66-81F7-FB2C-FBB05CB2275C}"/>
                </a:ext>
              </a:extLst>
            </p:cNvPr>
            <p:cNvGrpSpPr/>
            <p:nvPr/>
          </p:nvGrpSpPr>
          <p:grpSpPr>
            <a:xfrm flipH="1">
              <a:off x="112520" y="884581"/>
              <a:ext cx="1557840" cy="3935197"/>
              <a:chOff x="7293875" y="1309325"/>
              <a:chExt cx="1102550" cy="2504700"/>
            </a:xfrm>
          </p:grpSpPr>
          <p:sp>
            <p:nvSpPr>
              <p:cNvPr id="204" name="Google Shape;1226;p34">
                <a:extLst>
                  <a:ext uri="{FF2B5EF4-FFF2-40B4-BE49-F238E27FC236}">
                    <a16:creationId xmlns:a16="http://schemas.microsoft.com/office/drawing/2014/main" id="{62626C97-C87E-6BB3-4138-82C0CB81A608}"/>
                  </a:ext>
                </a:extLst>
              </p:cNvPr>
              <p:cNvSpPr/>
              <p:nvPr/>
            </p:nvSpPr>
            <p:spPr>
              <a:xfrm>
                <a:off x="8104475" y="3524375"/>
                <a:ext cx="163925" cy="186525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7461" extrusionOk="0">
                    <a:moveTo>
                      <a:pt x="4666" y="0"/>
                    </a:moveTo>
                    <a:cubicBezTo>
                      <a:pt x="2823" y="0"/>
                      <a:pt x="0" y="16"/>
                      <a:pt x="0" y="16"/>
                    </a:cubicBezTo>
                    <a:lnTo>
                      <a:pt x="404" y="7460"/>
                    </a:lnTo>
                    <a:lnTo>
                      <a:pt x="6557" y="7460"/>
                    </a:lnTo>
                    <a:lnTo>
                      <a:pt x="6221" y="16"/>
                    </a:lnTo>
                    <a:cubicBezTo>
                      <a:pt x="6265" y="4"/>
                      <a:pt x="5588" y="0"/>
                      <a:pt x="4666" y="0"/>
                    </a:cubicBez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227;p34">
                <a:extLst>
                  <a:ext uri="{FF2B5EF4-FFF2-40B4-BE49-F238E27FC236}">
                    <a16:creationId xmlns:a16="http://schemas.microsoft.com/office/drawing/2014/main" id="{872A933C-8F99-1F04-E648-9548483B883E}"/>
                  </a:ext>
                </a:extLst>
              </p:cNvPr>
              <p:cNvSpPr/>
              <p:nvPr/>
            </p:nvSpPr>
            <p:spPr>
              <a:xfrm>
                <a:off x="7356700" y="1953075"/>
                <a:ext cx="481925" cy="439975"/>
              </a:xfrm>
              <a:custGeom>
                <a:avLst/>
                <a:gdLst/>
                <a:ahLst/>
                <a:cxnLst/>
                <a:rect l="l" t="t" r="r" b="b"/>
                <a:pathLst>
                  <a:path w="19277" h="17599" extrusionOk="0">
                    <a:moveTo>
                      <a:pt x="4055" y="1"/>
                    </a:moveTo>
                    <a:lnTo>
                      <a:pt x="1" y="3760"/>
                    </a:lnTo>
                    <a:cubicBezTo>
                      <a:pt x="1" y="3760"/>
                      <a:pt x="3854" y="17598"/>
                      <a:pt x="10958" y="17598"/>
                    </a:cubicBezTo>
                    <a:cubicBezTo>
                      <a:pt x="11273" y="17598"/>
                      <a:pt x="11595" y="17571"/>
                      <a:pt x="11922" y="17514"/>
                    </a:cubicBezTo>
                    <a:cubicBezTo>
                      <a:pt x="19011" y="16286"/>
                      <a:pt x="19277" y="4207"/>
                      <a:pt x="19277" y="4207"/>
                    </a:cubicBezTo>
                    <a:lnTo>
                      <a:pt x="11546" y="2874"/>
                    </a:lnTo>
                    <a:lnTo>
                      <a:pt x="10631" y="8813"/>
                    </a:lnTo>
                    <a:lnTo>
                      <a:pt x="4055" y="1"/>
                    </a:ln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228;p34">
                <a:extLst>
                  <a:ext uri="{FF2B5EF4-FFF2-40B4-BE49-F238E27FC236}">
                    <a16:creationId xmlns:a16="http://schemas.microsoft.com/office/drawing/2014/main" id="{FD2835E7-4014-B8A0-00D9-41597C55BD4E}"/>
                  </a:ext>
                </a:extLst>
              </p:cNvPr>
              <p:cNvSpPr/>
              <p:nvPr/>
            </p:nvSpPr>
            <p:spPr>
              <a:xfrm>
                <a:off x="7757200" y="1748200"/>
                <a:ext cx="466725" cy="671725"/>
              </a:xfrm>
              <a:custGeom>
                <a:avLst/>
                <a:gdLst/>
                <a:ahLst/>
                <a:cxnLst/>
                <a:rect l="l" t="t" r="r" b="b"/>
                <a:pathLst>
                  <a:path w="18669" h="26869" extrusionOk="0">
                    <a:moveTo>
                      <a:pt x="7019" y="0"/>
                    </a:moveTo>
                    <a:cubicBezTo>
                      <a:pt x="6126" y="0"/>
                      <a:pt x="5379" y="19"/>
                      <a:pt x="5150" y="77"/>
                    </a:cubicBezTo>
                    <a:cubicBezTo>
                      <a:pt x="4461" y="249"/>
                      <a:pt x="1205" y="6291"/>
                      <a:pt x="602" y="13437"/>
                    </a:cubicBezTo>
                    <a:cubicBezTo>
                      <a:pt x="0" y="20581"/>
                      <a:pt x="814" y="26361"/>
                      <a:pt x="814" y="26361"/>
                    </a:cubicBezTo>
                    <a:lnTo>
                      <a:pt x="18669" y="26869"/>
                    </a:lnTo>
                    <a:lnTo>
                      <a:pt x="17264" y="779"/>
                    </a:lnTo>
                    <a:cubicBezTo>
                      <a:pt x="17264" y="779"/>
                      <a:pt x="14454" y="148"/>
                      <a:pt x="11180" y="77"/>
                    </a:cubicBezTo>
                    <a:cubicBezTo>
                      <a:pt x="11180" y="77"/>
                      <a:pt x="8806" y="0"/>
                      <a:pt x="7019" y="0"/>
                    </a:cubicBezTo>
                    <a:close/>
                  </a:path>
                </a:pathLst>
              </a:custGeom>
              <a:solidFill>
                <a:srgbClr val="FFAD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229;p34">
                <a:extLst>
                  <a:ext uri="{FF2B5EF4-FFF2-40B4-BE49-F238E27FC236}">
                    <a16:creationId xmlns:a16="http://schemas.microsoft.com/office/drawing/2014/main" id="{78B30E72-FDD3-588D-89D5-DE30255F9616}"/>
                  </a:ext>
                </a:extLst>
              </p:cNvPr>
              <p:cNvSpPr/>
              <p:nvPr/>
            </p:nvSpPr>
            <p:spPr>
              <a:xfrm>
                <a:off x="7756300" y="1736625"/>
                <a:ext cx="443800" cy="419075"/>
              </a:xfrm>
              <a:custGeom>
                <a:avLst/>
                <a:gdLst/>
                <a:ahLst/>
                <a:cxnLst/>
                <a:rect l="l" t="t" r="r" b="b"/>
                <a:pathLst>
                  <a:path w="17752" h="16763" extrusionOk="0">
                    <a:moveTo>
                      <a:pt x="7739" y="1"/>
                    </a:moveTo>
                    <a:cubicBezTo>
                      <a:pt x="5999" y="1"/>
                      <a:pt x="3942" y="99"/>
                      <a:pt x="3386" y="535"/>
                    </a:cubicBezTo>
                    <a:cubicBezTo>
                      <a:pt x="2112" y="1535"/>
                      <a:pt x="661" y="7014"/>
                      <a:pt x="24" y="14556"/>
                    </a:cubicBezTo>
                    <a:lnTo>
                      <a:pt x="1" y="16595"/>
                    </a:lnTo>
                    <a:lnTo>
                      <a:pt x="17752" y="16763"/>
                    </a:lnTo>
                    <a:lnTo>
                      <a:pt x="16602" y="787"/>
                    </a:lnTo>
                    <a:cubicBezTo>
                      <a:pt x="16602" y="787"/>
                      <a:pt x="13832" y="142"/>
                      <a:pt x="10378" y="67"/>
                    </a:cubicBezTo>
                    <a:cubicBezTo>
                      <a:pt x="10378" y="67"/>
                      <a:pt x="9165" y="1"/>
                      <a:pt x="7739" y="1"/>
                    </a:cubicBezTo>
                    <a:close/>
                  </a:path>
                </a:pathLst>
              </a:custGeom>
              <a:solidFill>
                <a:srgbClr val="FFAD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230;p34">
                <a:extLst>
                  <a:ext uri="{FF2B5EF4-FFF2-40B4-BE49-F238E27FC236}">
                    <a16:creationId xmlns:a16="http://schemas.microsoft.com/office/drawing/2014/main" id="{0E924E3B-0522-DF41-6773-9B4D4272DC58}"/>
                  </a:ext>
                </a:extLst>
              </p:cNvPr>
              <p:cNvSpPr/>
              <p:nvPr/>
            </p:nvSpPr>
            <p:spPr>
              <a:xfrm>
                <a:off x="8163100" y="1754525"/>
                <a:ext cx="212625" cy="401175"/>
              </a:xfrm>
              <a:custGeom>
                <a:avLst/>
                <a:gdLst/>
                <a:ahLst/>
                <a:cxnLst/>
                <a:rect l="l" t="t" r="r" b="b"/>
                <a:pathLst>
                  <a:path w="8505" h="16047" extrusionOk="0">
                    <a:moveTo>
                      <a:pt x="1" y="0"/>
                    </a:moveTo>
                    <a:lnTo>
                      <a:pt x="1050" y="16047"/>
                    </a:lnTo>
                    <a:cubicBezTo>
                      <a:pt x="8090" y="16047"/>
                      <a:pt x="8504" y="15879"/>
                      <a:pt x="8504" y="15879"/>
                    </a:cubicBezTo>
                    <a:cubicBezTo>
                      <a:pt x="8231" y="1705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AD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231;p34">
                <a:extLst>
                  <a:ext uri="{FF2B5EF4-FFF2-40B4-BE49-F238E27FC236}">
                    <a16:creationId xmlns:a16="http://schemas.microsoft.com/office/drawing/2014/main" id="{3FCEE906-D015-226C-641B-5D487B85AB4B}"/>
                  </a:ext>
                </a:extLst>
              </p:cNvPr>
              <p:cNvSpPr/>
              <p:nvPr/>
            </p:nvSpPr>
            <p:spPr>
              <a:xfrm>
                <a:off x="7618200" y="1747225"/>
                <a:ext cx="228025" cy="404275"/>
              </a:xfrm>
              <a:custGeom>
                <a:avLst/>
                <a:gdLst/>
                <a:ahLst/>
                <a:cxnLst/>
                <a:rect l="l" t="t" r="r" b="b"/>
                <a:pathLst>
                  <a:path w="9121" h="16171" extrusionOk="0">
                    <a:moveTo>
                      <a:pt x="9121" y="0"/>
                    </a:moveTo>
                    <a:cubicBezTo>
                      <a:pt x="9120" y="0"/>
                      <a:pt x="1" y="1869"/>
                      <a:pt x="309" y="16171"/>
                    </a:cubicBezTo>
                    <a:lnTo>
                      <a:pt x="7950" y="16171"/>
                    </a:lnTo>
                    <a:lnTo>
                      <a:pt x="9121" y="0"/>
                    </a:lnTo>
                    <a:close/>
                  </a:path>
                </a:pathLst>
              </a:custGeom>
              <a:solidFill>
                <a:srgbClr val="FFAD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232;p34">
                <a:extLst>
                  <a:ext uri="{FF2B5EF4-FFF2-40B4-BE49-F238E27FC236}">
                    <a16:creationId xmlns:a16="http://schemas.microsoft.com/office/drawing/2014/main" id="{11E97A47-5D81-1869-0541-A4B4127D7323}"/>
                  </a:ext>
                </a:extLst>
              </p:cNvPr>
              <p:cNvSpPr/>
              <p:nvPr/>
            </p:nvSpPr>
            <p:spPr>
              <a:xfrm>
                <a:off x="7818975" y="3710875"/>
                <a:ext cx="264300" cy="103150"/>
              </a:xfrm>
              <a:custGeom>
                <a:avLst/>
                <a:gdLst/>
                <a:ahLst/>
                <a:cxnLst/>
                <a:rect l="l" t="t" r="r" b="b"/>
                <a:pathLst>
                  <a:path w="10572" h="4126" extrusionOk="0">
                    <a:moveTo>
                      <a:pt x="3747" y="0"/>
                    </a:moveTo>
                    <a:lnTo>
                      <a:pt x="3944" y="2062"/>
                    </a:lnTo>
                    <a:cubicBezTo>
                      <a:pt x="3881" y="2062"/>
                      <a:pt x="3818" y="2061"/>
                      <a:pt x="3756" y="2061"/>
                    </a:cubicBezTo>
                    <a:cubicBezTo>
                      <a:pt x="1321" y="2061"/>
                      <a:pt x="168" y="2807"/>
                      <a:pt x="0" y="4126"/>
                    </a:cubicBezTo>
                    <a:lnTo>
                      <a:pt x="10572" y="4126"/>
                    </a:lnTo>
                    <a:lnTo>
                      <a:pt x="10155" y="0"/>
                    </a:lnTo>
                    <a:close/>
                  </a:path>
                </a:pathLst>
              </a:custGeom>
              <a:solidFill>
                <a:srgbClr val="7058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233;p34">
                <a:extLst>
                  <a:ext uri="{FF2B5EF4-FFF2-40B4-BE49-F238E27FC236}">
                    <a16:creationId xmlns:a16="http://schemas.microsoft.com/office/drawing/2014/main" id="{EC5337C1-A4ED-23D7-465E-3F9656DFE945}"/>
                  </a:ext>
                </a:extLst>
              </p:cNvPr>
              <p:cNvSpPr/>
              <p:nvPr/>
            </p:nvSpPr>
            <p:spPr>
              <a:xfrm>
                <a:off x="7890525" y="3764100"/>
                <a:ext cx="17275" cy="25475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19" extrusionOk="0">
                    <a:moveTo>
                      <a:pt x="45" y="1"/>
                    </a:moveTo>
                    <a:cubicBezTo>
                      <a:pt x="38" y="1"/>
                      <a:pt x="34" y="2"/>
                      <a:pt x="31" y="6"/>
                    </a:cubicBezTo>
                    <a:cubicBezTo>
                      <a:pt x="0" y="42"/>
                      <a:pt x="180" y="237"/>
                      <a:pt x="344" y="509"/>
                    </a:cubicBezTo>
                    <a:cubicBezTo>
                      <a:pt x="508" y="774"/>
                      <a:pt x="597" y="1019"/>
                      <a:pt x="645" y="1019"/>
                    </a:cubicBezTo>
                    <a:cubicBezTo>
                      <a:pt x="646" y="1019"/>
                      <a:pt x="647" y="1019"/>
                      <a:pt x="648" y="1018"/>
                    </a:cubicBezTo>
                    <a:cubicBezTo>
                      <a:pt x="691" y="1012"/>
                      <a:pt x="668" y="722"/>
                      <a:pt x="487" y="422"/>
                    </a:cubicBezTo>
                    <a:cubicBezTo>
                      <a:pt x="323" y="151"/>
                      <a:pt x="105" y="1"/>
                      <a:pt x="45" y="1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234;p34">
                <a:extLst>
                  <a:ext uri="{FF2B5EF4-FFF2-40B4-BE49-F238E27FC236}">
                    <a16:creationId xmlns:a16="http://schemas.microsoft.com/office/drawing/2014/main" id="{EAC0F0A6-D7DC-6526-6098-1A8DE4F0D6E0}"/>
                  </a:ext>
                </a:extLst>
              </p:cNvPr>
              <p:cNvSpPr/>
              <p:nvPr/>
            </p:nvSpPr>
            <p:spPr>
              <a:xfrm>
                <a:off x="7916350" y="3760625"/>
                <a:ext cx="19225" cy="23975"/>
              </a:xfrm>
              <a:custGeom>
                <a:avLst/>
                <a:gdLst/>
                <a:ahLst/>
                <a:cxnLst/>
                <a:rect l="l" t="t" r="r" b="b"/>
                <a:pathLst>
                  <a:path w="769" h="959" extrusionOk="0">
                    <a:moveTo>
                      <a:pt x="43" y="1"/>
                    </a:moveTo>
                    <a:cubicBezTo>
                      <a:pt x="33" y="1"/>
                      <a:pt x="27" y="3"/>
                      <a:pt x="24" y="8"/>
                    </a:cubicBezTo>
                    <a:cubicBezTo>
                      <a:pt x="0" y="49"/>
                      <a:pt x="205" y="215"/>
                      <a:pt x="392" y="471"/>
                    </a:cubicBezTo>
                    <a:cubicBezTo>
                      <a:pt x="576" y="718"/>
                      <a:pt x="674" y="958"/>
                      <a:pt x="722" y="958"/>
                    </a:cubicBezTo>
                    <a:cubicBezTo>
                      <a:pt x="723" y="958"/>
                      <a:pt x="724" y="958"/>
                      <a:pt x="725" y="958"/>
                    </a:cubicBezTo>
                    <a:cubicBezTo>
                      <a:pt x="769" y="950"/>
                      <a:pt x="735" y="658"/>
                      <a:pt x="525" y="371"/>
                    </a:cubicBezTo>
                    <a:cubicBezTo>
                      <a:pt x="342" y="121"/>
                      <a:pt x="111" y="1"/>
                      <a:pt x="43" y="1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235;p34">
                <a:extLst>
                  <a:ext uri="{FF2B5EF4-FFF2-40B4-BE49-F238E27FC236}">
                    <a16:creationId xmlns:a16="http://schemas.microsoft.com/office/drawing/2014/main" id="{A354D0C6-8175-0BE7-26E0-8840FBE5A18A}"/>
                  </a:ext>
                </a:extLst>
              </p:cNvPr>
              <p:cNvSpPr/>
              <p:nvPr/>
            </p:nvSpPr>
            <p:spPr>
              <a:xfrm>
                <a:off x="7918425" y="3746850"/>
                <a:ext cx="3627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371" extrusionOk="0">
                    <a:moveTo>
                      <a:pt x="548" y="1"/>
                    </a:moveTo>
                    <a:cubicBezTo>
                      <a:pt x="225" y="1"/>
                      <a:pt x="0" y="119"/>
                      <a:pt x="17" y="151"/>
                    </a:cubicBezTo>
                    <a:cubicBezTo>
                      <a:pt x="21" y="164"/>
                      <a:pt x="45" y="167"/>
                      <a:pt x="84" y="167"/>
                    </a:cubicBezTo>
                    <a:cubicBezTo>
                      <a:pt x="151" y="167"/>
                      <a:pt x="261" y="157"/>
                      <a:pt x="398" y="157"/>
                    </a:cubicBezTo>
                    <a:cubicBezTo>
                      <a:pt x="497" y="157"/>
                      <a:pt x="610" y="162"/>
                      <a:pt x="730" y="181"/>
                    </a:cubicBezTo>
                    <a:cubicBezTo>
                      <a:pt x="1073" y="230"/>
                      <a:pt x="1334" y="371"/>
                      <a:pt x="1404" y="371"/>
                    </a:cubicBezTo>
                    <a:cubicBezTo>
                      <a:pt x="1412" y="371"/>
                      <a:pt x="1418" y="369"/>
                      <a:pt x="1421" y="365"/>
                    </a:cubicBezTo>
                    <a:cubicBezTo>
                      <a:pt x="1451" y="334"/>
                      <a:pt x="1185" y="80"/>
                      <a:pt x="755" y="17"/>
                    </a:cubicBezTo>
                    <a:cubicBezTo>
                      <a:pt x="683" y="6"/>
                      <a:pt x="614" y="1"/>
                      <a:pt x="548" y="1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236;p34">
                <a:extLst>
                  <a:ext uri="{FF2B5EF4-FFF2-40B4-BE49-F238E27FC236}">
                    <a16:creationId xmlns:a16="http://schemas.microsoft.com/office/drawing/2014/main" id="{2F6F3E8D-ED42-55A2-7850-DAFE7B15B151}"/>
                  </a:ext>
                </a:extLst>
              </p:cNvPr>
              <p:cNvSpPr/>
              <p:nvPr/>
            </p:nvSpPr>
            <p:spPr>
              <a:xfrm>
                <a:off x="7824100" y="3799325"/>
                <a:ext cx="254550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10182" h="167" extrusionOk="0">
                    <a:moveTo>
                      <a:pt x="5092" y="0"/>
                    </a:moveTo>
                    <a:cubicBezTo>
                      <a:pt x="2280" y="0"/>
                      <a:pt x="1" y="38"/>
                      <a:pt x="1" y="84"/>
                    </a:cubicBezTo>
                    <a:cubicBezTo>
                      <a:pt x="1" y="129"/>
                      <a:pt x="2281" y="167"/>
                      <a:pt x="5092" y="167"/>
                    </a:cubicBezTo>
                    <a:cubicBezTo>
                      <a:pt x="7902" y="167"/>
                      <a:pt x="10181" y="130"/>
                      <a:pt x="10181" y="84"/>
                    </a:cubicBezTo>
                    <a:cubicBezTo>
                      <a:pt x="10181" y="38"/>
                      <a:pt x="7903" y="0"/>
                      <a:pt x="5092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237;p34">
                <a:extLst>
                  <a:ext uri="{FF2B5EF4-FFF2-40B4-BE49-F238E27FC236}">
                    <a16:creationId xmlns:a16="http://schemas.microsoft.com/office/drawing/2014/main" id="{8D178404-8E9F-1ADF-D2DF-CAD443E794CE}"/>
                  </a:ext>
                </a:extLst>
              </p:cNvPr>
              <p:cNvSpPr/>
              <p:nvPr/>
            </p:nvSpPr>
            <p:spPr>
              <a:xfrm>
                <a:off x="7992575" y="3747375"/>
                <a:ext cx="87225" cy="54675"/>
              </a:xfrm>
              <a:custGeom>
                <a:avLst/>
                <a:gdLst/>
                <a:ahLst/>
                <a:cxnLst/>
                <a:rect l="l" t="t" r="r" b="b"/>
                <a:pathLst>
                  <a:path w="3489" h="2187" extrusionOk="0">
                    <a:moveTo>
                      <a:pt x="3117" y="1"/>
                    </a:moveTo>
                    <a:cubicBezTo>
                      <a:pt x="3038" y="1"/>
                      <a:pt x="2947" y="4"/>
                      <a:pt x="2847" y="13"/>
                    </a:cubicBezTo>
                    <a:cubicBezTo>
                      <a:pt x="2450" y="47"/>
                      <a:pt x="1904" y="194"/>
                      <a:pt x="1381" y="515"/>
                    </a:cubicBezTo>
                    <a:cubicBezTo>
                      <a:pt x="860" y="838"/>
                      <a:pt x="484" y="1261"/>
                      <a:pt x="276" y="1601"/>
                    </a:cubicBezTo>
                    <a:cubicBezTo>
                      <a:pt x="65" y="1941"/>
                      <a:pt x="1" y="2181"/>
                      <a:pt x="17" y="2186"/>
                    </a:cubicBezTo>
                    <a:cubicBezTo>
                      <a:pt x="18" y="2186"/>
                      <a:pt x="19" y="2187"/>
                      <a:pt x="19" y="2187"/>
                    </a:cubicBezTo>
                    <a:cubicBezTo>
                      <a:pt x="48" y="2187"/>
                      <a:pt x="153" y="1969"/>
                      <a:pt x="374" y="1666"/>
                    </a:cubicBezTo>
                    <a:cubicBezTo>
                      <a:pt x="599" y="1355"/>
                      <a:pt x="971" y="967"/>
                      <a:pt x="1469" y="657"/>
                    </a:cubicBezTo>
                    <a:cubicBezTo>
                      <a:pt x="1968" y="349"/>
                      <a:pt x="2482" y="194"/>
                      <a:pt x="2862" y="129"/>
                    </a:cubicBezTo>
                    <a:cubicBezTo>
                      <a:pt x="3242" y="65"/>
                      <a:pt x="3485" y="72"/>
                      <a:pt x="3487" y="44"/>
                    </a:cubicBezTo>
                    <a:cubicBezTo>
                      <a:pt x="3488" y="31"/>
                      <a:pt x="3352" y="1"/>
                      <a:pt x="3117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238;p34">
                <a:extLst>
                  <a:ext uri="{FF2B5EF4-FFF2-40B4-BE49-F238E27FC236}">
                    <a16:creationId xmlns:a16="http://schemas.microsoft.com/office/drawing/2014/main" id="{880DD353-006C-28F3-C72D-7AEA187668C0}"/>
                  </a:ext>
                </a:extLst>
              </p:cNvPr>
              <p:cNvSpPr/>
              <p:nvPr/>
            </p:nvSpPr>
            <p:spPr>
              <a:xfrm>
                <a:off x="8048850" y="3712500"/>
                <a:ext cx="10350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513" extrusionOk="0">
                    <a:moveTo>
                      <a:pt x="51" y="1"/>
                    </a:moveTo>
                    <a:cubicBezTo>
                      <a:pt x="51" y="1"/>
                      <a:pt x="51" y="1"/>
                      <a:pt x="51" y="1"/>
                    </a:cubicBezTo>
                    <a:cubicBezTo>
                      <a:pt x="6" y="4"/>
                      <a:pt x="1" y="358"/>
                      <a:pt x="90" y="781"/>
                    </a:cubicBezTo>
                    <a:cubicBezTo>
                      <a:pt x="176" y="1196"/>
                      <a:pt x="321" y="1513"/>
                      <a:pt x="366" y="1513"/>
                    </a:cubicBezTo>
                    <a:cubicBezTo>
                      <a:pt x="367" y="1513"/>
                      <a:pt x="368" y="1512"/>
                      <a:pt x="369" y="1512"/>
                    </a:cubicBezTo>
                    <a:cubicBezTo>
                      <a:pt x="414" y="1497"/>
                      <a:pt x="340" y="1161"/>
                      <a:pt x="253" y="748"/>
                    </a:cubicBezTo>
                    <a:cubicBezTo>
                      <a:pt x="165" y="336"/>
                      <a:pt x="99" y="1"/>
                      <a:pt x="51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239;p34">
                <a:extLst>
                  <a:ext uri="{FF2B5EF4-FFF2-40B4-BE49-F238E27FC236}">
                    <a16:creationId xmlns:a16="http://schemas.microsoft.com/office/drawing/2014/main" id="{CECB8A97-5170-BE99-1A7B-25AF32CF1801}"/>
                  </a:ext>
                </a:extLst>
              </p:cNvPr>
              <p:cNvSpPr/>
              <p:nvPr/>
            </p:nvSpPr>
            <p:spPr>
              <a:xfrm>
                <a:off x="7858775" y="3769875"/>
                <a:ext cx="24925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259" extrusionOk="0">
                    <a:moveTo>
                      <a:pt x="76" y="0"/>
                    </a:moveTo>
                    <a:cubicBezTo>
                      <a:pt x="38" y="0"/>
                      <a:pt x="16" y="7"/>
                      <a:pt x="14" y="17"/>
                    </a:cubicBezTo>
                    <a:cubicBezTo>
                      <a:pt x="1" y="62"/>
                      <a:pt x="386" y="151"/>
                      <a:pt x="649" y="509"/>
                    </a:cubicBezTo>
                    <a:cubicBezTo>
                      <a:pt x="916" y="864"/>
                      <a:pt x="890" y="1258"/>
                      <a:pt x="938" y="1258"/>
                    </a:cubicBezTo>
                    <a:cubicBezTo>
                      <a:pt x="939" y="1258"/>
                      <a:pt x="939" y="1258"/>
                      <a:pt x="939" y="1258"/>
                    </a:cubicBezTo>
                    <a:cubicBezTo>
                      <a:pt x="961" y="1258"/>
                      <a:pt x="997" y="1162"/>
                      <a:pt x="994" y="1004"/>
                    </a:cubicBezTo>
                    <a:cubicBezTo>
                      <a:pt x="990" y="843"/>
                      <a:pt x="935" y="613"/>
                      <a:pt x="784" y="410"/>
                    </a:cubicBezTo>
                    <a:cubicBezTo>
                      <a:pt x="632" y="206"/>
                      <a:pt x="430" y="88"/>
                      <a:pt x="275" y="38"/>
                    </a:cubicBezTo>
                    <a:cubicBezTo>
                      <a:pt x="191" y="10"/>
                      <a:pt x="122" y="0"/>
                      <a:pt x="76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240;p34">
                <a:extLst>
                  <a:ext uri="{FF2B5EF4-FFF2-40B4-BE49-F238E27FC236}">
                    <a16:creationId xmlns:a16="http://schemas.microsoft.com/office/drawing/2014/main" id="{488F7F45-B82D-D1B9-039C-A37DD1F30A34}"/>
                  </a:ext>
                </a:extLst>
              </p:cNvPr>
              <p:cNvSpPr/>
              <p:nvPr/>
            </p:nvSpPr>
            <p:spPr>
              <a:xfrm>
                <a:off x="8019525" y="3710875"/>
                <a:ext cx="264325" cy="103150"/>
              </a:xfrm>
              <a:custGeom>
                <a:avLst/>
                <a:gdLst/>
                <a:ahLst/>
                <a:cxnLst/>
                <a:rect l="l" t="t" r="r" b="b"/>
                <a:pathLst>
                  <a:path w="10573" h="4126" extrusionOk="0">
                    <a:moveTo>
                      <a:pt x="3748" y="0"/>
                    </a:moveTo>
                    <a:lnTo>
                      <a:pt x="3944" y="2062"/>
                    </a:lnTo>
                    <a:cubicBezTo>
                      <a:pt x="3881" y="2062"/>
                      <a:pt x="3819" y="2061"/>
                      <a:pt x="3757" y="2061"/>
                    </a:cubicBezTo>
                    <a:cubicBezTo>
                      <a:pt x="1321" y="2061"/>
                      <a:pt x="169" y="2807"/>
                      <a:pt x="1" y="4126"/>
                    </a:cubicBezTo>
                    <a:lnTo>
                      <a:pt x="10572" y="4126"/>
                    </a:lnTo>
                    <a:lnTo>
                      <a:pt x="10157" y="0"/>
                    </a:lnTo>
                    <a:close/>
                  </a:path>
                </a:pathLst>
              </a:custGeom>
              <a:solidFill>
                <a:srgbClr val="847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241;p34">
                <a:extLst>
                  <a:ext uri="{FF2B5EF4-FFF2-40B4-BE49-F238E27FC236}">
                    <a16:creationId xmlns:a16="http://schemas.microsoft.com/office/drawing/2014/main" id="{2A01612C-C74C-083E-8FB0-5A9EF5076806}"/>
                  </a:ext>
                </a:extLst>
              </p:cNvPr>
              <p:cNvSpPr/>
              <p:nvPr/>
            </p:nvSpPr>
            <p:spPr>
              <a:xfrm>
                <a:off x="8091100" y="3764100"/>
                <a:ext cx="17275" cy="25475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019" extrusionOk="0">
                    <a:moveTo>
                      <a:pt x="44" y="1"/>
                    </a:moveTo>
                    <a:cubicBezTo>
                      <a:pt x="38" y="1"/>
                      <a:pt x="33" y="2"/>
                      <a:pt x="31" y="6"/>
                    </a:cubicBezTo>
                    <a:cubicBezTo>
                      <a:pt x="1" y="42"/>
                      <a:pt x="181" y="237"/>
                      <a:pt x="344" y="509"/>
                    </a:cubicBezTo>
                    <a:cubicBezTo>
                      <a:pt x="509" y="774"/>
                      <a:pt x="597" y="1019"/>
                      <a:pt x="644" y="1019"/>
                    </a:cubicBezTo>
                    <a:cubicBezTo>
                      <a:pt x="645" y="1019"/>
                      <a:pt x="646" y="1019"/>
                      <a:pt x="647" y="1018"/>
                    </a:cubicBezTo>
                    <a:cubicBezTo>
                      <a:pt x="691" y="1012"/>
                      <a:pt x="668" y="722"/>
                      <a:pt x="486" y="422"/>
                    </a:cubicBezTo>
                    <a:cubicBezTo>
                      <a:pt x="323" y="151"/>
                      <a:pt x="104" y="1"/>
                      <a:pt x="44" y="1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242;p34">
                <a:extLst>
                  <a:ext uri="{FF2B5EF4-FFF2-40B4-BE49-F238E27FC236}">
                    <a16:creationId xmlns:a16="http://schemas.microsoft.com/office/drawing/2014/main" id="{BF2030F9-8C7D-8257-55A7-13E099D6B47D}"/>
                  </a:ext>
                </a:extLst>
              </p:cNvPr>
              <p:cNvSpPr/>
              <p:nvPr/>
            </p:nvSpPr>
            <p:spPr>
              <a:xfrm>
                <a:off x="8116900" y="3760625"/>
                <a:ext cx="19250" cy="2397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959" extrusionOk="0">
                    <a:moveTo>
                      <a:pt x="45" y="1"/>
                    </a:moveTo>
                    <a:cubicBezTo>
                      <a:pt x="35" y="1"/>
                      <a:pt x="29" y="3"/>
                      <a:pt x="26" y="8"/>
                    </a:cubicBezTo>
                    <a:cubicBezTo>
                      <a:pt x="1" y="49"/>
                      <a:pt x="206" y="215"/>
                      <a:pt x="393" y="471"/>
                    </a:cubicBezTo>
                    <a:cubicBezTo>
                      <a:pt x="577" y="718"/>
                      <a:pt x="674" y="958"/>
                      <a:pt x="722" y="958"/>
                    </a:cubicBezTo>
                    <a:cubicBezTo>
                      <a:pt x="724" y="958"/>
                      <a:pt x="725" y="958"/>
                      <a:pt x="726" y="958"/>
                    </a:cubicBezTo>
                    <a:cubicBezTo>
                      <a:pt x="769" y="950"/>
                      <a:pt x="736" y="658"/>
                      <a:pt x="527" y="371"/>
                    </a:cubicBezTo>
                    <a:cubicBezTo>
                      <a:pt x="343" y="121"/>
                      <a:pt x="113" y="1"/>
                      <a:pt x="45" y="1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243;p34">
                <a:extLst>
                  <a:ext uri="{FF2B5EF4-FFF2-40B4-BE49-F238E27FC236}">
                    <a16:creationId xmlns:a16="http://schemas.microsoft.com/office/drawing/2014/main" id="{3D970181-BB84-91E5-4FB4-391A4C44590E}"/>
                  </a:ext>
                </a:extLst>
              </p:cNvPr>
              <p:cNvSpPr/>
              <p:nvPr/>
            </p:nvSpPr>
            <p:spPr>
              <a:xfrm>
                <a:off x="8118975" y="3746850"/>
                <a:ext cx="3632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1453" h="371" extrusionOk="0">
                    <a:moveTo>
                      <a:pt x="549" y="1"/>
                    </a:moveTo>
                    <a:cubicBezTo>
                      <a:pt x="225" y="1"/>
                      <a:pt x="1" y="119"/>
                      <a:pt x="18" y="151"/>
                    </a:cubicBezTo>
                    <a:cubicBezTo>
                      <a:pt x="22" y="164"/>
                      <a:pt x="46" y="167"/>
                      <a:pt x="85" y="167"/>
                    </a:cubicBezTo>
                    <a:cubicBezTo>
                      <a:pt x="152" y="167"/>
                      <a:pt x="262" y="157"/>
                      <a:pt x="399" y="157"/>
                    </a:cubicBezTo>
                    <a:cubicBezTo>
                      <a:pt x="498" y="157"/>
                      <a:pt x="611" y="162"/>
                      <a:pt x="731" y="181"/>
                    </a:cubicBezTo>
                    <a:cubicBezTo>
                      <a:pt x="1075" y="230"/>
                      <a:pt x="1334" y="371"/>
                      <a:pt x="1405" y="371"/>
                    </a:cubicBezTo>
                    <a:cubicBezTo>
                      <a:pt x="1413" y="371"/>
                      <a:pt x="1418" y="369"/>
                      <a:pt x="1421" y="365"/>
                    </a:cubicBezTo>
                    <a:cubicBezTo>
                      <a:pt x="1452" y="334"/>
                      <a:pt x="1186" y="80"/>
                      <a:pt x="756" y="17"/>
                    </a:cubicBezTo>
                    <a:cubicBezTo>
                      <a:pt x="684" y="6"/>
                      <a:pt x="614" y="1"/>
                      <a:pt x="549" y="1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244;p34">
                <a:extLst>
                  <a:ext uri="{FF2B5EF4-FFF2-40B4-BE49-F238E27FC236}">
                    <a16:creationId xmlns:a16="http://schemas.microsoft.com/office/drawing/2014/main" id="{6CECECD3-B677-30D1-C9A9-E183C4F9692A}"/>
                  </a:ext>
                </a:extLst>
              </p:cNvPr>
              <p:cNvSpPr/>
              <p:nvPr/>
            </p:nvSpPr>
            <p:spPr>
              <a:xfrm>
                <a:off x="8024700" y="3799325"/>
                <a:ext cx="254500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10180" h="167" extrusionOk="0">
                    <a:moveTo>
                      <a:pt x="5090" y="0"/>
                    </a:moveTo>
                    <a:cubicBezTo>
                      <a:pt x="2278" y="0"/>
                      <a:pt x="0" y="38"/>
                      <a:pt x="0" y="84"/>
                    </a:cubicBezTo>
                    <a:cubicBezTo>
                      <a:pt x="0" y="129"/>
                      <a:pt x="2279" y="167"/>
                      <a:pt x="5090" y="167"/>
                    </a:cubicBezTo>
                    <a:cubicBezTo>
                      <a:pt x="7901" y="167"/>
                      <a:pt x="10180" y="130"/>
                      <a:pt x="10180" y="84"/>
                    </a:cubicBezTo>
                    <a:cubicBezTo>
                      <a:pt x="10180" y="38"/>
                      <a:pt x="7902" y="0"/>
                      <a:pt x="5090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245;p34">
                <a:extLst>
                  <a:ext uri="{FF2B5EF4-FFF2-40B4-BE49-F238E27FC236}">
                    <a16:creationId xmlns:a16="http://schemas.microsoft.com/office/drawing/2014/main" id="{024ED976-B264-FABA-8E7E-979AB2EBB786}"/>
                  </a:ext>
                </a:extLst>
              </p:cNvPr>
              <p:cNvSpPr/>
              <p:nvPr/>
            </p:nvSpPr>
            <p:spPr>
              <a:xfrm>
                <a:off x="8193150" y="3747375"/>
                <a:ext cx="87225" cy="54675"/>
              </a:xfrm>
              <a:custGeom>
                <a:avLst/>
                <a:gdLst/>
                <a:ahLst/>
                <a:cxnLst/>
                <a:rect l="l" t="t" r="r" b="b"/>
                <a:pathLst>
                  <a:path w="3489" h="2187" extrusionOk="0">
                    <a:moveTo>
                      <a:pt x="3117" y="1"/>
                    </a:moveTo>
                    <a:cubicBezTo>
                      <a:pt x="3038" y="1"/>
                      <a:pt x="2947" y="4"/>
                      <a:pt x="2847" y="13"/>
                    </a:cubicBezTo>
                    <a:cubicBezTo>
                      <a:pt x="2450" y="47"/>
                      <a:pt x="1904" y="194"/>
                      <a:pt x="1381" y="515"/>
                    </a:cubicBezTo>
                    <a:cubicBezTo>
                      <a:pt x="860" y="838"/>
                      <a:pt x="484" y="1261"/>
                      <a:pt x="276" y="1601"/>
                    </a:cubicBezTo>
                    <a:cubicBezTo>
                      <a:pt x="66" y="1941"/>
                      <a:pt x="0" y="2181"/>
                      <a:pt x="17" y="2186"/>
                    </a:cubicBezTo>
                    <a:cubicBezTo>
                      <a:pt x="18" y="2186"/>
                      <a:pt x="18" y="2187"/>
                      <a:pt x="19" y="2187"/>
                    </a:cubicBezTo>
                    <a:cubicBezTo>
                      <a:pt x="49" y="2187"/>
                      <a:pt x="154" y="1969"/>
                      <a:pt x="373" y="1666"/>
                    </a:cubicBezTo>
                    <a:cubicBezTo>
                      <a:pt x="599" y="1355"/>
                      <a:pt x="971" y="967"/>
                      <a:pt x="1468" y="657"/>
                    </a:cubicBezTo>
                    <a:cubicBezTo>
                      <a:pt x="1968" y="349"/>
                      <a:pt x="2482" y="194"/>
                      <a:pt x="2862" y="129"/>
                    </a:cubicBezTo>
                    <a:cubicBezTo>
                      <a:pt x="3242" y="65"/>
                      <a:pt x="3485" y="72"/>
                      <a:pt x="3487" y="44"/>
                    </a:cubicBezTo>
                    <a:cubicBezTo>
                      <a:pt x="3488" y="31"/>
                      <a:pt x="3351" y="1"/>
                      <a:pt x="3117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246;p34">
                <a:extLst>
                  <a:ext uri="{FF2B5EF4-FFF2-40B4-BE49-F238E27FC236}">
                    <a16:creationId xmlns:a16="http://schemas.microsoft.com/office/drawing/2014/main" id="{42CF90D2-85F0-F44E-4DCA-51F5535551FF}"/>
                  </a:ext>
                </a:extLst>
              </p:cNvPr>
              <p:cNvSpPr/>
              <p:nvPr/>
            </p:nvSpPr>
            <p:spPr>
              <a:xfrm>
                <a:off x="8249425" y="3712500"/>
                <a:ext cx="10350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513" extrusionOk="0">
                    <a:moveTo>
                      <a:pt x="52" y="1"/>
                    </a:moveTo>
                    <a:cubicBezTo>
                      <a:pt x="52" y="1"/>
                      <a:pt x="52" y="1"/>
                      <a:pt x="51" y="1"/>
                    </a:cubicBezTo>
                    <a:cubicBezTo>
                      <a:pt x="6" y="4"/>
                      <a:pt x="0" y="358"/>
                      <a:pt x="89" y="781"/>
                    </a:cubicBezTo>
                    <a:cubicBezTo>
                      <a:pt x="176" y="1196"/>
                      <a:pt x="320" y="1513"/>
                      <a:pt x="366" y="1513"/>
                    </a:cubicBezTo>
                    <a:cubicBezTo>
                      <a:pt x="367" y="1513"/>
                      <a:pt x="368" y="1512"/>
                      <a:pt x="369" y="1512"/>
                    </a:cubicBezTo>
                    <a:cubicBezTo>
                      <a:pt x="413" y="1497"/>
                      <a:pt x="340" y="1161"/>
                      <a:pt x="252" y="748"/>
                    </a:cubicBezTo>
                    <a:cubicBezTo>
                      <a:pt x="165" y="336"/>
                      <a:pt x="99" y="1"/>
                      <a:pt x="52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247;p34">
                <a:extLst>
                  <a:ext uri="{FF2B5EF4-FFF2-40B4-BE49-F238E27FC236}">
                    <a16:creationId xmlns:a16="http://schemas.microsoft.com/office/drawing/2014/main" id="{0F76C569-8F52-76DD-0387-D2500A4AFBF6}"/>
                  </a:ext>
                </a:extLst>
              </p:cNvPr>
              <p:cNvSpPr/>
              <p:nvPr/>
            </p:nvSpPr>
            <p:spPr>
              <a:xfrm>
                <a:off x="8059350" y="3769875"/>
                <a:ext cx="24900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259" extrusionOk="0">
                    <a:moveTo>
                      <a:pt x="76" y="0"/>
                    </a:moveTo>
                    <a:cubicBezTo>
                      <a:pt x="37" y="0"/>
                      <a:pt x="15" y="7"/>
                      <a:pt x="14" y="17"/>
                    </a:cubicBezTo>
                    <a:cubicBezTo>
                      <a:pt x="0" y="62"/>
                      <a:pt x="385" y="151"/>
                      <a:pt x="649" y="509"/>
                    </a:cubicBezTo>
                    <a:cubicBezTo>
                      <a:pt x="916" y="864"/>
                      <a:pt x="890" y="1258"/>
                      <a:pt x="938" y="1258"/>
                    </a:cubicBezTo>
                    <a:cubicBezTo>
                      <a:pt x="938" y="1258"/>
                      <a:pt x="938" y="1258"/>
                      <a:pt x="939" y="1258"/>
                    </a:cubicBezTo>
                    <a:cubicBezTo>
                      <a:pt x="960" y="1258"/>
                      <a:pt x="995" y="1162"/>
                      <a:pt x="993" y="1004"/>
                    </a:cubicBezTo>
                    <a:cubicBezTo>
                      <a:pt x="990" y="843"/>
                      <a:pt x="934" y="613"/>
                      <a:pt x="782" y="410"/>
                    </a:cubicBezTo>
                    <a:cubicBezTo>
                      <a:pt x="631" y="206"/>
                      <a:pt x="429" y="88"/>
                      <a:pt x="274" y="38"/>
                    </a:cubicBezTo>
                    <a:cubicBezTo>
                      <a:pt x="190" y="10"/>
                      <a:pt x="121" y="0"/>
                      <a:pt x="76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248;p34">
                <a:extLst>
                  <a:ext uri="{FF2B5EF4-FFF2-40B4-BE49-F238E27FC236}">
                    <a16:creationId xmlns:a16="http://schemas.microsoft.com/office/drawing/2014/main" id="{D5765F90-D9D9-01E5-C09A-6BA45A360008}"/>
                  </a:ext>
                </a:extLst>
              </p:cNvPr>
              <p:cNvSpPr/>
              <p:nvPr/>
            </p:nvSpPr>
            <p:spPr>
              <a:xfrm>
                <a:off x="7775800" y="2381975"/>
                <a:ext cx="536300" cy="1142825"/>
              </a:xfrm>
              <a:custGeom>
                <a:avLst/>
                <a:gdLst/>
                <a:ahLst/>
                <a:cxnLst/>
                <a:rect l="l" t="t" r="r" b="b"/>
                <a:pathLst>
                  <a:path w="21452" h="45713" extrusionOk="0">
                    <a:moveTo>
                      <a:pt x="18272" y="1"/>
                    </a:moveTo>
                    <a:lnTo>
                      <a:pt x="0" y="442"/>
                    </a:lnTo>
                    <a:lnTo>
                      <a:pt x="2865" y="45712"/>
                    </a:lnTo>
                    <a:lnTo>
                      <a:pt x="21452" y="45712"/>
                    </a:lnTo>
                    <a:lnTo>
                      <a:pt x="1827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249;p34">
                <a:extLst>
                  <a:ext uri="{FF2B5EF4-FFF2-40B4-BE49-F238E27FC236}">
                    <a16:creationId xmlns:a16="http://schemas.microsoft.com/office/drawing/2014/main" id="{FA4DDD8B-FDE1-2D76-2D2B-1542F02E3F3E}"/>
                  </a:ext>
                </a:extLst>
              </p:cNvPr>
              <p:cNvSpPr/>
              <p:nvPr/>
            </p:nvSpPr>
            <p:spPr>
              <a:xfrm>
                <a:off x="8003825" y="2580050"/>
                <a:ext cx="69700" cy="945925"/>
              </a:xfrm>
              <a:custGeom>
                <a:avLst/>
                <a:gdLst/>
                <a:ahLst/>
                <a:cxnLst/>
                <a:rect l="l" t="t" r="r" b="b"/>
                <a:pathLst>
                  <a:path w="2788" h="37837" extrusionOk="0">
                    <a:moveTo>
                      <a:pt x="43" y="1"/>
                    </a:moveTo>
                    <a:cubicBezTo>
                      <a:pt x="21" y="1"/>
                      <a:pt x="0" y="15"/>
                      <a:pt x="3" y="43"/>
                    </a:cubicBezTo>
                    <a:cubicBezTo>
                      <a:pt x="1017" y="12615"/>
                      <a:pt x="1536" y="25229"/>
                      <a:pt x="2686" y="37789"/>
                    </a:cubicBezTo>
                    <a:cubicBezTo>
                      <a:pt x="2689" y="37820"/>
                      <a:pt x="2715" y="37836"/>
                      <a:pt x="2740" y="37836"/>
                    </a:cubicBezTo>
                    <a:cubicBezTo>
                      <a:pt x="2765" y="37836"/>
                      <a:pt x="2788" y="37821"/>
                      <a:pt x="2786" y="37789"/>
                    </a:cubicBezTo>
                    <a:cubicBezTo>
                      <a:pt x="1802" y="25212"/>
                      <a:pt x="1210" y="12607"/>
                      <a:pt x="90" y="43"/>
                    </a:cubicBezTo>
                    <a:cubicBezTo>
                      <a:pt x="88" y="15"/>
                      <a:pt x="64" y="1"/>
                      <a:pt x="43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250;p34">
                <a:extLst>
                  <a:ext uri="{FF2B5EF4-FFF2-40B4-BE49-F238E27FC236}">
                    <a16:creationId xmlns:a16="http://schemas.microsoft.com/office/drawing/2014/main" id="{BE482DB1-57DA-79CF-D7A1-54E9A72D4B96}"/>
                  </a:ext>
                </a:extLst>
              </p:cNvPr>
              <p:cNvSpPr/>
              <p:nvPr/>
            </p:nvSpPr>
            <p:spPr>
              <a:xfrm>
                <a:off x="7293875" y="1827100"/>
                <a:ext cx="191350" cy="235975"/>
              </a:xfrm>
              <a:custGeom>
                <a:avLst/>
                <a:gdLst/>
                <a:ahLst/>
                <a:cxnLst/>
                <a:rect l="l" t="t" r="r" b="b"/>
                <a:pathLst>
                  <a:path w="7654" h="9439" extrusionOk="0">
                    <a:moveTo>
                      <a:pt x="2613" y="1"/>
                    </a:moveTo>
                    <a:cubicBezTo>
                      <a:pt x="2214" y="1"/>
                      <a:pt x="2379" y="728"/>
                      <a:pt x="2379" y="728"/>
                    </a:cubicBezTo>
                    <a:cubicBezTo>
                      <a:pt x="2379" y="728"/>
                      <a:pt x="1898" y="461"/>
                      <a:pt x="1518" y="461"/>
                    </a:cubicBezTo>
                    <a:cubicBezTo>
                      <a:pt x="1271" y="461"/>
                      <a:pt x="1067" y="574"/>
                      <a:pt x="1067" y="946"/>
                    </a:cubicBezTo>
                    <a:cubicBezTo>
                      <a:pt x="1067" y="946"/>
                      <a:pt x="82" y="955"/>
                      <a:pt x="399" y="2128"/>
                    </a:cubicBezTo>
                    <a:cubicBezTo>
                      <a:pt x="431" y="2248"/>
                      <a:pt x="425" y="2316"/>
                      <a:pt x="397" y="2351"/>
                    </a:cubicBezTo>
                    <a:cubicBezTo>
                      <a:pt x="185" y="2629"/>
                      <a:pt x="1" y="2930"/>
                      <a:pt x="54" y="3275"/>
                    </a:cubicBezTo>
                    <a:cubicBezTo>
                      <a:pt x="172" y="4025"/>
                      <a:pt x="498" y="4947"/>
                      <a:pt x="589" y="5174"/>
                    </a:cubicBezTo>
                    <a:cubicBezTo>
                      <a:pt x="1253" y="6829"/>
                      <a:pt x="1583" y="6992"/>
                      <a:pt x="2047" y="7993"/>
                    </a:cubicBezTo>
                    <a:cubicBezTo>
                      <a:pt x="2107" y="8122"/>
                      <a:pt x="2801" y="9439"/>
                      <a:pt x="2801" y="9439"/>
                    </a:cubicBezTo>
                    <a:lnTo>
                      <a:pt x="7653" y="6495"/>
                    </a:lnTo>
                    <a:cubicBezTo>
                      <a:pt x="7653" y="6495"/>
                      <a:pt x="6837" y="4969"/>
                      <a:pt x="7051" y="4285"/>
                    </a:cubicBezTo>
                    <a:cubicBezTo>
                      <a:pt x="7276" y="3567"/>
                      <a:pt x="7607" y="2935"/>
                      <a:pt x="7607" y="2935"/>
                    </a:cubicBezTo>
                    <a:cubicBezTo>
                      <a:pt x="7607" y="2935"/>
                      <a:pt x="7444" y="2866"/>
                      <a:pt x="7211" y="2866"/>
                    </a:cubicBezTo>
                    <a:cubicBezTo>
                      <a:pt x="6894" y="2866"/>
                      <a:pt x="6447" y="2994"/>
                      <a:pt x="6096" y="3596"/>
                    </a:cubicBezTo>
                    <a:cubicBezTo>
                      <a:pt x="6096" y="3596"/>
                      <a:pt x="3992" y="780"/>
                      <a:pt x="3055" y="176"/>
                    </a:cubicBezTo>
                    <a:cubicBezTo>
                      <a:pt x="2860" y="51"/>
                      <a:pt x="2717" y="1"/>
                      <a:pt x="2613" y="1"/>
                    </a:cubicBez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251;p34">
                <a:extLst>
                  <a:ext uri="{FF2B5EF4-FFF2-40B4-BE49-F238E27FC236}">
                    <a16:creationId xmlns:a16="http://schemas.microsoft.com/office/drawing/2014/main" id="{91556727-7B80-52F6-B53E-004C9D64BA52}"/>
                  </a:ext>
                </a:extLst>
              </p:cNvPr>
              <p:cNvSpPr/>
              <p:nvPr/>
            </p:nvSpPr>
            <p:spPr>
              <a:xfrm>
                <a:off x="7351850" y="1844150"/>
                <a:ext cx="39025" cy="67250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2690" extrusionOk="0">
                    <a:moveTo>
                      <a:pt x="59" y="1"/>
                    </a:moveTo>
                    <a:cubicBezTo>
                      <a:pt x="29" y="1"/>
                      <a:pt x="0" y="23"/>
                      <a:pt x="14" y="58"/>
                    </a:cubicBezTo>
                    <a:cubicBezTo>
                      <a:pt x="355" y="959"/>
                      <a:pt x="940" y="1797"/>
                      <a:pt x="1387" y="2649"/>
                    </a:cubicBezTo>
                    <a:cubicBezTo>
                      <a:pt x="1403" y="2678"/>
                      <a:pt x="1427" y="2690"/>
                      <a:pt x="1451" y="2690"/>
                    </a:cubicBezTo>
                    <a:cubicBezTo>
                      <a:pt x="1505" y="2690"/>
                      <a:pt x="1560" y="2631"/>
                      <a:pt x="1527" y="2568"/>
                    </a:cubicBezTo>
                    <a:cubicBezTo>
                      <a:pt x="1092" y="1718"/>
                      <a:pt x="662" y="794"/>
                      <a:pt x="101" y="21"/>
                    </a:cubicBezTo>
                    <a:cubicBezTo>
                      <a:pt x="91" y="7"/>
                      <a:pt x="75" y="1"/>
                      <a:pt x="59" y="1"/>
                    </a:cubicBezTo>
                    <a:close/>
                  </a:path>
                </a:pathLst>
              </a:custGeom>
              <a:solidFill>
                <a:srgbClr val="DB7F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252;p34">
                <a:extLst>
                  <a:ext uri="{FF2B5EF4-FFF2-40B4-BE49-F238E27FC236}">
                    <a16:creationId xmlns:a16="http://schemas.microsoft.com/office/drawing/2014/main" id="{61013B8D-4060-9367-8109-7B674C317F5D}"/>
                  </a:ext>
                </a:extLst>
              </p:cNvPr>
              <p:cNvSpPr/>
              <p:nvPr/>
            </p:nvSpPr>
            <p:spPr>
              <a:xfrm>
                <a:off x="8181950" y="1942675"/>
                <a:ext cx="14050" cy="19537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7815" extrusionOk="0">
                    <a:moveTo>
                      <a:pt x="23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" y="2"/>
                      <a:pt x="8" y="439"/>
                      <a:pt x="39" y="1147"/>
                    </a:cubicBezTo>
                    <a:cubicBezTo>
                      <a:pt x="72" y="1855"/>
                      <a:pt x="126" y="2831"/>
                      <a:pt x="197" y="3912"/>
                    </a:cubicBezTo>
                    <a:cubicBezTo>
                      <a:pt x="269" y="4991"/>
                      <a:pt x="343" y="5969"/>
                      <a:pt x="404" y="6674"/>
                    </a:cubicBezTo>
                    <a:cubicBezTo>
                      <a:pt x="466" y="7379"/>
                      <a:pt x="516" y="7814"/>
                      <a:pt x="538" y="7814"/>
                    </a:cubicBezTo>
                    <a:cubicBezTo>
                      <a:pt x="538" y="7814"/>
                      <a:pt x="538" y="7814"/>
                      <a:pt x="538" y="7814"/>
                    </a:cubicBezTo>
                    <a:cubicBezTo>
                      <a:pt x="561" y="7812"/>
                      <a:pt x="554" y="7373"/>
                      <a:pt x="521" y="6665"/>
                    </a:cubicBezTo>
                    <a:cubicBezTo>
                      <a:pt x="490" y="5957"/>
                      <a:pt x="435" y="4980"/>
                      <a:pt x="364" y="3902"/>
                    </a:cubicBezTo>
                    <a:cubicBezTo>
                      <a:pt x="293" y="2823"/>
                      <a:pt x="219" y="1847"/>
                      <a:pt x="157" y="1142"/>
                    </a:cubicBezTo>
                    <a:cubicBezTo>
                      <a:pt x="96" y="437"/>
                      <a:pt x="46" y="0"/>
                      <a:pt x="23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253;p34">
                <a:extLst>
                  <a:ext uri="{FF2B5EF4-FFF2-40B4-BE49-F238E27FC236}">
                    <a16:creationId xmlns:a16="http://schemas.microsoft.com/office/drawing/2014/main" id="{DD98E7BD-280B-7EAA-E613-FEB18C3E9FF0}"/>
                  </a:ext>
                </a:extLst>
              </p:cNvPr>
              <p:cNvSpPr/>
              <p:nvPr/>
            </p:nvSpPr>
            <p:spPr>
              <a:xfrm>
                <a:off x="7760975" y="1961450"/>
                <a:ext cx="5500" cy="200050"/>
              </a:xfrm>
              <a:custGeom>
                <a:avLst/>
                <a:gdLst/>
                <a:ahLst/>
                <a:cxnLst/>
                <a:rect l="l" t="t" r="r" b="b"/>
                <a:pathLst>
                  <a:path w="220" h="8002" extrusionOk="0">
                    <a:moveTo>
                      <a:pt x="184" y="0"/>
                    </a:moveTo>
                    <a:cubicBezTo>
                      <a:pt x="173" y="0"/>
                      <a:pt x="156" y="110"/>
                      <a:pt x="136" y="312"/>
                    </a:cubicBezTo>
                    <a:cubicBezTo>
                      <a:pt x="117" y="514"/>
                      <a:pt x="95" y="806"/>
                      <a:pt x="75" y="1168"/>
                    </a:cubicBezTo>
                    <a:cubicBezTo>
                      <a:pt x="34" y="1893"/>
                      <a:pt x="0" y="2894"/>
                      <a:pt x="3" y="4000"/>
                    </a:cubicBezTo>
                    <a:cubicBezTo>
                      <a:pt x="5" y="5108"/>
                      <a:pt x="40" y="6109"/>
                      <a:pt x="84" y="6832"/>
                    </a:cubicBezTo>
                    <a:cubicBezTo>
                      <a:pt x="105" y="7194"/>
                      <a:pt x="127" y="7488"/>
                      <a:pt x="147" y="7689"/>
                    </a:cubicBezTo>
                    <a:cubicBezTo>
                      <a:pt x="167" y="7891"/>
                      <a:pt x="184" y="8002"/>
                      <a:pt x="195" y="8002"/>
                    </a:cubicBezTo>
                    <a:cubicBezTo>
                      <a:pt x="219" y="8000"/>
                      <a:pt x="214" y="7552"/>
                      <a:pt x="201" y="6828"/>
                    </a:cubicBezTo>
                    <a:cubicBezTo>
                      <a:pt x="188" y="6104"/>
                      <a:pt x="170" y="5104"/>
                      <a:pt x="169" y="4000"/>
                    </a:cubicBezTo>
                    <a:cubicBezTo>
                      <a:pt x="168" y="2897"/>
                      <a:pt x="183" y="1897"/>
                      <a:pt x="193" y="1174"/>
                    </a:cubicBezTo>
                    <a:cubicBezTo>
                      <a:pt x="204" y="450"/>
                      <a:pt x="207" y="1"/>
                      <a:pt x="184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254;p34">
                <a:extLst>
                  <a:ext uri="{FF2B5EF4-FFF2-40B4-BE49-F238E27FC236}">
                    <a16:creationId xmlns:a16="http://schemas.microsoft.com/office/drawing/2014/main" id="{EC51F253-280A-D4A5-37A0-7FA13003124F}"/>
                  </a:ext>
                </a:extLst>
              </p:cNvPr>
              <p:cNvSpPr/>
              <p:nvPr/>
            </p:nvSpPr>
            <p:spPr>
              <a:xfrm>
                <a:off x="7617025" y="2166975"/>
                <a:ext cx="7225" cy="50150"/>
              </a:xfrm>
              <a:custGeom>
                <a:avLst/>
                <a:gdLst/>
                <a:ahLst/>
                <a:cxnLst/>
                <a:rect l="l" t="t" r="r" b="b"/>
                <a:pathLst>
                  <a:path w="289" h="2006" extrusionOk="0">
                    <a:moveTo>
                      <a:pt x="49" y="0"/>
                    </a:moveTo>
                    <a:cubicBezTo>
                      <a:pt x="48" y="0"/>
                      <a:pt x="48" y="0"/>
                      <a:pt x="47" y="1"/>
                    </a:cubicBezTo>
                    <a:cubicBezTo>
                      <a:pt x="0" y="14"/>
                      <a:pt x="101" y="454"/>
                      <a:pt x="109" y="1002"/>
                    </a:cubicBezTo>
                    <a:cubicBezTo>
                      <a:pt x="122" y="1550"/>
                      <a:pt x="38" y="1993"/>
                      <a:pt x="86" y="2005"/>
                    </a:cubicBezTo>
                    <a:cubicBezTo>
                      <a:pt x="86" y="2005"/>
                      <a:pt x="87" y="2005"/>
                      <a:pt x="88" y="2005"/>
                    </a:cubicBezTo>
                    <a:cubicBezTo>
                      <a:pt x="132" y="2005"/>
                      <a:pt x="289" y="1566"/>
                      <a:pt x="276" y="999"/>
                    </a:cubicBezTo>
                    <a:cubicBezTo>
                      <a:pt x="267" y="434"/>
                      <a:pt x="94" y="0"/>
                      <a:pt x="49" y="0"/>
                    </a:cubicBezTo>
                    <a:close/>
                  </a:path>
                </a:pathLst>
              </a:custGeom>
              <a:solidFill>
                <a:srgbClr val="DB7F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255;p34">
                <a:extLst>
                  <a:ext uri="{FF2B5EF4-FFF2-40B4-BE49-F238E27FC236}">
                    <a16:creationId xmlns:a16="http://schemas.microsoft.com/office/drawing/2014/main" id="{F2957699-7C18-8B59-E2DE-039773BAB089}"/>
                  </a:ext>
                </a:extLst>
              </p:cNvPr>
              <p:cNvSpPr/>
              <p:nvPr/>
            </p:nvSpPr>
            <p:spPr>
              <a:xfrm>
                <a:off x="7399800" y="1914125"/>
                <a:ext cx="49150" cy="37275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1491" extrusionOk="0">
                    <a:moveTo>
                      <a:pt x="1943" y="0"/>
                    </a:moveTo>
                    <a:cubicBezTo>
                      <a:pt x="1919" y="0"/>
                      <a:pt x="1812" y="104"/>
                      <a:pt x="1701" y="314"/>
                    </a:cubicBezTo>
                    <a:cubicBezTo>
                      <a:pt x="1588" y="515"/>
                      <a:pt x="1516" y="821"/>
                      <a:pt x="1431" y="1142"/>
                    </a:cubicBezTo>
                    <a:lnTo>
                      <a:pt x="1431" y="1142"/>
                    </a:lnTo>
                    <a:lnTo>
                      <a:pt x="1406" y="1134"/>
                    </a:lnTo>
                    <a:cubicBezTo>
                      <a:pt x="1264" y="1091"/>
                      <a:pt x="1124" y="1073"/>
                      <a:pt x="991" y="1073"/>
                    </a:cubicBezTo>
                    <a:cubicBezTo>
                      <a:pt x="739" y="1073"/>
                      <a:pt x="513" y="1137"/>
                      <a:pt x="355" y="1216"/>
                    </a:cubicBezTo>
                    <a:cubicBezTo>
                      <a:pt x="107" y="1338"/>
                      <a:pt x="0" y="1475"/>
                      <a:pt x="14" y="1488"/>
                    </a:cubicBezTo>
                    <a:cubicBezTo>
                      <a:pt x="15" y="1490"/>
                      <a:pt x="18" y="1491"/>
                      <a:pt x="21" y="1491"/>
                    </a:cubicBezTo>
                    <a:cubicBezTo>
                      <a:pt x="55" y="1491"/>
                      <a:pt x="183" y="1401"/>
                      <a:pt x="400" y="1325"/>
                    </a:cubicBezTo>
                    <a:cubicBezTo>
                      <a:pt x="543" y="1274"/>
                      <a:pt x="731" y="1233"/>
                      <a:pt x="938" y="1233"/>
                    </a:cubicBezTo>
                    <a:cubicBezTo>
                      <a:pt x="1073" y="1233"/>
                      <a:pt x="1215" y="1250"/>
                      <a:pt x="1359" y="1293"/>
                    </a:cubicBezTo>
                    <a:lnTo>
                      <a:pt x="1457" y="1327"/>
                    </a:lnTo>
                    <a:lnTo>
                      <a:pt x="1546" y="1357"/>
                    </a:lnTo>
                    <a:lnTo>
                      <a:pt x="1568" y="1272"/>
                    </a:lnTo>
                    <a:cubicBezTo>
                      <a:pt x="1664" y="900"/>
                      <a:pt x="1715" y="578"/>
                      <a:pt x="1804" y="361"/>
                    </a:cubicBezTo>
                    <a:cubicBezTo>
                      <a:pt x="1887" y="141"/>
                      <a:pt x="1966" y="15"/>
                      <a:pt x="1946" y="1"/>
                    </a:cubicBezTo>
                    <a:cubicBezTo>
                      <a:pt x="1945" y="0"/>
                      <a:pt x="1944" y="0"/>
                      <a:pt x="1943" y="0"/>
                    </a:cubicBezTo>
                    <a:close/>
                  </a:path>
                </a:pathLst>
              </a:custGeom>
              <a:solidFill>
                <a:srgbClr val="DB7F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256;p34">
                <a:extLst>
                  <a:ext uri="{FF2B5EF4-FFF2-40B4-BE49-F238E27FC236}">
                    <a16:creationId xmlns:a16="http://schemas.microsoft.com/office/drawing/2014/main" id="{69F018FC-33E2-FF6D-31B0-935ACCB714CE}"/>
                  </a:ext>
                </a:extLst>
              </p:cNvPr>
              <p:cNvSpPr/>
              <p:nvPr/>
            </p:nvSpPr>
            <p:spPr>
              <a:xfrm>
                <a:off x="7319475" y="1850450"/>
                <a:ext cx="44375" cy="80050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3202" extrusionOk="0">
                    <a:moveTo>
                      <a:pt x="44" y="1"/>
                    </a:moveTo>
                    <a:cubicBezTo>
                      <a:pt x="44" y="1"/>
                      <a:pt x="43" y="1"/>
                      <a:pt x="43" y="1"/>
                    </a:cubicBezTo>
                    <a:cubicBezTo>
                      <a:pt x="1" y="21"/>
                      <a:pt x="309" y="774"/>
                      <a:pt x="780" y="1659"/>
                    </a:cubicBezTo>
                    <a:cubicBezTo>
                      <a:pt x="1238" y="2530"/>
                      <a:pt x="1680" y="3201"/>
                      <a:pt x="1732" y="3201"/>
                    </a:cubicBezTo>
                    <a:cubicBezTo>
                      <a:pt x="1733" y="3201"/>
                      <a:pt x="1733" y="3201"/>
                      <a:pt x="1734" y="3201"/>
                    </a:cubicBezTo>
                    <a:cubicBezTo>
                      <a:pt x="1774" y="3178"/>
                      <a:pt x="1392" y="2465"/>
                      <a:pt x="927" y="1582"/>
                    </a:cubicBezTo>
                    <a:cubicBezTo>
                      <a:pt x="465" y="711"/>
                      <a:pt x="93" y="1"/>
                      <a:pt x="44" y="1"/>
                    </a:cubicBezTo>
                    <a:close/>
                  </a:path>
                </a:pathLst>
              </a:custGeom>
              <a:solidFill>
                <a:srgbClr val="DB7F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257;p34">
                <a:extLst>
                  <a:ext uri="{FF2B5EF4-FFF2-40B4-BE49-F238E27FC236}">
                    <a16:creationId xmlns:a16="http://schemas.microsoft.com/office/drawing/2014/main" id="{D87BD979-5C23-BCA7-BD9B-2304ACB31D48}"/>
                  </a:ext>
                </a:extLst>
              </p:cNvPr>
              <p:cNvSpPr/>
              <p:nvPr/>
            </p:nvSpPr>
            <p:spPr>
              <a:xfrm>
                <a:off x="7303800" y="1883225"/>
                <a:ext cx="33250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2362" extrusionOk="0">
                    <a:moveTo>
                      <a:pt x="43" y="0"/>
                    </a:moveTo>
                    <a:cubicBezTo>
                      <a:pt x="42" y="0"/>
                      <a:pt x="41" y="0"/>
                      <a:pt x="40" y="1"/>
                    </a:cubicBezTo>
                    <a:cubicBezTo>
                      <a:pt x="0" y="19"/>
                      <a:pt x="210" y="580"/>
                      <a:pt x="554" y="1238"/>
                    </a:cubicBezTo>
                    <a:cubicBezTo>
                      <a:pt x="896" y="1878"/>
                      <a:pt x="1235" y="2361"/>
                      <a:pt x="1284" y="2361"/>
                    </a:cubicBezTo>
                    <a:cubicBezTo>
                      <a:pt x="1285" y="2361"/>
                      <a:pt x="1286" y="2361"/>
                      <a:pt x="1287" y="2361"/>
                    </a:cubicBezTo>
                    <a:cubicBezTo>
                      <a:pt x="1329" y="2335"/>
                      <a:pt x="1047" y="1808"/>
                      <a:pt x="702" y="1160"/>
                    </a:cubicBezTo>
                    <a:cubicBezTo>
                      <a:pt x="368" y="523"/>
                      <a:pt x="94" y="0"/>
                      <a:pt x="43" y="0"/>
                    </a:cubicBezTo>
                    <a:close/>
                  </a:path>
                </a:pathLst>
              </a:custGeom>
              <a:solidFill>
                <a:srgbClr val="DB7F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258;p34">
                <a:extLst>
                  <a:ext uri="{FF2B5EF4-FFF2-40B4-BE49-F238E27FC236}">
                    <a16:creationId xmlns:a16="http://schemas.microsoft.com/office/drawing/2014/main" id="{06EBFB83-B81C-E643-7BBB-A9F5B9A61A72}"/>
                  </a:ext>
                </a:extLst>
              </p:cNvPr>
              <p:cNvSpPr/>
              <p:nvPr/>
            </p:nvSpPr>
            <p:spPr>
              <a:xfrm>
                <a:off x="8115425" y="2426925"/>
                <a:ext cx="133150" cy="90725"/>
              </a:xfrm>
              <a:custGeom>
                <a:avLst/>
                <a:gdLst/>
                <a:ahLst/>
                <a:cxnLst/>
                <a:rect l="l" t="t" r="r" b="b"/>
                <a:pathLst>
                  <a:path w="5326" h="3629" extrusionOk="0">
                    <a:moveTo>
                      <a:pt x="85" y="0"/>
                    </a:moveTo>
                    <a:cubicBezTo>
                      <a:pt x="42" y="0"/>
                      <a:pt x="1" y="33"/>
                      <a:pt x="17" y="86"/>
                    </a:cubicBezTo>
                    <a:cubicBezTo>
                      <a:pt x="692" y="2170"/>
                      <a:pt x="2699" y="3629"/>
                      <a:pt x="4875" y="3629"/>
                    </a:cubicBezTo>
                    <a:cubicBezTo>
                      <a:pt x="4994" y="3629"/>
                      <a:pt x="5114" y="3624"/>
                      <a:pt x="5234" y="3616"/>
                    </a:cubicBezTo>
                    <a:cubicBezTo>
                      <a:pt x="5323" y="3609"/>
                      <a:pt x="5326" y="3474"/>
                      <a:pt x="5237" y="3474"/>
                    </a:cubicBezTo>
                    <a:cubicBezTo>
                      <a:pt x="5236" y="3474"/>
                      <a:pt x="5235" y="3474"/>
                      <a:pt x="5234" y="3475"/>
                    </a:cubicBezTo>
                    <a:cubicBezTo>
                      <a:pt x="5180" y="3476"/>
                      <a:pt x="5126" y="3477"/>
                      <a:pt x="5072" y="3477"/>
                    </a:cubicBezTo>
                    <a:cubicBezTo>
                      <a:pt x="2850" y="3477"/>
                      <a:pt x="923" y="2158"/>
                      <a:pt x="154" y="48"/>
                    </a:cubicBezTo>
                    <a:cubicBezTo>
                      <a:pt x="142" y="15"/>
                      <a:pt x="113" y="0"/>
                      <a:pt x="85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259;p34">
                <a:extLst>
                  <a:ext uri="{FF2B5EF4-FFF2-40B4-BE49-F238E27FC236}">
                    <a16:creationId xmlns:a16="http://schemas.microsoft.com/office/drawing/2014/main" id="{66ABDA3F-EC12-4A2C-CBDB-A6CE2FD0D5B3}"/>
                  </a:ext>
                </a:extLst>
              </p:cNvPr>
              <p:cNvSpPr/>
              <p:nvPr/>
            </p:nvSpPr>
            <p:spPr>
              <a:xfrm>
                <a:off x="7781875" y="2414775"/>
                <a:ext cx="95825" cy="153800"/>
              </a:xfrm>
              <a:custGeom>
                <a:avLst/>
                <a:gdLst/>
                <a:ahLst/>
                <a:cxnLst/>
                <a:rect l="l" t="t" r="r" b="b"/>
                <a:pathLst>
                  <a:path w="3833" h="6152" extrusionOk="0">
                    <a:moveTo>
                      <a:pt x="3760" y="1"/>
                    </a:moveTo>
                    <a:cubicBezTo>
                      <a:pt x="3723" y="1"/>
                      <a:pt x="3685" y="24"/>
                      <a:pt x="3683" y="71"/>
                    </a:cubicBezTo>
                    <a:cubicBezTo>
                      <a:pt x="3550" y="2628"/>
                      <a:pt x="2206" y="4791"/>
                      <a:pt x="22" y="6109"/>
                    </a:cubicBezTo>
                    <a:cubicBezTo>
                      <a:pt x="0" y="6122"/>
                      <a:pt x="12" y="6152"/>
                      <a:pt x="32" y="6152"/>
                    </a:cubicBezTo>
                    <a:cubicBezTo>
                      <a:pt x="36" y="6152"/>
                      <a:pt x="40" y="6151"/>
                      <a:pt x="44" y="6148"/>
                    </a:cubicBezTo>
                    <a:lnTo>
                      <a:pt x="44" y="6149"/>
                    </a:lnTo>
                    <a:cubicBezTo>
                      <a:pt x="2275" y="4919"/>
                      <a:pt x="3683" y="2607"/>
                      <a:pt x="3830" y="71"/>
                    </a:cubicBezTo>
                    <a:cubicBezTo>
                      <a:pt x="3833" y="24"/>
                      <a:pt x="3797" y="1"/>
                      <a:pt x="3760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260;p34">
                <a:extLst>
                  <a:ext uri="{FF2B5EF4-FFF2-40B4-BE49-F238E27FC236}">
                    <a16:creationId xmlns:a16="http://schemas.microsoft.com/office/drawing/2014/main" id="{AC206DD1-9A18-62D6-AF7A-D448358CB372}"/>
                  </a:ext>
                </a:extLst>
              </p:cNvPr>
              <p:cNvSpPr/>
              <p:nvPr/>
            </p:nvSpPr>
            <p:spPr>
              <a:xfrm>
                <a:off x="7870950" y="2061050"/>
                <a:ext cx="181075" cy="374400"/>
              </a:xfrm>
              <a:custGeom>
                <a:avLst/>
                <a:gdLst/>
                <a:ahLst/>
                <a:cxnLst/>
                <a:rect l="l" t="t" r="r" b="b"/>
                <a:pathLst>
                  <a:path w="7243" h="14976" extrusionOk="0">
                    <a:moveTo>
                      <a:pt x="3752" y="1"/>
                    </a:moveTo>
                    <a:lnTo>
                      <a:pt x="0" y="934"/>
                    </a:lnTo>
                    <a:lnTo>
                      <a:pt x="3491" y="14976"/>
                    </a:lnTo>
                    <a:lnTo>
                      <a:pt x="7242" y="14043"/>
                    </a:lnTo>
                    <a:lnTo>
                      <a:pt x="3752" y="1"/>
                    </a:lnTo>
                    <a:close/>
                  </a:path>
                </a:pathLst>
              </a:custGeom>
              <a:solidFill>
                <a:srgbClr val="E5B0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261;p34">
                <a:extLst>
                  <a:ext uri="{FF2B5EF4-FFF2-40B4-BE49-F238E27FC236}">
                    <a16:creationId xmlns:a16="http://schemas.microsoft.com/office/drawing/2014/main" id="{A305A8C8-2EB7-0A8C-F882-00D9DFF7BB7B}"/>
                  </a:ext>
                </a:extLst>
              </p:cNvPr>
              <p:cNvSpPr/>
              <p:nvPr/>
            </p:nvSpPr>
            <p:spPr>
              <a:xfrm>
                <a:off x="7891200" y="2151175"/>
                <a:ext cx="93200" cy="23400"/>
              </a:xfrm>
              <a:custGeom>
                <a:avLst/>
                <a:gdLst/>
                <a:ahLst/>
                <a:cxnLst/>
                <a:rect l="l" t="t" r="r" b="b"/>
                <a:pathLst>
                  <a:path w="3728" h="936" extrusionOk="0">
                    <a:moveTo>
                      <a:pt x="3686" y="0"/>
                    </a:moveTo>
                    <a:cubicBezTo>
                      <a:pt x="3524" y="0"/>
                      <a:pt x="2758" y="160"/>
                      <a:pt x="1844" y="387"/>
                    </a:cubicBezTo>
                    <a:cubicBezTo>
                      <a:pt x="822" y="641"/>
                      <a:pt x="1" y="884"/>
                      <a:pt x="12" y="928"/>
                    </a:cubicBezTo>
                    <a:cubicBezTo>
                      <a:pt x="13" y="933"/>
                      <a:pt x="24" y="935"/>
                      <a:pt x="43" y="935"/>
                    </a:cubicBezTo>
                    <a:cubicBezTo>
                      <a:pt x="205" y="935"/>
                      <a:pt x="971" y="775"/>
                      <a:pt x="1884" y="548"/>
                    </a:cubicBezTo>
                    <a:cubicBezTo>
                      <a:pt x="2908" y="294"/>
                      <a:pt x="3728" y="52"/>
                      <a:pt x="3717" y="7"/>
                    </a:cubicBezTo>
                    <a:cubicBezTo>
                      <a:pt x="3716" y="3"/>
                      <a:pt x="3705" y="0"/>
                      <a:pt x="3686" y="0"/>
                    </a:cubicBezTo>
                    <a:close/>
                  </a:path>
                </a:pathLst>
              </a:custGeom>
              <a:solidFill>
                <a:srgbClr val="DEF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262;p34">
                <a:extLst>
                  <a:ext uri="{FF2B5EF4-FFF2-40B4-BE49-F238E27FC236}">
                    <a16:creationId xmlns:a16="http://schemas.microsoft.com/office/drawing/2014/main" id="{336E2BE9-CA57-7370-CB18-D2E05C0E172C}"/>
                  </a:ext>
                </a:extLst>
              </p:cNvPr>
              <p:cNvSpPr/>
              <p:nvPr/>
            </p:nvSpPr>
            <p:spPr>
              <a:xfrm>
                <a:off x="7900650" y="2179600"/>
                <a:ext cx="95350" cy="23950"/>
              </a:xfrm>
              <a:custGeom>
                <a:avLst/>
                <a:gdLst/>
                <a:ahLst/>
                <a:cxnLst/>
                <a:rect l="l" t="t" r="r" b="b"/>
                <a:pathLst>
                  <a:path w="3814" h="958" extrusionOk="0">
                    <a:moveTo>
                      <a:pt x="3770" y="0"/>
                    </a:moveTo>
                    <a:cubicBezTo>
                      <a:pt x="3605" y="0"/>
                      <a:pt x="2820" y="165"/>
                      <a:pt x="1886" y="398"/>
                    </a:cubicBezTo>
                    <a:cubicBezTo>
                      <a:pt x="840" y="658"/>
                      <a:pt x="1" y="906"/>
                      <a:pt x="12" y="950"/>
                    </a:cubicBezTo>
                    <a:cubicBezTo>
                      <a:pt x="13" y="955"/>
                      <a:pt x="23" y="957"/>
                      <a:pt x="41" y="957"/>
                    </a:cubicBezTo>
                    <a:cubicBezTo>
                      <a:pt x="201" y="957"/>
                      <a:pt x="989" y="793"/>
                      <a:pt x="1927" y="560"/>
                    </a:cubicBezTo>
                    <a:cubicBezTo>
                      <a:pt x="2974" y="299"/>
                      <a:pt x="3813" y="52"/>
                      <a:pt x="3802" y="8"/>
                    </a:cubicBezTo>
                    <a:cubicBezTo>
                      <a:pt x="3801" y="3"/>
                      <a:pt x="3790" y="0"/>
                      <a:pt x="3770" y="0"/>
                    </a:cubicBezTo>
                    <a:close/>
                  </a:path>
                </a:pathLst>
              </a:custGeom>
              <a:solidFill>
                <a:srgbClr val="DEF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263;p34">
                <a:extLst>
                  <a:ext uri="{FF2B5EF4-FFF2-40B4-BE49-F238E27FC236}">
                    <a16:creationId xmlns:a16="http://schemas.microsoft.com/office/drawing/2014/main" id="{FC672623-1EFE-B739-F8AE-15D18B9B311D}"/>
                  </a:ext>
                </a:extLst>
              </p:cNvPr>
              <p:cNvSpPr/>
              <p:nvPr/>
            </p:nvSpPr>
            <p:spPr>
              <a:xfrm>
                <a:off x="7945925" y="2362225"/>
                <a:ext cx="93200" cy="23400"/>
              </a:xfrm>
              <a:custGeom>
                <a:avLst/>
                <a:gdLst/>
                <a:ahLst/>
                <a:cxnLst/>
                <a:rect l="l" t="t" r="r" b="b"/>
                <a:pathLst>
                  <a:path w="3728" h="936" extrusionOk="0">
                    <a:moveTo>
                      <a:pt x="3684" y="0"/>
                    </a:moveTo>
                    <a:cubicBezTo>
                      <a:pt x="3520" y="0"/>
                      <a:pt x="2755" y="160"/>
                      <a:pt x="1844" y="386"/>
                    </a:cubicBezTo>
                    <a:cubicBezTo>
                      <a:pt x="820" y="641"/>
                      <a:pt x="1" y="884"/>
                      <a:pt x="12" y="928"/>
                    </a:cubicBezTo>
                    <a:cubicBezTo>
                      <a:pt x="13" y="933"/>
                      <a:pt x="24" y="935"/>
                      <a:pt x="43" y="935"/>
                    </a:cubicBezTo>
                    <a:cubicBezTo>
                      <a:pt x="205" y="935"/>
                      <a:pt x="971" y="776"/>
                      <a:pt x="1884" y="549"/>
                    </a:cubicBezTo>
                    <a:cubicBezTo>
                      <a:pt x="2907" y="294"/>
                      <a:pt x="3728" y="52"/>
                      <a:pt x="3717" y="8"/>
                    </a:cubicBezTo>
                    <a:cubicBezTo>
                      <a:pt x="3716" y="3"/>
                      <a:pt x="3704" y="0"/>
                      <a:pt x="3684" y="0"/>
                    </a:cubicBezTo>
                    <a:close/>
                  </a:path>
                </a:pathLst>
              </a:custGeom>
              <a:solidFill>
                <a:srgbClr val="DEF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264;p34">
                <a:extLst>
                  <a:ext uri="{FF2B5EF4-FFF2-40B4-BE49-F238E27FC236}">
                    <a16:creationId xmlns:a16="http://schemas.microsoft.com/office/drawing/2014/main" id="{31C2C86E-C07D-AFEA-0799-B50829C13021}"/>
                  </a:ext>
                </a:extLst>
              </p:cNvPr>
              <p:cNvSpPr/>
              <p:nvPr/>
            </p:nvSpPr>
            <p:spPr>
              <a:xfrm>
                <a:off x="7936500" y="2333000"/>
                <a:ext cx="94250" cy="23675"/>
              </a:xfrm>
              <a:custGeom>
                <a:avLst/>
                <a:gdLst/>
                <a:ahLst/>
                <a:cxnLst/>
                <a:rect l="l" t="t" r="r" b="b"/>
                <a:pathLst>
                  <a:path w="3770" h="947" extrusionOk="0">
                    <a:moveTo>
                      <a:pt x="3727" y="0"/>
                    </a:moveTo>
                    <a:cubicBezTo>
                      <a:pt x="3565" y="0"/>
                      <a:pt x="2789" y="162"/>
                      <a:pt x="1865" y="393"/>
                    </a:cubicBezTo>
                    <a:cubicBezTo>
                      <a:pt x="830" y="650"/>
                      <a:pt x="0" y="895"/>
                      <a:pt x="11" y="939"/>
                    </a:cubicBezTo>
                    <a:cubicBezTo>
                      <a:pt x="13" y="944"/>
                      <a:pt x="23" y="946"/>
                      <a:pt x="43" y="946"/>
                    </a:cubicBezTo>
                    <a:cubicBezTo>
                      <a:pt x="207" y="946"/>
                      <a:pt x="982" y="784"/>
                      <a:pt x="1905" y="555"/>
                    </a:cubicBezTo>
                    <a:cubicBezTo>
                      <a:pt x="2940" y="297"/>
                      <a:pt x="3769" y="53"/>
                      <a:pt x="3758" y="7"/>
                    </a:cubicBezTo>
                    <a:cubicBezTo>
                      <a:pt x="3757" y="3"/>
                      <a:pt x="3747" y="0"/>
                      <a:pt x="3727" y="0"/>
                    </a:cubicBezTo>
                    <a:close/>
                  </a:path>
                </a:pathLst>
              </a:custGeom>
              <a:solidFill>
                <a:srgbClr val="DEF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265;p34">
                <a:extLst>
                  <a:ext uri="{FF2B5EF4-FFF2-40B4-BE49-F238E27FC236}">
                    <a16:creationId xmlns:a16="http://schemas.microsoft.com/office/drawing/2014/main" id="{18AD61B6-BCBE-6156-4403-D10B31C98D57}"/>
                  </a:ext>
                </a:extLst>
              </p:cNvPr>
              <p:cNvSpPr/>
              <p:nvPr/>
            </p:nvSpPr>
            <p:spPr>
              <a:xfrm>
                <a:off x="7978575" y="2092150"/>
                <a:ext cx="197650" cy="320375"/>
              </a:xfrm>
              <a:custGeom>
                <a:avLst/>
                <a:gdLst/>
                <a:ahLst/>
                <a:cxnLst/>
                <a:rect l="l" t="t" r="r" b="b"/>
                <a:pathLst>
                  <a:path w="7906" h="12815" extrusionOk="0">
                    <a:moveTo>
                      <a:pt x="5031" y="1"/>
                    </a:moveTo>
                    <a:lnTo>
                      <a:pt x="1" y="1251"/>
                    </a:lnTo>
                    <a:lnTo>
                      <a:pt x="2875" y="12814"/>
                    </a:lnTo>
                    <a:lnTo>
                      <a:pt x="7906" y="11564"/>
                    </a:lnTo>
                    <a:lnTo>
                      <a:pt x="5031" y="1"/>
                    </a:lnTo>
                    <a:close/>
                  </a:path>
                </a:pathLst>
              </a:custGeom>
              <a:solidFill>
                <a:srgbClr val="984C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266;p34">
                <a:extLst>
                  <a:ext uri="{FF2B5EF4-FFF2-40B4-BE49-F238E27FC236}">
                    <a16:creationId xmlns:a16="http://schemas.microsoft.com/office/drawing/2014/main" id="{B19E8E7A-D41E-762D-B979-9DA8478ABE04}"/>
                  </a:ext>
                </a:extLst>
              </p:cNvPr>
              <p:cNvSpPr/>
              <p:nvPr/>
            </p:nvSpPr>
            <p:spPr>
              <a:xfrm>
                <a:off x="7996325" y="2108425"/>
                <a:ext cx="46050" cy="84300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372" extrusionOk="0">
                    <a:moveTo>
                      <a:pt x="1698" y="0"/>
                    </a:moveTo>
                    <a:cubicBezTo>
                      <a:pt x="1698" y="0"/>
                      <a:pt x="1698" y="0"/>
                      <a:pt x="1697" y="0"/>
                    </a:cubicBezTo>
                    <a:cubicBezTo>
                      <a:pt x="1671" y="5"/>
                      <a:pt x="1710" y="233"/>
                      <a:pt x="1702" y="591"/>
                    </a:cubicBezTo>
                    <a:cubicBezTo>
                      <a:pt x="1693" y="950"/>
                      <a:pt x="1613" y="1452"/>
                      <a:pt x="1369" y="1942"/>
                    </a:cubicBezTo>
                    <a:cubicBezTo>
                      <a:pt x="1123" y="2430"/>
                      <a:pt x="770" y="2795"/>
                      <a:pt x="488" y="3017"/>
                    </a:cubicBezTo>
                    <a:cubicBezTo>
                      <a:pt x="206" y="3242"/>
                      <a:pt x="1" y="3344"/>
                      <a:pt x="13" y="3369"/>
                    </a:cubicBezTo>
                    <a:cubicBezTo>
                      <a:pt x="13" y="3370"/>
                      <a:pt x="16" y="3371"/>
                      <a:pt x="21" y="3371"/>
                    </a:cubicBezTo>
                    <a:cubicBezTo>
                      <a:pt x="65" y="3371"/>
                      <a:pt x="276" y="3301"/>
                      <a:pt x="558" y="3112"/>
                    </a:cubicBezTo>
                    <a:cubicBezTo>
                      <a:pt x="869" y="2907"/>
                      <a:pt x="1258" y="2535"/>
                      <a:pt x="1518" y="2016"/>
                    </a:cubicBezTo>
                    <a:cubicBezTo>
                      <a:pt x="1777" y="1497"/>
                      <a:pt x="1842" y="962"/>
                      <a:pt x="1820" y="590"/>
                    </a:cubicBezTo>
                    <a:cubicBezTo>
                      <a:pt x="1800" y="219"/>
                      <a:pt x="1717" y="0"/>
                      <a:pt x="1698" y="0"/>
                    </a:cubicBezTo>
                    <a:close/>
                  </a:path>
                </a:pathLst>
              </a:custGeom>
              <a:solidFill>
                <a:srgbClr val="DEF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267;p34">
                <a:extLst>
                  <a:ext uri="{FF2B5EF4-FFF2-40B4-BE49-F238E27FC236}">
                    <a16:creationId xmlns:a16="http://schemas.microsoft.com/office/drawing/2014/main" id="{8F233DDD-1849-E56B-3A1C-B23C509F47D6}"/>
                  </a:ext>
                </a:extLst>
              </p:cNvPr>
              <p:cNvSpPr/>
              <p:nvPr/>
            </p:nvSpPr>
            <p:spPr>
              <a:xfrm>
                <a:off x="8017350" y="2212425"/>
                <a:ext cx="115925" cy="54075"/>
              </a:xfrm>
              <a:custGeom>
                <a:avLst/>
                <a:gdLst/>
                <a:ahLst/>
                <a:cxnLst/>
                <a:rect l="l" t="t" r="r" b="b"/>
                <a:pathLst>
                  <a:path w="4637" h="2163" extrusionOk="0">
                    <a:moveTo>
                      <a:pt x="3886" y="0"/>
                    </a:moveTo>
                    <a:cubicBezTo>
                      <a:pt x="3876" y="0"/>
                      <a:pt x="3865" y="1"/>
                      <a:pt x="3854" y="1"/>
                    </a:cubicBezTo>
                    <a:cubicBezTo>
                      <a:pt x="3367" y="4"/>
                      <a:pt x="2690" y="114"/>
                      <a:pt x="2007" y="419"/>
                    </a:cubicBezTo>
                    <a:cubicBezTo>
                      <a:pt x="1325" y="727"/>
                      <a:pt x="793" y="1161"/>
                      <a:pt x="468" y="1522"/>
                    </a:cubicBezTo>
                    <a:cubicBezTo>
                      <a:pt x="140" y="1884"/>
                      <a:pt x="0" y="2153"/>
                      <a:pt x="15" y="2162"/>
                    </a:cubicBezTo>
                    <a:cubicBezTo>
                      <a:pt x="15" y="2162"/>
                      <a:pt x="16" y="2163"/>
                      <a:pt x="17" y="2163"/>
                    </a:cubicBezTo>
                    <a:cubicBezTo>
                      <a:pt x="51" y="2163"/>
                      <a:pt x="224" y="1925"/>
                      <a:pt x="552" y="1604"/>
                    </a:cubicBezTo>
                    <a:cubicBezTo>
                      <a:pt x="891" y="1273"/>
                      <a:pt x="1416" y="869"/>
                      <a:pt x="2076" y="570"/>
                    </a:cubicBezTo>
                    <a:cubicBezTo>
                      <a:pt x="2735" y="276"/>
                      <a:pt x="3385" y="153"/>
                      <a:pt x="3859" y="118"/>
                    </a:cubicBezTo>
                    <a:cubicBezTo>
                      <a:pt x="4334" y="84"/>
                      <a:pt x="4630" y="115"/>
                      <a:pt x="4633" y="86"/>
                    </a:cubicBezTo>
                    <a:cubicBezTo>
                      <a:pt x="4637" y="70"/>
                      <a:pt x="4352" y="0"/>
                      <a:pt x="3886" y="0"/>
                    </a:cubicBezTo>
                    <a:close/>
                  </a:path>
                </a:pathLst>
              </a:custGeom>
              <a:solidFill>
                <a:srgbClr val="DEF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268;p34">
                <a:extLst>
                  <a:ext uri="{FF2B5EF4-FFF2-40B4-BE49-F238E27FC236}">
                    <a16:creationId xmlns:a16="http://schemas.microsoft.com/office/drawing/2014/main" id="{822CF21B-B9D4-12AD-56B9-6C9DCAFB38E5}"/>
                  </a:ext>
                </a:extLst>
              </p:cNvPr>
              <p:cNvSpPr/>
              <p:nvPr/>
            </p:nvSpPr>
            <p:spPr>
              <a:xfrm>
                <a:off x="8067625" y="2294175"/>
                <a:ext cx="84400" cy="114075"/>
              </a:xfrm>
              <a:custGeom>
                <a:avLst/>
                <a:gdLst/>
                <a:ahLst/>
                <a:cxnLst/>
                <a:rect l="l" t="t" r="r" b="b"/>
                <a:pathLst>
                  <a:path w="3376" h="4563" extrusionOk="0">
                    <a:moveTo>
                      <a:pt x="2871" y="1"/>
                    </a:moveTo>
                    <a:cubicBezTo>
                      <a:pt x="2733" y="1"/>
                      <a:pt x="2571" y="13"/>
                      <a:pt x="2390" y="46"/>
                    </a:cubicBezTo>
                    <a:cubicBezTo>
                      <a:pt x="1794" y="144"/>
                      <a:pt x="950" y="554"/>
                      <a:pt x="470" y="1396"/>
                    </a:cubicBezTo>
                    <a:cubicBezTo>
                      <a:pt x="0" y="2242"/>
                      <a:pt x="90" y="3176"/>
                      <a:pt x="316" y="3738"/>
                    </a:cubicBezTo>
                    <a:cubicBezTo>
                      <a:pt x="427" y="4026"/>
                      <a:pt x="560" y="4238"/>
                      <a:pt x="667" y="4372"/>
                    </a:cubicBezTo>
                    <a:cubicBezTo>
                      <a:pt x="769" y="4501"/>
                      <a:pt x="839" y="4563"/>
                      <a:pt x="851" y="4563"/>
                    </a:cubicBezTo>
                    <a:cubicBezTo>
                      <a:pt x="852" y="4563"/>
                      <a:pt x="852" y="4562"/>
                      <a:pt x="852" y="4562"/>
                    </a:cubicBezTo>
                    <a:cubicBezTo>
                      <a:pt x="880" y="4542"/>
                      <a:pt x="612" y="4263"/>
                      <a:pt x="427" y="3698"/>
                    </a:cubicBezTo>
                    <a:cubicBezTo>
                      <a:pt x="238" y="3150"/>
                      <a:pt x="177" y="2268"/>
                      <a:pt x="616" y="1477"/>
                    </a:cubicBezTo>
                    <a:cubicBezTo>
                      <a:pt x="1062" y="692"/>
                      <a:pt x="1848" y="285"/>
                      <a:pt x="2415" y="161"/>
                    </a:cubicBezTo>
                    <a:cubicBezTo>
                      <a:pt x="2706" y="93"/>
                      <a:pt x="2946" y="80"/>
                      <a:pt x="3113" y="80"/>
                    </a:cubicBezTo>
                    <a:cubicBezTo>
                      <a:pt x="3211" y="80"/>
                      <a:pt x="3283" y="85"/>
                      <a:pt x="3326" y="85"/>
                    </a:cubicBezTo>
                    <a:cubicBezTo>
                      <a:pt x="3357" y="85"/>
                      <a:pt x="3373" y="83"/>
                      <a:pt x="3373" y="76"/>
                    </a:cubicBezTo>
                    <a:cubicBezTo>
                      <a:pt x="3375" y="67"/>
                      <a:pt x="3284" y="39"/>
                      <a:pt x="3114" y="16"/>
                    </a:cubicBezTo>
                    <a:cubicBezTo>
                      <a:pt x="3046" y="7"/>
                      <a:pt x="2964" y="1"/>
                      <a:pt x="2871" y="1"/>
                    </a:cubicBezTo>
                    <a:close/>
                  </a:path>
                </a:pathLst>
              </a:custGeom>
              <a:solidFill>
                <a:srgbClr val="DEF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269;p34">
                <a:extLst>
                  <a:ext uri="{FF2B5EF4-FFF2-40B4-BE49-F238E27FC236}">
                    <a16:creationId xmlns:a16="http://schemas.microsoft.com/office/drawing/2014/main" id="{3B384D64-26A4-11FA-4570-4BE1C2C5DC31}"/>
                  </a:ext>
                </a:extLst>
              </p:cNvPr>
              <p:cNvSpPr/>
              <p:nvPr/>
            </p:nvSpPr>
            <p:spPr>
              <a:xfrm>
                <a:off x="8088225" y="2020300"/>
                <a:ext cx="134175" cy="362750"/>
              </a:xfrm>
              <a:custGeom>
                <a:avLst/>
                <a:gdLst/>
                <a:ahLst/>
                <a:cxnLst/>
                <a:rect l="l" t="t" r="r" b="b"/>
                <a:pathLst>
                  <a:path w="5367" h="14510" extrusionOk="0">
                    <a:moveTo>
                      <a:pt x="1876" y="1"/>
                    </a:moveTo>
                    <a:lnTo>
                      <a:pt x="0" y="467"/>
                    </a:lnTo>
                    <a:lnTo>
                      <a:pt x="3491" y="14510"/>
                    </a:lnTo>
                    <a:lnTo>
                      <a:pt x="5367" y="14043"/>
                    </a:lnTo>
                    <a:lnTo>
                      <a:pt x="1876" y="1"/>
                    </a:lnTo>
                    <a:close/>
                  </a:path>
                </a:pathLst>
              </a:custGeom>
              <a:solidFill>
                <a:srgbClr val="DC7C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270;p34">
                <a:extLst>
                  <a:ext uri="{FF2B5EF4-FFF2-40B4-BE49-F238E27FC236}">
                    <a16:creationId xmlns:a16="http://schemas.microsoft.com/office/drawing/2014/main" id="{5A922B01-2C31-CA59-7E9C-5C7BF96B751B}"/>
                  </a:ext>
                </a:extLst>
              </p:cNvPr>
              <p:cNvSpPr/>
              <p:nvPr/>
            </p:nvSpPr>
            <p:spPr>
              <a:xfrm>
                <a:off x="8100875" y="2068225"/>
                <a:ext cx="445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466" extrusionOk="0">
                    <a:moveTo>
                      <a:pt x="1707" y="0"/>
                    </a:moveTo>
                    <a:cubicBezTo>
                      <a:pt x="1576" y="0"/>
                      <a:pt x="1248" y="58"/>
                      <a:pt x="870" y="153"/>
                    </a:cubicBezTo>
                    <a:cubicBezTo>
                      <a:pt x="385" y="272"/>
                      <a:pt x="1" y="407"/>
                      <a:pt x="11" y="451"/>
                    </a:cubicBezTo>
                    <a:cubicBezTo>
                      <a:pt x="13" y="461"/>
                      <a:pt x="35" y="466"/>
                      <a:pt x="72" y="466"/>
                    </a:cubicBezTo>
                    <a:cubicBezTo>
                      <a:pt x="204" y="466"/>
                      <a:pt x="532" y="408"/>
                      <a:pt x="910" y="314"/>
                    </a:cubicBezTo>
                    <a:cubicBezTo>
                      <a:pt x="1396" y="194"/>
                      <a:pt x="1780" y="59"/>
                      <a:pt x="1769" y="15"/>
                    </a:cubicBezTo>
                    <a:cubicBezTo>
                      <a:pt x="1766" y="5"/>
                      <a:pt x="1745" y="0"/>
                      <a:pt x="1707" y="0"/>
                    </a:cubicBezTo>
                    <a:close/>
                  </a:path>
                </a:pathLst>
              </a:custGeom>
              <a:solidFill>
                <a:srgbClr val="DEF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271;p34">
                <a:extLst>
                  <a:ext uri="{FF2B5EF4-FFF2-40B4-BE49-F238E27FC236}">
                    <a16:creationId xmlns:a16="http://schemas.microsoft.com/office/drawing/2014/main" id="{E19C9507-D414-1C0F-813B-6C470FDF4274}"/>
                  </a:ext>
                </a:extLst>
              </p:cNvPr>
              <p:cNvSpPr/>
              <p:nvPr/>
            </p:nvSpPr>
            <p:spPr>
              <a:xfrm>
                <a:off x="8099950" y="2060325"/>
                <a:ext cx="445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468" extrusionOk="0">
                    <a:moveTo>
                      <a:pt x="1707" y="1"/>
                    </a:moveTo>
                    <a:cubicBezTo>
                      <a:pt x="1575" y="1"/>
                      <a:pt x="1248" y="59"/>
                      <a:pt x="870" y="153"/>
                    </a:cubicBezTo>
                    <a:cubicBezTo>
                      <a:pt x="384" y="274"/>
                      <a:pt x="0" y="407"/>
                      <a:pt x="10" y="453"/>
                    </a:cubicBezTo>
                    <a:cubicBezTo>
                      <a:pt x="13" y="463"/>
                      <a:pt x="34" y="467"/>
                      <a:pt x="71" y="467"/>
                    </a:cubicBezTo>
                    <a:cubicBezTo>
                      <a:pt x="202" y="467"/>
                      <a:pt x="531" y="409"/>
                      <a:pt x="910" y="315"/>
                    </a:cubicBezTo>
                    <a:cubicBezTo>
                      <a:pt x="1395" y="194"/>
                      <a:pt x="1779" y="60"/>
                      <a:pt x="1768" y="15"/>
                    </a:cubicBezTo>
                    <a:cubicBezTo>
                      <a:pt x="1766" y="6"/>
                      <a:pt x="1744" y="1"/>
                      <a:pt x="1707" y="1"/>
                    </a:cubicBezTo>
                    <a:close/>
                  </a:path>
                </a:pathLst>
              </a:custGeom>
              <a:solidFill>
                <a:srgbClr val="DEF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272;p34">
                <a:extLst>
                  <a:ext uri="{FF2B5EF4-FFF2-40B4-BE49-F238E27FC236}">
                    <a16:creationId xmlns:a16="http://schemas.microsoft.com/office/drawing/2014/main" id="{86E2795C-F911-8495-D1C5-D2713E1D5AFD}"/>
                  </a:ext>
                </a:extLst>
              </p:cNvPr>
              <p:cNvSpPr/>
              <p:nvPr/>
            </p:nvSpPr>
            <p:spPr>
              <a:xfrm>
                <a:off x="8169525" y="2344300"/>
                <a:ext cx="445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467" extrusionOk="0">
                    <a:moveTo>
                      <a:pt x="1708" y="1"/>
                    </a:moveTo>
                    <a:cubicBezTo>
                      <a:pt x="1576" y="1"/>
                      <a:pt x="1248" y="59"/>
                      <a:pt x="870" y="153"/>
                    </a:cubicBezTo>
                    <a:cubicBezTo>
                      <a:pt x="384" y="273"/>
                      <a:pt x="0" y="407"/>
                      <a:pt x="11" y="452"/>
                    </a:cubicBezTo>
                    <a:cubicBezTo>
                      <a:pt x="13" y="461"/>
                      <a:pt x="35" y="466"/>
                      <a:pt x="72" y="466"/>
                    </a:cubicBezTo>
                    <a:cubicBezTo>
                      <a:pt x="203" y="466"/>
                      <a:pt x="532" y="408"/>
                      <a:pt x="910" y="314"/>
                    </a:cubicBezTo>
                    <a:cubicBezTo>
                      <a:pt x="1395" y="194"/>
                      <a:pt x="1780" y="60"/>
                      <a:pt x="1769" y="15"/>
                    </a:cubicBezTo>
                    <a:cubicBezTo>
                      <a:pt x="1767" y="5"/>
                      <a:pt x="1745" y="1"/>
                      <a:pt x="1708" y="1"/>
                    </a:cubicBezTo>
                    <a:close/>
                  </a:path>
                </a:pathLst>
              </a:custGeom>
              <a:solidFill>
                <a:srgbClr val="DEF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273;p34">
                <a:extLst>
                  <a:ext uri="{FF2B5EF4-FFF2-40B4-BE49-F238E27FC236}">
                    <a16:creationId xmlns:a16="http://schemas.microsoft.com/office/drawing/2014/main" id="{28E3D9E7-67C1-66AA-3F92-23D4741388EB}"/>
                  </a:ext>
                </a:extLst>
              </p:cNvPr>
              <p:cNvSpPr/>
              <p:nvPr/>
            </p:nvSpPr>
            <p:spPr>
              <a:xfrm>
                <a:off x="8168575" y="2336425"/>
                <a:ext cx="445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467" extrusionOk="0">
                    <a:moveTo>
                      <a:pt x="1708" y="0"/>
                    </a:moveTo>
                    <a:cubicBezTo>
                      <a:pt x="1576" y="0"/>
                      <a:pt x="1248" y="58"/>
                      <a:pt x="870" y="152"/>
                    </a:cubicBezTo>
                    <a:cubicBezTo>
                      <a:pt x="385" y="272"/>
                      <a:pt x="0" y="407"/>
                      <a:pt x="11" y="451"/>
                    </a:cubicBezTo>
                    <a:cubicBezTo>
                      <a:pt x="14" y="461"/>
                      <a:pt x="35" y="466"/>
                      <a:pt x="73" y="466"/>
                    </a:cubicBezTo>
                    <a:cubicBezTo>
                      <a:pt x="205" y="466"/>
                      <a:pt x="533" y="408"/>
                      <a:pt x="910" y="313"/>
                    </a:cubicBezTo>
                    <a:cubicBezTo>
                      <a:pt x="1395" y="194"/>
                      <a:pt x="1781" y="59"/>
                      <a:pt x="1769" y="15"/>
                    </a:cubicBezTo>
                    <a:cubicBezTo>
                      <a:pt x="1767" y="5"/>
                      <a:pt x="1745" y="0"/>
                      <a:pt x="1708" y="0"/>
                    </a:cubicBezTo>
                    <a:close/>
                  </a:path>
                </a:pathLst>
              </a:custGeom>
              <a:solidFill>
                <a:srgbClr val="DEF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274;p34">
                <a:extLst>
                  <a:ext uri="{FF2B5EF4-FFF2-40B4-BE49-F238E27FC236}">
                    <a16:creationId xmlns:a16="http://schemas.microsoft.com/office/drawing/2014/main" id="{14A50B88-3836-A84D-4CD6-CBA5EA46B4FF}"/>
                  </a:ext>
                </a:extLst>
              </p:cNvPr>
              <p:cNvSpPr/>
              <p:nvPr/>
            </p:nvSpPr>
            <p:spPr>
              <a:xfrm>
                <a:off x="8131725" y="2117250"/>
                <a:ext cx="46925" cy="179625"/>
              </a:xfrm>
              <a:custGeom>
                <a:avLst/>
                <a:gdLst/>
                <a:ahLst/>
                <a:cxnLst/>
                <a:rect l="l" t="t" r="r" b="b"/>
                <a:pathLst>
                  <a:path w="1877" h="7185" extrusionOk="0">
                    <a:moveTo>
                      <a:pt x="47" y="1"/>
                    </a:moveTo>
                    <a:cubicBezTo>
                      <a:pt x="46" y="1"/>
                      <a:pt x="46" y="1"/>
                      <a:pt x="46" y="1"/>
                    </a:cubicBezTo>
                    <a:cubicBezTo>
                      <a:pt x="1" y="12"/>
                      <a:pt x="365" y="1630"/>
                      <a:pt x="858" y="3613"/>
                    </a:cubicBezTo>
                    <a:cubicBezTo>
                      <a:pt x="1349" y="5590"/>
                      <a:pt x="1785" y="7185"/>
                      <a:pt x="1831" y="7185"/>
                    </a:cubicBezTo>
                    <a:cubicBezTo>
                      <a:pt x="1832" y="7185"/>
                      <a:pt x="1832" y="7185"/>
                      <a:pt x="1832" y="7185"/>
                    </a:cubicBezTo>
                    <a:cubicBezTo>
                      <a:pt x="1876" y="7174"/>
                      <a:pt x="1513" y="5557"/>
                      <a:pt x="1020" y="3573"/>
                    </a:cubicBezTo>
                    <a:cubicBezTo>
                      <a:pt x="528" y="1596"/>
                      <a:pt x="94" y="1"/>
                      <a:pt x="47" y="1"/>
                    </a:cubicBezTo>
                    <a:close/>
                  </a:path>
                </a:pathLst>
              </a:custGeom>
              <a:solidFill>
                <a:srgbClr val="DEF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275;p34">
                <a:extLst>
                  <a:ext uri="{FF2B5EF4-FFF2-40B4-BE49-F238E27FC236}">
                    <a16:creationId xmlns:a16="http://schemas.microsoft.com/office/drawing/2014/main" id="{14531320-AFA8-1F09-57A7-C6F4FE965647}"/>
                  </a:ext>
                </a:extLst>
              </p:cNvPr>
              <p:cNvSpPr/>
              <p:nvPr/>
            </p:nvSpPr>
            <p:spPr>
              <a:xfrm>
                <a:off x="7999725" y="2129650"/>
                <a:ext cx="396700" cy="308625"/>
              </a:xfrm>
              <a:custGeom>
                <a:avLst/>
                <a:gdLst/>
                <a:ahLst/>
                <a:cxnLst/>
                <a:rect l="l" t="t" r="r" b="b"/>
                <a:pathLst>
                  <a:path w="15868" h="12345" extrusionOk="0">
                    <a:moveTo>
                      <a:pt x="11165" y="0"/>
                    </a:moveTo>
                    <a:cubicBezTo>
                      <a:pt x="9401" y="0"/>
                      <a:pt x="8018" y="358"/>
                      <a:pt x="8018" y="358"/>
                    </a:cubicBezTo>
                    <a:lnTo>
                      <a:pt x="8101" y="4371"/>
                    </a:lnTo>
                    <a:lnTo>
                      <a:pt x="0" y="5781"/>
                    </a:lnTo>
                    <a:lnTo>
                      <a:pt x="831" y="11743"/>
                    </a:lnTo>
                    <a:cubicBezTo>
                      <a:pt x="831" y="11743"/>
                      <a:pt x="3866" y="12344"/>
                      <a:pt x="7098" y="12344"/>
                    </a:cubicBezTo>
                    <a:cubicBezTo>
                      <a:pt x="8736" y="12344"/>
                      <a:pt x="10425" y="12190"/>
                      <a:pt x="11795" y="11724"/>
                    </a:cubicBezTo>
                    <a:cubicBezTo>
                      <a:pt x="15867" y="10340"/>
                      <a:pt x="15001" y="730"/>
                      <a:pt x="15001" y="730"/>
                    </a:cubicBezTo>
                    <a:cubicBezTo>
                      <a:pt x="13757" y="167"/>
                      <a:pt x="12372" y="0"/>
                      <a:pt x="11165" y="0"/>
                    </a:cubicBez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276;p34">
                <a:extLst>
                  <a:ext uri="{FF2B5EF4-FFF2-40B4-BE49-F238E27FC236}">
                    <a16:creationId xmlns:a16="http://schemas.microsoft.com/office/drawing/2014/main" id="{13DFDD2B-9EDC-8BFA-2F9D-CDB4103E6CB6}"/>
                  </a:ext>
                </a:extLst>
              </p:cNvPr>
              <p:cNvSpPr/>
              <p:nvPr/>
            </p:nvSpPr>
            <p:spPr>
              <a:xfrm>
                <a:off x="8198925" y="2235825"/>
                <a:ext cx="5040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2016" h="1296" extrusionOk="0">
                    <a:moveTo>
                      <a:pt x="59" y="1"/>
                    </a:moveTo>
                    <a:cubicBezTo>
                      <a:pt x="29" y="1"/>
                      <a:pt x="12" y="5"/>
                      <a:pt x="11" y="12"/>
                    </a:cubicBezTo>
                    <a:cubicBezTo>
                      <a:pt x="0" y="61"/>
                      <a:pt x="521" y="192"/>
                      <a:pt x="1063" y="549"/>
                    </a:cubicBezTo>
                    <a:cubicBezTo>
                      <a:pt x="1589" y="888"/>
                      <a:pt x="1915" y="1295"/>
                      <a:pt x="1973" y="1295"/>
                    </a:cubicBezTo>
                    <a:cubicBezTo>
                      <a:pt x="1975" y="1295"/>
                      <a:pt x="1977" y="1295"/>
                      <a:pt x="1978" y="1293"/>
                    </a:cubicBezTo>
                    <a:cubicBezTo>
                      <a:pt x="2016" y="1275"/>
                      <a:pt x="1730" y="781"/>
                      <a:pt x="1154" y="409"/>
                    </a:cubicBezTo>
                    <a:cubicBezTo>
                      <a:pt x="679" y="96"/>
                      <a:pt x="208" y="1"/>
                      <a:pt x="59" y="1"/>
                    </a:cubicBezTo>
                    <a:close/>
                  </a:path>
                </a:pathLst>
              </a:custGeom>
              <a:solidFill>
                <a:srgbClr val="DB7F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277;p34">
                <a:extLst>
                  <a:ext uri="{FF2B5EF4-FFF2-40B4-BE49-F238E27FC236}">
                    <a16:creationId xmlns:a16="http://schemas.microsoft.com/office/drawing/2014/main" id="{97F1CD63-4F21-0806-45C1-3F07FA883F36}"/>
                  </a:ext>
                </a:extLst>
              </p:cNvPr>
              <p:cNvSpPr/>
              <p:nvPr/>
            </p:nvSpPr>
            <p:spPr>
              <a:xfrm>
                <a:off x="7862400" y="2227825"/>
                <a:ext cx="201075" cy="202150"/>
              </a:xfrm>
              <a:custGeom>
                <a:avLst/>
                <a:gdLst/>
                <a:ahLst/>
                <a:cxnLst/>
                <a:rect l="l" t="t" r="r" b="b"/>
                <a:pathLst>
                  <a:path w="8043" h="8086" extrusionOk="0">
                    <a:moveTo>
                      <a:pt x="5982" y="0"/>
                    </a:moveTo>
                    <a:cubicBezTo>
                      <a:pt x="5960" y="0"/>
                      <a:pt x="5947" y="1"/>
                      <a:pt x="5947" y="1"/>
                    </a:cubicBezTo>
                    <a:lnTo>
                      <a:pt x="5872" y="130"/>
                    </a:lnTo>
                    <a:cubicBezTo>
                      <a:pt x="5265" y="1155"/>
                      <a:pt x="4193" y="1834"/>
                      <a:pt x="3004" y="1890"/>
                    </a:cubicBezTo>
                    <a:lnTo>
                      <a:pt x="2970" y="1892"/>
                    </a:lnTo>
                    <a:cubicBezTo>
                      <a:pt x="1856" y="1937"/>
                      <a:pt x="456" y="1881"/>
                      <a:pt x="297" y="2203"/>
                    </a:cubicBezTo>
                    <a:cubicBezTo>
                      <a:pt x="0" y="2803"/>
                      <a:pt x="406" y="3218"/>
                      <a:pt x="1119" y="3575"/>
                    </a:cubicBezTo>
                    <a:cubicBezTo>
                      <a:pt x="1119" y="3575"/>
                      <a:pt x="701" y="4203"/>
                      <a:pt x="1233" y="4610"/>
                    </a:cubicBezTo>
                    <a:cubicBezTo>
                      <a:pt x="1233" y="4610"/>
                      <a:pt x="1119" y="5490"/>
                      <a:pt x="1544" y="5858"/>
                    </a:cubicBezTo>
                    <a:cubicBezTo>
                      <a:pt x="1903" y="6167"/>
                      <a:pt x="3974" y="7719"/>
                      <a:pt x="7694" y="8086"/>
                    </a:cubicBezTo>
                    <a:lnTo>
                      <a:pt x="7694" y="2783"/>
                    </a:lnTo>
                    <a:cubicBezTo>
                      <a:pt x="7694" y="2783"/>
                      <a:pt x="8043" y="1085"/>
                      <a:pt x="7091" y="332"/>
                    </a:cubicBezTo>
                    <a:cubicBezTo>
                      <a:pt x="6697" y="21"/>
                      <a:pt x="6128" y="0"/>
                      <a:pt x="5982" y="0"/>
                    </a:cubicBez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278;p34">
                <a:extLst>
                  <a:ext uri="{FF2B5EF4-FFF2-40B4-BE49-F238E27FC236}">
                    <a16:creationId xmlns:a16="http://schemas.microsoft.com/office/drawing/2014/main" id="{2FE696CB-2852-BFD8-5760-2C7601B8C396}"/>
                  </a:ext>
                </a:extLst>
              </p:cNvPr>
              <p:cNvSpPr/>
              <p:nvPr/>
            </p:nvSpPr>
            <p:spPr>
              <a:xfrm>
                <a:off x="7886450" y="2316250"/>
                <a:ext cx="94500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3780" h="494" extrusionOk="0">
                    <a:moveTo>
                      <a:pt x="60" y="0"/>
                    </a:moveTo>
                    <a:cubicBezTo>
                      <a:pt x="25" y="0"/>
                      <a:pt x="0" y="51"/>
                      <a:pt x="39" y="70"/>
                    </a:cubicBezTo>
                    <a:cubicBezTo>
                      <a:pt x="641" y="360"/>
                      <a:pt x="1366" y="494"/>
                      <a:pt x="2086" y="494"/>
                    </a:cubicBezTo>
                    <a:cubicBezTo>
                      <a:pt x="2645" y="494"/>
                      <a:pt x="3202" y="413"/>
                      <a:pt x="3694" y="263"/>
                    </a:cubicBezTo>
                    <a:cubicBezTo>
                      <a:pt x="3779" y="237"/>
                      <a:pt x="3750" y="123"/>
                      <a:pt x="3671" y="123"/>
                    </a:cubicBezTo>
                    <a:cubicBezTo>
                      <a:pt x="3666" y="123"/>
                      <a:pt x="3661" y="123"/>
                      <a:pt x="3656" y="124"/>
                    </a:cubicBezTo>
                    <a:cubicBezTo>
                      <a:pt x="3121" y="214"/>
                      <a:pt x="2595" y="310"/>
                      <a:pt x="2053" y="310"/>
                    </a:cubicBezTo>
                    <a:cubicBezTo>
                      <a:pt x="1987" y="310"/>
                      <a:pt x="1921" y="308"/>
                      <a:pt x="1855" y="305"/>
                    </a:cubicBezTo>
                    <a:cubicBezTo>
                      <a:pt x="1243" y="278"/>
                      <a:pt x="664" y="113"/>
                      <a:pt x="68" y="1"/>
                    </a:cubicBezTo>
                    <a:cubicBezTo>
                      <a:pt x="65" y="1"/>
                      <a:pt x="63" y="0"/>
                      <a:pt x="60" y="0"/>
                    </a:cubicBezTo>
                    <a:close/>
                  </a:path>
                </a:pathLst>
              </a:custGeom>
              <a:solidFill>
                <a:srgbClr val="DB7F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279;p34">
                <a:extLst>
                  <a:ext uri="{FF2B5EF4-FFF2-40B4-BE49-F238E27FC236}">
                    <a16:creationId xmlns:a16="http://schemas.microsoft.com/office/drawing/2014/main" id="{92D48F15-AF48-63F1-2505-56C650725835}"/>
                  </a:ext>
                </a:extLst>
              </p:cNvPr>
              <p:cNvSpPr/>
              <p:nvPr/>
            </p:nvSpPr>
            <p:spPr>
              <a:xfrm>
                <a:off x="7890975" y="2343925"/>
                <a:ext cx="91075" cy="21550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862" extrusionOk="0">
                    <a:moveTo>
                      <a:pt x="81" y="1"/>
                    </a:moveTo>
                    <a:cubicBezTo>
                      <a:pt x="36" y="1"/>
                      <a:pt x="0" y="62"/>
                      <a:pt x="39" y="99"/>
                    </a:cubicBezTo>
                    <a:lnTo>
                      <a:pt x="40" y="99"/>
                    </a:lnTo>
                    <a:cubicBezTo>
                      <a:pt x="605" y="629"/>
                      <a:pt x="1361" y="861"/>
                      <a:pt x="2124" y="861"/>
                    </a:cubicBezTo>
                    <a:cubicBezTo>
                      <a:pt x="2611" y="861"/>
                      <a:pt x="3101" y="767"/>
                      <a:pt x="3546" y="594"/>
                    </a:cubicBezTo>
                    <a:cubicBezTo>
                      <a:pt x="3642" y="557"/>
                      <a:pt x="3618" y="416"/>
                      <a:pt x="3528" y="416"/>
                    </a:cubicBezTo>
                    <a:cubicBezTo>
                      <a:pt x="3519" y="416"/>
                      <a:pt x="3509" y="418"/>
                      <a:pt x="3498" y="421"/>
                    </a:cubicBezTo>
                    <a:cubicBezTo>
                      <a:pt x="3036" y="569"/>
                      <a:pt x="2590" y="646"/>
                      <a:pt x="2156" y="646"/>
                    </a:cubicBezTo>
                    <a:cubicBezTo>
                      <a:pt x="1449" y="646"/>
                      <a:pt x="774" y="442"/>
                      <a:pt x="109" y="9"/>
                    </a:cubicBezTo>
                    <a:cubicBezTo>
                      <a:pt x="100" y="3"/>
                      <a:pt x="90" y="1"/>
                      <a:pt x="81" y="1"/>
                    </a:cubicBezTo>
                    <a:close/>
                  </a:path>
                </a:pathLst>
              </a:custGeom>
              <a:solidFill>
                <a:srgbClr val="DB7F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280;p34">
                <a:extLst>
                  <a:ext uri="{FF2B5EF4-FFF2-40B4-BE49-F238E27FC236}">
                    <a16:creationId xmlns:a16="http://schemas.microsoft.com/office/drawing/2014/main" id="{73D7D2FE-4C3D-5A23-AA66-F682ED3E7810}"/>
                  </a:ext>
                </a:extLst>
              </p:cNvPr>
              <p:cNvSpPr/>
              <p:nvPr/>
            </p:nvSpPr>
            <p:spPr>
              <a:xfrm>
                <a:off x="7940575" y="1526525"/>
                <a:ext cx="159175" cy="256875"/>
              </a:xfrm>
              <a:custGeom>
                <a:avLst/>
                <a:gdLst/>
                <a:ahLst/>
                <a:cxnLst/>
                <a:rect l="l" t="t" r="r" b="b"/>
                <a:pathLst>
                  <a:path w="6367" h="10275" extrusionOk="0">
                    <a:moveTo>
                      <a:pt x="6366" y="0"/>
                    </a:moveTo>
                    <a:lnTo>
                      <a:pt x="1" y="4316"/>
                    </a:lnTo>
                    <a:lnTo>
                      <a:pt x="1" y="9016"/>
                    </a:lnTo>
                    <a:cubicBezTo>
                      <a:pt x="1" y="9016"/>
                      <a:pt x="1607" y="10274"/>
                      <a:pt x="3117" y="10274"/>
                    </a:cubicBezTo>
                    <a:cubicBezTo>
                      <a:pt x="4626" y="10274"/>
                      <a:pt x="6366" y="9224"/>
                      <a:pt x="6366" y="9224"/>
                    </a:cubicBezTo>
                    <a:lnTo>
                      <a:pt x="6366" y="0"/>
                    </a:ln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281;p34">
                <a:extLst>
                  <a:ext uri="{FF2B5EF4-FFF2-40B4-BE49-F238E27FC236}">
                    <a16:creationId xmlns:a16="http://schemas.microsoft.com/office/drawing/2014/main" id="{E4E8A862-D6F2-AAD1-26C3-A40B4D02ED50}"/>
                  </a:ext>
                </a:extLst>
              </p:cNvPr>
              <p:cNvSpPr/>
              <p:nvPr/>
            </p:nvSpPr>
            <p:spPr>
              <a:xfrm>
                <a:off x="7940575" y="1561925"/>
                <a:ext cx="143825" cy="142500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5700" extrusionOk="0">
                    <a:moveTo>
                      <a:pt x="5752" y="0"/>
                    </a:moveTo>
                    <a:lnTo>
                      <a:pt x="1" y="3212"/>
                    </a:lnTo>
                    <a:lnTo>
                      <a:pt x="1" y="5558"/>
                    </a:lnTo>
                    <a:cubicBezTo>
                      <a:pt x="1" y="5558"/>
                      <a:pt x="509" y="5699"/>
                      <a:pt x="1223" y="5699"/>
                    </a:cubicBezTo>
                    <a:cubicBezTo>
                      <a:pt x="2866" y="5699"/>
                      <a:pt x="5602" y="4950"/>
                      <a:pt x="5752" y="0"/>
                    </a:cubicBezTo>
                    <a:close/>
                  </a:path>
                </a:pathLst>
              </a:custGeom>
              <a:solidFill>
                <a:srgbClr val="DB7F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282;p34">
                <a:extLst>
                  <a:ext uri="{FF2B5EF4-FFF2-40B4-BE49-F238E27FC236}">
                    <a16:creationId xmlns:a16="http://schemas.microsoft.com/office/drawing/2014/main" id="{BCE09D1D-3F93-879D-CB16-8305A1592917}"/>
                  </a:ext>
                </a:extLst>
              </p:cNvPr>
              <p:cNvSpPr/>
              <p:nvPr/>
            </p:nvSpPr>
            <p:spPr>
              <a:xfrm>
                <a:off x="8088175" y="1467100"/>
                <a:ext cx="53900" cy="68875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2755" extrusionOk="0">
                    <a:moveTo>
                      <a:pt x="1095" y="0"/>
                    </a:moveTo>
                    <a:cubicBezTo>
                      <a:pt x="1038" y="0"/>
                      <a:pt x="980" y="4"/>
                      <a:pt x="924" y="12"/>
                    </a:cubicBezTo>
                    <a:cubicBezTo>
                      <a:pt x="679" y="45"/>
                      <a:pt x="447" y="141"/>
                      <a:pt x="217" y="235"/>
                    </a:cubicBezTo>
                    <a:lnTo>
                      <a:pt x="0" y="2606"/>
                    </a:lnTo>
                    <a:cubicBezTo>
                      <a:pt x="186" y="2707"/>
                      <a:pt x="395" y="2754"/>
                      <a:pt x="604" y="2754"/>
                    </a:cubicBezTo>
                    <a:cubicBezTo>
                      <a:pt x="964" y="2754"/>
                      <a:pt x="1328" y="2613"/>
                      <a:pt x="1591" y="2359"/>
                    </a:cubicBezTo>
                    <a:cubicBezTo>
                      <a:pt x="2005" y="1957"/>
                      <a:pt x="2156" y="1306"/>
                      <a:pt x="1999" y="744"/>
                    </a:cubicBezTo>
                    <a:cubicBezTo>
                      <a:pt x="1936" y="517"/>
                      <a:pt x="1821" y="298"/>
                      <a:pt x="1635" y="161"/>
                    </a:cubicBezTo>
                    <a:cubicBezTo>
                      <a:pt x="1480" y="47"/>
                      <a:pt x="1288" y="0"/>
                      <a:pt x="1095" y="0"/>
                    </a:cubicBez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283;p34">
                <a:extLst>
                  <a:ext uri="{FF2B5EF4-FFF2-40B4-BE49-F238E27FC236}">
                    <a16:creationId xmlns:a16="http://schemas.microsoft.com/office/drawing/2014/main" id="{0E7D2365-B5C6-76A9-8109-65C40B03FA4C}"/>
                  </a:ext>
                </a:extLst>
              </p:cNvPr>
              <p:cNvSpPr/>
              <p:nvPr/>
            </p:nvSpPr>
            <p:spPr>
              <a:xfrm>
                <a:off x="8102750" y="1476600"/>
                <a:ext cx="27325" cy="44475"/>
              </a:xfrm>
              <a:custGeom>
                <a:avLst/>
                <a:gdLst/>
                <a:ahLst/>
                <a:cxnLst/>
                <a:rect l="l" t="t" r="r" b="b"/>
                <a:pathLst>
                  <a:path w="1093" h="1779" extrusionOk="0">
                    <a:moveTo>
                      <a:pt x="637" y="1"/>
                    </a:moveTo>
                    <a:cubicBezTo>
                      <a:pt x="625" y="1"/>
                      <a:pt x="614" y="5"/>
                      <a:pt x="603" y="15"/>
                    </a:cubicBezTo>
                    <a:lnTo>
                      <a:pt x="604" y="15"/>
                    </a:lnTo>
                    <a:cubicBezTo>
                      <a:pt x="394" y="224"/>
                      <a:pt x="226" y="448"/>
                      <a:pt x="66" y="694"/>
                    </a:cubicBezTo>
                    <a:lnTo>
                      <a:pt x="66" y="694"/>
                    </a:lnTo>
                    <a:cubicBezTo>
                      <a:pt x="51" y="714"/>
                      <a:pt x="38" y="736"/>
                      <a:pt x="25" y="759"/>
                    </a:cubicBezTo>
                    <a:cubicBezTo>
                      <a:pt x="1" y="797"/>
                      <a:pt x="37" y="841"/>
                      <a:pt x="75" y="841"/>
                    </a:cubicBezTo>
                    <a:cubicBezTo>
                      <a:pt x="87" y="841"/>
                      <a:pt x="100" y="836"/>
                      <a:pt x="110" y="825"/>
                    </a:cubicBezTo>
                    <a:cubicBezTo>
                      <a:pt x="203" y="725"/>
                      <a:pt x="305" y="683"/>
                      <a:pt x="400" y="683"/>
                    </a:cubicBezTo>
                    <a:cubicBezTo>
                      <a:pt x="658" y="683"/>
                      <a:pt x="868" y="990"/>
                      <a:pt x="721" y="1287"/>
                    </a:cubicBezTo>
                    <a:cubicBezTo>
                      <a:pt x="617" y="1497"/>
                      <a:pt x="404" y="1552"/>
                      <a:pt x="205" y="1632"/>
                    </a:cubicBezTo>
                    <a:cubicBezTo>
                      <a:pt x="148" y="1655"/>
                      <a:pt x="134" y="1745"/>
                      <a:pt x="205" y="1763"/>
                    </a:cubicBezTo>
                    <a:cubicBezTo>
                      <a:pt x="250" y="1774"/>
                      <a:pt x="294" y="1779"/>
                      <a:pt x="338" y="1779"/>
                    </a:cubicBezTo>
                    <a:cubicBezTo>
                      <a:pt x="753" y="1779"/>
                      <a:pt x="1093" y="1324"/>
                      <a:pt x="975" y="915"/>
                    </a:cubicBezTo>
                    <a:cubicBezTo>
                      <a:pt x="901" y="657"/>
                      <a:pt x="670" y="502"/>
                      <a:pt x="444" y="502"/>
                    </a:cubicBezTo>
                    <a:cubicBezTo>
                      <a:pt x="397" y="502"/>
                      <a:pt x="350" y="508"/>
                      <a:pt x="305" y="522"/>
                    </a:cubicBezTo>
                    <a:lnTo>
                      <a:pt x="305" y="522"/>
                    </a:lnTo>
                    <a:cubicBezTo>
                      <a:pt x="417" y="368"/>
                      <a:pt x="541" y="222"/>
                      <a:pt x="673" y="84"/>
                    </a:cubicBezTo>
                    <a:cubicBezTo>
                      <a:pt x="707" y="49"/>
                      <a:pt x="674" y="1"/>
                      <a:pt x="637" y="1"/>
                    </a:cubicBezTo>
                    <a:close/>
                  </a:path>
                </a:pathLst>
              </a:custGeom>
              <a:solidFill>
                <a:srgbClr val="DB7F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284;p34">
                <a:extLst>
                  <a:ext uri="{FF2B5EF4-FFF2-40B4-BE49-F238E27FC236}">
                    <a16:creationId xmlns:a16="http://schemas.microsoft.com/office/drawing/2014/main" id="{991C52B6-1180-61FD-C2B7-5A9C43235827}"/>
                  </a:ext>
                </a:extLst>
              </p:cNvPr>
              <p:cNvSpPr/>
              <p:nvPr/>
            </p:nvSpPr>
            <p:spPr>
              <a:xfrm>
                <a:off x="7863750" y="1340150"/>
                <a:ext cx="261350" cy="310375"/>
              </a:xfrm>
              <a:custGeom>
                <a:avLst/>
                <a:gdLst/>
                <a:ahLst/>
                <a:cxnLst/>
                <a:rect l="l" t="t" r="r" b="b"/>
                <a:pathLst>
                  <a:path w="10454" h="12415" extrusionOk="0">
                    <a:moveTo>
                      <a:pt x="5772" y="0"/>
                    </a:moveTo>
                    <a:cubicBezTo>
                      <a:pt x="4740" y="0"/>
                      <a:pt x="1840" y="421"/>
                      <a:pt x="1030" y="5024"/>
                    </a:cubicBezTo>
                    <a:cubicBezTo>
                      <a:pt x="1" y="10886"/>
                      <a:pt x="1778" y="12401"/>
                      <a:pt x="4082" y="12414"/>
                    </a:cubicBezTo>
                    <a:cubicBezTo>
                      <a:pt x="4098" y="12414"/>
                      <a:pt x="4114" y="12414"/>
                      <a:pt x="4129" y="12414"/>
                    </a:cubicBezTo>
                    <a:cubicBezTo>
                      <a:pt x="6834" y="12414"/>
                      <a:pt x="8456" y="11086"/>
                      <a:pt x="8993" y="8124"/>
                    </a:cubicBezTo>
                    <a:cubicBezTo>
                      <a:pt x="9800" y="3665"/>
                      <a:pt x="10453" y="293"/>
                      <a:pt x="6141" y="21"/>
                    </a:cubicBezTo>
                    <a:cubicBezTo>
                      <a:pt x="6141" y="21"/>
                      <a:pt x="6003" y="0"/>
                      <a:pt x="5772" y="0"/>
                    </a:cubicBez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285;p34">
                <a:extLst>
                  <a:ext uri="{FF2B5EF4-FFF2-40B4-BE49-F238E27FC236}">
                    <a16:creationId xmlns:a16="http://schemas.microsoft.com/office/drawing/2014/main" id="{1FE84A42-809F-2014-2BFC-C886A571F504}"/>
                  </a:ext>
                </a:extLst>
              </p:cNvPr>
              <p:cNvSpPr/>
              <p:nvPr/>
            </p:nvSpPr>
            <p:spPr>
              <a:xfrm>
                <a:off x="7961125" y="1432825"/>
                <a:ext cx="23450" cy="107700"/>
              </a:xfrm>
              <a:custGeom>
                <a:avLst/>
                <a:gdLst/>
                <a:ahLst/>
                <a:cxnLst/>
                <a:rect l="l" t="t" r="r" b="b"/>
                <a:pathLst>
                  <a:path w="938" h="4308" extrusionOk="0">
                    <a:moveTo>
                      <a:pt x="307" y="1"/>
                    </a:moveTo>
                    <a:cubicBezTo>
                      <a:pt x="283" y="1"/>
                      <a:pt x="258" y="17"/>
                      <a:pt x="255" y="48"/>
                    </a:cubicBezTo>
                    <a:cubicBezTo>
                      <a:pt x="135" y="1197"/>
                      <a:pt x="0" y="2496"/>
                      <a:pt x="120" y="3647"/>
                    </a:cubicBezTo>
                    <a:cubicBezTo>
                      <a:pt x="158" y="4007"/>
                      <a:pt x="309" y="4308"/>
                      <a:pt x="643" y="4308"/>
                    </a:cubicBezTo>
                    <a:cubicBezTo>
                      <a:pt x="698" y="4308"/>
                      <a:pt x="757" y="4300"/>
                      <a:pt x="822" y="4283"/>
                    </a:cubicBezTo>
                    <a:cubicBezTo>
                      <a:pt x="937" y="4251"/>
                      <a:pt x="899" y="4090"/>
                      <a:pt x="793" y="4090"/>
                    </a:cubicBezTo>
                    <a:cubicBezTo>
                      <a:pt x="786" y="4090"/>
                      <a:pt x="778" y="4091"/>
                      <a:pt x="770" y="4093"/>
                    </a:cubicBezTo>
                    <a:cubicBezTo>
                      <a:pt x="744" y="4098"/>
                      <a:pt x="720" y="4100"/>
                      <a:pt x="697" y="4100"/>
                    </a:cubicBezTo>
                    <a:cubicBezTo>
                      <a:pt x="91" y="4100"/>
                      <a:pt x="315" y="2358"/>
                      <a:pt x="321" y="2058"/>
                    </a:cubicBezTo>
                    <a:cubicBezTo>
                      <a:pt x="336" y="1387"/>
                      <a:pt x="361" y="718"/>
                      <a:pt x="352" y="48"/>
                    </a:cubicBezTo>
                    <a:cubicBezTo>
                      <a:pt x="352" y="16"/>
                      <a:pt x="330" y="1"/>
                      <a:pt x="307" y="1"/>
                    </a:cubicBezTo>
                    <a:close/>
                  </a:path>
                </a:pathLst>
              </a:custGeom>
              <a:solidFill>
                <a:srgbClr val="DB7F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286;p34">
                <a:extLst>
                  <a:ext uri="{FF2B5EF4-FFF2-40B4-BE49-F238E27FC236}">
                    <a16:creationId xmlns:a16="http://schemas.microsoft.com/office/drawing/2014/main" id="{8A87C429-B28A-11A1-E791-9A482013F874}"/>
                  </a:ext>
                </a:extLst>
              </p:cNvPr>
              <p:cNvSpPr/>
              <p:nvPr/>
            </p:nvSpPr>
            <p:spPr>
              <a:xfrm>
                <a:off x="7983450" y="1475825"/>
                <a:ext cx="1845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754" extrusionOk="0">
                    <a:moveTo>
                      <a:pt x="369" y="1"/>
                    </a:moveTo>
                    <a:cubicBezTo>
                      <a:pt x="166" y="1"/>
                      <a:pt x="0" y="169"/>
                      <a:pt x="0" y="377"/>
                    </a:cubicBezTo>
                    <a:cubicBezTo>
                      <a:pt x="0" y="586"/>
                      <a:pt x="166" y="753"/>
                      <a:pt x="369" y="753"/>
                    </a:cubicBezTo>
                    <a:cubicBezTo>
                      <a:pt x="572" y="753"/>
                      <a:pt x="738" y="586"/>
                      <a:pt x="738" y="377"/>
                    </a:cubicBezTo>
                    <a:cubicBezTo>
                      <a:pt x="738" y="169"/>
                      <a:pt x="572" y="1"/>
                      <a:pt x="369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287;p34">
                <a:extLst>
                  <a:ext uri="{FF2B5EF4-FFF2-40B4-BE49-F238E27FC236}">
                    <a16:creationId xmlns:a16="http://schemas.microsoft.com/office/drawing/2014/main" id="{47408295-7593-4EBD-C089-E34C3966ECD0}"/>
                  </a:ext>
                </a:extLst>
              </p:cNvPr>
              <p:cNvSpPr/>
              <p:nvPr/>
            </p:nvSpPr>
            <p:spPr>
              <a:xfrm>
                <a:off x="7916200" y="1475850"/>
                <a:ext cx="18450" cy="18825"/>
              </a:xfrm>
              <a:custGeom>
                <a:avLst/>
                <a:gdLst/>
                <a:ahLst/>
                <a:cxnLst/>
                <a:rect l="l" t="t" r="r" b="b"/>
                <a:pathLst>
                  <a:path w="738" h="753" extrusionOk="0">
                    <a:moveTo>
                      <a:pt x="369" y="1"/>
                    </a:moveTo>
                    <a:cubicBezTo>
                      <a:pt x="166" y="1"/>
                      <a:pt x="0" y="168"/>
                      <a:pt x="0" y="376"/>
                    </a:cubicBezTo>
                    <a:cubicBezTo>
                      <a:pt x="0" y="585"/>
                      <a:pt x="166" y="752"/>
                      <a:pt x="369" y="752"/>
                    </a:cubicBezTo>
                    <a:cubicBezTo>
                      <a:pt x="572" y="752"/>
                      <a:pt x="738" y="585"/>
                      <a:pt x="738" y="376"/>
                    </a:cubicBezTo>
                    <a:cubicBezTo>
                      <a:pt x="738" y="168"/>
                      <a:pt x="572" y="1"/>
                      <a:pt x="369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288;p34">
                <a:extLst>
                  <a:ext uri="{FF2B5EF4-FFF2-40B4-BE49-F238E27FC236}">
                    <a16:creationId xmlns:a16="http://schemas.microsoft.com/office/drawing/2014/main" id="{0805FFE7-EFAB-197B-0ED0-5D3D8D42BB96}"/>
                  </a:ext>
                </a:extLst>
              </p:cNvPr>
              <p:cNvSpPr/>
              <p:nvPr/>
            </p:nvSpPr>
            <p:spPr>
              <a:xfrm>
                <a:off x="7915100" y="1440675"/>
                <a:ext cx="39975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482" extrusionOk="0">
                    <a:moveTo>
                      <a:pt x="871" y="1"/>
                    </a:moveTo>
                    <a:cubicBezTo>
                      <a:pt x="532" y="1"/>
                      <a:pt x="185" y="122"/>
                      <a:pt x="26" y="378"/>
                    </a:cubicBezTo>
                    <a:cubicBezTo>
                      <a:pt x="0" y="419"/>
                      <a:pt x="35" y="481"/>
                      <a:pt x="81" y="481"/>
                    </a:cubicBezTo>
                    <a:cubicBezTo>
                      <a:pt x="88" y="481"/>
                      <a:pt x="95" y="480"/>
                      <a:pt x="102" y="477"/>
                    </a:cubicBezTo>
                    <a:cubicBezTo>
                      <a:pt x="320" y="393"/>
                      <a:pt x="495" y="265"/>
                      <a:pt x="736" y="235"/>
                    </a:cubicBezTo>
                    <a:cubicBezTo>
                      <a:pt x="779" y="229"/>
                      <a:pt x="821" y="227"/>
                      <a:pt x="862" y="227"/>
                    </a:cubicBezTo>
                    <a:cubicBezTo>
                      <a:pt x="1069" y="227"/>
                      <a:pt x="1250" y="292"/>
                      <a:pt x="1454" y="365"/>
                    </a:cubicBezTo>
                    <a:cubicBezTo>
                      <a:pt x="1466" y="369"/>
                      <a:pt x="1477" y="371"/>
                      <a:pt x="1488" y="371"/>
                    </a:cubicBezTo>
                    <a:cubicBezTo>
                      <a:pt x="1573" y="371"/>
                      <a:pt x="1598" y="243"/>
                      <a:pt x="1527" y="189"/>
                    </a:cubicBezTo>
                    <a:cubicBezTo>
                      <a:pt x="1363" y="65"/>
                      <a:pt x="1119" y="1"/>
                      <a:pt x="871" y="1"/>
                    </a:cubicBezTo>
                    <a:close/>
                  </a:path>
                </a:pathLst>
              </a:custGeom>
              <a:solidFill>
                <a:srgbClr val="2F1D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289;p34">
                <a:extLst>
                  <a:ext uri="{FF2B5EF4-FFF2-40B4-BE49-F238E27FC236}">
                    <a16:creationId xmlns:a16="http://schemas.microsoft.com/office/drawing/2014/main" id="{D1663F26-0428-D5BB-1956-6357AA0CD6DF}"/>
                  </a:ext>
                </a:extLst>
              </p:cNvPr>
              <p:cNvSpPr/>
              <p:nvPr/>
            </p:nvSpPr>
            <p:spPr>
              <a:xfrm>
                <a:off x="7994000" y="1437750"/>
                <a:ext cx="3995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1598" h="482" extrusionOk="0">
                    <a:moveTo>
                      <a:pt x="871" y="1"/>
                    </a:moveTo>
                    <a:cubicBezTo>
                      <a:pt x="532" y="1"/>
                      <a:pt x="186" y="122"/>
                      <a:pt x="26" y="377"/>
                    </a:cubicBezTo>
                    <a:cubicBezTo>
                      <a:pt x="0" y="419"/>
                      <a:pt x="35" y="481"/>
                      <a:pt x="83" y="481"/>
                    </a:cubicBezTo>
                    <a:cubicBezTo>
                      <a:pt x="89" y="481"/>
                      <a:pt x="96" y="480"/>
                      <a:pt x="102" y="477"/>
                    </a:cubicBezTo>
                    <a:lnTo>
                      <a:pt x="101" y="477"/>
                    </a:lnTo>
                    <a:cubicBezTo>
                      <a:pt x="319" y="392"/>
                      <a:pt x="496" y="264"/>
                      <a:pt x="735" y="234"/>
                    </a:cubicBezTo>
                    <a:cubicBezTo>
                      <a:pt x="778" y="229"/>
                      <a:pt x="819" y="226"/>
                      <a:pt x="860" y="226"/>
                    </a:cubicBezTo>
                    <a:cubicBezTo>
                      <a:pt x="1068" y="226"/>
                      <a:pt x="1249" y="292"/>
                      <a:pt x="1453" y="364"/>
                    </a:cubicBezTo>
                    <a:cubicBezTo>
                      <a:pt x="1465" y="369"/>
                      <a:pt x="1477" y="371"/>
                      <a:pt x="1487" y="371"/>
                    </a:cubicBezTo>
                    <a:cubicBezTo>
                      <a:pt x="1572" y="371"/>
                      <a:pt x="1597" y="242"/>
                      <a:pt x="1527" y="189"/>
                    </a:cubicBezTo>
                    <a:cubicBezTo>
                      <a:pt x="1362" y="65"/>
                      <a:pt x="1119" y="1"/>
                      <a:pt x="871" y="1"/>
                    </a:cubicBezTo>
                    <a:close/>
                  </a:path>
                </a:pathLst>
              </a:custGeom>
              <a:solidFill>
                <a:srgbClr val="2F1D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290;p34">
                <a:extLst>
                  <a:ext uri="{FF2B5EF4-FFF2-40B4-BE49-F238E27FC236}">
                    <a16:creationId xmlns:a16="http://schemas.microsoft.com/office/drawing/2014/main" id="{30B2F837-353B-D510-D835-8CA603A6D0A1}"/>
                  </a:ext>
                </a:extLst>
              </p:cNvPr>
              <p:cNvSpPr/>
              <p:nvPr/>
            </p:nvSpPr>
            <p:spPr>
              <a:xfrm>
                <a:off x="7964000" y="1546375"/>
                <a:ext cx="34325" cy="17725"/>
              </a:xfrm>
              <a:custGeom>
                <a:avLst/>
                <a:gdLst/>
                <a:ahLst/>
                <a:cxnLst/>
                <a:rect l="l" t="t" r="r" b="b"/>
                <a:pathLst>
                  <a:path w="1373" h="709" extrusionOk="0">
                    <a:moveTo>
                      <a:pt x="1288" y="1"/>
                    </a:moveTo>
                    <a:cubicBezTo>
                      <a:pt x="1264" y="1"/>
                      <a:pt x="1240" y="12"/>
                      <a:pt x="1225" y="37"/>
                    </a:cubicBezTo>
                    <a:cubicBezTo>
                      <a:pt x="1101" y="241"/>
                      <a:pt x="1030" y="440"/>
                      <a:pt x="770" y="509"/>
                    </a:cubicBezTo>
                    <a:cubicBezTo>
                      <a:pt x="723" y="522"/>
                      <a:pt x="677" y="527"/>
                      <a:pt x="634" y="527"/>
                    </a:cubicBezTo>
                    <a:cubicBezTo>
                      <a:pt x="432" y="527"/>
                      <a:pt x="273" y="405"/>
                      <a:pt x="102" y="288"/>
                    </a:cubicBezTo>
                    <a:cubicBezTo>
                      <a:pt x="94" y="282"/>
                      <a:pt x="84" y="280"/>
                      <a:pt x="75" y="280"/>
                    </a:cubicBezTo>
                    <a:cubicBezTo>
                      <a:pt x="38" y="280"/>
                      <a:pt x="0" y="317"/>
                      <a:pt x="15" y="355"/>
                    </a:cubicBezTo>
                    <a:lnTo>
                      <a:pt x="16" y="355"/>
                    </a:lnTo>
                    <a:cubicBezTo>
                      <a:pt x="117" y="600"/>
                      <a:pt x="357" y="709"/>
                      <a:pt x="607" y="709"/>
                    </a:cubicBezTo>
                    <a:cubicBezTo>
                      <a:pt x="979" y="709"/>
                      <a:pt x="1373" y="468"/>
                      <a:pt x="1363" y="75"/>
                    </a:cubicBezTo>
                    <a:cubicBezTo>
                      <a:pt x="1363" y="29"/>
                      <a:pt x="1326" y="1"/>
                      <a:pt x="12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291;p34">
                <a:extLst>
                  <a:ext uri="{FF2B5EF4-FFF2-40B4-BE49-F238E27FC236}">
                    <a16:creationId xmlns:a16="http://schemas.microsoft.com/office/drawing/2014/main" id="{1E904DF0-EE8E-36F6-A33D-ACBC04934D80}"/>
                  </a:ext>
                </a:extLst>
              </p:cNvPr>
              <p:cNvSpPr/>
              <p:nvPr/>
            </p:nvSpPr>
            <p:spPr>
              <a:xfrm>
                <a:off x="7830575" y="1309325"/>
                <a:ext cx="279825" cy="163400"/>
              </a:xfrm>
              <a:custGeom>
                <a:avLst/>
                <a:gdLst/>
                <a:ahLst/>
                <a:cxnLst/>
                <a:rect l="l" t="t" r="r" b="b"/>
                <a:pathLst>
                  <a:path w="11193" h="6536" extrusionOk="0">
                    <a:moveTo>
                      <a:pt x="6593" y="0"/>
                    </a:moveTo>
                    <a:cubicBezTo>
                      <a:pt x="5947" y="0"/>
                      <a:pt x="5300" y="266"/>
                      <a:pt x="4856" y="736"/>
                    </a:cubicBezTo>
                    <a:cubicBezTo>
                      <a:pt x="4609" y="997"/>
                      <a:pt x="4425" y="1310"/>
                      <a:pt x="4196" y="1586"/>
                    </a:cubicBezTo>
                    <a:cubicBezTo>
                      <a:pt x="3969" y="1863"/>
                      <a:pt x="3676" y="2114"/>
                      <a:pt x="3323" y="2177"/>
                    </a:cubicBezTo>
                    <a:cubicBezTo>
                      <a:pt x="3259" y="2189"/>
                      <a:pt x="3195" y="2194"/>
                      <a:pt x="3131" y="2194"/>
                    </a:cubicBezTo>
                    <a:cubicBezTo>
                      <a:pt x="2772" y="2194"/>
                      <a:pt x="2416" y="2037"/>
                      <a:pt x="2056" y="1973"/>
                    </a:cubicBezTo>
                    <a:cubicBezTo>
                      <a:pt x="1950" y="1954"/>
                      <a:pt x="1842" y="1944"/>
                      <a:pt x="1733" y="1944"/>
                    </a:cubicBezTo>
                    <a:cubicBezTo>
                      <a:pt x="1127" y="1944"/>
                      <a:pt x="511" y="2237"/>
                      <a:pt x="258" y="2781"/>
                    </a:cubicBezTo>
                    <a:cubicBezTo>
                      <a:pt x="1" y="3339"/>
                      <a:pt x="190" y="4042"/>
                      <a:pt x="637" y="4464"/>
                    </a:cubicBezTo>
                    <a:cubicBezTo>
                      <a:pt x="1010" y="4816"/>
                      <a:pt x="1529" y="4983"/>
                      <a:pt x="2045" y="4983"/>
                    </a:cubicBezTo>
                    <a:cubicBezTo>
                      <a:pt x="2146" y="4983"/>
                      <a:pt x="2248" y="4976"/>
                      <a:pt x="2348" y="4964"/>
                    </a:cubicBezTo>
                    <a:cubicBezTo>
                      <a:pt x="2957" y="4886"/>
                      <a:pt x="3523" y="4596"/>
                      <a:pt x="4014" y="4226"/>
                    </a:cubicBezTo>
                    <a:cubicBezTo>
                      <a:pt x="4358" y="4568"/>
                      <a:pt x="4843" y="4741"/>
                      <a:pt x="5326" y="4741"/>
                    </a:cubicBezTo>
                    <a:cubicBezTo>
                      <a:pt x="5774" y="4741"/>
                      <a:pt x="6222" y="4592"/>
                      <a:pt x="6556" y="4293"/>
                    </a:cubicBezTo>
                    <a:cubicBezTo>
                      <a:pt x="6846" y="4035"/>
                      <a:pt x="7050" y="3690"/>
                      <a:pt x="7350" y="3443"/>
                    </a:cubicBezTo>
                    <a:cubicBezTo>
                      <a:pt x="7604" y="3236"/>
                      <a:pt x="7928" y="3108"/>
                      <a:pt x="8255" y="3108"/>
                    </a:cubicBezTo>
                    <a:cubicBezTo>
                      <a:pt x="8294" y="3108"/>
                      <a:pt x="8332" y="3110"/>
                      <a:pt x="8371" y="3113"/>
                    </a:cubicBezTo>
                    <a:cubicBezTo>
                      <a:pt x="8736" y="3149"/>
                      <a:pt x="9087" y="3362"/>
                      <a:pt x="9257" y="3688"/>
                    </a:cubicBezTo>
                    <a:cubicBezTo>
                      <a:pt x="9376" y="3915"/>
                      <a:pt x="9402" y="4177"/>
                      <a:pt x="9440" y="4431"/>
                    </a:cubicBezTo>
                    <a:cubicBezTo>
                      <a:pt x="9478" y="4684"/>
                      <a:pt x="9533" y="4947"/>
                      <a:pt x="9696" y="5146"/>
                    </a:cubicBezTo>
                    <a:cubicBezTo>
                      <a:pt x="9809" y="5286"/>
                      <a:pt x="9991" y="5382"/>
                      <a:pt x="10167" y="5382"/>
                    </a:cubicBezTo>
                    <a:cubicBezTo>
                      <a:pt x="10240" y="5382"/>
                      <a:pt x="10312" y="5366"/>
                      <a:pt x="10377" y="5329"/>
                    </a:cubicBezTo>
                    <a:lnTo>
                      <a:pt x="10377" y="5329"/>
                    </a:lnTo>
                    <a:cubicBezTo>
                      <a:pt x="10300" y="5610"/>
                      <a:pt x="10222" y="5912"/>
                      <a:pt x="10324" y="6185"/>
                    </a:cubicBezTo>
                    <a:cubicBezTo>
                      <a:pt x="10398" y="6383"/>
                      <a:pt x="10611" y="6535"/>
                      <a:pt x="10808" y="6535"/>
                    </a:cubicBezTo>
                    <a:cubicBezTo>
                      <a:pt x="10884" y="6535"/>
                      <a:pt x="10957" y="6513"/>
                      <a:pt x="11019" y="6463"/>
                    </a:cubicBezTo>
                    <a:cubicBezTo>
                      <a:pt x="11183" y="6331"/>
                      <a:pt x="11193" y="6090"/>
                      <a:pt x="11188" y="5880"/>
                    </a:cubicBezTo>
                    <a:cubicBezTo>
                      <a:pt x="11165" y="4936"/>
                      <a:pt x="11108" y="3990"/>
                      <a:pt x="10948" y="3058"/>
                    </a:cubicBezTo>
                    <a:cubicBezTo>
                      <a:pt x="10889" y="2715"/>
                      <a:pt x="10815" y="2369"/>
                      <a:pt x="10652" y="2062"/>
                    </a:cubicBezTo>
                    <a:cubicBezTo>
                      <a:pt x="10487" y="1754"/>
                      <a:pt x="10223" y="1486"/>
                      <a:pt x="9888" y="1389"/>
                    </a:cubicBezTo>
                    <a:cubicBezTo>
                      <a:pt x="9745" y="1348"/>
                      <a:pt x="9595" y="1316"/>
                      <a:pt x="9455" y="1316"/>
                    </a:cubicBezTo>
                    <a:cubicBezTo>
                      <a:pt x="9266" y="1316"/>
                      <a:pt x="9095" y="1373"/>
                      <a:pt x="8986" y="1541"/>
                    </a:cubicBezTo>
                    <a:cubicBezTo>
                      <a:pt x="8745" y="755"/>
                      <a:pt x="7911" y="247"/>
                      <a:pt x="7111" y="59"/>
                    </a:cubicBezTo>
                    <a:cubicBezTo>
                      <a:pt x="6941" y="20"/>
                      <a:pt x="6767" y="0"/>
                      <a:pt x="6593" y="0"/>
                    </a:cubicBezTo>
                    <a:close/>
                  </a:path>
                </a:pathLst>
              </a:custGeom>
              <a:solidFill>
                <a:srgbClr val="B351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292;p34">
                <a:extLst>
                  <a:ext uri="{FF2B5EF4-FFF2-40B4-BE49-F238E27FC236}">
                    <a16:creationId xmlns:a16="http://schemas.microsoft.com/office/drawing/2014/main" id="{CF5EE9A2-B774-4BA7-26D6-21B1B6ADE0C5}"/>
                  </a:ext>
                </a:extLst>
              </p:cNvPr>
              <p:cNvSpPr/>
              <p:nvPr/>
            </p:nvSpPr>
            <p:spPr>
              <a:xfrm>
                <a:off x="7902550" y="3524375"/>
                <a:ext cx="163925" cy="186525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7461" extrusionOk="0">
                    <a:moveTo>
                      <a:pt x="4666" y="0"/>
                    </a:moveTo>
                    <a:cubicBezTo>
                      <a:pt x="2823" y="0"/>
                      <a:pt x="0" y="16"/>
                      <a:pt x="0" y="16"/>
                    </a:cubicBezTo>
                    <a:lnTo>
                      <a:pt x="404" y="7460"/>
                    </a:lnTo>
                    <a:lnTo>
                      <a:pt x="6557" y="7460"/>
                    </a:lnTo>
                    <a:lnTo>
                      <a:pt x="6221" y="16"/>
                    </a:lnTo>
                    <a:cubicBezTo>
                      <a:pt x="6265" y="4"/>
                      <a:pt x="5588" y="0"/>
                      <a:pt x="4666" y="0"/>
                    </a:cubicBez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293;p34">
                <a:extLst>
                  <a:ext uri="{FF2B5EF4-FFF2-40B4-BE49-F238E27FC236}">
                    <a16:creationId xmlns:a16="http://schemas.microsoft.com/office/drawing/2014/main" id="{D492211C-086A-3CB6-FF51-BB5B98D8A86B}"/>
                  </a:ext>
                </a:extLst>
              </p:cNvPr>
              <p:cNvSpPr/>
              <p:nvPr/>
            </p:nvSpPr>
            <p:spPr>
              <a:xfrm>
                <a:off x="7843400" y="3455725"/>
                <a:ext cx="464025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18561" h="204" extrusionOk="0">
                    <a:moveTo>
                      <a:pt x="7682" y="0"/>
                    </a:moveTo>
                    <a:cubicBezTo>
                      <a:pt x="5759" y="0"/>
                      <a:pt x="4039" y="21"/>
                      <a:pt x="2717" y="60"/>
                    </a:cubicBezTo>
                    <a:cubicBezTo>
                      <a:pt x="1877" y="85"/>
                      <a:pt x="1198" y="110"/>
                      <a:pt x="729" y="137"/>
                    </a:cubicBezTo>
                    <a:lnTo>
                      <a:pt x="189" y="170"/>
                    </a:lnTo>
                    <a:cubicBezTo>
                      <a:pt x="66" y="179"/>
                      <a:pt x="1" y="187"/>
                      <a:pt x="2" y="193"/>
                    </a:cubicBezTo>
                    <a:cubicBezTo>
                      <a:pt x="2" y="199"/>
                      <a:pt x="66" y="202"/>
                      <a:pt x="191" y="203"/>
                    </a:cubicBezTo>
                    <a:lnTo>
                      <a:pt x="731" y="202"/>
                    </a:lnTo>
                    <a:lnTo>
                      <a:pt x="2720" y="178"/>
                    </a:lnTo>
                    <a:cubicBezTo>
                      <a:pt x="3690" y="167"/>
                      <a:pt x="4874" y="162"/>
                      <a:pt x="6195" y="162"/>
                    </a:cubicBezTo>
                    <a:cubicBezTo>
                      <a:pt x="7160" y="162"/>
                      <a:pt x="8199" y="164"/>
                      <a:pt x="9280" y="170"/>
                    </a:cubicBezTo>
                    <a:cubicBezTo>
                      <a:pt x="10493" y="177"/>
                      <a:pt x="11652" y="182"/>
                      <a:pt x="12714" y="182"/>
                    </a:cubicBezTo>
                    <a:cubicBezTo>
                      <a:pt x="13896" y="182"/>
                      <a:pt x="14958" y="176"/>
                      <a:pt x="15843" y="161"/>
                    </a:cubicBezTo>
                    <a:cubicBezTo>
                      <a:pt x="16682" y="149"/>
                      <a:pt x="17362" y="133"/>
                      <a:pt x="17832" y="115"/>
                    </a:cubicBezTo>
                    <a:lnTo>
                      <a:pt x="18372" y="89"/>
                    </a:lnTo>
                    <a:cubicBezTo>
                      <a:pt x="18496" y="82"/>
                      <a:pt x="18560" y="76"/>
                      <a:pt x="18560" y="69"/>
                    </a:cubicBezTo>
                    <a:cubicBezTo>
                      <a:pt x="18560" y="64"/>
                      <a:pt x="18496" y="59"/>
                      <a:pt x="18371" y="56"/>
                    </a:cubicBezTo>
                    <a:lnTo>
                      <a:pt x="17830" y="50"/>
                    </a:lnTo>
                    <a:lnTo>
                      <a:pt x="15841" y="45"/>
                    </a:lnTo>
                    <a:lnTo>
                      <a:pt x="9280" y="5"/>
                    </a:lnTo>
                    <a:cubicBezTo>
                      <a:pt x="8735" y="2"/>
                      <a:pt x="8201" y="0"/>
                      <a:pt x="7682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294;p34">
                <a:extLst>
                  <a:ext uri="{FF2B5EF4-FFF2-40B4-BE49-F238E27FC236}">
                    <a16:creationId xmlns:a16="http://schemas.microsoft.com/office/drawing/2014/main" id="{8A81981D-8C1A-F50E-D1A9-6712CE961FFE}"/>
                  </a:ext>
                </a:extLst>
              </p:cNvPr>
              <p:cNvSpPr/>
              <p:nvPr/>
            </p:nvSpPr>
            <p:spPr>
              <a:xfrm>
                <a:off x="7688650" y="1869125"/>
                <a:ext cx="6144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4576" h="168" extrusionOk="0">
                    <a:moveTo>
                      <a:pt x="12289" y="1"/>
                    </a:moveTo>
                    <a:cubicBezTo>
                      <a:pt x="5501" y="1"/>
                      <a:pt x="0" y="38"/>
                      <a:pt x="0" y="84"/>
                    </a:cubicBezTo>
                    <a:cubicBezTo>
                      <a:pt x="0" y="129"/>
                      <a:pt x="5501" y="167"/>
                      <a:pt x="12289" y="167"/>
                    </a:cubicBezTo>
                    <a:cubicBezTo>
                      <a:pt x="19074" y="167"/>
                      <a:pt x="24576" y="129"/>
                      <a:pt x="24576" y="84"/>
                    </a:cubicBezTo>
                    <a:cubicBezTo>
                      <a:pt x="24576" y="38"/>
                      <a:pt x="19074" y="1"/>
                      <a:pt x="12289" y="1"/>
                    </a:cubicBez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295;p34">
                <a:extLst>
                  <a:ext uri="{FF2B5EF4-FFF2-40B4-BE49-F238E27FC236}">
                    <a16:creationId xmlns:a16="http://schemas.microsoft.com/office/drawing/2014/main" id="{EED9AABE-B7EC-56C8-FEBD-4D4DE617ACE6}"/>
                  </a:ext>
                </a:extLst>
              </p:cNvPr>
              <p:cNvSpPr/>
              <p:nvPr/>
            </p:nvSpPr>
            <p:spPr>
              <a:xfrm>
                <a:off x="7671550" y="1905075"/>
                <a:ext cx="6486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945" h="168" extrusionOk="0">
                    <a:moveTo>
                      <a:pt x="12974" y="1"/>
                    </a:moveTo>
                    <a:cubicBezTo>
                      <a:pt x="5807" y="1"/>
                      <a:pt x="0" y="37"/>
                      <a:pt x="0" y="84"/>
                    </a:cubicBezTo>
                    <a:cubicBezTo>
                      <a:pt x="0" y="130"/>
                      <a:pt x="5807" y="167"/>
                      <a:pt x="12974" y="167"/>
                    </a:cubicBezTo>
                    <a:cubicBezTo>
                      <a:pt x="20137" y="167"/>
                      <a:pt x="25945" y="130"/>
                      <a:pt x="25945" y="84"/>
                    </a:cubicBezTo>
                    <a:cubicBezTo>
                      <a:pt x="25945" y="37"/>
                      <a:pt x="20137" y="1"/>
                      <a:pt x="12974" y="1"/>
                    </a:cubicBez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" name="Google Shape;2518;p81">
              <a:extLst>
                <a:ext uri="{FF2B5EF4-FFF2-40B4-BE49-F238E27FC236}">
                  <a16:creationId xmlns:a16="http://schemas.microsoft.com/office/drawing/2014/main" id="{89FF92A2-2B08-6CF3-F8FA-A6B46217FDA0}"/>
                </a:ext>
              </a:extLst>
            </p:cNvPr>
            <p:cNvGrpSpPr/>
            <p:nvPr/>
          </p:nvGrpSpPr>
          <p:grpSpPr>
            <a:xfrm rot="5400000">
              <a:off x="8163202" y="3328799"/>
              <a:ext cx="961741" cy="792230"/>
              <a:chOff x="-3671925" y="3522875"/>
              <a:chExt cx="1204925" cy="1358600"/>
            </a:xfrm>
          </p:grpSpPr>
          <p:sp>
            <p:nvSpPr>
              <p:cNvPr id="201" name="Google Shape;2519;p81">
                <a:extLst>
                  <a:ext uri="{FF2B5EF4-FFF2-40B4-BE49-F238E27FC236}">
                    <a16:creationId xmlns:a16="http://schemas.microsoft.com/office/drawing/2014/main" id="{8A6AA0CD-429F-3163-769C-8E0AEBB6C6DF}"/>
                  </a:ext>
                </a:extLst>
              </p:cNvPr>
              <p:cNvSpPr/>
              <p:nvPr/>
            </p:nvSpPr>
            <p:spPr>
              <a:xfrm>
                <a:off x="-3671925" y="3903575"/>
                <a:ext cx="435500" cy="781075"/>
              </a:xfrm>
              <a:custGeom>
                <a:avLst/>
                <a:gdLst/>
                <a:ahLst/>
                <a:cxnLst/>
                <a:rect l="l" t="t" r="r" b="b"/>
                <a:pathLst>
                  <a:path w="17420" h="31243" extrusionOk="0">
                    <a:moveTo>
                      <a:pt x="3155" y="1"/>
                    </a:moveTo>
                    <a:lnTo>
                      <a:pt x="3155" y="1"/>
                    </a:lnTo>
                    <a:cubicBezTo>
                      <a:pt x="3524" y="5430"/>
                      <a:pt x="0" y="9085"/>
                      <a:pt x="2060" y="14634"/>
                    </a:cubicBezTo>
                    <a:cubicBezTo>
                      <a:pt x="2941" y="17003"/>
                      <a:pt x="3572" y="19289"/>
                      <a:pt x="4060" y="21777"/>
                    </a:cubicBezTo>
                    <a:cubicBezTo>
                      <a:pt x="4656" y="24778"/>
                      <a:pt x="6382" y="25826"/>
                      <a:pt x="8787" y="27385"/>
                    </a:cubicBezTo>
                    <a:cubicBezTo>
                      <a:pt x="10799" y="28707"/>
                      <a:pt x="12966" y="30278"/>
                      <a:pt x="15335" y="31243"/>
                    </a:cubicBezTo>
                    <a:cubicBezTo>
                      <a:pt x="13204" y="24980"/>
                      <a:pt x="17419" y="19099"/>
                      <a:pt x="14728" y="13110"/>
                    </a:cubicBezTo>
                    <a:cubicBezTo>
                      <a:pt x="13728" y="10895"/>
                      <a:pt x="11764" y="8883"/>
                      <a:pt x="9882" y="7252"/>
                    </a:cubicBezTo>
                    <a:cubicBezTo>
                      <a:pt x="7108" y="4835"/>
                      <a:pt x="5179" y="3085"/>
                      <a:pt x="3155" y="1"/>
                    </a:cubicBezTo>
                    <a:close/>
                  </a:path>
                </a:pathLst>
              </a:custGeom>
              <a:solidFill>
                <a:srgbClr val="38AA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520;p81">
                <a:extLst>
                  <a:ext uri="{FF2B5EF4-FFF2-40B4-BE49-F238E27FC236}">
                    <a16:creationId xmlns:a16="http://schemas.microsoft.com/office/drawing/2014/main" id="{11887023-C4B6-A9EA-B5CF-CF87EE2F369C}"/>
                  </a:ext>
                </a:extLst>
              </p:cNvPr>
              <p:cNvSpPr/>
              <p:nvPr/>
            </p:nvSpPr>
            <p:spPr>
              <a:xfrm>
                <a:off x="-3307600" y="3522875"/>
                <a:ext cx="619750" cy="1085575"/>
              </a:xfrm>
              <a:custGeom>
                <a:avLst/>
                <a:gdLst/>
                <a:ahLst/>
                <a:cxnLst/>
                <a:rect l="l" t="t" r="r" b="b"/>
                <a:pathLst>
                  <a:path w="24790" h="43423" extrusionOk="0">
                    <a:moveTo>
                      <a:pt x="17229" y="1"/>
                    </a:moveTo>
                    <a:cubicBezTo>
                      <a:pt x="16943" y="1275"/>
                      <a:pt x="15324" y="2430"/>
                      <a:pt x="14252" y="3668"/>
                    </a:cubicBezTo>
                    <a:cubicBezTo>
                      <a:pt x="12026" y="6228"/>
                      <a:pt x="10978" y="8561"/>
                      <a:pt x="11014" y="12014"/>
                    </a:cubicBezTo>
                    <a:cubicBezTo>
                      <a:pt x="11073" y="16539"/>
                      <a:pt x="13062" y="20384"/>
                      <a:pt x="11811" y="24861"/>
                    </a:cubicBezTo>
                    <a:cubicBezTo>
                      <a:pt x="10383" y="30005"/>
                      <a:pt x="0" y="37494"/>
                      <a:pt x="5239" y="43423"/>
                    </a:cubicBezTo>
                    <a:cubicBezTo>
                      <a:pt x="8180" y="43066"/>
                      <a:pt x="10954" y="41458"/>
                      <a:pt x="13562" y="40089"/>
                    </a:cubicBezTo>
                    <a:cubicBezTo>
                      <a:pt x="17205" y="38196"/>
                      <a:pt x="18324" y="36660"/>
                      <a:pt x="18134" y="32493"/>
                    </a:cubicBezTo>
                    <a:cubicBezTo>
                      <a:pt x="17943" y="28195"/>
                      <a:pt x="19455" y="25933"/>
                      <a:pt x="21194" y="22063"/>
                    </a:cubicBezTo>
                    <a:cubicBezTo>
                      <a:pt x="24789" y="14110"/>
                      <a:pt x="16538" y="7740"/>
                      <a:pt x="17229" y="1"/>
                    </a:cubicBezTo>
                    <a:close/>
                  </a:path>
                </a:pathLst>
              </a:custGeom>
              <a:solidFill>
                <a:srgbClr val="38AA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521;p81">
                <a:extLst>
                  <a:ext uri="{FF2B5EF4-FFF2-40B4-BE49-F238E27FC236}">
                    <a16:creationId xmlns:a16="http://schemas.microsoft.com/office/drawing/2014/main" id="{5F8B6447-721A-D979-85CE-FA8F3F5A4A1E}"/>
                  </a:ext>
                </a:extLst>
              </p:cNvPr>
              <p:cNvSpPr/>
              <p:nvPr/>
            </p:nvSpPr>
            <p:spPr>
              <a:xfrm>
                <a:off x="-3236175" y="4497100"/>
                <a:ext cx="769175" cy="384375"/>
              </a:xfrm>
              <a:custGeom>
                <a:avLst/>
                <a:gdLst/>
                <a:ahLst/>
                <a:cxnLst/>
                <a:rect l="l" t="t" r="r" b="b"/>
                <a:pathLst>
                  <a:path w="30767" h="15375" extrusionOk="0">
                    <a:moveTo>
                      <a:pt x="30767" y="1"/>
                    </a:moveTo>
                    <a:lnTo>
                      <a:pt x="30767" y="1"/>
                    </a:lnTo>
                    <a:cubicBezTo>
                      <a:pt x="26516" y="715"/>
                      <a:pt x="21778" y="37"/>
                      <a:pt x="18456" y="3489"/>
                    </a:cubicBezTo>
                    <a:cubicBezTo>
                      <a:pt x="17444" y="4549"/>
                      <a:pt x="16896" y="5716"/>
                      <a:pt x="15515" y="6406"/>
                    </a:cubicBezTo>
                    <a:cubicBezTo>
                      <a:pt x="14146" y="7109"/>
                      <a:pt x="12264" y="7514"/>
                      <a:pt x="10764" y="7704"/>
                    </a:cubicBezTo>
                    <a:cubicBezTo>
                      <a:pt x="7966" y="8073"/>
                      <a:pt x="1" y="7109"/>
                      <a:pt x="180" y="11907"/>
                    </a:cubicBezTo>
                    <a:cubicBezTo>
                      <a:pt x="1418" y="12872"/>
                      <a:pt x="3490" y="13479"/>
                      <a:pt x="5002" y="14026"/>
                    </a:cubicBezTo>
                    <a:cubicBezTo>
                      <a:pt x="7336" y="14888"/>
                      <a:pt x="9827" y="15374"/>
                      <a:pt x="12306" y="15374"/>
                    </a:cubicBezTo>
                    <a:cubicBezTo>
                      <a:pt x="15036" y="15374"/>
                      <a:pt x="17752" y="14784"/>
                      <a:pt x="20230" y="13455"/>
                    </a:cubicBezTo>
                    <a:cubicBezTo>
                      <a:pt x="25802" y="10455"/>
                      <a:pt x="27647" y="5025"/>
                      <a:pt x="30767" y="1"/>
                    </a:cubicBezTo>
                    <a:close/>
                  </a:path>
                </a:pathLst>
              </a:custGeom>
              <a:solidFill>
                <a:srgbClr val="38AA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2503;p81">
              <a:extLst>
                <a:ext uri="{FF2B5EF4-FFF2-40B4-BE49-F238E27FC236}">
                  <a16:creationId xmlns:a16="http://schemas.microsoft.com/office/drawing/2014/main" id="{62FFD844-9F95-87A1-BDEF-A90CFAFAE165}"/>
                </a:ext>
              </a:extLst>
            </p:cNvPr>
            <p:cNvGrpSpPr/>
            <p:nvPr/>
          </p:nvGrpSpPr>
          <p:grpSpPr>
            <a:xfrm flipH="1">
              <a:off x="8697426" y="4376330"/>
              <a:ext cx="299000" cy="359550"/>
              <a:chOff x="-6615150" y="2838650"/>
              <a:chExt cx="630275" cy="525750"/>
            </a:xfrm>
          </p:grpSpPr>
          <p:sp>
            <p:nvSpPr>
              <p:cNvPr id="192" name="Google Shape;2504;p81">
                <a:extLst>
                  <a:ext uri="{FF2B5EF4-FFF2-40B4-BE49-F238E27FC236}">
                    <a16:creationId xmlns:a16="http://schemas.microsoft.com/office/drawing/2014/main" id="{14B8F8D9-7BC7-5900-6E07-5D937A42810B}"/>
                  </a:ext>
                </a:extLst>
              </p:cNvPr>
              <p:cNvSpPr/>
              <p:nvPr/>
            </p:nvSpPr>
            <p:spPr>
              <a:xfrm>
                <a:off x="-6276425" y="3226150"/>
                <a:ext cx="122350" cy="138250"/>
              </a:xfrm>
              <a:custGeom>
                <a:avLst/>
                <a:gdLst/>
                <a:ahLst/>
                <a:cxnLst/>
                <a:rect l="l" t="t" r="r" b="b"/>
                <a:pathLst>
                  <a:path w="4894" h="5530" extrusionOk="0">
                    <a:moveTo>
                      <a:pt x="1664" y="0"/>
                    </a:moveTo>
                    <a:cubicBezTo>
                      <a:pt x="1434" y="0"/>
                      <a:pt x="1205" y="57"/>
                      <a:pt x="989" y="190"/>
                    </a:cubicBezTo>
                    <a:cubicBezTo>
                      <a:pt x="429" y="535"/>
                      <a:pt x="36" y="1678"/>
                      <a:pt x="1" y="2488"/>
                    </a:cubicBezTo>
                    <a:cubicBezTo>
                      <a:pt x="356" y="3605"/>
                      <a:pt x="1457" y="5529"/>
                      <a:pt x="2809" y="5529"/>
                    </a:cubicBezTo>
                    <a:cubicBezTo>
                      <a:pt x="3041" y="5529"/>
                      <a:pt x="3280" y="5473"/>
                      <a:pt x="3525" y="5345"/>
                    </a:cubicBezTo>
                    <a:cubicBezTo>
                      <a:pt x="4894" y="4607"/>
                      <a:pt x="4489" y="2500"/>
                      <a:pt x="3799" y="1428"/>
                    </a:cubicBezTo>
                    <a:cubicBezTo>
                      <a:pt x="3387" y="773"/>
                      <a:pt x="2512" y="0"/>
                      <a:pt x="1664" y="0"/>
                    </a:cubicBezTo>
                    <a:close/>
                  </a:path>
                </a:pathLst>
              </a:custGeom>
              <a:solidFill>
                <a:srgbClr val="0254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2505;p81">
                <a:extLst>
                  <a:ext uri="{FF2B5EF4-FFF2-40B4-BE49-F238E27FC236}">
                    <a16:creationId xmlns:a16="http://schemas.microsoft.com/office/drawing/2014/main" id="{0ACC44C4-C7F7-E5F9-F321-D9602714713B}"/>
                  </a:ext>
                </a:extLst>
              </p:cNvPr>
              <p:cNvSpPr/>
              <p:nvPr/>
            </p:nvSpPr>
            <p:spPr>
              <a:xfrm>
                <a:off x="-6382675" y="3065000"/>
                <a:ext cx="103725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3467" extrusionOk="0">
                    <a:moveTo>
                      <a:pt x="1515" y="0"/>
                    </a:moveTo>
                    <a:cubicBezTo>
                      <a:pt x="1258" y="0"/>
                      <a:pt x="998" y="96"/>
                      <a:pt x="738" y="326"/>
                    </a:cubicBezTo>
                    <a:cubicBezTo>
                      <a:pt x="262" y="742"/>
                      <a:pt x="0" y="1469"/>
                      <a:pt x="274" y="2016"/>
                    </a:cubicBezTo>
                    <a:lnTo>
                      <a:pt x="238" y="1802"/>
                    </a:lnTo>
                    <a:lnTo>
                      <a:pt x="238" y="1802"/>
                    </a:lnTo>
                    <a:cubicBezTo>
                      <a:pt x="603" y="3012"/>
                      <a:pt x="1274" y="3466"/>
                      <a:pt x="1907" y="3466"/>
                    </a:cubicBezTo>
                    <a:cubicBezTo>
                      <a:pt x="3093" y="3466"/>
                      <a:pt x="4149" y="1874"/>
                      <a:pt x="2822" y="671"/>
                    </a:cubicBezTo>
                    <a:cubicBezTo>
                      <a:pt x="2405" y="292"/>
                      <a:pt x="1965" y="0"/>
                      <a:pt x="1515" y="0"/>
                    </a:cubicBezTo>
                    <a:close/>
                  </a:path>
                </a:pathLst>
              </a:custGeom>
              <a:solidFill>
                <a:srgbClr val="0254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2506;p81">
                <a:extLst>
                  <a:ext uri="{FF2B5EF4-FFF2-40B4-BE49-F238E27FC236}">
                    <a16:creationId xmlns:a16="http://schemas.microsoft.com/office/drawing/2014/main" id="{A70DC980-1FFC-CAE0-7226-CA37B5A9CAEB}"/>
                  </a:ext>
                </a:extLst>
              </p:cNvPr>
              <p:cNvSpPr/>
              <p:nvPr/>
            </p:nvSpPr>
            <p:spPr>
              <a:xfrm>
                <a:off x="-6183850" y="3006275"/>
                <a:ext cx="1290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5160" h="3937" extrusionOk="0">
                    <a:moveTo>
                      <a:pt x="2016" y="0"/>
                    </a:moveTo>
                    <a:cubicBezTo>
                      <a:pt x="924" y="0"/>
                      <a:pt x="232" y="1145"/>
                      <a:pt x="0" y="2377"/>
                    </a:cubicBezTo>
                    <a:cubicBezTo>
                      <a:pt x="537" y="3507"/>
                      <a:pt x="1287" y="3936"/>
                      <a:pt x="1999" y="3936"/>
                    </a:cubicBezTo>
                    <a:cubicBezTo>
                      <a:pt x="3687" y="3936"/>
                      <a:pt x="5159" y="1520"/>
                      <a:pt x="3048" y="305"/>
                    </a:cubicBezTo>
                    <a:cubicBezTo>
                      <a:pt x="2673" y="94"/>
                      <a:pt x="2328" y="0"/>
                      <a:pt x="2016" y="0"/>
                    </a:cubicBezTo>
                    <a:close/>
                  </a:path>
                </a:pathLst>
              </a:custGeom>
              <a:solidFill>
                <a:srgbClr val="0254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2507;p81">
                <a:extLst>
                  <a:ext uri="{FF2B5EF4-FFF2-40B4-BE49-F238E27FC236}">
                    <a16:creationId xmlns:a16="http://schemas.microsoft.com/office/drawing/2014/main" id="{AB25EA13-06BF-F45A-0561-196285496709}"/>
                  </a:ext>
                </a:extLst>
              </p:cNvPr>
              <p:cNvSpPr/>
              <p:nvPr/>
            </p:nvSpPr>
            <p:spPr>
              <a:xfrm>
                <a:off x="-6283875" y="2850975"/>
                <a:ext cx="92300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3692" h="2154" extrusionOk="0">
                    <a:moveTo>
                      <a:pt x="1728" y="1"/>
                    </a:moveTo>
                    <a:cubicBezTo>
                      <a:pt x="1538" y="1"/>
                      <a:pt x="1349" y="38"/>
                      <a:pt x="1168" y="124"/>
                    </a:cubicBezTo>
                    <a:cubicBezTo>
                      <a:pt x="608" y="386"/>
                      <a:pt x="1" y="1481"/>
                      <a:pt x="620" y="1874"/>
                    </a:cubicBezTo>
                    <a:lnTo>
                      <a:pt x="811" y="1933"/>
                    </a:lnTo>
                    <a:cubicBezTo>
                      <a:pt x="1225" y="2063"/>
                      <a:pt x="1653" y="2153"/>
                      <a:pt x="2053" y="2153"/>
                    </a:cubicBezTo>
                    <a:cubicBezTo>
                      <a:pt x="2755" y="2153"/>
                      <a:pt x="3373" y="1875"/>
                      <a:pt x="3692" y="1040"/>
                    </a:cubicBezTo>
                    <a:cubicBezTo>
                      <a:pt x="3228" y="558"/>
                      <a:pt x="2464" y="1"/>
                      <a:pt x="1728" y="1"/>
                    </a:cubicBezTo>
                    <a:close/>
                  </a:path>
                </a:pathLst>
              </a:custGeom>
              <a:solidFill>
                <a:srgbClr val="0254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2508;p81">
                <a:extLst>
                  <a:ext uri="{FF2B5EF4-FFF2-40B4-BE49-F238E27FC236}">
                    <a16:creationId xmlns:a16="http://schemas.microsoft.com/office/drawing/2014/main" id="{AC975E46-4D3E-56D9-934A-58FA74CC6FEE}"/>
                  </a:ext>
                </a:extLst>
              </p:cNvPr>
              <p:cNvSpPr/>
              <p:nvPr/>
            </p:nvSpPr>
            <p:spPr>
              <a:xfrm>
                <a:off x="-6482350" y="3209025"/>
                <a:ext cx="60525" cy="78025"/>
              </a:xfrm>
              <a:custGeom>
                <a:avLst/>
                <a:gdLst/>
                <a:ahLst/>
                <a:cxnLst/>
                <a:rect l="l" t="t" r="r" b="b"/>
                <a:pathLst>
                  <a:path w="2421" h="3121" extrusionOk="0">
                    <a:moveTo>
                      <a:pt x="983" y="0"/>
                    </a:moveTo>
                    <a:cubicBezTo>
                      <a:pt x="602" y="0"/>
                      <a:pt x="241" y="283"/>
                      <a:pt x="46" y="982"/>
                    </a:cubicBezTo>
                    <a:cubicBezTo>
                      <a:pt x="1" y="2037"/>
                      <a:pt x="990" y="3121"/>
                      <a:pt x="1701" y="3121"/>
                    </a:cubicBezTo>
                    <a:cubicBezTo>
                      <a:pt x="2106" y="3121"/>
                      <a:pt x="2421" y="2770"/>
                      <a:pt x="2403" y="1863"/>
                    </a:cubicBezTo>
                    <a:cubicBezTo>
                      <a:pt x="2373" y="857"/>
                      <a:pt x="1646" y="0"/>
                      <a:pt x="983" y="0"/>
                    </a:cubicBezTo>
                    <a:close/>
                  </a:path>
                </a:pathLst>
              </a:custGeom>
              <a:solidFill>
                <a:srgbClr val="0254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2509;p81">
                <a:extLst>
                  <a:ext uri="{FF2B5EF4-FFF2-40B4-BE49-F238E27FC236}">
                    <a16:creationId xmlns:a16="http://schemas.microsoft.com/office/drawing/2014/main" id="{F446CFBF-D8B5-8FAC-6DAB-5D4968FFDE08}"/>
                  </a:ext>
                </a:extLst>
              </p:cNvPr>
              <p:cNvSpPr/>
              <p:nvPr/>
            </p:nvSpPr>
            <p:spPr>
              <a:xfrm>
                <a:off x="-6069250" y="3198200"/>
                <a:ext cx="84375" cy="81425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3257" extrusionOk="0">
                    <a:moveTo>
                      <a:pt x="1019" y="0"/>
                    </a:moveTo>
                    <a:cubicBezTo>
                      <a:pt x="686" y="0"/>
                      <a:pt x="425" y="186"/>
                      <a:pt x="346" y="641"/>
                    </a:cubicBezTo>
                    <a:cubicBezTo>
                      <a:pt x="0" y="1748"/>
                      <a:pt x="465" y="2534"/>
                      <a:pt x="1548" y="3034"/>
                    </a:cubicBezTo>
                    <a:cubicBezTo>
                      <a:pt x="1855" y="3177"/>
                      <a:pt x="2109" y="3257"/>
                      <a:pt x="2320" y="3257"/>
                    </a:cubicBezTo>
                    <a:cubicBezTo>
                      <a:pt x="2690" y="3257"/>
                      <a:pt x="2929" y="3011"/>
                      <a:pt x="3096" y="2427"/>
                    </a:cubicBezTo>
                    <a:cubicBezTo>
                      <a:pt x="3375" y="1389"/>
                      <a:pt x="1929" y="0"/>
                      <a:pt x="1019" y="0"/>
                    </a:cubicBezTo>
                    <a:close/>
                  </a:path>
                </a:pathLst>
              </a:custGeom>
              <a:solidFill>
                <a:srgbClr val="0254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2510;p81">
                <a:extLst>
                  <a:ext uri="{FF2B5EF4-FFF2-40B4-BE49-F238E27FC236}">
                    <a16:creationId xmlns:a16="http://schemas.microsoft.com/office/drawing/2014/main" id="{54794701-5821-9372-BAAF-79F7B93F51FD}"/>
                  </a:ext>
                </a:extLst>
              </p:cNvPr>
              <p:cNvSpPr/>
              <p:nvPr/>
            </p:nvSpPr>
            <p:spPr>
              <a:xfrm>
                <a:off x="-6431500" y="2856850"/>
                <a:ext cx="57475" cy="62300"/>
              </a:xfrm>
              <a:custGeom>
                <a:avLst/>
                <a:gdLst/>
                <a:ahLst/>
                <a:cxnLst/>
                <a:rect l="l" t="t" r="r" b="b"/>
                <a:pathLst>
                  <a:path w="2299" h="2492" extrusionOk="0">
                    <a:moveTo>
                      <a:pt x="806" y="0"/>
                    </a:moveTo>
                    <a:cubicBezTo>
                      <a:pt x="776" y="0"/>
                      <a:pt x="746" y="2"/>
                      <a:pt x="715" y="8"/>
                    </a:cubicBezTo>
                    <a:cubicBezTo>
                      <a:pt x="346" y="67"/>
                      <a:pt x="0" y="734"/>
                      <a:pt x="286" y="1043"/>
                    </a:cubicBezTo>
                    <a:lnTo>
                      <a:pt x="203" y="1091"/>
                    </a:lnTo>
                    <a:cubicBezTo>
                      <a:pt x="440" y="1493"/>
                      <a:pt x="917" y="2492"/>
                      <a:pt x="1504" y="2492"/>
                    </a:cubicBezTo>
                    <a:cubicBezTo>
                      <a:pt x="1596" y="2492"/>
                      <a:pt x="1690" y="2467"/>
                      <a:pt x="1786" y="2413"/>
                    </a:cubicBezTo>
                    <a:cubicBezTo>
                      <a:pt x="2298" y="2139"/>
                      <a:pt x="2072" y="1520"/>
                      <a:pt x="1905" y="1139"/>
                    </a:cubicBezTo>
                    <a:cubicBezTo>
                      <a:pt x="1748" y="756"/>
                      <a:pt x="1334" y="0"/>
                      <a:pt x="806" y="0"/>
                    </a:cubicBezTo>
                    <a:close/>
                  </a:path>
                </a:pathLst>
              </a:custGeom>
              <a:solidFill>
                <a:srgbClr val="0254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2511;p81">
                <a:extLst>
                  <a:ext uri="{FF2B5EF4-FFF2-40B4-BE49-F238E27FC236}">
                    <a16:creationId xmlns:a16="http://schemas.microsoft.com/office/drawing/2014/main" id="{75A325BB-DFB3-CA63-B451-3B16AA904182}"/>
                  </a:ext>
                </a:extLst>
              </p:cNvPr>
              <p:cNvSpPr/>
              <p:nvPr/>
            </p:nvSpPr>
            <p:spPr>
              <a:xfrm>
                <a:off x="-6615150" y="3020500"/>
                <a:ext cx="83650" cy="59100"/>
              </a:xfrm>
              <a:custGeom>
                <a:avLst/>
                <a:gdLst/>
                <a:ahLst/>
                <a:cxnLst/>
                <a:rect l="l" t="t" r="r" b="b"/>
                <a:pathLst>
                  <a:path w="3346" h="2364" extrusionOk="0">
                    <a:moveTo>
                      <a:pt x="1125" y="1"/>
                    </a:moveTo>
                    <a:cubicBezTo>
                      <a:pt x="628" y="1"/>
                      <a:pt x="183" y="240"/>
                      <a:pt x="0" y="796"/>
                    </a:cubicBezTo>
                    <a:cubicBezTo>
                      <a:pt x="282" y="1435"/>
                      <a:pt x="1172" y="2363"/>
                      <a:pt x="1991" y="2363"/>
                    </a:cubicBezTo>
                    <a:cubicBezTo>
                      <a:pt x="2210" y="2363"/>
                      <a:pt x="2424" y="2297"/>
                      <a:pt x="2620" y="2141"/>
                    </a:cubicBezTo>
                    <a:cubicBezTo>
                      <a:pt x="3346" y="1558"/>
                      <a:pt x="2822" y="784"/>
                      <a:pt x="2251" y="379"/>
                    </a:cubicBezTo>
                    <a:cubicBezTo>
                      <a:pt x="1907" y="138"/>
                      <a:pt x="1501" y="1"/>
                      <a:pt x="1125" y="1"/>
                    </a:cubicBezTo>
                    <a:close/>
                  </a:path>
                </a:pathLst>
              </a:custGeom>
              <a:solidFill>
                <a:srgbClr val="0254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512;p81">
                <a:extLst>
                  <a:ext uri="{FF2B5EF4-FFF2-40B4-BE49-F238E27FC236}">
                    <a16:creationId xmlns:a16="http://schemas.microsoft.com/office/drawing/2014/main" id="{E9FFC81D-45A7-D3C9-9978-BF5A7C1A24C6}"/>
                  </a:ext>
                </a:extLst>
              </p:cNvPr>
              <p:cNvSpPr/>
              <p:nvPr/>
            </p:nvSpPr>
            <p:spPr>
              <a:xfrm>
                <a:off x="-6614850" y="2838650"/>
                <a:ext cx="71750" cy="54375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2175" extrusionOk="0">
                    <a:moveTo>
                      <a:pt x="1303" y="1"/>
                    </a:moveTo>
                    <a:cubicBezTo>
                      <a:pt x="730" y="1"/>
                      <a:pt x="158" y="265"/>
                      <a:pt x="0" y="867"/>
                    </a:cubicBezTo>
                    <a:cubicBezTo>
                      <a:pt x="322" y="1344"/>
                      <a:pt x="1105" y="2174"/>
                      <a:pt x="1798" y="2174"/>
                    </a:cubicBezTo>
                    <a:cubicBezTo>
                      <a:pt x="1900" y="2174"/>
                      <a:pt x="1999" y="2156"/>
                      <a:pt x="2096" y="2117"/>
                    </a:cubicBezTo>
                    <a:cubicBezTo>
                      <a:pt x="2679" y="1879"/>
                      <a:pt x="2870" y="1093"/>
                      <a:pt x="2536" y="569"/>
                    </a:cubicBezTo>
                    <a:cubicBezTo>
                      <a:pt x="2313" y="206"/>
                      <a:pt x="1808" y="1"/>
                      <a:pt x="1303" y="1"/>
                    </a:cubicBezTo>
                    <a:close/>
                  </a:path>
                </a:pathLst>
              </a:custGeom>
              <a:solidFill>
                <a:srgbClr val="0254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08EBAE99-199B-F7DD-8263-D8F1CB2E0F12}"/>
              </a:ext>
            </a:extLst>
          </p:cNvPr>
          <p:cNvSpPr txBox="1"/>
          <p:nvPr/>
        </p:nvSpPr>
        <p:spPr>
          <a:xfrm>
            <a:off x="1300105" y="5759215"/>
            <a:ext cx="1034438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La </a:t>
            </a:r>
            <a:r>
              <a:rPr lang="en-US" b="1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edad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 </a:t>
            </a:r>
            <a:r>
              <a:rPr lang="en-US" b="1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mínima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 para </a:t>
            </a:r>
            <a:r>
              <a:rPr lang="en-US" b="1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ingreso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 a la </a:t>
            </a:r>
            <a:r>
              <a:rPr lang="en-US" b="1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etapa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 </a:t>
            </a:r>
            <a:r>
              <a:rPr lang="en-US" b="1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productiva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 </a:t>
            </a:r>
            <a:r>
              <a:rPr lang="en-US" b="1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será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 de (15) quince </a:t>
            </a:r>
            <a:r>
              <a:rPr lang="en-US" b="1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años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, previa </a:t>
            </a:r>
            <a:r>
              <a:rPr lang="en-US" b="1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autorización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 de </a:t>
            </a:r>
            <a:r>
              <a:rPr lang="en-US" b="1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ingreso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 del </a:t>
            </a:r>
            <a:r>
              <a:rPr lang="en-US" b="1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menor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 de </a:t>
            </a:r>
            <a:r>
              <a:rPr lang="en-US" b="1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edad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 ante </a:t>
            </a:r>
            <a:r>
              <a:rPr lang="en-US" b="1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el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 inspector de </a:t>
            </a:r>
            <a:r>
              <a:rPr lang="en-US" b="1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trabajo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highlight>
                <a:srgbClr val="C0C0C0"/>
              </a:highlight>
              <a:ea typeface="+mn-lt"/>
              <a:cs typeface="+mn-lt"/>
            </a:endParaRPr>
          </a:p>
          <a:p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834885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5E64A-86ED-7943-B3D9-3B5960D68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E7826905-30C3-9EA9-A21C-FE2829A916E4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805E4953-505E-5AEB-557D-6AA48669B99A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1010821A-69E5-A886-9D7F-4E0A3D06E3B7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808B7A41-0B4B-FC2D-6816-C5E4554EA9C1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6411012F-5361-41D0-4213-1FEF1D3B61ED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8FC70D39-7B97-7B6B-A5EB-387EBD0842BC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C981858E-5CA0-B3AF-5207-051C82FA42B8}"/>
              </a:ext>
            </a:extLst>
          </p:cNvPr>
          <p:cNvGrpSpPr/>
          <p:nvPr/>
        </p:nvGrpSpPr>
        <p:grpSpPr>
          <a:xfrm>
            <a:off x="-125829" y="412302"/>
            <a:ext cx="10568434" cy="6162349"/>
            <a:chOff x="317132" y="451294"/>
            <a:chExt cx="8311535" cy="4527005"/>
          </a:xfrm>
        </p:grpSpPr>
        <p:grpSp>
          <p:nvGrpSpPr>
            <p:cNvPr id="60" name="Google Shape;417;p24">
              <a:extLst>
                <a:ext uri="{FF2B5EF4-FFF2-40B4-BE49-F238E27FC236}">
                  <a16:creationId xmlns:a16="http://schemas.microsoft.com/office/drawing/2014/main" id="{74EA5493-9226-1F89-9D6B-BF0B39DB8DA1}"/>
                </a:ext>
              </a:extLst>
            </p:cNvPr>
            <p:cNvGrpSpPr/>
            <p:nvPr/>
          </p:nvGrpSpPr>
          <p:grpSpPr>
            <a:xfrm>
              <a:off x="5186592" y="454529"/>
              <a:ext cx="3442075" cy="4472582"/>
              <a:chOff x="5335450" y="305675"/>
              <a:chExt cx="3442075" cy="4435325"/>
            </a:xfrm>
          </p:grpSpPr>
          <p:sp>
            <p:nvSpPr>
              <p:cNvPr id="240" name="Google Shape;418;p24">
                <a:extLst>
                  <a:ext uri="{FF2B5EF4-FFF2-40B4-BE49-F238E27FC236}">
                    <a16:creationId xmlns:a16="http://schemas.microsoft.com/office/drawing/2014/main" id="{146101A3-24EF-AB29-CA8D-19A3A6D972A0}"/>
                  </a:ext>
                </a:extLst>
              </p:cNvPr>
              <p:cNvSpPr/>
              <p:nvPr/>
            </p:nvSpPr>
            <p:spPr>
              <a:xfrm>
                <a:off x="5422625" y="366700"/>
                <a:ext cx="3354900" cy="4374300"/>
              </a:xfrm>
              <a:prstGeom prst="rect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419;p24">
                <a:extLst>
                  <a:ext uri="{FF2B5EF4-FFF2-40B4-BE49-F238E27FC236}">
                    <a16:creationId xmlns:a16="http://schemas.microsoft.com/office/drawing/2014/main" id="{D4FADADF-A4DD-066F-818A-F825C8F65CA6}"/>
                  </a:ext>
                </a:extLst>
              </p:cNvPr>
              <p:cNvSpPr/>
              <p:nvPr/>
            </p:nvSpPr>
            <p:spPr>
              <a:xfrm>
                <a:off x="5335450" y="305675"/>
                <a:ext cx="226800" cy="215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" name="Google Shape;420;p24">
              <a:extLst>
                <a:ext uri="{FF2B5EF4-FFF2-40B4-BE49-F238E27FC236}">
                  <a16:creationId xmlns:a16="http://schemas.microsoft.com/office/drawing/2014/main" id="{AA123E89-A577-6E55-BA70-FC14A5A424E6}"/>
                </a:ext>
              </a:extLst>
            </p:cNvPr>
            <p:cNvSpPr/>
            <p:nvPr/>
          </p:nvSpPr>
          <p:spPr>
            <a:xfrm>
              <a:off x="5357169" y="565299"/>
              <a:ext cx="3216300" cy="4413000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400">
                <a:buClr>
                  <a:srgbClr val="000000"/>
                </a:buClr>
                <a:buFont typeface="Arial"/>
                <a:buNone/>
              </a:pPr>
              <a:endParaRPr lang="es-CO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62" name="Google Shape;421;p24">
              <a:extLst>
                <a:ext uri="{FF2B5EF4-FFF2-40B4-BE49-F238E27FC236}">
                  <a16:creationId xmlns:a16="http://schemas.microsoft.com/office/drawing/2014/main" id="{FCE7CC05-7590-6BBB-32CE-0F4FFA788984}"/>
                </a:ext>
              </a:extLst>
            </p:cNvPr>
            <p:cNvGrpSpPr/>
            <p:nvPr/>
          </p:nvGrpSpPr>
          <p:grpSpPr>
            <a:xfrm>
              <a:off x="1055004" y="514111"/>
              <a:ext cx="3365350" cy="4413000"/>
              <a:chOff x="1055000" y="365257"/>
              <a:chExt cx="3365350" cy="4413000"/>
            </a:xfrm>
          </p:grpSpPr>
          <p:sp>
            <p:nvSpPr>
              <p:cNvPr id="238" name="Google Shape;422;p24">
                <a:extLst>
                  <a:ext uri="{FF2B5EF4-FFF2-40B4-BE49-F238E27FC236}">
                    <a16:creationId xmlns:a16="http://schemas.microsoft.com/office/drawing/2014/main" id="{270263A5-1CAF-BEE1-F7DD-6743D51D4367}"/>
                  </a:ext>
                </a:extLst>
              </p:cNvPr>
              <p:cNvSpPr/>
              <p:nvPr/>
            </p:nvSpPr>
            <p:spPr>
              <a:xfrm>
                <a:off x="1055000" y="512400"/>
                <a:ext cx="3216300" cy="4228500"/>
              </a:xfrm>
              <a:prstGeom prst="rect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423;p24">
                <a:extLst>
                  <a:ext uri="{FF2B5EF4-FFF2-40B4-BE49-F238E27FC236}">
                    <a16:creationId xmlns:a16="http://schemas.microsoft.com/office/drawing/2014/main" id="{5DA38E11-5564-7551-EC34-5775E2C7AC6F}"/>
                  </a:ext>
                </a:extLst>
              </p:cNvPr>
              <p:cNvSpPr/>
              <p:nvPr/>
            </p:nvSpPr>
            <p:spPr>
              <a:xfrm>
                <a:off x="1204050" y="365257"/>
                <a:ext cx="3216300" cy="4413000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" name="Google Shape;424;p24">
              <a:extLst>
                <a:ext uri="{FF2B5EF4-FFF2-40B4-BE49-F238E27FC236}">
                  <a16:creationId xmlns:a16="http://schemas.microsoft.com/office/drawing/2014/main" id="{A2B9FCC9-7100-1903-618C-02A1810E55BA}"/>
                </a:ext>
              </a:extLst>
            </p:cNvPr>
            <p:cNvSpPr txBox="1">
              <a:spLocks/>
            </p:cNvSpPr>
            <p:nvPr/>
          </p:nvSpPr>
          <p:spPr>
            <a:xfrm>
              <a:off x="1382612" y="1378123"/>
              <a:ext cx="2967183" cy="14121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indent="0" algn="just">
                <a:defRPr/>
              </a:pPr>
              <a:r>
                <a:rPr lang="es-ES" sz="1600" kern="0" dirty="0">
                  <a:solidFill>
                    <a:srgbClr val="1E2128"/>
                  </a:solidFill>
                </a:rPr>
                <a:t>Es una forma especial dentro del derecho laboral que   mediante el cual el aprendiz recibe formación en el SENA con el patrocino de una EMPRESA.</a:t>
              </a:r>
            </a:p>
          </p:txBody>
        </p:sp>
        <p:sp>
          <p:nvSpPr>
            <p:cNvPr id="192" name="Google Shape;425;p24">
              <a:extLst>
                <a:ext uri="{FF2B5EF4-FFF2-40B4-BE49-F238E27FC236}">
                  <a16:creationId xmlns:a16="http://schemas.microsoft.com/office/drawing/2014/main" id="{DBDA1BD5-70A3-5904-AF47-1C8D821B9FE7}"/>
                </a:ext>
              </a:extLst>
            </p:cNvPr>
            <p:cNvSpPr txBox="1">
              <a:spLocks/>
            </p:cNvSpPr>
            <p:nvPr/>
          </p:nvSpPr>
          <p:spPr>
            <a:xfrm>
              <a:off x="1430938" y="451294"/>
              <a:ext cx="2614400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defRPr sz="2400" b="0" i="0" u="none" strike="noStrike" cap="none">
                  <a:solidFill>
                    <a:srgbClr val="000000"/>
                  </a:solidFill>
                  <a:latin typeface="Amatic SC"/>
                  <a:ea typeface="Amatic SC"/>
                  <a:cs typeface="Amatic SC"/>
                  <a:sym typeface="Amatic SC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tabLst/>
                <a:defRPr/>
              </a:pPr>
              <a:r>
                <a:rPr kumimoji="0" lang="es-E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Bahnschrift SemiLight Condensed" panose="020B0502040204020203" pitchFamily="34" charset="0"/>
                  <a:sym typeface="Amatic SC"/>
                </a:rPr>
                <a:t>Contrato de Aprendizaje </a:t>
              </a:r>
            </a:p>
          </p:txBody>
        </p:sp>
        <p:grpSp>
          <p:nvGrpSpPr>
            <p:cNvPr id="194" name="Google Shape;952;p41">
              <a:extLst>
                <a:ext uri="{FF2B5EF4-FFF2-40B4-BE49-F238E27FC236}">
                  <a16:creationId xmlns:a16="http://schemas.microsoft.com/office/drawing/2014/main" id="{2EACBD8B-DD7F-B610-FFC8-BBDB610FC667}"/>
                </a:ext>
              </a:extLst>
            </p:cNvPr>
            <p:cNvGrpSpPr/>
            <p:nvPr/>
          </p:nvGrpSpPr>
          <p:grpSpPr>
            <a:xfrm>
              <a:off x="5408251" y="1398408"/>
              <a:ext cx="339253" cy="292529"/>
              <a:chOff x="840595" y="3325683"/>
              <a:chExt cx="481825" cy="415465"/>
            </a:xfrm>
            <a:solidFill>
              <a:srgbClr val="FF9966"/>
            </a:solidFill>
          </p:grpSpPr>
          <p:sp>
            <p:nvSpPr>
              <p:cNvPr id="236" name="Google Shape;953;p41">
                <a:extLst>
                  <a:ext uri="{FF2B5EF4-FFF2-40B4-BE49-F238E27FC236}">
                    <a16:creationId xmlns:a16="http://schemas.microsoft.com/office/drawing/2014/main" id="{1B70941A-EEA6-32F4-1012-52B632084EB0}"/>
                  </a:ext>
                </a:extLst>
              </p:cNvPr>
              <p:cNvSpPr/>
              <p:nvPr/>
            </p:nvSpPr>
            <p:spPr>
              <a:xfrm>
                <a:off x="840595" y="3325683"/>
                <a:ext cx="481825" cy="41546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37" name="Google Shape;954;p41">
                <a:extLst>
                  <a:ext uri="{FF2B5EF4-FFF2-40B4-BE49-F238E27FC236}">
                    <a16:creationId xmlns:a16="http://schemas.microsoft.com/office/drawing/2014/main" id="{211BF654-6D1D-F828-0A9D-0705E9907CBC}"/>
                  </a:ext>
                </a:extLst>
              </p:cNvPr>
              <p:cNvSpPr/>
              <p:nvPr/>
            </p:nvSpPr>
            <p:spPr>
              <a:xfrm>
                <a:off x="1003597" y="3465738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grpSp>
          <p:nvGrpSpPr>
            <p:cNvPr id="195" name="Google Shape;952;p41">
              <a:extLst>
                <a:ext uri="{FF2B5EF4-FFF2-40B4-BE49-F238E27FC236}">
                  <a16:creationId xmlns:a16="http://schemas.microsoft.com/office/drawing/2014/main" id="{AA7B0A14-899A-7055-3DEB-0F3BDE086EB7}"/>
                </a:ext>
              </a:extLst>
            </p:cNvPr>
            <p:cNvGrpSpPr/>
            <p:nvPr/>
          </p:nvGrpSpPr>
          <p:grpSpPr>
            <a:xfrm>
              <a:off x="1367552" y="3294886"/>
              <a:ext cx="339253" cy="339253"/>
              <a:chOff x="1427010" y="5485598"/>
              <a:chExt cx="481825" cy="481825"/>
            </a:xfrm>
            <a:solidFill>
              <a:srgbClr val="02906B"/>
            </a:solidFill>
          </p:grpSpPr>
          <p:sp>
            <p:nvSpPr>
              <p:cNvPr id="234" name="Google Shape;953;p41">
                <a:extLst>
                  <a:ext uri="{FF2B5EF4-FFF2-40B4-BE49-F238E27FC236}">
                    <a16:creationId xmlns:a16="http://schemas.microsoft.com/office/drawing/2014/main" id="{9D51D2FE-BA85-A4F3-DEFA-68D3EDCB1E80}"/>
                  </a:ext>
                </a:extLst>
              </p:cNvPr>
              <p:cNvSpPr/>
              <p:nvPr/>
            </p:nvSpPr>
            <p:spPr>
              <a:xfrm>
                <a:off x="1427010" y="5485598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35" name="Google Shape;954;p41">
                <a:extLst>
                  <a:ext uri="{FF2B5EF4-FFF2-40B4-BE49-F238E27FC236}">
                    <a16:creationId xmlns:a16="http://schemas.microsoft.com/office/drawing/2014/main" id="{F9D45EC9-1EBC-393A-59FE-20374CF761F7}"/>
                  </a:ext>
                </a:extLst>
              </p:cNvPr>
              <p:cNvSpPr/>
              <p:nvPr/>
            </p:nvSpPr>
            <p:spPr>
              <a:xfrm>
                <a:off x="1551277" y="5675998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grpSp>
          <p:nvGrpSpPr>
            <p:cNvPr id="196" name="Google Shape;254;p21">
              <a:extLst>
                <a:ext uri="{FF2B5EF4-FFF2-40B4-BE49-F238E27FC236}">
                  <a16:creationId xmlns:a16="http://schemas.microsoft.com/office/drawing/2014/main" id="{186BFCAF-11DB-08BF-0A20-696F1BA35F4C}"/>
                </a:ext>
              </a:extLst>
            </p:cNvPr>
            <p:cNvGrpSpPr/>
            <p:nvPr/>
          </p:nvGrpSpPr>
          <p:grpSpPr>
            <a:xfrm>
              <a:off x="322969" y="4062681"/>
              <a:ext cx="1088987" cy="896743"/>
              <a:chOff x="7605998" y="3886472"/>
              <a:chExt cx="1302190" cy="896743"/>
            </a:xfrm>
          </p:grpSpPr>
          <p:sp>
            <p:nvSpPr>
              <p:cNvPr id="222" name="Google Shape;255;p21">
                <a:extLst>
                  <a:ext uri="{FF2B5EF4-FFF2-40B4-BE49-F238E27FC236}">
                    <a16:creationId xmlns:a16="http://schemas.microsoft.com/office/drawing/2014/main" id="{799BB5C9-3514-3CAB-247B-EEC76FBB12CD}"/>
                  </a:ext>
                </a:extLst>
              </p:cNvPr>
              <p:cNvSpPr/>
              <p:nvPr/>
            </p:nvSpPr>
            <p:spPr>
              <a:xfrm>
                <a:off x="7751571" y="4471035"/>
                <a:ext cx="1156617" cy="312180"/>
              </a:xfrm>
              <a:custGeom>
                <a:avLst/>
                <a:gdLst/>
                <a:ahLst/>
                <a:cxnLst/>
                <a:rect l="l" t="t" r="r" b="b"/>
                <a:pathLst>
                  <a:path w="23923" h="6457" extrusionOk="0">
                    <a:moveTo>
                      <a:pt x="1" y="0"/>
                    </a:moveTo>
                    <a:lnTo>
                      <a:pt x="620" y="6456"/>
                    </a:lnTo>
                    <a:lnTo>
                      <a:pt x="23923" y="5757"/>
                    </a:lnTo>
                    <a:lnTo>
                      <a:pt x="22803" y="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56;p21">
                <a:extLst>
                  <a:ext uri="{FF2B5EF4-FFF2-40B4-BE49-F238E27FC236}">
                    <a16:creationId xmlns:a16="http://schemas.microsoft.com/office/drawing/2014/main" id="{F5A28D9C-E08D-8B2F-FCB2-863870428373}"/>
                  </a:ext>
                </a:extLst>
              </p:cNvPr>
              <p:cNvSpPr/>
              <p:nvPr/>
            </p:nvSpPr>
            <p:spPr>
              <a:xfrm>
                <a:off x="8003459" y="4592773"/>
                <a:ext cx="689822" cy="57969"/>
              </a:xfrm>
              <a:custGeom>
                <a:avLst/>
                <a:gdLst/>
                <a:ahLst/>
                <a:cxnLst/>
                <a:rect l="l" t="t" r="r" b="b"/>
                <a:pathLst>
                  <a:path w="14268" h="1199" extrusionOk="0">
                    <a:moveTo>
                      <a:pt x="3" y="1"/>
                    </a:moveTo>
                    <a:lnTo>
                      <a:pt x="1" y="1170"/>
                    </a:lnTo>
                    <a:lnTo>
                      <a:pt x="14265" y="1198"/>
                    </a:lnTo>
                    <a:lnTo>
                      <a:pt x="14267" y="29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57;p21">
                <a:extLst>
                  <a:ext uri="{FF2B5EF4-FFF2-40B4-BE49-F238E27FC236}">
                    <a16:creationId xmlns:a16="http://schemas.microsoft.com/office/drawing/2014/main" id="{731C8767-6E2B-1D8E-F3A7-595069850BD4}"/>
                  </a:ext>
                </a:extLst>
              </p:cNvPr>
              <p:cNvSpPr/>
              <p:nvPr/>
            </p:nvSpPr>
            <p:spPr>
              <a:xfrm>
                <a:off x="7606627" y="4182355"/>
                <a:ext cx="1153620" cy="312422"/>
              </a:xfrm>
              <a:custGeom>
                <a:avLst/>
                <a:gdLst/>
                <a:ahLst/>
                <a:cxnLst/>
                <a:rect l="l" t="t" r="r" b="b"/>
                <a:pathLst>
                  <a:path w="23861" h="6462" extrusionOk="0">
                    <a:moveTo>
                      <a:pt x="1" y="1"/>
                    </a:moveTo>
                    <a:lnTo>
                      <a:pt x="553" y="6462"/>
                    </a:lnTo>
                    <a:lnTo>
                      <a:pt x="23861" y="6010"/>
                    </a:lnTo>
                    <a:lnTo>
                      <a:pt x="22800" y="2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58;p21">
                <a:extLst>
                  <a:ext uri="{FF2B5EF4-FFF2-40B4-BE49-F238E27FC236}">
                    <a16:creationId xmlns:a16="http://schemas.microsoft.com/office/drawing/2014/main" id="{C99A29D9-6982-E98B-4FAD-C9881A9D470E}"/>
                  </a:ext>
                </a:extLst>
              </p:cNvPr>
              <p:cNvSpPr/>
              <p:nvPr/>
            </p:nvSpPr>
            <p:spPr>
              <a:xfrm>
                <a:off x="7605998" y="4219147"/>
                <a:ext cx="1147286" cy="254936"/>
              </a:xfrm>
              <a:custGeom>
                <a:avLst/>
                <a:gdLst/>
                <a:ahLst/>
                <a:cxnLst/>
                <a:rect l="l" t="t" r="r" b="b"/>
                <a:pathLst>
                  <a:path w="23730" h="5273" extrusionOk="0">
                    <a:moveTo>
                      <a:pt x="22904" y="1"/>
                    </a:moveTo>
                    <a:lnTo>
                      <a:pt x="3" y="153"/>
                    </a:lnTo>
                    <a:lnTo>
                      <a:pt x="1" y="445"/>
                    </a:lnTo>
                    <a:cubicBezTo>
                      <a:pt x="1" y="378"/>
                      <a:pt x="5" y="347"/>
                      <a:pt x="11" y="347"/>
                    </a:cubicBezTo>
                    <a:cubicBezTo>
                      <a:pt x="84" y="347"/>
                      <a:pt x="530" y="5272"/>
                      <a:pt x="530" y="5272"/>
                    </a:cubicBezTo>
                    <a:lnTo>
                      <a:pt x="23729" y="4452"/>
                    </a:lnTo>
                    <a:lnTo>
                      <a:pt x="22904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59;p21">
                <a:extLst>
                  <a:ext uri="{FF2B5EF4-FFF2-40B4-BE49-F238E27FC236}">
                    <a16:creationId xmlns:a16="http://schemas.microsoft.com/office/drawing/2014/main" id="{8D0000EB-8E58-2140-5764-3E6F2E869508}"/>
                  </a:ext>
                </a:extLst>
              </p:cNvPr>
              <p:cNvSpPr/>
              <p:nvPr/>
            </p:nvSpPr>
            <p:spPr>
              <a:xfrm>
                <a:off x="7662371" y="4367959"/>
                <a:ext cx="1048222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21681" h="680" extrusionOk="0">
                    <a:moveTo>
                      <a:pt x="333" y="0"/>
                    </a:moveTo>
                    <a:cubicBezTo>
                      <a:pt x="116" y="0"/>
                      <a:pt x="1" y="5"/>
                      <a:pt x="1" y="17"/>
                    </a:cubicBezTo>
                    <a:cubicBezTo>
                      <a:pt x="1" y="35"/>
                      <a:pt x="305" y="63"/>
                      <a:pt x="850" y="107"/>
                    </a:cubicBezTo>
                    <a:cubicBezTo>
                      <a:pt x="1397" y="148"/>
                      <a:pt x="2192" y="197"/>
                      <a:pt x="3170" y="251"/>
                    </a:cubicBezTo>
                    <a:cubicBezTo>
                      <a:pt x="5131" y="357"/>
                      <a:pt x="7840" y="476"/>
                      <a:pt x="10833" y="558"/>
                    </a:cubicBezTo>
                    <a:cubicBezTo>
                      <a:pt x="13829" y="641"/>
                      <a:pt x="16538" y="677"/>
                      <a:pt x="18502" y="680"/>
                    </a:cubicBezTo>
                    <a:cubicBezTo>
                      <a:pt x="19482" y="680"/>
                      <a:pt x="20277" y="675"/>
                      <a:pt x="20827" y="664"/>
                    </a:cubicBezTo>
                    <a:cubicBezTo>
                      <a:pt x="21376" y="654"/>
                      <a:pt x="21678" y="638"/>
                      <a:pt x="21678" y="620"/>
                    </a:cubicBezTo>
                    <a:cubicBezTo>
                      <a:pt x="21681" y="605"/>
                      <a:pt x="21374" y="582"/>
                      <a:pt x="20827" y="564"/>
                    </a:cubicBezTo>
                    <a:cubicBezTo>
                      <a:pt x="20277" y="546"/>
                      <a:pt x="19485" y="522"/>
                      <a:pt x="18504" y="499"/>
                    </a:cubicBezTo>
                    <a:lnTo>
                      <a:pt x="10841" y="306"/>
                    </a:lnTo>
                    <a:lnTo>
                      <a:pt x="3177" y="71"/>
                    </a:lnTo>
                    <a:cubicBezTo>
                      <a:pt x="2197" y="40"/>
                      <a:pt x="1405" y="17"/>
                      <a:pt x="855" y="6"/>
                    </a:cubicBezTo>
                    <a:cubicBezTo>
                      <a:pt x="643" y="2"/>
                      <a:pt x="468" y="0"/>
                      <a:pt x="333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60;p21">
                <a:extLst>
                  <a:ext uri="{FF2B5EF4-FFF2-40B4-BE49-F238E27FC236}">
                    <a16:creationId xmlns:a16="http://schemas.microsoft.com/office/drawing/2014/main" id="{379654E9-9DD6-DABE-EB5A-7EDDD81772DC}"/>
                  </a:ext>
                </a:extLst>
              </p:cNvPr>
              <p:cNvSpPr/>
              <p:nvPr/>
            </p:nvSpPr>
            <p:spPr>
              <a:xfrm>
                <a:off x="7658020" y="4303416"/>
                <a:ext cx="1018392" cy="29637"/>
              </a:xfrm>
              <a:custGeom>
                <a:avLst/>
                <a:gdLst/>
                <a:ahLst/>
                <a:cxnLst/>
                <a:rect l="l" t="t" r="r" b="b"/>
                <a:pathLst>
                  <a:path w="21064" h="613" extrusionOk="0">
                    <a:moveTo>
                      <a:pt x="13177" y="1"/>
                    </a:moveTo>
                    <a:cubicBezTo>
                      <a:pt x="12331" y="1"/>
                      <a:pt x="11443" y="7"/>
                      <a:pt x="10528" y="23"/>
                    </a:cubicBezTo>
                    <a:cubicBezTo>
                      <a:pt x="7615" y="72"/>
                      <a:pt x="4981" y="196"/>
                      <a:pt x="3079" y="322"/>
                    </a:cubicBezTo>
                    <a:cubicBezTo>
                      <a:pt x="2127" y="387"/>
                      <a:pt x="1358" y="448"/>
                      <a:pt x="826" y="497"/>
                    </a:cubicBezTo>
                    <a:cubicBezTo>
                      <a:pt x="295" y="546"/>
                      <a:pt x="1" y="585"/>
                      <a:pt x="3" y="601"/>
                    </a:cubicBezTo>
                    <a:cubicBezTo>
                      <a:pt x="4" y="609"/>
                      <a:pt x="65" y="613"/>
                      <a:pt x="179" y="613"/>
                    </a:cubicBezTo>
                    <a:cubicBezTo>
                      <a:pt x="319" y="613"/>
                      <a:pt x="539" y="607"/>
                      <a:pt x="832" y="596"/>
                    </a:cubicBezTo>
                    <a:lnTo>
                      <a:pt x="3089" y="503"/>
                    </a:lnTo>
                    <a:cubicBezTo>
                      <a:pt x="4994" y="423"/>
                      <a:pt x="7626" y="325"/>
                      <a:pt x="10531" y="278"/>
                    </a:cubicBezTo>
                    <a:cubicBezTo>
                      <a:pt x="12100" y="252"/>
                      <a:pt x="13589" y="243"/>
                      <a:pt x="14927" y="243"/>
                    </a:cubicBezTo>
                    <a:cubicBezTo>
                      <a:pt x="16069" y="243"/>
                      <a:pt x="17100" y="249"/>
                      <a:pt x="17978" y="257"/>
                    </a:cubicBezTo>
                    <a:lnTo>
                      <a:pt x="20236" y="276"/>
                    </a:lnTo>
                    <a:cubicBezTo>
                      <a:pt x="20320" y="276"/>
                      <a:pt x="20398" y="276"/>
                      <a:pt x="20470" y="276"/>
                    </a:cubicBezTo>
                    <a:cubicBezTo>
                      <a:pt x="20854" y="276"/>
                      <a:pt x="21064" y="270"/>
                      <a:pt x="21064" y="255"/>
                    </a:cubicBezTo>
                    <a:cubicBezTo>
                      <a:pt x="21064" y="237"/>
                      <a:pt x="20772" y="211"/>
                      <a:pt x="20238" y="178"/>
                    </a:cubicBezTo>
                    <a:cubicBezTo>
                      <a:pt x="19704" y="144"/>
                      <a:pt x="18935" y="110"/>
                      <a:pt x="17980" y="77"/>
                    </a:cubicBezTo>
                    <a:cubicBezTo>
                      <a:pt x="16674" y="33"/>
                      <a:pt x="15024" y="1"/>
                      <a:pt x="1317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61;p21">
                <a:extLst>
                  <a:ext uri="{FF2B5EF4-FFF2-40B4-BE49-F238E27FC236}">
                    <a16:creationId xmlns:a16="http://schemas.microsoft.com/office/drawing/2014/main" id="{B1F4AB47-B6AA-259E-0B87-31232D156157}"/>
                  </a:ext>
                </a:extLst>
              </p:cNvPr>
              <p:cNvSpPr/>
              <p:nvPr/>
            </p:nvSpPr>
            <p:spPr>
              <a:xfrm>
                <a:off x="7658551" y="4254296"/>
                <a:ext cx="1038214" cy="44093"/>
              </a:xfrm>
              <a:custGeom>
                <a:avLst/>
                <a:gdLst/>
                <a:ahLst/>
                <a:cxnLst/>
                <a:rect l="l" t="t" r="r" b="b"/>
                <a:pathLst>
                  <a:path w="21474" h="912" extrusionOk="0">
                    <a:moveTo>
                      <a:pt x="8327" y="0"/>
                    </a:moveTo>
                    <a:cubicBezTo>
                      <a:pt x="7716" y="0"/>
                      <a:pt x="7125" y="5"/>
                      <a:pt x="6559" y="14"/>
                    </a:cubicBezTo>
                    <a:cubicBezTo>
                      <a:pt x="5917" y="30"/>
                      <a:pt x="5305" y="40"/>
                      <a:pt x="4732" y="66"/>
                    </a:cubicBezTo>
                    <a:cubicBezTo>
                      <a:pt x="4159" y="84"/>
                      <a:pt x="3628" y="112"/>
                      <a:pt x="3140" y="136"/>
                    </a:cubicBezTo>
                    <a:cubicBezTo>
                      <a:pt x="2655" y="159"/>
                      <a:pt x="2216" y="192"/>
                      <a:pt x="1829" y="218"/>
                    </a:cubicBezTo>
                    <a:cubicBezTo>
                      <a:pt x="1445" y="244"/>
                      <a:pt x="1112" y="272"/>
                      <a:pt x="841" y="298"/>
                    </a:cubicBezTo>
                    <a:cubicBezTo>
                      <a:pt x="299" y="347"/>
                      <a:pt x="0" y="383"/>
                      <a:pt x="3" y="401"/>
                    </a:cubicBezTo>
                    <a:cubicBezTo>
                      <a:pt x="3" y="408"/>
                      <a:pt x="62" y="412"/>
                      <a:pt x="175" y="412"/>
                    </a:cubicBezTo>
                    <a:cubicBezTo>
                      <a:pt x="317" y="412"/>
                      <a:pt x="545" y="406"/>
                      <a:pt x="849" y="396"/>
                    </a:cubicBezTo>
                    <a:lnTo>
                      <a:pt x="1840" y="360"/>
                    </a:lnTo>
                    <a:cubicBezTo>
                      <a:pt x="2224" y="350"/>
                      <a:pt x="2665" y="332"/>
                      <a:pt x="3151" y="316"/>
                    </a:cubicBezTo>
                    <a:cubicBezTo>
                      <a:pt x="3636" y="301"/>
                      <a:pt x="4167" y="285"/>
                      <a:pt x="4740" y="275"/>
                    </a:cubicBezTo>
                    <a:cubicBezTo>
                      <a:pt x="5310" y="262"/>
                      <a:pt x="5922" y="257"/>
                      <a:pt x="6564" y="249"/>
                    </a:cubicBezTo>
                    <a:cubicBezTo>
                      <a:pt x="6892" y="247"/>
                      <a:pt x="7227" y="246"/>
                      <a:pt x="7570" y="246"/>
                    </a:cubicBezTo>
                    <a:cubicBezTo>
                      <a:pt x="8574" y="246"/>
                      <a:pt x="9640" y="256"/>
                      <a:pt x="10744" y="283"/>
                    </a:cubicBezTo>
                    <a:cubicBezTo>
                      <a:pt x="12228" y="316"/>
                      <a:pt x="13640" y="378"/>
                      <a:pt x="14922" y="445"/>
                    </a:cubicBezTo>
                    <a:cubicBezTo>
                      <a:pt x="15564" y="484"/>
                      <a:pt x="16173" y="517"/>
                      <a:pt x="16744" y="559"/>
                    </a:cubicBezTo>
                    <a:cubicBezTo>
                      <a:pt x="17314" y="595"/>
                      <a:pt x="17843" y="639"/>
                      <a:pt x="18328" y="672"/>
                    </a:cubicBezTo>
                    <a:cubicBezTo>
                      <a:pt x="18813" y="708"/>
                      <a:pt x="19252" y="747"/>
                      <a:pt x="19636" y="778"/>
                    </a:cubicBezTo>
                    <a:lnTo>
                      <a:pt x="20624" y="861"/>
                    </a:lnTo>
                    <a:cubicBezTo>
                      <a:pt x="21026" y="893"/>
                      <a:pt x="21295" y="911"/>
                      <a:pt x="21409" y="911"/>
                    </a:cubicBezTo>
                    <a:cubicBezTo>
                      <a:pt x="21449" y="911"/>
                      <a:pt x="21470" y="909"/>
                      <a:pt x="21471" y="905"/>
                    </a:cubicBezTo>
                    <a:cubicBezTo>
                      <a:pt x="21473" y="889"/>
                      <a:pt x="21174" y="837"/>
                      <a:pt x="20635" y="763"/>
                    </a:cubicBezTo>
                    <a:cubicBezTo>
                      <a:pt x="20364" y="724"/>
                      <a:pt x="20034" y="680"/>
                      <a:pt x="19649" y="636"/>
                    </a:cubicBezTo>
                    <a:cubicBezTo>
                      <a:pt x="19265" y="592"/>
                      <a:pt x="18829" y="543"/>
                      <a:pt x="18343" y="494"/>
                    </a:cubicBezTo>
                    <a:cubicBezTo>
                      <a:pt x="17858" y="445"/>
                      <a:pt x="17329" y="394"/>
                      <a:pt x="16757" y="347"/>
                    </a:cubicBezTo>
                    <a:cubicBezTo>
                      <a:pt x="16186" y="298"/>
                      <a:pt x="15577" y="257"/>
                      <a:pt x="14935" y="210"/>
                    </a:cubicBezTo>
                    <a:cubicBezTo>
                      <a:pt x="13650" y="130"/>
                      <a:pt x="12236" y="61"/>
                      <a:pt x="10750" y="27"/>
                    </a:cubicBezTo>
                    <a:cubicBezTo>
                      <a:pt x="9917" y="8"/>
                      <a:pt x="9106" y="0"/>
                      <a:pt x="8327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62;p21">
                <a:extLst>
                  <a:ext uri="{FF2B5EF4-FFF2-40B4-BE49-F238E27FC236}">
                    <a16:creationId xmlns:a16="http://schemas.microsoft.com/office/drawing/2014/main" id="{AC5593BF-F0BC-C291-FA53-C8A26B2E1189}"/>
                  </a:ext>
                </a:extLst>
              </p:cNvPr>
              <p:cNvSpPr/>
              <p:nvPr/>
            </p:nvSpPr>
            <p:spPr>
              <a:xfrm>
                <a:off x="7625240" y="3886472"/>
                <a:ext cx="1147721" cy="312760"/>
              </a:xfrm>
              <a:custGeom>
                <a:avLst/>
                <a:gdLst/>
                <a:ahLst/>
                <a:cxnLst/>
                <a:rect l="l" t="t" r="r" b="b"/>
                <a:pathLst>
                  <a:path w="23739" h="6469" extrusionOk="0">
                    <a:moveTo>
                      <a:pt x="0" y="0"/>
                    </a:moveTo>
                    <a:lnTo>
                      <a:pt x="426" y="6469"/>
                    </a:lnTo>
                    <a:lnTo>
                      <a:pt x="23739" y="6464"/>
                    </a:lnTo>
                    <a:lnTo>
                      <a:pt x="22789" y="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63;p21">
                <a:extLst>
                  <a:ext uri="{FF2B5EF4-FFF2-40B4-BE49-F238E27FC236}">
                    <a16:creationId xmlns:a16="http://schemas.microsoft.com/office/drawing/2014/main" id="{4F1E5B53-C282-EF5A-A979-B1921425D7EA}"/>
                  </a:ext>
                </a:extLst>
              </p:cNvPr>
              <p:cNvSpPr/>
              <p:nvPr/>
            </p:nvSpPr>
            <p:spPr>
              <a:xfrm>
                <a:off x="7623355" y="3930467"/>
                <a:ext cx="1143273" cy="248071"/>
              </a:xfrm>
              <a:custGeom>
                <a:avLst/>
                <a:gdLst/>
                <a:ahLst/>
                <a:cxnLst/>
                <a:rect l="l" t="t" r="r" b="b"/>
                <a:pathLst>
                  <a:path w="23647" h="5131" extrusionOk="0">
                    <a:moveTo>
                      <a:pt x="1" y="276"/>
                    </a:moveTo>
                    <a:cubicBezTo>
                      <a:pt x="1" y="281"/>
                      <a:pt x="1" y="287"/>
                      <a:pt x="0" y="292"/>
                    </a:cubicBezTo>
                    <a:lnTo>
                      <a:pt x="1" y="276"/>
                    </a:lnTo>
                    <a:close/>
                    <a:moveTo>
                      <a:pt x="11" y="1"/>
                    </a:moveTo>
                    <a:lnTo>
                      <a:pt x="1" y="276"/>
                    </a:lnTo>
                    <a:lnTo>
                      <a:pt x="1" y="276"/>
                    </a:lnTo>
                    <a:cubicBezTo>
                      <a:pt x="3" y="221"/>
                      <a:pt x="7" y="195"/>
                      <a:pt x="12" y="195"/>
                    </a:cubicBezTo>
                    <a:cubicBezTo>
                      <a:pt x="86" y="195"/>
                      <a:pt x="436" y="5131"/>
                      <a:pt x="436" y="5131"/>
                    </a:cubicBezTo>
                    <a:lnTo>
                      <a:pt x="23646" y="4754"/>
                    </a:lnTo>
                    <a:lnTo>
                      <a:pt x="22908" y="287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64;p21">
                <a:extLst>
                  <a:ext uri="{FF2B5EF4-FFF2-40B4-BE49-F238E27FC236}">
                    <a16:creationId xmlns:a16="http://schemas.microsoft.com/office/drawing/2014/main" id="{B7E4FE38-E3AF-0BD2-2A4D-94FAF6376738}"/>
                  </a:ext>
                </a:extLst>
              </p:cNvPr>
              <p:cNvSpPr/>
              <p:nvPr/>
            </p:nvSpPr>
            <p:spPr>
              <a:xfrm>
                <a:off x="7677262" y="4073188"/>
                <a:ext cx="104754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1667" h="1059" extrusionOk="0">
                    <a:moveTo>
                      <a:pt x="158" y="0"/>
                    </a:moveTo>
                    <a:cubicBezTo>
                      <a:pt x="56" y="0"/>
                      <a:pt x="3" y="4"/>
                      <a:pt x="3" y="11"/>
                    </a:cubicBezTo>
                    <a:cubicBezTo>
                      <a:pt x="0" y="29"/>
                      <a:pt x="302" y="65"/>
                      <a:pt x="849" y="117"/>
                    </a:cubicBezTo>
                    <a:cubicBezTo>
                      <a:pt x="1396" y="171"/>
                      <a:pt x="2186" y="236"/>
                      <a:pt x="3166" y="308"/>
                    </a:cubicBezTo>
                    <a:cubicBezTo>
                      <a:pt x="5122" y="452"/>
                      <a:pt x="7831" y="623"/>
                      <a:pt x="10822" y="762"/>
                    </a:cubicBezTo>
                    <a:cubicBezTo>
                      <a:pt x="13812" y="904"/>
                      <a:pt x="16524" y="989"/>
                      <a:pt x="18485" y="1030"/>
                    </a:cubicBezTo>
                    <a:cubicBezTo>
                      <a:pt x="19469" y="1051"/>
                      <a:pt x="20261" y="1059"/>
                      <a:pt x="20810" y="1059"/>
                    </a:cubicBezTo>
                    <a:cubicBezTo>
                      <a:pt x="21360" y="1059"/>
                      <a:pt x="21664" y="1051"/>
                      <a:pt x="21664" y="1033"/>
                    </a:cubicBezTo>
                    <a:cubicBezTo>
                      <a:pt x="21667" y="1017"/>
                      <a:pt x="21365" y="992"/>
                      <a:pt x="20815" y="961"/>
                    </a:cubicBezTo>
                    <a:cubicBezTo>
                      <a:pt x="20268" y="930"/>
                      <a:pt x="19474" y="894"/>
                      <a:pt x="18493" y="850"/>
                    </a:cubicBezTo>
                    <a:lnTo>
                      <a:pt x="10835" y="509"/>
                    </a:lnTo>
                    <a:lnTo>
                      <a:pt x="3176" y="127"/>
                    </a:lnTo>
                    <a:cubicBezTo>
                      <a:pt x="2196" y="78"/>
                      <a:pt x="1404" y="39"/>
                      <a:pt x="854" y="19"/>
                    </a:cubicBezTo>
                    <a:cubicBezTo>
                      <a:pt x="536" y="7"/>
                      <a:pt x="300" y="0"/>
                      <a:pt x="158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65;p21">
                <a:extLst>
                  <a:ext uri="{FF2B5EF4-FFF2-40B4-BE49-F238E27FC236}">
                    <a16:creationId xmlns:a16="http://schemas.microsoft.com/office/drawing/2014/main" id="{F522C697-8CF5-0195-22BD-46F1F471D61A}"/>
                  </a:ext>
                </a:extLst>
              </p:cNvPr>
              <p:cNvSpPr/>
              <p:nvPr/>
            </p:nvSpPr>
            <p:spPr>
              <a:xfrm>
                <a:off x="7673636" y="4019136"/>
                <a:ext cx="1018488" cy="21805"/>
              </a:xfrm>
              <a:custGeom>
                <a:avLst/>
                <a:gdLst/>
                <a:ahLst/>
                <a:cxnLst/>
                <a:rect l="l" t="t" r="r" b="b"/>
                <a:pathLst>
                  <a:path w="21066" h="451" extrusionOk="0">
                    <a:moveTo>
                      <a:pt x="10107" y="1"/>
                    </a:moveTo>
                    <a:cubicBezTo>
                      <a:pt x="7364" y="1"/>
                      <a:pt x="4891" y="70"/>
                      <a:pt x="3081" y="156"/>
                    </a:cubicBezTo>
                    <a:cubicBezTo>
                      <a:pt x="2129" y="203"/>
                      <a:pt x="1357" y="249"/>
                      <a:pt x="826" y="288"/>
                    </a:cubicBezTo>
                    <a:cubicBezTo>
                      <a:pt x="294" y="329"/>
                      <a:pt x="0" y="360"/>
                      <a:pt x="3" y="378"/>
                    </a:cubicBezTo>
                    <a:cubicBezTo>
                      <a:pt x="3" y="388"/>
                      <a:pt x="125" y="394"/>
                      <a:pt x="356" y="394"/>
                    </a:cubicBezTo>
                    <a:cubicBezTo>
                      <a:pt x="483" y="394"/>
                      <a:pt x="642" y="392"/>
                      <a:pt x="831" y="389"/>
                    </a:cubicBezTo>
                    <a:lnTo>
                      <a:pt x="3089" y="337"/>
                    </a:lnTo>
                    <a:cubicBezTo>
                      <a:pt x="4852" y="296"/>
                      <a:pt x="7240" y="254"/>
                      <a:pt x="9892" y="254"/>
                    </a:cubicBezTo>
                    <a:cubicBezTo>
                      <a:pt x="10105" y="254"/>
                      <a:pt x="10320" y="254"/>
                      <a:pt x="10536" y="254"/>
                    </a:cubicBezTo>
                    <a:cubicBezTo>
                      <a:pt x="13441" y="265"/>
                      <a:pt x="16073" y="324"/>
                      <a:pt x="17980" y="378"/>
                    </a:cubicBezTo>
                    <a:lnTo>
                      <a:pt x="20238" y="443"/>
                    </a:lnTo>
                    <a:cubicBezTo>
                      <a:pt x="20467" y="448"/>
                      <a:pt x="20653" y="451"/>
                      <a:pt x="20790" y="451"/>
                    </a:cubicBezTo>
                    <a:cubicBezTo>
                      <a:pt x="20970" y="451"/>
                      <a:pt x="21066" y="446"/>
                      <a:pt x="21066" y="438"/>
                    </a:cubicBezTo>
                    <a:cubicBezTo>
                      <a:pt x="21066" y="420"/>
                      <a:pt x="20772" y="386"/>
                      <a:pt x="20240" y="342"/>
                    </a:cubicBezTo>
                    <a:cubicBezTo>
                      <a:pt x="19709" y="298"/>
                      <a:pt x="18937" y="249"/>
                      <a:pt x="17985" y="198"/>
                    </a:cubicBezTo>
                    <a:cubicBezTo>
                      <a:pt x="16081" y="97"/>
                      <a:pt x="13446" y="7"/>
                      <a:pt x="10536" y="2"/>
                    </a:cubicBezTo>
                    <a:cubicBezTo>
                      <a:pt x="10392" y="1"/>
                      <a:pt x="10249" y="1"/>
                      <a:pt x="1010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66;p21">
                <a:extLst>
                  <a:ext uri="{FF2B5EF4-FFF2-40B4-BE49-F238E27FC236}">
                    <a16:creationId xmlns:a16="http://schemas.microsoft.com/office/drawing/2014/main" id="{E573FFE1-BF83-B755-85F6-0EBCC8BF1CE2}"/>
                  </a:ext>
                </a:extLst>
              </p:cNvPr>
              <p:cNvSpPr/>
              <p:nvPr/>
            </p:nvSpPr>
            <p:spPr>
              <a:xfrm>
                <a:off x="7675376" y="3966148"/>
                <a:ext cx="1037344" cy="57098"/>
              </a:xfrm>
              <a:custGeom>
                <a:avLst/>
                <a:gdLst/>
                <a:ahLst/>
                <a:cxnLst/>
                <a:rect l="l" t="t" r="r" b="b"/>
                <a:pathLst>
                  <a:path w="21456" h="1181" extrusionOk="0">
                    <a:moveTo>
                      <a:pt x="6565" y="1"/>
                    </a:moveTo>
                    <a:cubicBezTo>
                      <a:pt x="5922" y="1"/>
                      <a:pt x="5308" y="3"/>
                      <a:pt x="4738" y="16"/>
                    </a:cubicBezTo>
                    <a:cubicBezTo>
                      <a:pt x="4165" y="24"/>
                      <a:pt x="3631" y="42"/>
                      <a:pt x="3146" y="55"/>
                    </a:cubicBezTo>
                    <a:cubicBezTo>
                      <a:pt x="2658" y="71"/>
                      <a:pt x="2219" y="94"/>
                      <a:pt x="1832" y="112"/>
                    </a:cubicBezTo>
                    <a:cubicBezTo>
                      <a:pt x="1445" y="130"/>
                      <a:pt x="1112" y="153"/>
                      <a:pt x="842" y="174"/>
                    </a:cubicBezTo>
                    <a:cubicBezTo>
                      <a:pt x="300" y="212"/>
                      <a:pt x="0" y="241"/>
                      <a:pt x="0" y="259"/>
                    </a:cubicBezTo>
                    <a:cubicBezTo>
                      <a:pt x="0" y="271"/>
                      <a:pt x="130" y="276"/>
                      <a:pt x="372" y="276"/>
                    </a:cubicBezTo>
                    <a:cubicBezTo>
                      <a:pt x="500" y="276"/>
                      <a:pt x="659" y="274"/>
                      <a:pt x="847" y="272"/>
                    </a:cubicBezTo>
                    <a:lnTo>
                      <a:pt x="1838" y="254"/>
                    </a:lnTo>
                    <a:cubicBezTo>
                      <a:pt x="2225" y="249"/>
                      <a:pt x="2663" y="241"/>
                      <a:pt x="3148" y="236"/>
                    </a:cubicBezTo>
                    <a:cubicBezTo>
                      <a:pt x="3636" y="231"/>
                      <a:pt x="4168" y="225"/>
                      <a:pt x="4738" y="225"/>
                    </a:cubicBezTo>
                    <a:cubicBezTo>
                      <a:pt x="4816" y="225"/>
                      <a:pt x="4895" y="225"/>
                      <a:pt x="4975" y="225"/>
                    </a:cubicBezTo>
                    <a:cubicBezTo>
                      <a:pt x="5478" y="225"/>
                      <a:pt x="6010" y="231"/>
                      <a:pt x="6565" y="236"/>
                    </a:cubicBezTo>
                    <a:cubicBezTo>
                      <a:pt x="7850" y="251"/>
                      <a:pt x="9261" y="282"/>
                      <a:pt x="10742" y="347"/>
                    </a:cubicBezTo>
                    <a:cubicBezTo>
                      <a:pt x="12226" y="411"/>
                      <a:pt x="13635" y="499"/>
                      <a:pt x="14917" y="592"/>
                    </a:cubicBezTo>
                    <a:cubicBezTo>
                      <a:pt x="15557" y="643"/>
                      <a:pt x="16166" y="687"/>
                      <a:pt x="16734" y="739"/>
                    </a:cubicBezTo>
                    <a:cubicBezTo>
                      <a:pt x="17304" y="788"/>
                      <a:pt x="17833" y="842"/>
                      <a:pt x="18318" y="886"/>
                    </a:cubicBezTo>
                    <a:cubicBezTo>
                      <a:pt x="18803" y="927"/>
                      <a:pt x="19239" y="976"/>
                      <a:pt x="19624" y="1015"/>
                    </a:cubicBezTo>
                    <a:lnTo>
                      <a:pt x="20609" y="1116"/>
                    </a:lnTo>
                    <a:cubicBezTo>
                      <a:pt x="21029" y="1158"/>
                      <a:pt x="21303" y="1181"/>
                      <a:pt x="21407" y="1181"/>
                    </a:cubicBezTo>
                    <a:cubicBezTo>
                      <a:pt x="21437" y="1181"/>
                      <a:pt x="21452" y="1179"/>
                      <a:pt x="21453" y="1175"/>
                    </a:cubicBezTo>
                    <a:cubicBezTo>
                      <a:pt x="21456" y="1157"/>
                      <a:pt x="21159" y="1103"/>
                      <a:pt x="20622" y="1018"/>
                    </a:cubicBezTo>
                    <a:cubicBezTo>
                      <a:pt x="20354" y="974"/>
                      <a:pt x="20024" y="925"/>
                      <a:pt x="19639" y="873"/>
                    </a:cubicBezTo>
                    <a:cubicBezTo>
                      <a:pt x="19257" y="821"/>
                      <a:pt x="18821" y="765"/>
                      <a:pt x="18339" y="705"/>
                    </a:cubicBezTo>
                    <a:cubicBezTo>
                      <a:pt x="17854" y="649"/>
                      <a:pt x="17325" y="587"/>
                      <a:pt x="16754" y="530"/>
                    </a:cubicBezTo>
                    <a:cubicBezTo>
                      <a:pt x="16184" y="468"/>
                      <a:pt x="15575" y="414"/>
                      <a:pt x="14935" y="357"/>
                    </a:cubicBezTo>
                    <a:cubicBezTo>
                      <a:pt x="13653" y="251"/>
                      <a:pt x="12239" y="156"/>
                      <a:pt x="10755" y="94"/>
                    </a:cubicBezTo>
                    <a:cubicBezTo>
                      <a:pt x="9269" y="32"/>
                      <a:pt x="7852" y="3"/>
                      <a:pt x="6565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434;p24">
              <a:extLst>
                <a:ext uri="{FF2B5EF4-FFF2-40B4-BE49-F238E27FC236}">
                  <a16:creationId xmlns:a16="http://schemas.microsoft.com/office/drawing/2014/main" id="{1A671145-0E64-3615-C331-9C9717DAB8C5}"/>
                </a:ext>
              </a:extLst>
            </p:cNvPr>
            <p:cNvGrpSpPr/>
            <p:nvPr/>
          </p:nvGrpSpPr>
          <p:grpSpPr>
            <a:xfrm>
              <a:off x="4370046" y="2317552"/>
              <a:ext cx="1219900" cy="2615726"/>
              <a:chOff x="4446034" y="2066733"/>
              <a:chExt cx="1291236" cy="2776337"/>
            </a:xfrm>
          </p:grpSpPr>
          <p:sp>
            <p:nvSpPr>
              <p:cNvPr id="214" name="Google Shape;435;p24">
                <a:extLst>
                  <a:ext uri="{FF2B5EF4-FFF2-40B4-BE49-F238E27FC236}">
                    <a16:creationId xmlns:a16="http://schemas.microsoft.com/office/drawing/2014/main" id="{6E45DDD7-E92F-B38B-E8AE-4AAB58FA2EA6}"/>
                  </a:ext>
                </a:extLst>
              </p:cNvPr>
              <p:cNvSpPr/>
              <p:nvPr/>
            </p:nvSpPr>
            <p:spPr>
              <a:xfrm>
                <a:off x="4547238" y="4688270"/>
                <a:ext cx="776400" cy="154800"/>
              </a:xfrm>
              <a:prstGeom prst="ellipse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215" name="Google Shape;436;p24">
                <a:extLst>
                  <a:ext uri="{FF2B5EF4-FFF2-40B4-BE49-F238E27FC236}">
                    <a16:creationId xmlns:a16="http://schemas.microsoft.com/office/drawing/2014/main" id="{792B02C5-F8DF-9A51-86CD-D176EF0C55E3}"/>
                  </a:ext>
                </a:extLst>
              </p:cNvPr>
              <p:cNvGrpSpPr/>
              <p:nvPr/>
            </p:nvGrpSpPr>
            <p:grpSpPr>
              <a:xfrm>
                <a:off x="4446034" y="2066733"/>
                <a:ext cx="1291236" cy="2626838"/>
                <a:chOff x="3801263" y="1012744"/>
                <a:chExt cx="2125491" cy="4324013"/>
              </a:xfrm>
            </p:grpSpPr>
            <p:sp>
              <p:nvSpPr>
                <p:cNvPr id="216" name="Google Shape;437;p24">
                  <a:extLst>
                    <a:ext uri="{FF2B5EF4-FFF2-40B4-BE49-F238E27FC236}">
                      <a16:creationId xmlns:a16="http://schemas.microsoft.com/office/drawing/2014/main" id="{9CFF2E36-5365-D306-1F9E-3B67FD3E8E2E}"/>
                    </a:ext>
                  </a:extLst>
                </p:cNvPr>
                <p:cNvSpPr/>
                <p:nvPr/>
              </p:nvSpPr>
              <p:spPr>
                <a:xfrm>
                  <a:off x="4129005" y="1379823"/>
                  <a:ext cx="918425" cy="3846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37" h="153848" extrusionOk="0">
                      <a:moveTo>
                        <a:pt x="36720" y="0"/>
                      </a:moveTo>
                      <a:cubicBezTo>
                        <a:pt x="36704" y="0"/>
                        <a:pt x="36633" y="120"/>
                        <a:pt x="36513" y="360"/>
                      </a:cubicBezTo>
                      <a:lnTo>
                        <a:pt x="35975" y="1449"/>
                      </a:lnTo>
                      <a:cubicBezTo>
                        <a:pt x="35491" y="2484"/>
                        <a:pt x="34830" y="3893"/>
                        <a:pt x="33997" y="5671"/>
                      </a:cubicBezTo>
                      <a:cubicBezTo>
                        <a:pt x="32304" y="9351"/>
                        <a:pt x="29860" y="14675"/>
                        <a:pt x="26958" y="21313"/>
                      </a:cubicBezTo>
                      <a:cubicBezTo>
                        <a:pt x="21207" y="34588"/>
                        <a:pt x="13310" y="53067"/>
                        <a:pt x="7495" y="74446"/>
                      </a:cubicBezTo>
                      <a:cubicBezTo>
                        <a:pt x="4585" y="85125"/>
                        <a:pt x="2597" y="95517"/>
                        <a:pt x="1462" y="105043"/>
                      </a:cubicBezTo>
                      <a:cubicBezTo>
                        <a:pt x="336" y="114569"/>
                        <a:pt x="1" y="123219"/>
                        <a:pt x="75" y="130469"/>
                      </a:cubicBezTo>
                      <a:cubicBezTo>
                        <a:pt x="134" y="137721"/>
                        <a:pt x="605" y="143576"/>
                        <a:pt x="1007" y="147607"/>
                      </a:cubicBezTo>
                      <a:cubicBezTo>
                        <a:pt x="1207" y="149625"/>
                        <a:pt x="1404" y="151185"/>
                        <a:pt x="1556" y="152242"/>
                      </a:cubicBezTo>
                      <a:cubicBezTo>
                        <a:pt x="1628" y="152724"/>
                        <a:pt x="1686" y="153118"/>
                        <a:pt x="1734" y="153440"/>
                      </a:cubicBezTo>
                      <a:cubicBezTo>
                        <a:pt x="1779" y="153712"/>
                        <a:pt x="1809" y="153847"/>
                        <a:pt x="1825" y="153847"/>
                      </a:cubicBezTo>
                      <a:cubicBezTo>
                        <a:pt x="1841" y="153845"/>
                        <a:pt x="1841" y="153704"/>
                        <a:pt x="1825" y="153429"/>
                      </a:cubicBezTo>
                      <a:cubicBezTo>
                        <a:pt x="1803" y="153105"/>
                        <a:pt x="1771" y="152708"/>
                        <a:pt x="1737" y="152221"/>
                      </a:cubicBezTo>
                      <a:cubicBezTo>
                        <a:pt x="1641" y="151081"/>
                        <a:pt x="1516" y="149534"/>
                        <a:pt x="1353" y="147577"/>
                      </a:cubicBezTo>
                      <a:cubicBezTo>
                        <a:pt x="1060" y="143544"/>
                        <a:pt x="688" y="137697"/>
                        <a:pt x="709" y="130466"/>
                      </a:cubicBezTo>
                      <a:cubicBezTo>
                        <a:pt x="722" y="122000"/>
                        <a:pt x="1247" y="113541"/>
                        <a:pt x="2282" y="105141"/>
                      </a:cubicBezTo>
                      <a:cubicBezTo>
                        <a:pt x="3457" y="95661"/>
                        <a:pt x="5459" y="85322"/>
                        <a:pt x="8361" y="74678"/>
                      </a:cubicBezTo>
                      <a:cubicBezTo>
                        <a:pt x="14154" y="53379"/>
                        <a:pt x="21942" y="34894"/>
                        <a:pt x="27541" y="21563"/>
                      </a:cubicBezTo>
                      <a:cubicBezTo>
                        <a:pt x="30376" y="14968"/>
                        <a:pt x="32682" y="9606"/>
                        <a:pt x="34314" y="5812"/>
                      </a:cubicBezTo>
                      <a:cubicBezTo>
                        <a:pt x="35083" y="4002"/>
                        <a:pt x="35693" y="2572"/>
                        <a:pt x="36140" y="1521"/>
                      </a:cubicBezTo>
                      <a:lnTo>
                        <a:pt x="36596" y="397"/>
                      </a:lnTo>
                      <a:cubicBezTo>
                        <a:pt x="36691" y="141"/>
                        <a:pt x="36737" y="6"/>
                        <a:pt x="36721" y="0"/>
                      </a:cubicBezTo>
                      <a:cubicBezTo>
                        <a:pt x="36720" y="0"/>
                        <a:pt x="36720" y="0"/>
                        <a:pt x="36720" y="0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" name="Google Shape;438;p24">
                  <a:extLst>
                    <a:ext uri="{FF2B5EF4-FFF2-40B4-BE49-F238E27FC236}">
                      <a16:creationId xmlns:a16="http://schemas.microsoft.com/office/drawing/2014/main" id="{4546E927-4E45-A98F-EBB3-2ABBA96E9ABA}"/>
                    </a:ext>
                  </a:extLst>
                </p:cNvPr>
                <p:cNvSpPr/>
                <p:nvPr/>
              </p:nvSpPr>
              <p:spPr>
                <a:xfrm>
                  <a:off x="4483897" y="1012744"/>
                  <a:ext cx="1003875" cy="14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55" h="57714" extrusionOk="0">
                      <a:moveTo>
                        <a:pt x="26553" y="1"/>
                      </a:moveTo>
                      <a:cubicBezTo>
                        <a:pt x="24747" y="1"/>
                        <a:pt x="22940" y="539"/>
                        <a:pt x="21486" y="1616"/>
                      </a:cubicBezTo>
                      <a:cubicBezTo>
                        <a:pt x="18608" y="3746"/>
                        <a:pt x="17333" y="7816"/>
                        <a:pt x="18488" y="11208"/>
                      </a:cubicBezTo>
                      <a:cubicBezTo>
                        <a:pt x="15269" y="11690"/>
                        <a:pt x="12399" y="14033"/>
                        <a:pt x="11281" y="17092"/>
                      </a:cubicBezTo>
                      <a:cubicBezTo>
                        <a:pt x="10165" y="20149"/>
                        <a:pt x="10850" y="23791"/>
                        <a:pt x="13001" y="26235"/>
                      </a:cubicBezTo>
                      <a:cubicBezTo>
                        <a:pt x="12446" y="25973"/>
                        <a:pt x="11861" y="25853"/>
                        <a:pt x="11275" y="25853"/>
                      </a:cubicBezTo>
                      <a:cubicBezTo>
                        <a:pt x="9019" y="25853"/>
                        <a:pt x="6735" y="27623"/>
                        <a:pt x="5975" y="29858"/>
                      </a:cubicBezTo>
                      <a:cubicBezTo>
                        <a:pt x="5014" y="32675"/>
                        <a:pt x="5908" y="35809"/>
                        <a:pt x="7325" y="38423"/>
                      </a:cubicBezTo>
                      <a:cubicBezTo>
                        <a:pt x="7251" y="38421"/>
                        <a:pt x="7177" y="38419"/>
                        <a:pt x="7103" y="38419"/>
                      </a:cubicBezTo>
                      <a:cubicBezTo>
                        <a:pt x="4234" y="38419"/>
                        <a:pt x="1478" y="40521"/>
                        <a:pt x="748" y="43301"/>
                      </a:cubicBezTo>
                      <a:cubicBezTo>
                        <a:pt x="0" y="46155"/>
                        <a:pt x="1465" y="49430"/>
                        <a:pt x="4087" y="50777"/>
                      </a:cubicBezTo>
                      <a:cubicBezTo>
                        <a:pt x="3392" y="52002"/>
                        <a:pt x="3595" y="53668"/>
                        <a:pt x="4558" y="54693"/>
                      </a:cubicBezTo>
                      <a:cubicBezTo>
                        <a:pt x="5186" y="55362"/>
                        <a:pt x="6105" y="55723"/>
                        <a:pt x="7018" y="55723"/>
                      </a:cubicBezTo>
                      <a:cubicBezTo>
                        <a:pt x="7508" y="55723"/>
                        <a:pt x="7996" y="55620"/>
                        <a:pt x="8438" y="55404"/>
                      </a:cubicBezTo>
                      <a:lnTo>
                        <a:pt x="8438" y="55404"/>
                      </a:lnTo>
                      <a:lnTo>
                        <a:pt x="8312" y="56427"/>
                      </a:lnTo>
                      <a:cubicBezTo>
                        <a:pt x="9447" y="57286"/>
                        <a:pt x="10866" y="57713"/>
                        <a:pt x="12287" y="57713"/>
                      </a:cubicBezTo>
                      <a:cubicBezTo>
                        <a:pt x="13763" y="57713"/>
                        <a:pt x="15240" y="57251"/>
                        <a:pt x="16398" y="56331"/>
                      </a:cubicBezTo>
                      <a:cubicBezTo>
                        <a:pt x="18669" y="54523"/>
                        <a:pt x="19500" y="51123"/>
                        <a:pt x="18315" y="48471"/>
                      </a:cubicBezTo>
                      <a:lnTo>
                        <a:pt x="18315" y="48471"/>
                      </a:lnTo>
                      <a:cubicBezTo>
                        <a:pt x="18805" y="48625"/>
                        <a:pt x="19313" y="48699"/>
                        <a:pt x="19822" y="48699"/>
                      </a:cubicBezTo>
                      <a:cubicBezTo>
                        <a:pt x="21787" y="48699"/>
                        <a:pt x="23761" y="47609"/>
                        <a:pt x="24691" y="45865"/>
                      </a:cubicBezTo>
                      <a:cubicBezTo>
                        <a:pt x="25863" y="43666"/>
                        <a:pt x="25245" y="40673"/>
                        <a:pt x="23299" y="39118"/>
                      </a:cubicBezTo>
                      <a:lnTo>
                        <a:pt x="23299" y="39118"/>
                      </a:lnTo>
                      <a:cubicBezTo>
                        <a:pt x="23800" y="39213"/>
                        <a:pt x="24307" y="39260"/>
                        <a:pt x="24814" y="39260"/>
                      </a:cubicBezTo>
                      <a:cubicBezTo>
                        <a:pt x="27854" y="39260"/>
                        <a:pt x="30889" y="37606"/>
                        <a:pt x="32436" y="34973"/>
                      </a:cubicBezTo>
                      <a:cubicBezTo>
                        <a:pt x="34239" y="31901"/>
                        <a:pt x="33890" y="27710"/>
                        <a:pt x="31603" y="24976"/>
                      </a:cubicBezTo>
                      <a:cubicBezTo>
                        <a:pt x="34662" y="24723"/>
                        <a:pt x="37474" y="22537"/>
                        <a:pt x="38475" y="19637"/>
                      </a:cubicBezTo>
                      <a:cubicBezTo>
                        <a:pt x="39478" y="16738"/>
                        <a:pt x="38616" y="13282"/>
                        <a:pt x="36369" y="11192"/>
                      </a:cubicBezTo>
                      <a:cubicBezTo>
                        <a:pt x="38951" y="9965"/>
                        <a:pt x="40155" y="6464"/>
                        <a:pt x="38874" y="3908"/>
                      </a:cubicBezTo>
                      <a:cubicBezTo>
                        <a:pt x="37961" y="2088"/>
                        <a:pt x="35915" y="991"/>
                        <a:pt x="33898" y="991"/>
                      </a:cubicBezTo>
                      <a:cubicBezTo>
                        <a:pt x="33080" y="991"/>
                        <a:pt x="32267" y="1171"/>
                        <a:pt x="31537" y="1557"/>
                      </a:cubicBezTo>
                      <a:cubicBezTo>
                        <a:pt x="30098" y="519"/>
                        <a:pt x="28326" y="1"/>
                        <a:pt x="26553" y="1"/>
                      </a:cubicBezTo>
                      <a:close/>
                    </a:path>
                  </a:pathLst>
                </a:cu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" name="Google Shape;439;p24">
                  <a:extLst>
                    <a:ext uri="{FF2B5EF4-FFF2-40B4-BE49-F238E27FC236}">
                      <a16:creationId xmlns:a16="http://schemas.microsoft.com/office/drawing/2014/main" id="{D3DFE4A2-CD16-8BAD-EF1A-5C8AC109A956}"/>
                    </a:ext>
                  </a:extLst>
                </p:cNvPr>
                <p:cNvSpPr/>
                <p:nvPr/>
              </p:nvSpPr>
              <p:spPr>
                <a:xfrm>
                  <a:off x="4516554" y="2957485"/>
                  <a:ext cx="612174" cy="214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87" h="85649" extrusionOk="0">
                      <a:moveTo>
                        <a:pt x="24462" y="0"/>
                      </a:moveTo>
                      <a:cubicBezTo>
                        <a:pt x="24422" y="0"/>
                        <a:pt x="24198" y="229"/>
                        <a:pt x="23808" y="664"/>
                      </a:cubicBezTo>
                      <a:lnTo>
                        <a:pt x="22059" y="2685"/>
                      </a:lnTo>
                      <a:cubicBezTo>
                        <a:pt x="21127" y="3742"/>
                        <a:pt x="20251" y="4850"/>
                        <a:pt x="19434" y="5997"/>
                      </a:cubicBezTo>
                      <a:cubicBezTo>
                        <a:pt x="18467" y="7334"/>
                        <a:pt x="17293" y="8809"/>
                        <a:pt x="16212" y="10582"/>
                      </a:cubicBezTo>
                      <a:cubicBezTo>
                        <a:pt x="15648" y="11460"/>
                        <a:pt x="15059" y="12374"/>
                        <a:pt x="14447" y="13324"/>
                      </a:cubicBezTo>
                      <a:cubicBezTo>
                        <a:pt x="13840" y="14283"/>
                        <a:pt x="13300" y="15334"/>
                        <a:pt x="12690" y="16394"/>
                      </a:cubicBezTo>
                      <a:cubicBezTo>
                        <a:pt x="11439" y="18497"/>
                        <a:pt x="10344" y="20869"/>
                        <a:pt x="9141" y="23340"/>
                      </a:cubicBezTo>
                      <a:cubicBezTo>
                        <a:pt x="6894" y="28356"/>
                        <a:pt x="4783" y="34038"/>
                        <a:pt x="3174" y="40180"/>
                      </a:cubicBezTo>
                      <a:cubicBezTo>
                        <a:pt x="1630" y="46341"/>
                        <a:pt x="752" y="52339"/>
                        <a:pt x="312" y="57818"/>
                      </a:cubicBezTo>
                      <a:cubicBezTo>
                        <a:pt x="179" y="60563"/>
                        <a:pt x="1" y="63172"/>
                        <a:pt x="86" y="65616"/>
                      </a:cubicBezTo>
                      <a:cubicBezTo>
                        <a:pt x="113" y="66839"/>
                        <a:pt x="81" y="68021"/>
                        <a:pt x="153" y="69152"/>
                      </a:cubicBezTo>
                      <a:cubicBezTo>
                        <a:pt x="233" y="70281"/>
                        <a:pt x="310" y="71365"/>
                        <a:pt x="382" y="72406"/>
                      </a:cubicBezTo>
                      <a:cubicBezTo>
                        <a:pt x="477" y="74482"/>
                        <a:pt x="800" y="76338"/>
                        <a:pt x="1005" y="77973"/>
                      </a:cubicBezTo>
                      <a:cubicBezTo>
                        <a:pt x="1170" y="79373"/>
                        <a:pt x="1407" y="80766"/>
                        <a:pt x="1715" y="82142"/>
                      </a:cubicBezTo>
                      <a:cubicBezTo>
                        <a:pt x="1942" y="83194"/>
                        <a:pt x="2128" y="84056"/>
                        <a:pt x="2277" y="84751"/>
                      </a:cubicBezTo>
                      <a:cubicBezTo>
                        <a:pt x="2414" y="85342"/>
                        <a:pt x="2502" y="85648"/>
                        <a:pt x="2532" y="85648"/>
                      </a:cubicBezTo>
                      <a:cubicBezTo>
                        <a:pt x="2532" y="85648"/>
                        <a:pt x="2533" y="85648"/>
                        <a:pt x="2533" y="85648"/>
                      </a:cubicBezTo>
                      <a:cubicBezTo>
                        <a:pt x="2562" y="85643"/>
                        <a:pt x="2535" y="85321"/>
                        <a:pt x="2456" y="84717"/>
                      </a:cubicBezTo>
                      <a:cubicBezTo>
                        <a:pt x="2349" y="84014"/>
                        <a:pt x="2219" y="83143"/>
                        <a:pt x="2059" y="82081"/>
                      </a:cubicBezTo>
                      <a:cubicBezTo>
                        <a:pt x="1862" y="80944"/>
                        <a:pt x="1644" y="79546"/>
                        <a:pt x="1502" y="77911"/>
                      </a:cubicBezTo>
                      <a:cubicBezTo>
                        <a:pt x="1345" y="76277"/>
                        <a:pt x="1068" y="74429"/>
                        <a:pt x="1015" y="72363"/>
                      </a:cubicBezTo>
                      <a:cubicBezTo>
                        <a:pt x="959" y="71327"/>
                        <a:pt x="903" y="70249"/>
                        <a:pt x="845" y="69128"/>
                      </a:cubicBezTo>
                      <a:cubicBezTo>
                        <a:pt x="792" y="68002"/>
                        <a:pt x="840" y="66831"/>
                        <a:pt x="832" y="65616"/>
                      </a:cubicBezTo>
                      <a:cubicBezTo>
                        <a:pt x="778" y="63191"/>
                        <a:pt x="983" y="60603"/>
                        <a:pt x="1138" y="57882"/>
                      </a:cubicBezTo>
                      <a:cubicBezTo>
                        <a:pt x="1620" y="52451"/>
                        <a:pt x="2514" y="46511"/>
                        <a:pt x="4045" y="40403"/>
                      </a:cubicBezTo>
                      <a:cubicBezTo>
                        <a:pt x="5637" y="34315"/>
                        <a:pt x="7709" y="28673"/>
                        <a:pt x="9894" y="23681"/>
                      </a:cubicBezTo>
                      <a:cubicBezTo>
                        <a:pt x="11068" y="21221"/>
                        <a:pt x="12131" y="18854"/>
                        <a:pt x="13342" y="16751"/>
                      </a:cubicBezTo>
                      <a:cubicBezTo>
                        <a:pt x="13933" y="15694"/>
                        <a:pt x="14455" y="14642"/>
                        <a:pt x="15043" y="13681"/>
                      </a:cubicBezTo>
                      <a:cubicBezTo>
                        <a:pt x="15635" y="12725"/>
                        <a:pt x="16202" y="11807"/>
                        <a:pt x="16745" y="10925"/>
                      </a:cubicBezTo>
                      <a:cubicBezTo>
                        <a:pt x="17788" y="9141"/>
                        <a:pt x="18917" y="7651"/>
                        <a:pt x="19841" y="6295"/>
                      </a:cubicBezTo>
                      <a:cubicBezTo>
                        <a:pt x="20752" y="4927"/>
                        <a:pt x="21614" y="3806"/>
                        <a:pt x="22333" y="2903"/>
                      </a:cubicBezTo>
                      <a:lnTo>
                        <a:pt x="23947" y="782"/>
                      </a:lnTo>
                      <a:cubicBezTo>
                        <a:pt x="24309" y="289"/>
                        <a:pt x="24487" y="23"/>
                        <a:pt x="24466" y="1"/>
                      </a:cubicBezTo>
                      <a:cubicBezTo>
                        <a:pt x="24465" y="1"/>
                        <a:pt x="24463" y="0"/>
                        <a:pt x="24462" y="0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" name="Google Shape;440;p24">
                  <a:extLst>
                    <a:ext uri="{FF2B5EF4-FFF2-40B4-BE49-F238E27FC236}">
                      <a16:creationId xmlns:a16="http://schemas.microsoft.com/office/drawing/2014/main" id="{69FAB48B-C243-05FC-5A79-0AB35632A0DF}"/>
                    </a:ext>
                  </a:extLst>
                </p:cNvPr>
                <p:cNvSpPr/>
                <p:nvPr/>
              </p:nvSpPr>
              <p:spPr>
                <a:xfrm>
                  <a:off x="4384329" y="1851676"/>
                  <a:ext cx="1542425" cy="288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97" h="115377" extrusionOk="0">
                      <a:moveTo>
                        <a:pt x="61675" y="1"/>
                      </a:moveTo>
                      <a:cubicBezTo>
                        <a:pt x="61608" y="1"/>
                        <a:pt x="61168" y="197"/>
                        <a:pt x="60387" y="573"/>
                      </a:cubicBezTo>
                      <a:cubicBezTo>
                        <a:pt x="59561" y="994"/>
                        <a:pt x="58302" y="1542"/>
                        <a:pt x="56769" y="2413"/>
                      </a:cubicBezTo>
                      <a:cubicBezTo>
                        <a:pt x="53656" y="4064"/>
                        <a:pt x="49271" y="6702"/>
                        <a:pt x="44197" y="10456"/>
                      </a:cubicBezTo>
                      <a:cubicBezTo>
                        <a:pt x="34058" y="17873"/>
                        <a:pt x="21353" y="30496"/>
                        <a:pt x="12418" y="47671"/>
                      </a:cubicBezTo>
                      <a:cubicBezTo>
                        <a:pt x="3470" y="64852"/>
                        <a:pt x="424" y="82501"/>
                        <a:pt x="163" y="95059"/>
                      </a:cubicBezTo>
                      <a:cubicBezTo>
                        <a:pt x="1" y="101369"/>
                        <a:pt x="355" y="106473"/>
                        <a:pt x="789" y="109971"/>
                      </a:cubicBezTo>
                      <a:cubicBezTo>
                        <a:pt x="957" y="111726"/>
                        <a:pt x="1228" y="113070"/>
                        <a:pt x="1359" y="113989"/>
                      </a:cubicBezTo>
                      <a:cubicBezTo>
                        <a:pt x="1507" y="114897"/>
                        <a:pt x="1600" y="115376"/>
                        <a:pt x="1632" y="115376"/>
                      </a:cubicBezTo>
                      <a:cubicBezTo>
                        <a:pt x="1632" y="115376"/>
                        <a:pt x="1633" y="115376"/>
                        <a:pt x="1633" y="115376"/>
                      </a:cubicBezTo>
                      <a:cubicBezTo>
                        <a:pt x="1662" y="115371"/>
                        <a:pt x="1628" y="114886"/>
                        <a:pt x="1537" y="113962"/>
                      </a:cubicBezTo>
                      <a:cubicBezTo>
                        <a:pt x="1465" y="113041"/>
                        <a:pt x="1249" y="111691"/>
                        <a:pt x="1135" y="109937"/>
                      </a:cubicBezTo>
                      <a:cubicBezTo>
                        <a:pt x="810" y="106441"/>
                        <a:pt x="555" y="101353"/>
                        <a:pt x="797" y="95083"/>
                      </a:cubicBezTo>
                      <a:cubicBezTo>
                        <a:pt x="1217" y="82597"/>
                        <a:pt x="4343" y="65120"/>
                        <a:pt x="13212" y="48086"/>
                      </a:cubicBezTo>
                      <a:cubicBezTo>
                        <a:pt x="22075" y="31055"/>
                        <a:pt x="34596" y="18470"/>
                        <a:pt x="44580" y="10962"/>
                      </a:cubicBezTo>
                      <a:cubicBezTo>
                        <a:pt x="49575" y="7165"/>
                        <a:pt x="53890" y="4458"/>
                        <a:pt x="56942" y="2716"/>
                      </a:cubicBezTo>
                      <a:cubicBezTo>
                        <a:pt x="58443" y="1803"/>
                        <a:pt x="59671" y="1204"/>
                        <a:pt x="60469" y="736"/>
                      </a:cubicBezTo>
                      <a:cubicBezTo>
                        <a:pt x="61279" y="283"/>
                        <a:pt x="61697" y="30"/>
                        <a:pt x="61683" y="3"/>
                      </a:cubicBezTo>
                      <a:cubicBezTo>
                        <a:pt x="61682" y="1"/>
                        <a:pt x="61679" y="1"/>
                        <a:pt x="61675" y="1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" name="Google Shape;441;p24">
                  <a:extLst>
                    <a:ext uri="{FF2B5EF4-FFF2-40B4-BE49-F238E27FC236}">
                      <a16:creationId xmlns:a16="http://schemas.microsoft.com/office/drawing/2014/main" id="{C954B967-4044-01D9-3E68-47D0106B225E}"/>
                    </a:ext>
                  </a:extLst>
                </p:cNvPr>
                <p:cNvSpPr/>
                <p:nvPr/>
              </p:nvSpPr>
              <p:spPr>
                <a:xfrm>
                  <a:off x="3801263" y="3479107"/>
                  <a:ext cx="1147600" cy="185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04" h="74306" extrusionOk="0">
                      <a:moveTo>
                        <a:pt x="11952" y="1"/>
                      </a:moveTo>
                      <a:lnTo>
                        <a:pt x="11952" y="1"/>
                      </a:lnTo>
                      <a:cubicBezTo>
                        <a:pt x="12378" y="1124"/>
                        <a:pt x="12514" y="3989"/>
                        <a:pt x="12522" y="7048"/>
                      </a:cubicBezTo>
                      <a:cubicBezTo>
                        <a:pt x="12535" y="12224"/>
                        <a:pt x="11470" y="17344"/>
                        <a:pt x="9471" y="22115"/>
                      </a:cubicBezTo>
                      <a:cubicBezTo>
                        <a:pt x="1" y="44694"/>
                        <a:pt x="17211" y="74306"/>
                        <a:pt x="17211" y="74306"/>
                      </a:cubicBezTo>
                      <a:lnTo>
                        <a:pt x="35927" y="74306"/>
                      </a:lnTo>
                      <a:cubicBezTo>
                        <a:pt x="45903" y="56888"/>
                        <a:pt x="35177" y="36361"/>
                        <a:pt x="31460" y="29596"/>
                      </a:cubicBezTo>
                      <a:cubicBezTo>
                        <a:pt x="27740" y="22831"/>
                        <a:pt x="38603" y="17453"/>
                        <a:pt x="38603" y="17453"/>
                      </a:cubicBezTo>
                      <a:lnTo>
                        <a:pt x="11952" y="1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1" name="Google Shape;442;p24">
                  <a:extLst>
                    <a:ext uri="{FF2B5EF4-FFF2-40B4-BE49-F238E27FC236}">
                      <a16:creationId xmlns:a16="http://schemas.microsoft.com/office/drawing/2014/main" id="{E9FFA9A3-016C-DDCB-F456-46868C8D290F}"/>
                    </a:ext>
                  </a:extLst>
                </p:cNvPr>
                <p:cNvSpPr/>
                <p:nvPr/>
              </p:nvSpPr>
              <p:spPr>
                <a:xfrm rot="1101497">
                  <a:off x="4722120" y="2465980"/>
                  <a:ext cx="711731" cy="1022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55" h="57714" extrusionOk="0">
                      <a:moveTo>
                        <a:pt x="26553" y="1"/>
                      </a:moveTo>
                      <a:cubicBezTo>
                        <a:pt x="24747" y="1"/>
                        <a:pt x="22940" y="539"/>
                        <a:pt x="21486" y="1616"/>
                      </a:cubicBezTo>
                      <a:cubicBezTo>
                        <a:pt x="18608" y="3746"/>
                        <a:pt x="17333" y="7816"/>
                        <a:pt x="18488" y="11208"/>
                      </a:cubicBezTo>
                      <a:cubicBezTo>
                        <a:pt x="15269" y="11690"/>
                        <a:pt x="12399" y="14033"/>
                        <a:pt x="11281" y="17092"/>
                      </a:cubicBezTo>
                      <a:cubicBezTo>
                        <a:pt x="10165" y="20149"/>
                        <a:pt x="10850" y="23791"/>
                        <a:pt x="13001" y="26235"/>
                      </a:cubicBezTo>
                      <a:cubicBezTo>
                        <a:pt x="12446" y="25973"/>
                        <a:pt x="11861" y="25853"/>
                        <a:pt x="11275" y="25853"/>
                      </a:cubicBezTo>
                      <a:cubicBezTo>
                        <a:pt x="9019" y="25853"/>
                        <a:pt x="6735" y="27623"/>
                        <a:pt x="5975" y="29858"/>
                      </a:cubicBezTo>
                      <a:cubicBezTo>
                        <a:pt x="5014" y="32675"/>
                        <a:pt x="5908" y="35809"/>
                        <a:pt x="7325" y="38423"/>
                      </a:cubicBezTo>
                      <a:cubicBezTo>
                        <a:pt x="7251" y="38421"/>
                        <a:pt x="7177" y="38419"/>
                        <a:pt x="7103" y="38419"/>
                      </a:cubicBezTo>
                      <a:cubicBezTo>
                        <a:pt x="4234" y="38419"/>
                        <a:pt x="1478" y="40521"/>
                        <a:pt x="748" y="43301"/>
                      </a:cubicBezTo>
                      <a:cubicBezTo>
                        <a:pt x="0" y="46155"/>
                        <a:pt x="1465" y="49430"/>
                        <a:pt x="4087" y="50777"/>
                      </a:cubicBezTo>
                      <a:cubicBezTo>
                        <a:pt x="3392" y="52002"/>
                        <a:pt x="3595" y="53668"/>
                        <a:pt x="4558" y="54693"/>
                      </a:cubicBezTo>
                      <a:cubicBezTo>
                        <a:pt x="5186" y="55362"/>
                        <a:pt x="6105" y="55723"/>
                        <a:pt x="7018" y="55723"/>
                      </a:cubicBezTo>
                      <a:cubicBezTo>
                        <a:pt x="7508" y="55723"/>
                        <a:pt x="7996" y="55620"/>
                        <a:pt x="8438" y="55404"/>
                      </a:cubicBezTo>
                      <a:lnTo>
                        <a:pt x="8438" y="55404"/>
                      </a:lnTo>
                      <a:lnTo>
                        <a:pt x="8312" y="56427"/>
                      </a:lnTo>
                      <a:cubicBezTo>
                        <a:pt x="9447" y="57286"/>
                        <a:pt x="10866" y="57713"/>
                        <a:pt x="12287" y="57713"/>
                      </a:cubicBezTo>
                      <a:cubicBezTo>
                        <a:pt x="13763" y="57713"/>
                        <a:pt x="15240" y="57251"/>
                        <a:pt x="16398" y="56331"/>
                      </a:cubicBezTo>
                      <a:cubicBezTo>
                        <a:pt x="18669" y="54523"/>
                        <a:pt x="19500" y="51123"/>
                        <a:pt x="18315" y="48471"/>
                      </a:cubicBezTo>
                      <a:lnTo>
                        <a:pt x="18315" y="48471"/>
                      </a:lnTo>
                      <a:cubicBezTo>
                        <a:pt x="18805" y="48625"/>
                        <a:pt x="19313" y="48699"/>
                        <a:pt x="19822" y="48699"/>
                      </a:cubicBezTo>
                      <a:cubicBezTo>
                        <a:pt x="21787" y="48699"/>
                        <a:pt x="23761" y="47609"/>
                        <a:pt x="24691" y="45865"/>
                      </a:cubicBezTo>
                      <a:cubicBezTo>
                        <a:pt x="25863" y="43666"/>
                        <a:pt x="25245" y="40673"/>
                        <a:pt x="23299" y="39118"/>
                      </a:cubicBezTo>
                      <a:lnTo>
                        <a:pt x="23299" y="39118"/>
                      </a:lnTo>
                      <a:cubicBezTo>
                        <a:pt x="23800" y="39213"/>
                        <a:pt x="24307" y="39260"/>
                        <a:pt x="24814" y="39260"/>
                      </a:cubicBezTo>
                      <a:cubicBezTo>
                        <a:pt x="27854" y="39260"/>
                        <a:pt x="30889" y="37606"/>
                        <a:pt x="32436" y="34973"/>
                      </a:cubicBezTo>
                      <a:cubicBezTo>
                        <a:pt x="34239" y="31901"/>
                        <a:pt x="33890" y="27710"/>
                        <a:pt x="31603" y="24976"/>
                      </a:cubicBezTo>
                      <a:cubicBezTo>
                        <a:pt x="34662" y="24723"/>
                        <a:pt x="37474" y="22537"/>
                        <a:pt x="38475" y="19637"/>
                      </a:cubicBezTo>
                      <a:cubicBezTo>
                        <a:pt x="39478" y="16738"/>
                        <a:pt x="38616" y="13282"/>
                        <a:pt x="36369" y="11192"/>
                      </a:cubicBezTo>
                      <a:cubicBezTo>
                        <a:pt x="38951" y="9965"/>
                        <a:pt x="40155" y="6464"/>
                        <a:pt x="38874" y="3908"/>
                      </a:cubicBezTo>
                      <a:cubicBezTo>
                        <a:pt x="37961" y="2088"/>
                        <a:pt x="35915" y="991"/>
                        <a:pt x="33898" y="991"/>
                      </a:cubicBezTo>
                      <a:cubicBezTo>
                        <a:pt x="33080" y="991"/>
                        <a:pt x="32267" y="1171"/>
                        <a:pt x="31537" y="1557"/>
                      </a:cubicBezTo>
                      <a:cubicBezTo>
                        <a:pt x="30098" y="519"/>
                        <a:pt x="28326" y="1"/>
                        <a:pt x="26553" y="1"/>
                      </a:cubicBezTo>
                      <a:close/>
                    </a:path>
                  </a:pathLst>
                </a:cu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8" name="Google Shape;254;p21">
              <a:extLst>
                <a:ext uri="{FF2B5EF4-FFF2-40B4-BE49-F238E27FC236}">
                  <a16:creationId xmlns:a16="http://schemas.microsoft.com/office/drawing/2014/main" id="{DAACAFC2-A2BB-7D8F-632F-EDEB5242A7AE}"/>
                </a:ext>
              </a:extLst>
            </p:cNvPr>
            <p:cNvGrpSpPr/>
            <p:nvPr/>
          </p:nvGrpSpPr>
          <p:grpSpPr>
            <a:xfrm rot="336413">
              <a:off x="317132" y="3290144"/>
              <a:ext cx="880718" cy="806639"/>
              <a:chOff x="7605998" y="3886472"/>
              <a:chExt cx="1302190" cy="896743"/>
            </a:xfrm>
          </p:grpSpPr>
          <p:sp>
            <p:nvSpPr>
              <p:cNvPr id="199" name="Google Shape;255;p21">
                <a:extLst>
                  <a:ext uri="{FF2B5EF4-FFF2-40B4-BE49-F238E27FC236}">
                    <a16:creationId xmlns:a16="http://schemas.microsoft.com/office/drawing/2014/main" id="{E5443EA5-5668-F426-6620-EF3BBC1378C7}"/>
                  </a:ext>
                </a:extLst>
              </p:cNvPr>
              <p:cNvSpPr/>
              <p:nvPr/>
            </p:nvSpPr>
            <p:spPr>
              <a:xfrm>
                <a:off x="7751571" y="4471035"/>
                <a:ext cx="1156617" cy="312180"/>
              </a:xfrm>
              <a:custGeom>
                <a:avLst/>
                <a:gdLst/>
                <a:ahLst/>
                <a:cxnLst/>
                <a:rect l="l" t="t" r="r" b="b"/>
                <a:pathLst>
                  <a:path w="23923" h="6457" extrusionOk="0">
                    <a:moveTo>
                      <a:pt x="1" y="0"/>
                    </a:moveTo>
                    <a:lnTo>
                      <a:pt x="620" y="6456"/>
                    </a:lnTo>
                    <a:lnTo>
                      <a:pt x="23923" y="5757"/>
                    </a:lnTo>
                    <a:lnTo>
                      <a:pt x="22803" y="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56;p21">
                <a:extLst>
                  <a:ext uri="{FF2B5EF4-FFF2-40B4-BE49-F238E27FC236}">
                    <a16:creationId xmlns:a16="http://schemas.microsoft.com/office/drawing/2014/main" id="{784837DB-09A0-1774-AA67-728A3D86D2DA}"/>
                  </a:ext>
                </a:extLst>
              </p:cNvPr>
              <p:cNvSpPr/>
              <p:nvPr/>
            </p:nvSpPr>
            <p:spPr>
              <a:xfrm>
                <a:off x="8003459" y="4592773"/>
                <a:ext cx="689822" cy="57969"/>
              </a:xfrm>
              <a:custGeom>
                <a:avLst/>
                <a:gdLst/>
                <a:ahLst/>
                <a:cxnLst/>
                <a:rect l="l" t="t" r="r" b="b"/>
                <a:pathLst>
                  <a:path w="14268" h="1199" extrusionOk="0">
                    <a:moveTo>
                      <a:pt x="3" y="1"/>
                    </a:moveTo>
                    <a:lnTo>
                      <a:pt x="1" y="1170"/>
                    </a:lnTo>
                    <a:lnTo>
                      <a:pt x="14265" y="1198"/>
                    </a:lnTo>
                    <a:lnTo>
                      <a:pt x="14267" y="29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57;p21">
                <a:extLst>
                  <a:ext uri="{FF2B5EF4-FFF2-40B4-BE49-F238E27FC236}">
                    <a16:creationId xmlns:a16="http://schemas.microsoft.com/office/drawing/2014/main" id="{26DC0EC5-88BD-8678-9EE5-E2BF0DBA69BB}"/>
                  </a:ext>
                </a:extLst>
              </p:cNvPr>
              <p:cNvSpPr/>
              <p:nvPr/>
            </p:nvSpPr>
            <p:spPr>
              <a:xfrm>
                <a:off x="7606627" y="4182355"/>
                <a:ext cx="1153620" cy="312422"/>
              </a:xfrm>
              <a:custGeom>
                <a:avLst/>
                <a:gdLst/>
                <a:ahLst/>
                <a:cxnLst/>
                <a:rect l="l" t="t" r="r" b="b"/>
                <a:pathLst>
                  <a:path w="23861" h="6462" extrusionOk="0">
                    <a:moveTo>
                      <a:pt x="1" y="1"/>
                    </a:moveTo>
                    <a:lnTo>
                      <a:pt x="553" y="6462"/>
                    </a:lnTo>
                    <a:lnTo>
                      <a:pt x="23861" y="6010"/>
                    </a:lnTo>
                    <a:lnTo>
                      <a:pt x="22800" y="2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58;p21">
                <a:extLst>
                  <a:ext uri="{FF2B5EF4-FFF2-40B4-BE49-F238E27FC236}">
                    <a16:creationId xmlns:a16="http://schemas.microsoft.com/office/drawing/2014/main" id="{8AB19C56-1503-08F5-0350-CBBB0249F99D}"/>
                  </a:ext>
                </a:extLst>
              </p:cNvPr>
              <p:cNvSpPr/>
              <p:nvPr/>
            </p:nvSpPr>
            <p:spPr>
              <a:xfrm>
                <a:off x="7605998" y="4219147"/>
                <a:ext cx="1147286" cy="254936"/>
              </a:xfrm>
              <a:custGeom>
                <a:avLst/>
                <a:gdLst/>
                <a:ahLst/>
                <a:cxnLst/>
                <a:rect l="l" t="t" r="r" b="b"/>
                <a:pathLst>
                  <a:path w="23730" h="5273" extrusionOk="0">
                    <a:moveTo>
                      <a:pt x="22904" y="1"/>
                    </a:moveTo>
                    <a:lnTo>
                      <a:pt x="3" y="153"/>
                    </a:lnTo>
                    <a:lnTo>
                      <a:pt x="1" y="445"/>
                    </a:lnTo>
                    <a:cubicBezTo>
                      <a:pt x="1" y="378"/>
                      <a:pt x="5" y="347"/>
                      <a:pt x="11" y="347"/>
                    </a:cubicBezTo>
                    <a:cubicBezTo>
                      <a:pt x="84" y="347"/>
                      <a:pt x="530" y="5272"/>
                      <a:pt x="530" y="5272"/>
                    </a:cubicBezTo>
                    <a:lnTo>
                      <a:pt x="23729" y="4452"/>
                    </a:lnTo>
                    <a:lnTo>
                      <a:pt x="22904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59;p21">
                <a:extLst>
                  <a:ext uri="{FF2B5EF4-FFF2-40B4-BE49-F238E27FC236}">
                    <a16:creationId xmlns:a16="http://schemas.microsoft.com/office/drawing/2014/main" id="{91469A57-DD32-80A2-5329-36705889CF5F}"/>
                  </a:ext>
                </a:extLst>
              </p:cNvPr>
              <p:cNvSpPr/>
              <p:nvPr/>
            </p:nvSpPr>
            <p:spPr>
              <a:xfrm>
                <a:off x="7662371" y="4367959"/>
                <a:ext cx="1048222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21681" h="680" extrusionOk="0">
                    <a:moveTo>
                      <a:pt x="333" y="0"/>
                    </a:moveTo>
                    <a:cubicBezTo>
                      <a:pt x="116" y="0"/>
                      <a:pt x="1" y="5"/>
                      <a:pt x="1" y="17"/>
                    </a:cubicBezTo>
                    <a:cubicBezTo>
                      <a:pt x="1" y="35"/>
                      <a:pt x="305" y="63"/>
                      <a:pt x="850" y="107"/>
                    </a:cubicBezTo>
                    <a:cubicBezTo>
                      <a:pt x="1397" y="148"/>
                      <a:pt x="2192" y="197"/>
                      <a:pt x="3170" y="251"/>
                    </a:cubicBezTo>
                    <a:cubicBezTo>
                      <a:pt x="5131" y="357"/>
                      <a:pt x="7840" y="476"/>
                      <a:pt x="10833" y="558"/>
                    </a:cubicBezTo>
                    <a:cubicBezTo>
                      <a:pt x="13829" y="641"/>
                      <a:pt x="16538" y="677"/>
                      <a:pt x="18502" y="680"/>
                    </a:cubicBezTo>
                    <a:cubicBezTo>
                      <a:pt x="19482" y="680"/>
                      <a:pt x="20277" y="675"/>
                      <a:pt x="20827" y="664"/>
                    </a:cubicBezTo>
                    <a:cubicBezTo>
                      <a:pt x="21376" y="654"/>
                      <a:pt x="21678" y="638"/>
                      <a:pt x="21678" y="620"/>
                    </a:cubicBezTo>
                    <a:cubicBezTo>
                      <a:pt x="21681" y="605"/>
                      <a:pt x="21374" y="582"/>
                      <a:pt x="20827" y="564"/>
                    </a:cubicBezTo>
                    <a:cubicBezTo>
                      <a:pt x="20277" y="546"/>
                      <a:pt x="19485" y="522"/>
                      <a:pt x="18504" y="499"/>
                    </a:cubicBezTo>
                    <a:lnTo>
                      <a:pt x="10841" y="306"/>
                    </a:lnTo>
                    <a:lnTo>
                      <a:pt x="3177" y="71"/>
                    </a:lnTo>
                    <a:cubicBezTo>
                      <a:pt x="2197" y="40"/>
                      <a:pt x="1405" y="17"/>
                      <a:pt x="855" y="6"/>
                    </a:cubicBezTo>
                    <a:cubicBezTo>
                      <a:pt x="643" y="2"/>
                      <a:pt x="468" y="0"/>
                      <a:pt x="333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60;p21">
                <a:extLst>
                  <a:ext uri="{FF2B5EF4-FFF2-40B4-BE49-F238E27FC236}">
                    <a16:creationId xmlns:a16="http://schemas.microsoft.com/office/drawing/2014/main" id="{2BCFF4D4-6DB6-00A2-0661-1AE131CB0DA2}"/>
                  </a:ext>
                </a:extLst>
              </p:cNvPr>
              <p:cNvSpPr/>
              <p:nvPr/>
            </p:nvSpPr>
            <p:spPr>
              <a:xfrm>
                <a:off x="7658020" y="4303416"/>
                <a:ext cx="1018392" cy="29637"/>
              </a:xfrm>
              <a:custGeom>
                <a:avLst/>
                <a:gdLst/>
                <a:ahLst/>
                <a:cxnLst/>
                <a:rect l="l" t="t" r="r" b="b"/>
                <a:pathLst>
                  <a:path w="21064" h="613" extrusionOk="0">
                    <a:moveTo>
                      <a:pt x="13177" y="1"/>
                    </a:moveTo>
                    <a:cubicBezTo>
                      <a:pt x="12331" y="1"/>
                      <a:pt x="11443" y="7"/>
                      <a:pt x="10528" y="23"/>
                    </a:cubicBezTo>
                    <a:cubicBezTo>
                      <a:pt x="7615" y="72"/>
                      <a:pt x="4981" y="196"/>
                      <a:pt x="3079" y="322"/>
                    </a:cubicBezTo>
                    <a:cubicBezTo>
                      <a:pt x="2127" y="387"/>
                      <a:pt x="1358" y="448"/>
                      <a:pt x="826" y="497"/>
                    </a:cubicBezTo>
                    <a:cubicBezTo>
                      <a:pt x="295" y="546"/>
                      <a:pt x="1" y="585"/>
                      <a:pt x="3" y="601"/>
                    </a:cubicBezTo>
                    <a:cubicBezTo>
                      <a:pt x="4" y="609"/>
                      <a:pt x="65" y="613"/>
                      <a:pt x="179" y="613"/>
                    </a:cubicBezTo>
                    <a:cubicBezTo>
                      <a:pt x="319" y="613"/>
                      <a:pt x="539" y="607"/>
                      <a:pt x="832" y="596"/>
                    </a:cubicBezTo>
                    <a:lnTo>
                      <a:pt x="3089" y="503"/>
                    </a:lnTo>
                    <a:cubicBezTo>
                      <a:pt x="4994" y="423"/>
                      <a:pt x="7626" y="325"/>
                      <a:pt x="10531" y="278"/>
                    </a:cubicBezTo>
                    <a:cubicBezTo>
                      <a:pt x="12100" y="252"/>
                      <a:pt x="13589" y="243"/>
                      <a:pt x="14927" y="243"/>
                    </a:cubicBezTo>
                    <a:cubicBezTo>
                      <a:pt x="16069" y="243"/>
                      <a:pt x="17100" y="249"/>
                      <a:pt x="17978" y="257"/>
                    </a:cubicBezTo>
                    <a:lnTo>
                      <a:pt x="20236" y="276"/>
                    </a:lnTo>
                    <a:cubicBezTo>
                      <a:pt x="20320" y="276"/>
                      <a:pt x="20398" y="276"/>
                      <a:pt x="20470" y="276"/>
                    </a:cubicBezTo>
                    <a:cubicBezTo>
                      <a:pt x="20854" y="276"/>
                      <a:pt x="21064" y="270"/>
                      <a:pt x="21064" y="255"/>
                    </a:cubicBezTo>
                    <a:cubicBezTo>
                      <a:pt x="21064" y="237"/>
                      <a:pt x="20772" y="211"/>
                      <a:pt x="20238" y="178"/>
                    </a:cubicBezTo>
                    <a:cubicBezTo>
                      <a:pt x="19704" y="144"/>
                      <a:pt x="18935" y="110"/>
                      <a:pt x="17980" y="77"/>
                    </a:cubicBezTo>
                    <a:cubicBezTo>
                      <a:pt x="16674" y="33"/>
                      <a:pt x="15024" y="1"/>
                      <a:pt x="1317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61;p21">
                <a:extLst>
                  <a:ext uri="{FF2B5EF4-FFF2-40B4-BE49-F238E27FC236}">
                    <a16:creationId xmlns:a16="http://schemas.microsoft.com/office/drawing/2014/main" id="{7F8D6012-28D0-3867-9F34-1ADD9AB5DB97}"/>
                  </a:ext>
                </a:extLst>
              </p:cNvPr>
              <p:cNvSpPr/>
              <p:nvPr/>
            </p:nvSpPr>
            <p:spPr>
              <a:xfrm>
                <a:off x="7658551" y="4254296"/>
                <a:ext cx="1038214" cy="44093"/>
              </a:xfrm>
              <a:custGeom>
                <a:avLst/>
                <a:gdLst/>
                <a:ahLst/>
                <a:cxnLst/>
                <a:rect l="l" t="t" r="r" b="b"/>
                <a:pathLst>
                  <a:path w="21474" h="912" extrusionOk="0">
                    <a:moveTo>
                      <a:pt x="8327" y="0"/>
                    </a:moveTo>
                    <a:cubicBezTo>
                      <a:pt x="7716" y="0"/>
                      <a:pt x="7125" y="5"/>
                      <a:pt x="6559" y="14"/>
                    </a:cubicBezTo>
                    <a:cubicBezTo>
                      <a:pt x="5917" y="30"/>
                      <a:pt x="5305" y="40"/>
                      <a:pt x="4732" y="66"/>
                    </a:cubicBezTo>
                    <a:cubicBezTo>
                      <a:pt x="4159" y="84"/>
                      <a:pt x="3628" y="112"/>
                      <a:pt x="3140" y="136"/>
                    </a:cubicBezTo>
                    <a:cubicBezTo>
                      <a:pt x="2655" y="159"/>
                      <a:pt x="2216" y="192"/>
                      <a:pt x="1829" y="218"/>
                    </a:cubicBezTo>
                    <a:cubicBezTo>
                      <a:pt x="1445" y="244"/>
                      <a:pt x="1112" y="272"/>
                      <a:pt x="841" y="298"/>
                    </a:cubicBezTo>
                    <a:cubicBezTo>
                      <a:pt x="299" y="347"/>
                      <a:pt x="0" y="383"/>
                      <a:pt x="3" y="401"/>
                    </a:cubicBezTo>
                    <a:cubicBezTo>
                      <a:pt x="3" y="408"/>
                      <a:pt x="62" y="412"/>
                      <a:pt x="175" y="412"/>
                    </a:cubicBezTo>
                    <a:cubicBezTo>
                      <a:pt x="317" y="412"/>
                      <a:pt x="545" y="406"/>
                      <a:pt x="849" y="396"/>
                    </a:cubicBezTo>
                    <a:lnTo>
                      <a:pt x="1840" y="360"/>
                    </a:lnTo>
                    <a:cubicBezTo>
                      <a:pt x="2224" y="350"/>
                      <a:pt x="2665" y="332"/>
                      <a:pt x="3151" y="316"/>
                    </a:cubicBezTo>
                    <a:cubicBezTo>
                      <a:pt x="3636" y="301"/>
                      <a:pt x="4167" y="285"/>
                      <a:pt x="4740" y="275"/>
                    </a:cubicBezTo>
                    <a:cubicBezTo>
                      <a:pt x="5310" y="262"/>
                      <a:pt x="5922" y="257"/>
                      <a:pt x="6564" y="249"/>
                    </a:cubicBezTo>
                    <a:cubicBezTo>
                      <a:pt x="6892" y="247"/>
                      <a:pt x="7227" y="246"/>
                      <a:pt x="7570" y="246"/>
                    </a:cubicBezTo>
                    <a:cubicBezTo>
                      <a:pt x="8574" y="246"/>
                      <a:pt x="9640" y="256"/>
                      <a:pt x="10744" y="283"/>
                    </a:cubicBezTo>
                    <a:cubicBezTo>
                      <a:pt x="12228" y="316"/>
                      <a:pt x="13640" y="378"/>
                      <a:pt x="14922" y="445"/>
                    </a:cubicBezTo>
                    <a:cubicBezTo>
                      <a:pt x="15564" y="484"/>
                      <a:pt x="16173" y="517"/>
                      <a:pt x="16744" y="559"/>
                    </a:cubicBezTo>
                    <a:cubicBezTo>
                      <a:pt x="17314" y="595"/>
                      <a:pt x="17843" y="639"/>
                      <a:pt x="18328" y="672"/>
                    </a:cubicBezTo>
                    <a:cubicBezTo>
                      <a:pt x="18813" y="708"/>
                      <a:pt x="19252" y="747"/>
                      <a:pt x="19636" y="778"/>
                    </a:cubicBezTo>
                    <a:lnTo>
                      <a:pt x="20624" y="861"/>
                    </a:lnTo>
                    <a:cubicBezTo>
                      <a:pt x="21026" y="893"/>
                      <a:pt x="21295" y="911"/>
                      <a:pt x="21409" y="911"/>
                    </a:cubicBezTo>
                    <a:cubicBezTo>
                      <a:pt x="21449" y="911"/>
                      <a:pt x="21470" y="909"/>
                      <a:pt x="21471" y="905"/>
                    </a:cubicBezTo>
                    <a:cubicBezTo>
                      <a:pt x="21473" y="889"/>
                      <a:pt x="21174" y="837"/>
                      <a:pt x="20635" y="763"/>
                    </a:cubicBezTo>
                    <a:cubicBezTo>
                      <a:pt x="20364" y="724"/>
                      <a:pt x="20034" y="680"/>
                      <a:pt x="19649" y="636"/>
                    </a:cubicBezTo>
                    <a:cubicBezTo>
                      <a:pt x="19265" y="592"/>
                      <a:pt x="18829" y="543"/>
                      <a:pt x="18343" y="494"/>
                    </a:cubicBezTo>
                    <a:cubicBezTo>
                      <a:pt x="17858" y="445"/>
                      <a:pt x="17329" y="394"/>
                      <a:pt x="16757" y="347"/>
                    </a:cubicBezTo>
                    <a:cubicBezTo>
                      <a:pt x="16186" y="298"/>
                      <a:pt x="15577" y="257"/>
                      <a:pt x="14935" y="210"/>
                    </a:cubicBezTo>
                    <a:cubicBezTo>
                      <a:pt x="13650" y="130"/>
                      <a:pt x="12236" y="61"/>
                      <a:pt x="10750" y="27"/>
                    </a:cubicBezTo>
                    <a:cubicBezTo>
                      <a:pt x="9917" y="8"/>
                      <a:pt x="9106" y="0"/>
                      <a:pt x="8327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62;p21">
                <a:extLst>
                  <a:ext uri="{FF2B5EF4-FFF2-40B4-BE49-F238E27FC236}">
                    <a16:creationId xmlns:a16="http://schemas.microsoft.com/office/drawing/2014/main" id="{28244D88-A87A-FF1D-B5DA-939722BA4368}"/>
                  </a:ext>
                </a:extLst>
              </p:cNvPr>
              <p:cNvSpPr/>
              <p:nvPr/>
            </p:nvSpPr>
            <p:spPr>
              <a:xfrm>
                <a:off x="7625240" y="3886472"/>
                <a:ext cx="1147721" cy="312760"/>
              </a:xfrm>
              <a:custGeom>
                <a:avLst/>
                <a:gdLst/>
                <a:ahLst/>
                <a:cxnLst/>
                <a:rect l="l" t="t" r="r" b="b"/>
                <a:pathLst>
                  <a:path w="23739" h="6469" extrusionOk="0">
                    <a:moveTo>
                      <a:pt x="0" y="0"/>
                    </a:moveTo>
                    <a:lnTo>
                      <a:pt x="426" y="6469"/>
                    </a:lnTo>
                    <a:lnTo>
                      <a:pt x="23739" y="6464"/>
                    </a:lnTo>
                    <a:lnTo>
                      <a:pt x="22789" y="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63;p21">
                <a:extLst>
                  <a:ext uri="{FF2B5EF4-FFF2-40B4-BE49-F238E27FC236}">
                    <a16:creationId xmlns:a16="http://schemas.microsoft.com/office/drawing/2014/main" id="{E5D7757F-7D42-D43D-F003-217FAF0F9CE3}"/>
                  </a:ext>
                </a:extLst>
              </p:cNvPr>
              <p:cNvSpPr/>
              <p:nvPr/>
            </p:nvSpPr>
            <p:spPr>
              <a:xfrm>
                <a:off x="7623355" y="3930467"/>
                <a:ext cx="1143273" cy="248071"/>
              </a:xfrm>
              <a:custGeom>
                <a:avLst/>
                <a:gdLst/>
                <a:ahLst/>
                <a:cxnLst/>
                <a:rect l="l" t="t" r="r" b="b"/>
                <a:pathLst>
                  <a:path w="23647" h="5131" extrusionOk="0">
                    <a:moveTo>
                      <a:pt x="1" y="276"/>
                    </a:moveTo>
                    <a:cubicBezTo>
                      <a:pt x="1" y="281"/>
                      <a:pt x="1" y="287"/>
                      <a:pt x="0" y="292"/>
                    </a:cubicBezTo>
                    <a:lnTo>
                      <a:pt x="1" y="276"/>
                    </a:lnTo>
                    <a:close/>
                    <a:moveTo>
                      <a:pt x="11" y="1"/>
                    </a:moveTo>
                    <a:lnTo>
                      <a:pt x="1" y="276"/>
                    </a:lnTo>
                    <a:lnTo>
                      <a:pt x="1" y="276"/>
                    </a:lnTo>
                    <a:cubicBezTo>
                      <a:pt x="3" y="221"/>
                      <a:pt x="7" y="195"/>
                      <a:pt x="12" y="195"/>
                    </a:cubicBezTo>
                    <a:cubicBezTo>
                      <a:pt x="86" y="195"/>
                      <a:pt x="436" y="5131"/>
                      <a:pt x="436" y="5131"/>
                    </a:cubicBezTo>
                    <a:lnTo>
                      <a:pt x="23646" y="4754"/>
                    </a:lnTo>
                    <a:lnTo>
                      <a:pt x="22908" y="287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64;p21">
                <a:extLst>
                  <a:ext uri="{FF2B5EF4-FFF2-40B4-BE49-F238E27FC236}">
                    <a16:creationId xmlns:a16="http://schemas.microsoft.com/office/drawing/2014/main" id="{1F55FD0E-EE44-9CB5-CAB9-3763923488A7}"/>
                  </a:ext>
                </a:extLst>
              </p:cNvPr>
              <p:cNvSpPr/>
              <p:nvPr/>
            </p:nvSpPr>
            <p:spPr>
              <a:xfrm>
                <a:off x="7677262" y="4073188"/>
                <a:ext cx="104754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1667" h="1059" extrusionOk="0">
                    <a:moveTo>
                      <a:pt x="158" y="0"/>
                    </a:moveTo>
                    <a:cubicBezTo>
                      <a:pt x="56" y="0"/>
                      <a:pt x="3" y="4"/>
                      <a:pt x="3" y="11"/>
                    </a:cubicBezTo>
                    <a:cubicBezTo>
                      <a:pt x="0" y="29"/>
                      <a:pt x="302" y="65"/>
                      <a:pt x="849" y="117"/>
                    </a:cubicBezTo>
                    <a:cubicBezTo>
                      <a:pt x="1396" y="171"/>
                      <a:pt x="2186" y="236"/>
                      <a:pt x="3166" y="308"/>
                    </a:cubicBezTo>
                    <a:cubicBezTo>
                      <a:pt x="5122" y="452"/>
                      <a:pt x="7831" y="623"/>
                      <a:pt x="10822" y="762"/>
                    </a:cubicBezTo>
                    <a:cubicBezTo>
                      <a:pt x="13812" y="904"/>
                      <a:pt x="16524" y="989"/>
                      <a:pt x="18485" y="1030"/>
                    </a:cubicBezTo>
                    <a:cubicBezTo>
                      <a:pt x="19469" y="1051"/>
                      <a:pt x="20261" y="1059"/>
                      <a:pt x="20810" y="1059"/>
                    </a:cubicBezTo>
                    <a:cubicBezTo>
                      <a:pt x="21360" y="1059"/>
                      <a:pt x="21664" y="1051"/>
                      <a:pt x="21664" y="1033"/>
                    </a:cubicBezTo>
                    <a:cubicBezTo>
                      <a:pt x="21667" y="1017"/>
                      <a:pt x="21365" y="992"/>
                      <a:pt x="20815" y="961"/>
                    </a:cubicBezTo>
                    <a:cubicBezTo>
                      <a:pt x="20268" y="930"/>
                      <a:pt x="19474" y="894"/>
                      <a:pt x="18493" y="850"/>
                    </a:cubicBezTo>
                    <a:lnTo>
                      <a:pt x="10835" y="509"/>
                    </a:lnTo>
                    <a:lnTo>
                      <a:pt x="3176" y="127"/>
                    </a:lnTo>
                    <a:cubicBezTo>
                      <a:pt x="2196" y="78"/>
                      <a:pt x="1404" y="39"/>
                      <a:pt x="854" y="19"/>
                    </a:cubicBezTo>
                    <a:cubicBezTo>
                      <a:pt x="536" y="7"/>
                      <a:pt x="300" y="0"/>
                      <a:pt x="158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65;p21">
                <a:extLst>
                  <a:ext uri="{FF2B5EF4-FFF2-40B4-BE49-F238E27FC236}">
                    <a16:creationId xmlns:a16="http://schemas.microsoft.com/office/drawing/2014/main" id="{EC898DF3-E889-34E1-B111-E005DC17D835}"/>
                  </a:ext>
                </a:extLst>
              </p:cNvPr>
              <p:cNvSpPr/>
              <p:nvPr/>
            </p:nvSpPr>
            <p:spPr>
              <a:xfrm>
                <a:off x="7673636" y="4019136"/>
                <a:ext cx="1018488" cy="21805"/>
              </a:xfrm>
              <a:custGeom>
                <a:avLst/>
                <a:gdLst/>
                <a:ahLst/>
                <a:cxnLst/>
                <a:rect l="l" t="t" r="r" b="b"/>
                <a:pathLst>
                  <a:path w="21066" h="451" extrusionOk="0">
                    <a:moveTo>
                      <a:pt x="10107" y="1"/>
                    </a:moveTo>
                    <a:cubicBezTo>
                      <a:pt x="7364" y="1"/>
                      <a:pt x="4891" y="70"/>
                      <a:pt x="3081" y="156"/>
                    </a:cubicBezTo>
                    <a:cubicBezTo>
                      <a:pt x="2129" y="203"/>
                      <a:pt x="1357" y="249"/>
                      <a:pt x="826" y="288"/>
                    </a:cubicBezTo>
                    <a:cubicBezTo>
                      <a:pt x="294" y="329"/>
                      <a:pt x="0" y="360"/>
                      <a:pt x="3" y="378"/>
                    </a:cubicBezTo>
                    <a:cubicBezTo>
                      <a:pt x="3" y="388"/>
                      <a:pt x="125" y="394"/>
                      <a:pt x="356" y="394"/>
                    </a:cubicBezTo>
                    <a:cubicBezTo>
                      <a:pt x="483" y="394"/>
                      <a:pt x="642" y="392"/>
                      <a:pt x="831" y="389"/>
                    </a:cubicBezTo>
                    <a:lnTo>
                      <a:pt x="3089" y="337"/>
                    </a:lnTo>
                    <a:cubicBezTo>
                      <a:pt x="4852" y="296"/>
                      <a:pt x="7240" y="254"/>
                      <a:pt x="9892" y="254"/>
                    </a:cubicBezTo>
                    <a:cubicBezTo>
                      <a:pt x="10105" y="254"/>
                      <a:pt x="10320" y="254"/>
                      <a:pt x="10536" y="254"/>
                    </a:cubicBezTo>
                    <a:cubicBezTo>
                      <a:pt x="13441" y="265"/>
                      <a:pt x="16073" y="324"/>
                      <a:pt x="17980" y="378"/>
                    </a:cubicBezTo>
                    <a:lnTo>
                      <a:pt x="20238" y="443"/>
                    </a:lnTo>
                    <a:cubicBezTo>
                      <a:pt x="20467" y="448"/>
                      <a:pt x="20653" y="451"/>
                      <a:pt x="20790" y="451"/>
                    </a:cubicBezTo>
                    <a:cubicBezTo>
                      <a:pt x="20970" y="451"/>
                      <a:pt x="21066" y="446"/>
                      <a:pt x="21066" y="438"/>
                    </a:cubicBezTo>
                    <a:cubicBezTo>
                      <a:pt x="21066" y="420"/>
                      <a:pt x="20772" y="386"/>
                      <a:pt x="20240" y="342"/>
                    </a:cubicBezTo>
                    <a:cubicBezTo>
                      <a:pt x="19709" y="298"/>
                      <a:pt x="18937" y="249"/>
                      <a:pt x="17985" y="198"/>
                    </a:cubicBezTo>
                    <a:cubicBezTo>
                      <a:pt x="16081" y="97"/>
                      <a:pt x="13446" y="7"/>
                      <a:pt x="10536" y="2"/>
                    </a:cubicBezTo>
                    <a:cubicBezTo>
                      <a:pt x="10392" y="1"/>
                      <a:pt x="10249" y="1"/>
                      <a:pt x="1010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66;p21">
                <a:extLst>
                  <a:ext uri="{FF2B5EF4-FFF2-40B4-BE49-F238E27FC236}">
                    <a16:creationId xmlns:a16="http://schemas.microsoft.com/office/drawing/2014/main" id="{058D9472-9EED-A0F1-A2F3-D4C8D53DA1B7}"/>
                  </a:ext>
                </a:extLst>
              </p:cNvPr>
              <p:cNvSpPr/>
              <p:nvPr/>
            </p:nvSpPr>
            <p:spPr>
              <a:xfrm>
                <a:off x="7675376" y="3966148"/>
                <a:ext cx="1037344" cy="57098"/>
              </a:xfrm>
              <a:custGeom>
                <a:avLst/>
                <a:gdLst/>
                <a:ahLst/>
                <a:cxnLst/>
                <a:rect l="l" t="t" r="r" b="b"/>
                <a:pathLst>
                  <a:path w="21456" h="1181" extrusionOk="0">
                    <a:moveTo>
                      <a:pt x="6565" y="1"/>
                    </a:moveTo>
                    <a:cubicBezTo>
                      <a:pt x="5922" y="1"/>
                      <a:pt x="5308" y="3"/>
                      <a:pt x="4738" y="16"/>
                    </a:cubicBezTo>
                    <a:cubicBezTo>
                      <a:pt x="4165" y="24"/>
                      <a:pt x="3631" y="42"/>
                      <a:pt x="3146" y="55"/>
                    </a:cubicBezTo>
                    <a:cubicBezTo>
                      <a:pt x="2658" y="71"/>
                      <a:pt x="2219" y="94"/>
                      <a:pt x="1832" y="112"/>
                    </a:cubicBezTo>
                    <a:cubicBezTo>
                      <a:pt x="1445" y="130"/>
                      <a:pt x="1112" y="153"/>
                      <a:pt x="842" y="174"/>
                    </a:cubicBezTo>
                    <a:cubicBezTo>
                      <a:pt x="300" y="212"/>
                      <a:pt x="0" y="241"/>
                      <a:pt x="0" y="259"/>
                    </a:cubicBezTo>
                    <a:cubicBezTo>
                      <a:pt x="0" y="271"/>
                      <a:pt x="130" y="276"/>
                      <a:pt x="372" y="276"/>
                    </a:cubicBezTo>
                    <a:cubicBezTo>
                      <a:pt x="500" y="276"/>
                      <a:pt x="659" y="274"/>
                      <a:pt x="847" y="272"/>
                    </a:cubicBezTo>
                    <a:lnTo>
                      <a:pt x="1838" y="254"/>
                    </a:lnTo>
                    <a:cubicBezTo>
                      <a:pt x="2225" y="249"/>
                      <a:pt x="2663" y="241"/>
                      <a:pt x="3148" y="236"/>
                    </a:cubicBezTo>
                    <a:cubicBezTo>
                      <a:pt x="3636" y="231"/>
                      <a:pt x="4168" y="225"/>
                      <a:pt x="4738" y="225"/>
                    </a:cubicBezTo>
                    <a:cubicBezTo>
                      <a:pt x="4816" y="225"/>
                      <a:pt x="4895" y="225"/>
                      <a:pt x="4975" y="225"/>
                    </a:cubicBezTo>
                    <a:cubicBezTo>
                      <a:pt x="5478" y="225"/>
                      <a:pt x="6010" y="231"/>
                      <a:pt x="6565" y="236"/>
                    </a:cubicBezTo>
                    <a:cubicBezTo>
                      <a:pt x="7850" y="251"/>
                      <a:pt x="9261" y="282"/>
                      <a:pt x="10742" y="347"/>
                    </a:cubicBezTo>
                    <a:cubicBezTo>
                      <a:pt x="12226" y="411"/>
                      <a:pt x="13635" y="499"/>
                      <a:pt x="14917" y="592"/>
                    </a:cubicBezTo>
                    <a:cubicBezTo>
                      <a:pt x="15557" y="643"/>
                      <a:pt x="16166" y="687"/>
                      <a:pt x="16734" y="739"/>
                    </a:cubicBezTo>
                    <a:cubicBezTo>
                      <a:pt x="17304" y="788"/>
                      <a:pt x="17833" y="842"/>
                      <a:pt x="18318" y="886"/>
                    </a:cubicBezTo>
                    <a:cubicBezTo>
                      <a:pt x="18803" y="927"/>
                      <a:pt x="19239" y="976"/>
                      <a:pt x="19624" y="1015"/>
                    </a:cubicBezTo>
                    <a:lnTo>
                      <a:pt x="20609" y="1116"/>
                    </a:lnTo>
                    <a:cubicBezTo>
                      <a:pt x="21029" y="1158"/>
                      <a:pt x="21303" y="1181"/>
                      <a:pt x="21407" y="1181"/>
                    </a:cubicBezTo>
                    <a:cubicBezTo>
                      <a:pt x="21437" y="1181"/>
                      <a:pt x="21452" y="1179"/>
                      <a:pt x="21453" y="1175"/>
                    </a:cubicBezTo>
                    <a:cubicBezTo>
                      <a:pt x="21456" y="1157"/>
                      <a:pt x="21159" y="1103"/>
                      <a:pt x="20622" y="1018"/>
                    </a:cubicBezTo>
                    <a:cubicBezTo>
                      <a:pt x="20354" y="974"/>
                      <a:pt x="20024" y="925"/>
                      <a:pt x="19639" y="873"/>
                    </a:cubicBezTo>
                    <a:cubicBezTo>
                      <a:pt x="19257" y="821"/>
                      <a:pt x="18821" y="765"/>
                      <a:pt x="18339" y="705"/>
                    </a:cubicBezTo>
                    <a:cubicBezTo>
                      <a:pt x="17854" y="649"/>
                      <a:pt x="17325" y="587"/>
                      <a:pt x="16754" y="530"/>
                    </a:cubicBezTo>
                    <a:cubicBezTo>
                      <a:pt x="16184" y="468"/>
                      <a:pt x="15575" y="414"/>
                      <a:pt x="14935" y="357"/>
                    </a:cubicBezTo>
                    <a:cubicBezTo>
                      <a:pt x="13653" y="251"/>
                      <a:pt x="12239" y="156"/>
                      <a:pt x="10755" y="94"/>
                    </a:cubicBezTo>
                    <a:cubicBezTo>
                      <a:pt x="9269" y="32"/>
                      <a:pt x="7852" y="3"/>
                      <a:pt x="6565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2" name="Google Shape;426;p24">
            <a:extLst>
              <a:ext uri="{FF2B5EF4-FFF2-40B4-BE49-F238E27FC236}">
                <a16:creationId xmlns:a16="http://schemas.microsoft.com/office/drawing/2014/main" id="{B3096C58-A8BD-F3EC-3618-60AA2FAD194E}"/>
              </a:ext>
            </a:extLst>
          </p:cNvPr>
          <p:cNvSpPr txBox="1">
            <a:spLocks/>
          </p:cNvSpPr>
          <p:nvPr/>
        </p:nvSpPr>
        <p:spPr>
          <a:xfrm>
            <a:off x="1914816" y="5161202"/>
            <a:ext cx="2801457" cy="6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algn="l"/>
            <a:r>
              <a:rPr lang="es-ES" sz="1600" kern="0" dirty="0">
                <a:solidFill>
                  <a:srgbClr val="1E2128"/>
                </a:solidFill>
              </a:rPr>
              <a:t>Es un contrato formativo, con exclusividad en las actividades propias de aprendizaje.</a:t>
            </a:r>
          </a:p>
        </p:txBody>
      </p:sp>
      <p:sp>
        <p:nvSpPr>
          <p:cNvPr id="243" name="Google Shape;953;p41">
            <a:extLst>
              <a:ext uri="{FF2B5EF4-FFF2-40B4-BE49-F238E27FC236}">
                <a16:creationId xmlns:a16="http://schemas.microsoft.com/office/drawing/2014/main" id="{5C1277BC-3DD8-B4AC-A180-8E48E157DCA6}"/>
              </a:ext>
            </a:extLst>
          </p:cNvPr>
          <p:cNvSpPr/>
          <p:nvPr/>
        </p:nvSpPr>
        <p:spPr>
          <a:xfrm>
            <a:off x="1294674" y="5434131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029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244" name="Google Shape;954;p41">
            <a:extLst>
              <a:ext uri="{FF2B5EF4-FFF2-40B4-BE49-F238E27FC236}">
                <a16:creationId xmlns:a16="http://schemas.microsoft.com/office/drawing/2014/main" id="{0B8C2C2A-17F4-B9DA-26D5-1182478AAF11}"/>
              </a:ext>
            </a:extLst>
          </p:cNvPr>
          <p:cNvSpPr/>
          <p:nvPr/>
        </p:nvSpPr>
        <p:spPr>
          <a:xfrm>
            <a:off x="1411718" y="5613153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029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B6193AEF-D712-D1E3-762B-8BC1B5808F40}"/>
              </a:ext>
            </a:extLst>
          </p:cNvPr>
          <p:cNvSpPr txBox="1"/>
          <p:nvPr/>
        </p:nvSpPr>
        <p:spPr>
          <a:xfrm>
            <a:off x="6937994" y="1155675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Solicitar al coordinador académico el registro en </a:t>
            </a:r>
            <a:r>
              <a:rPr lang="es-ES" sz="1600" dirty="0" err="1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SofíaPlus</a:t>
            </a: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 de la alternativa de etapa productiva: contrato de aprendizaje.</a:t>
            </a: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04ED86B1-3ECE-3C1A-9AE9-9A2A93CF431A}"/>
              </a:ext>
            </a:extLst>
          </p:cNvPr>
          <p:cNvSpPr txBox="1"/>
          <p:nvPr/>
        </p:nvSpPr>
        <p:spPr>
          <a:xfrm>
            <a:off x="6961556" y="2418780"/>
            <a:ext cx="29856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Con el registro de la alternativa contrato de aprendizaje en </a:t>
            </a:r>
            <a:r>
              <a:rPr lang="es-ES" sz="1600" dirty="0" err="1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SofíaPlus</a:t>
            </a: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, podrá acceder al SGVA.</a:t>
            </a:r>
          </a:p>
        </p:txBody>
      </p:sp>
      <p:sp>
        <p:nvSpPr>
          <p:cNvPr id="247" name="Google Shape;953;p41">
            <a:extLst>
              <a:ext uri="{FF2B5EF4-FFF2-40B4-BE49-F238E27FC236}">
                <a16:creationId xmlns:a16="http://schemas.microsoft.com/office/drawing/2014/main" id="{449B4D06-0F10-65FC-8045-31163B5655C5}"/>
              </a:ext>
            </a:extLst>
          </p:cNvPr>
          <p:cNvSpPr/>
          <p:nvPr/>
        </p:nvSpPr>
        <p:spPr>
          <a:xfrm>
            <a:off x="6352242" y="2474780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2" name="Google Shape;426;p24">
            <a:extLst>
              <a:ext uri="{FF2B5EF4-FFF2-40B4-BE49-F238E27FC236}">
                <a16:creationId xmlns:a16="http://schemas.microsoft.com/office/drawing/2014/main" id="{03304663-EFA0-A840-7970-F030DEE23FF2}"/>
              </a:ext>
            </a:extLst>
          </p:cNvPr>
          <p:cNvSpPr txBox="1">
            <a:spLocks/>
          </p:cNvSpPr>
          <p:nvPr/>
        </p:nvSpPr>
        <p:spPr>
          <a:xfrm>
            <a:off x="1459358" y="4279206"/>
            <a:ext cx="3542855" cy="6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s-ES" sz="1600" kern="0" dirty="0">
                <a:solidFill>
                  <a:srgbClr val="1E2128"/>
                </a:solidFill>
              </a:rPr>
              <a:t>Sin subordinación y por un plazo no mayor a dos (2) años, ajustados al programa de formación.</a:t>
            </a:r>
          </a:p>
        </p:txBody>
      </p:sp>
      <p:sp>
        <p:nvSpPr>
          <p:cNvPr id="3" name="Google Shape;426;p24">
            <a:extLst>
              <a:ext uri="{FF2B5EF4-FFF2-40B4-BE49-F238E27FC236}">
                <a16:creationId xmlns:a16="http://schemas.microsoft.com/office/drawing/2014/main" id="{9094BD04-5ED7-48B7-2DCF-1CE5EAFC975C}"/>
              </a:ext>
            </a:extLst>
          </p:cNvPr>
          <p:cNvSpPr txBox="1">
            <a:spLocks/>
          </p:cNvSpPr>
          <p:nvPr/>
        </p:nvSpPr>
        <p:spPr>
          <a:xfrm>
            <a:off x="1565980" y="3303916"/>
            <a:ext cx="3186345" cy="6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s-ES" sz="1600" kern="0" dirty="0">
                <a:solidFill>
                  <a:srgbClr val="1E2128"/>
                </a:solidFill>
              </a:rPr>
              <a:t>Podrá ser celebrado por personas mayores de 15 años.</a:t>
            </a:r>
          </a:p>
        </p:txBody>
      </p:sp>
      <p:sp>
        <p:nvSpPr>
          <p:cNvPr id="4" name="Google Shape;954;p41">
            <a:extLst>
              <a:ext uri="{FF2B5EF4-FFF2-40B4-BE49-F238E27FC236}">
                <a16:creationId xmlns:a16="http://schemas.microsoft.com/office/drawing/2014/main" id="{7178AAD8-7410-2A60-598B-A225917FF48D}"/>
              </a:ext>
            </a:extLst>
          </p:cNvPr>
          <p:cNvSpPr/>
          <p:nvPr/>
        </p:nvSpPr>
        <p:spPr>
          <a:xfrm>
            <a:off x="1575609" y="3534255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029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" name="Google Shape;953;p41">
            <a:extLst>
              <a:ext uri="{FF2B5EF4-FFF2-40B4-BE49-F238E27FC236}">
                <a16:creationId xmlns:a16="http://schemas.microsoft.com/office/drawing/2014/main" id="{377D0164-CB23-9517-47E7-987775638C70}"/>
              </a:ext>
            </a:extLst>
          </p:cNvPr>
          <p:cNvSpPr/>
          <p:nvPr/>
        </p:nvSpPr>
        <p:spPr>
          <a:xfrm>
            <a:off x="1430128" y="3370875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029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312" name="CuadroTexto 311">
            <a:extLst>
              <a:ext uri="{FF2B5EF4-FFF2-40B4-BE49-F238E27FC236}">
                <a16:creationId xmlns:a16="http://schemas.microsoft.com/office/drawing/2014/main" id="{FBE85345-5452-3E81-D024-A9E0D25FBB78}"/>
              </a:ext>
            </a:extLst>
          </p:cNvPr>
          <p:cNvSpPr txBox="1"/>
          <p:nvPr/>
        </p:nvSpPr>
        <p:spPr>
          <a:xfrm>
            <a:off x="7005389" y="3615966"/>
            <a:ext cx="29856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it-IT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Acceder al SGVA https://caprendizaje.sena.edu.co/sgva/SGVA_Diseno/pag/login.aspx</a:t>
            </a:r>
          </a:p>
        </p:txBody>
      </p:sp>
      <p:sp>
        <p:nvSpPr>
          <p:cNvPr id="313" name="CuadroTexto 312">
            <a:extLst>
              <a:ext uri="{FF2B5EF4-FFF2-40B4-BE49-F238E27FC236}">
                <a16:creationId xmlns:a16="http://schemas.microsoft.com/office/drawing/2014/main" id="{D5F56580-C508-1FE3-146E-66641DA8B2FC}"/>
              </a:ext>
            </a:extLst>
          </p:cNvPr>
          <p:cNvSpPr txBox="1"/>
          <p:nvPr/>
        </p:nvSpPr>
        <p:spPr>
          <a:xfrm>
            <a:off x="7033613" y="4767851"/>
            <a:ext cx="298565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Actualizar su información en el SGVA.</a:t>
            </a:r>
          </a:p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Hacer búsqueda en el SGVA, de empresas para aplicar a solicitudes de contrato de aprendizaje.</a:t>
            </a:r>
          </a:p>
          <a:p>
            <a:pPr>
              <a:buClr>
                <a:srgbClr val="000000"/>
              </a:buClr>
              <a:buSzPts val="1100"/>
            </a:pPr>
            <a:endParaRPr lang="es-ES" sz="1600" dirty="0">
              <a:solidFill>
                <a:schemeClr val="bg1"/>
              </a:solidFill>
              <a:latin typeface="Roboto Light"/>
              <a:ea typeface="Roboto Light"/>
              <a:sym typeface="Roboto Light"/>
            </a:endParaRPr>
          </a:p>
        </p:txBody>
      </p:sp>
      <p:sp>
        <p:nvSpPr>
          <p:cNvPr id="371" name="Google Shape;953;p41">
            <a:extLst>
              <a:ext uri="{FF2B5EF4-FFF2-40B4-BE49-F238E27FC236}">
                <a16:creationId xmlns:a16="http://schemas.microsoft.com/office/drawing/2014/main" id="{3FA7DE4A-2C04-2DEC-30EB-327A7233408B}"/>
              </a:ext>
            </a:extLst>
          </p:cNvPr>
          <p:cNvSpPr/>
          <p:nvPr/>
        </p:nvSpPr>
        <p:spPr>
          <a:xfrm>
            <a:off x="6530183" y="4994390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372" name="Google Shape;953;p41">
            <a:extLst>
              <a:ext uri="{FF2B5EF4-FFF2-40B4-BE49-F238E27FC236}">
                <a16:creationId xmlns:a16="http://schemas.microsoft.com/office/drawing/2014/main" id="{B9EF7571-5B95-481D-DF8D-6C628238C553}"/>
              </a:ext>
            </a:extLst>
          </p:cNvPr>
          <p:cNvSpPr/>
          <p:nvPr/>
        </p:nvSpPr>
        <p:spPr>
          <a:xfrm>
            <a:off x="6417479" y="3587436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373" name="Google Shape;953;p41">
            <a:extLst>
              <a:ext uri="{FF2B5EF4-FFF2-40B4-BE49-F238E27FC236}">
                <a16:creationId xmlns:a16="http://schemas.microsoft.com/office/drawing/2014/main" id="{6831D008-C797-F868-E887-719D738C238D}"/>
              </a:ext>
            </a:extLst>
          </p:cNvPr>
          <p:cNvSpPr/>
          <p:nvPr/>
        </p:nvSpPr>
        <p:spPr>
          <a:xfrm>
            <a:off x="6567387" y="5735482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427" name="Google Shape;954;p41">
            <a:extLst>
              <a:ext uri="{FF2B5EF4-FFF2-40B4-BE49-F238E27FC236}">
                <a16:creationId xmlns:a16="http://schemas.microsoft.com/office/drawing/2014/main" id="{6795AE7E-DB14-733A-5C13-69EDA677956C}"/>
              </a:ext>
            </a:extLst>
          </p:cNvPr>
          <p:cNvSpPr/>
          <p:nvPr/>
        </p:nvSpPr>
        <p:spPr>
          <a:xfrm>
            <a:off x="6543936" y="3758075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428" name="Google Shape;954;p41">
            <a:extLst>
              <a:ext uri="{FF2B5EF4-FFF2-40B4-BE49-F238E27FC236}">
                <a16:creationId xmlns:a16="http://schemas.microsoft.com/office/drawing/2014/main" id="{2A082265-38B3-801F-7DFC-BD349ED6EF90}"/>
              </a:ext>
            </a:extLst>
          </p:cNvPr>
          <p:cNvSpPr/>
          <p:nvPr/>
        </p:nvSpPr>
        <p:spPr>
          <a:xfrm>
            <a:off x="6486519" y="2645419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430" name="Google Shape;954;p41">
            <a:extLst>
              <a:ext uri="{FF2B5EF4-FFF2-40B4-BE49-F238E27FC236}">
                <a16:creationId xmlns:a16="http://schemas.microsoft.com/office/drawing/2014/main" id="{384DCC32-41ED-5FAE-C793-EB44DA6F49EC}"/>
              </a:ext>
            </a:extLst>
          </p:cNvPr>
          <p:cNvSpPr/>
          <p:nvPr/>
        </p:nvSpPr>
        <p:spPr>
          <a:xfrm>
            <a:off x="6448773" y="2662126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432" name="Google Shape;954;p41">
            <a:extLst>
              <a:ext uri="{FF2B5EF4-FFF2-40B4-BE49-F238E27FC236}">
                <a16:creationId xmlns:a16="http://schemas.microsoft.com/office/drawing/2014/main" id="{6E9E5D7D-4E96-D5EF-4FB4-F847A9CF2CF2}"/>
              </a:ext>
            </a:extLst>
          </p:cNvPr>
          <p:cNvSpPr/>
          <p:nvPr/>
        </p:nvSpPr>
        <p:spPr>
          <a:xfrm>
            <a:off x="6707610" y="5910798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433" name="Google Shape;954;p41">
            <a:extLst>
              <a:ext uri="{FF2B5EF4-FFF2-40B4-BE49-F238E27FC236}">
                <a16:creationId xmlns:a16="http://schemas.microsoft.com/office/drawing/2014/main" id="{AD940E30-1EA9-BFB9-C817-2C104E397ACE}"/>
              </a:ext>
            </a:extLst>
          </p:cNvPr>
          <p:cNvSpPr/>
          <p:nvPr/>
        </p:nvSpPr>
        <p:spPr>
          <a:xfrm>
            <a:off x="6659699" y="5173283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03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E0D91-AD3C-7983-05E2-ED1679E9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8DE35A15-F203-7B5E-8B69-220FF489CC61}"/>
              </a:ext>
            </a:extLst>
          </p:cNvPr>
          <p:cNvGrpSpPr/>
          <p:nvPr/>
        </p:nvGrpSpPr>
        <p:grpSpPr>
          <a:xfrm>
            <a:off x="-113520" y="452729"/>
            <a:ext cx="10568434" cy="6162988"/>
            <a:chOff x="317132" y="454529"/>
            <a:chExt cx="8311535" cy="4527475"/>
          </a:xfrm>
        </p:grpSpPr>
        <p:grpSp>
          <p:nvGrpSpPr>
            <p:cNvPr id="3" name="Google Shape;417;p24">
              <a:extLst>
                <a:ext uri="{FF2B5EF4-FFF2-40B4-BE49-F238E27FC236}">
                  <a16:creationId xmlns:a16="http://schemas.microsoft.com/office/drawing/2014/main" id="{EBF4BF61-53F0-8490-E222-E29980631B27}"/>
                </a:ext>
              </a:extLst>
            </p:cNvPr>
            <p:cNvGrpSpPr/>
            <p:nvPr/>
          </p:nvGrpSpPr>
          <p:grpSpPr>
            <a:xfrm>
              <a:off x="5186592" y="454529"/>
              <a:ext cx="3442075" cy="4472582"/>
              <a:chOff x="5335450" y="305675"/>
              <a:chExt cx="3442075" cy="4435325"/>
            </a:xfrm>
          </p:grpSpPr>
          <p:sp>
            <p:nvSpPr>
              <p:cNvPr id="129" name="Google Shape;418;p24">
                <a:extLst>
                  <a:ext uri="{FF2B5EF4-FFF2-40B4-BE49-F238E27FC236}">
                    <a16:creationId xmlns:a16="http://schemas.microsoft.com/office/drawing/2014/main" id="{E9BDB35F-627E-C135-C211-B5D799C268B8}"/>
                  </a:ext>
                </a:extLst>
              </p:cNvPr>
              <p:cNvSpPr/>
              <p:nvPr/>
            </p:nvSpPr>
            <p:spPr>
              <a:xfrm>
                <a:off x="5422625" y="366700"/>
                <a:ext cx="3354900" cy="4374300"/>
              </a:xfrm>
              <a:prstGeom prst="rect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419;p24">
                <a:extLst>
                  <a:ext uri="{FF2B5EF4-FFF2-40B4-BE49-F238E27FC236}">
                    <a16:creationId xmlns:a16="http://schemas.microsoft.com/office/drawing/2014/main" id="{90EC9508-706C-A555-FFF1-9C40AACA0DAF}"/>
                  </a:ext>
                </a:extLst>
              </p:cNvPr>
              <p:cNvSpPr/>
              <p:nvPr/>
            </p:nvSpPr>
            <p:spPr>
              <a:xfrm>
                <a:off x="5335450" y="305675"/>
                <a:ext cx="226800" cy="215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" name="Google Shape;420;p24">
              <a:extLst>
                <a:ext uri="{FF2B5EF4-FFF2-40B4-BE49-F238E27FC236}">
                  <a16:creationId xmlns:a16="http://schemas.microsoft.com/office/drawing/2014/main" id="{D5C571DF-0466-5783-567F-BA4E7B70CB38}"/>
                </a:ext>
              </a:extLst>
            </p:cNvPr>
            <p:cNvSpPr/>
            <p:nvPr/>
          </p:nvSpPr>
          <p:spPr>
            <a:xfrm>
              <a:off x="5375546" y="569004"/>
              <a:ext cx="3216300" cy="4413000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400">
                <a:buClr>
                  <a:srgbClr val="000000"/>
                </a:buClr>
                <a:buFont typeface="Arial"/>
                <a:buNone/>
              </a:pPr>
              <a:endParaRPr lang="es-CO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5" name="Google Shape;421;p24">
              <a:extLst>
                <a:ext uri="{FF2B5EF4-FFF2-40B4-BE49-F238E27FC236}">
                  <a16:creationId xmlns:a16="http://schemas.microsoft.com/office/drawing/2014/main" id="{2448C2EE-0BDF-D2D4-AACC-F7FF64B367F4}"/>
                </a:ext>
              </a:extLst>
            </p:cNvPr>
            <p:cNvGrpSpPr/>
            <p:nvPr/>
          </p:nvGrpSpPr>
          <p:grpSpPr>
            <a:xfrm>
              <a:off x="1055004" y="514104"/>
              <a:ext cx="3355775" cy="4413000"/>
              <a:chOff x="1055000" y="365250"/>
              <a:chExt cx="3355775" cy="4413000"/>
            </a:xfrm>
          </p:grpSpPr>
          <p:sp>
            <p:nvSpPr>
              <p:cNvPr id="63" name="Google Shape;422;p24">
                <a:extLst>
                  <a:ext uri="{FF2B5EF4-FFF2-40B4-BE49-F238E27FC236}">
                    <a16:creationId xmlns:a16="http://schemas.microsoft.com/office/drawing/2014/main" id="{833FD7E6-5EE7-95AA-6241-B914E5395D9D}"/>
                  </a:ext>
                </a:extLst>
              </p:cNvPr>
              <p:cNvSpPr/>
              <p:nvPr/>
            </p:nvSpPr>
            <p:spPr>
              <a:xfrm>
                <a:off x="1055000" y="512400"/>
                <a:ext cx="3216300" cy="4228500"/>
              </a:xfrm>
              <a:prstGeom prst="rect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423;p24">
                <a:extLst>
                  <a:ext uri="{FF2B5EF4-FFF2-40B4-BE49-F238E27FC236}">
                    <a16:creationId xmlns:a16="http://schemas.microsoft.com/office/drawing/2014/main" id="{6C4B5E7C-181B-0DDF-25FC-6BD21CB2F3C4}"/>
                  </a:ext>
                </a:extLst>
              </p:cNvPr>
              <p:cNvSpPr/>
              <p:nvPr/>
            </p:nvSpPr>
            <p:spPr>
              <a:xfrm>
                <a:off x="1194475" y="365250"/>
                <a:ext cx="3216300" cy="4413000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" name="Google Shape;424;p24">
              <a:extLst>
                <a:ext uri="{FF2B5EF4-FFF2-40B4-BE49-F238E27FC236}">
                  <a16:creationId xmlns:a16="http://schemas.microsoft.com/office/drawing/2014/main" id="{5D73EB6F-D624-0AC4-BC7B-6C802EFF2A72}"/>
                </a:ext>
              </a:extLst>
            </p:cNvPr>
            <p:cNvSpPr txBox="1">
              <a:spLocks/>
            </p:cNvSpPr>
            <p:nvPr/>
          </p:nvSpPr>
          <p:spPr>
            <a:xfrm>
              <a:off x="1163869" y="1162856"/>
              <a:ext cx="3239936" cy="1884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i="0" u="none" strike="noStrike" kern="0" cap="none" spc="0" normalizeH="0" baseline="0" noProof="0" dirty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Los aprendices que estén empleados o tengan la posibilidad de emplearse en una empresa y estén realizando su formación, podrán solicitar validar su etapa productiva mediante esta alternativa, siempre y cuando cumplan con las competencias de su programa de formación.</a:t>
              </a:r>
            </a:p>
          </p:txBody>
        </p:sp>
        <p:sp>
          <p:nvSpPr>
            <p:cNvPr id="7" name="Google Shape;425;p24">
              <a:extLst>
                <a:ext uri="{FF2B5EF4-FFF2-40B4-BE49-F238E27FC236}">
                  <a16:creationId xmlns:a16="http://schemas.microsoft.com/office/drawing/2014/main" id="{6FE1A070-1376-BF76-8F3C-251311EC5125}"/>
                </a:ext>
              </a:extLst>
            </p:cNvPr>
            <p:cNvSpPr txBox="1">
              <a:spLocks/>
            </p:cNvSpPr>
            <p:nvPr/>
          </p:nvSpPr>
          <p:spPr>
            <a:xfrm>
              <a:off x="1464753" y="667076"/>
              <a:ext cx="2614400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defRPr sz="2400" b="0" i="0" u="none" strike="noStrike" cap="none">
                  <a:solidFill>
                    <a:srgbClr val="000000"/>
                  </a:solidFill>
                  <a:latin typeface="Amatic SC"/>
                  <a:ea typeface="Amatic SC"/>
                  <a:cs typeface="Amatic SC"/>
                  <a:sym typeface="Amatic SC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tabLst/>
                <a:defRPr/>
              </a:pPr>
              <a:r>
                <a:rPr kumimoji="0" lang="es-CO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Bahnschrift SemiLight Condensed" panose="020B0502040204020203" pitchFamily="34" charset="0"/>
                  <a:sym typeface="Amatic SC"/>
                </a:rPr>
                <a:t>Vinculo Laboral</a:t>
              </a:r>
            </a:p>
          </p:txBody>
        </p:sp>
        <p:sp>
          <p:nvSpPr>
            <p:cNvPr id="8" name="Google Shape;427;p24">
              <a:extLst>
                <a:ext uri="{FF2B5EF4-FFF2-40B4-BE49-F238E27FC236}">
                  <a16:creationId xmlns:a16="http://schemas.microsoft.com/office/drawing/2014/main" id="{0BC5DCDC-D149-BB71-2AA1-214C7C481232}"/>
                </a:ext>
              </a:extLst>
            </p:cNvPr>
            <p:cNvSpPr txBox="1">
              <a:spLocks/>
            </p:cNvSpPr>
            <p:nvPr/>
          </p:nvSpPr>
          <p:spPr>
            <a:xfrm>
              <a:off x="5581189" y="535896"/>
              <a:ext cx="2842858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defRPr sz="2400" b="0" i="0" u="none" strike="noStrike" cap="none">
                  <a:solidFill>
                    <a:srgbClr val="000000"/>
                  </a:solidFill>
                  <a:latin typeface="Amatic SC"/>
                  <a:ea typeface="Amatic SC"/>
                  <a:cs typeface="Amatic SC"/>
                  <a:sym typeface="Amatic SC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s-CO" sz="3200" b="1" dirty="0">
                  <a:solidFill>
                    <a:schemeClr val="bg1"/>
                  </a:solidFill>
                  <a:latin typeface="Bahnschrift SemiLight Condensed" panose="020B0502040204020203" pitchFamily="34" charset="0"/>
                </a:rPr>
                <a:t>Documentos Requeridos</a:t>
              </a:r>
            </a:p>
          </p:txBody>
        </p:sp>
        <p:grpSp>
          <p:nvGrpSpPr>
            <p:cNvPr id="9" name="Google Shape;952;p41">
              <a:extLst>
                <a:ext uri="{FF2B5EF4-FFF2-40B4-BE49-F238E27FC236}">
                  <a16:creationId xmlns:a16="http://schemas.microsoft.com/office/drawing/2014/main" id="{6B3931CB-6FD7-838E-168B-078BAD09A514}"/>
                </a:ext>
              </a:extLst>
            </p:cNvPr>
            <p:cNvGrpSpPr/>
            <p:nvPr/>
          </p:nvGrpSpPr>
          <p:grpSpPr>
            <a:xfrm>
              <a:off x="5434156" y="1237602"/>
              <a:ext cx="339253" cy="292529"/>
              <a:chOff x="877387" y="3097297"/>
              <a:chExt cx="481825" cy="415465"/>
            </a:xfrm>
            <a:solidFill>
              <a:srgbClr val="FF9966"/>
            </a:solidFill>
          </p:grpSpPr>
          <p:sp>
            <p:nvSpPr>
              <p:cNvPr id="61" name="Google Shape;953;p41">
                <a:extLst>
                  <a:ext uri="{FF2B5EF4-FFF2-40B4-BE49-F238E27FC236}">
                    <a16:creationId xmlns:a16="http://schemas.microsoft.com/office/drawing/2014/main" id="{692C3671-D15A-5404-695B-D947FCC6203A}"/>
                  </a:ext>
                </a:extLst>
              </p:cNvPr>
              <p:cNvSpPr/>
              <p:nvPr/>
            </p:nvSpPr>
            <p:spPr>
              <a:xfrm>
                <a:off x="877387" y="3097297"/>
                <a:ext cx="481825" cy="41546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62" name="Google Shape;954;p41">
                <a:extLst>
                  <a:ext uri="{FF2B5EF4-FFF2-40B4-BE49-F238E27FC236}">
                    <a16:creationId xmlns:a16="http://schemas.microsoft.com/office/drawing/2014/main" id="{9A59CFC8-6AEA-9A1F-6F51-0D4DAB775B7F}"/>
                  </a:ext>
                </a:extLst>
              </p:cNvPr>
              <p:cNvSpPr/>
              <p:nvPr/>
            </p:nvSpPr>
            <p:spPr>
              <a:xfrm>
                <a:off x="1023248" y="3256361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11" name="Google Shape;425;p24">
              <a:extLst>
                <a:ext uri="{FF2B5EF4-FFF2-40B4-BE49-F238E27FC236}">
                  <a16:creationId xmlns:a16="http://schemas.microsoft.com/office/drawing/2014/main" id="{F308AA02-0B2A-3C86-BC1C-C4FEDEE5DFDF}"/>
                </a:ext>
              </a:extLst>
            </p:cNvPr>
            <p:cNvSpPr txBox="1">
              <a:spLocks/>
            </p:cNvSpPr>
            <p:nvPr/>
          </p:nvSpPr>
          <p:spPr>
            <a:xfrm>
              <a:off x="1409896" y="922152"/>
              <a:ext cx="2614400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defRPr sz="2400" b="0" i="0" u="none" strike="noStrike" cap="none">
                  <a:solidFill>
                    <a:srgbClr val="000000"/>
                  </a:solidFill>
                  <a:latin typeface="Amatic SC"/>
                  <a:ea typeface="Amatic SC"/>
                  <a:cs typeface="Amatic SC"/>
                  <a:sym typeface="Amatic SC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tabLst/>
                <a:defRPr/>
              </a:pPr>
              <a:endParaRPr kumimoji="0" lang="es-CO" sz="2800" b="0" i="0" u="none" strike="noStrike" kern="0" cap="none" spc="0" normalizeH="0" baseline="0" noProof="0" dirty="0">
                <a:ln>
                  <a:noFill/>
                </a:ln>
                <a:solidFill>
                  <a:srgbClr val="1E2128"/>
                </a:solidFill>
                <a:effectLst/>
                <a:uLnTx/>
                <a:uFillTx/>
                <a:latin typeface="Bahnschrift SemiLight Condensed" panose="020B0502040204020203" pitchFamily="34" charset="0"/>
                <a:sym typeface="Amatic SC"/>
              </a:endParaRPr>
            </a:p>
          </p:txBody>
        </p:sp>
        <p:grpSp>
          <p:nvGrpSpPr>
            <p:cNvPr id="12" name="Google Shape;952;p41">
              <a:extLst>
                <a:ext uri="{FF2B5EF4-FFF2-40B4-BE49-F238E27FC236}">
                  <a16:creationId xmlns:a16="http://schemas.microsoft.com/office/drawing/2014/main" id="{0B625126-3D10-8BB7-EC62-6771E1E7D013}"/>
                </a:ext>
              </a:extLst>
            </p:cNvPr>
            <p:cNvGrpSpPr/>
            <p:nvPr/>
          </p:nvGrpSpPr>
          <p:grpSpPr>
            <a:xfrm>
              <a:off x="1353664" y="2720604"/>
              <a:ext cx="339253" cy="339253"/>
              <a:chOff x="1407286" y="4669975"/>
              <a:chExt cx="481825" cy="481825"/>
            </a:xfrm>
            <a:solidFill>
              <a:srgbClr val="02906B"/>
            </a:solidFill>
          </p:grpSpPr>
          <p:sp>
            <p:nvSpPr>
              <p:cNvPr id="57" name="Google Shape;953;p41">
                <a:extLst>
                  <a:ext uri="{FF2B5EF4-FFF2-40B4-BE49-F238E27FC236}">
                    <a16:creationId xmlns:a16="http://schemas.microsoft.com/office/drawing/2014/main" id="{6AEA5D5E-D217-3C22-F721-42FF68AA88E9}"/>
                  </a:ext>
                </a:extLst>
              </p:cNvPr>
              <p:cNvSpPr/>
              <p:nvPr/>
            </p:nvSpPr>
            <p:spPr>
              <a:xfrm>
                <a:off x="1407286" y="4669975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58" name="Google Shape;954;p41">
                <a:extLst>
                  <a:ext uri="{FF2B5EF4-FFF2-40B4-BE49-F238E27FC236}">
                    <a16:creationId xmlns:a16="http://schemas.microsoft.com/office/drawing/2014/main" id="{0C06F9F6-7873-0D19-1ECE-D661F3A3AD3B}"/>
                  </a:ext>
                </a:extLst>
              </p:cNvPr>
              <p:cNvSpPr/>
              <p:nvPr/>
            </p:nvSpPr>
            <p:spPr>
              <a:xfrm>
                <a:off x="1568524" y="4861880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13" name="Google Shape;424;p24">
              <a:extLst>
                <a:ext uri="{FF2B5EF4-FFF2-40B4-BE49-F238E27FC236}">
                  <a16:creationId xmlns:a16="http://schemas.microsoft.com/office/drawing/2014/main" id="{054CAB8F-8296-9870-1462-861C98C42238}"/>
                </a:ext>
              </a:extLst>
            </p:cNvPr>
            <p:cNvSpPr txBox="1">
              <a:spLocks/>
            </p:cNvSpPr>
            <p:nvPr/>
          </p:nvSpPr>
          <p:spPr>
            <a:xfrm>
              <a:off x="1713523" y="2656191"/>
              <a:ext cx="2575749" cy="7482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Deberá realizarse seguimiento  del aprendiz en la empresa, para validar su etapa practica</a:t>
              </a:r>
            </a:p>
          </p:txBody>
        </p:sp>
        <p:grpSp>
          <p:nvGrpSpPr>
            <p:cNvPr id="14" name="Google Shape;952;p41">
              <a:extLst>
                <a:ext uri="{FF2B5EF4-FFF2-40B4-BE49-F238E27FC236}">
                  <a16:creationId xmlns:a16="http://schemas.microsoft.com/office/drawing/2014/main" id="{CAD8F6F3-4AE2-E922-AA51-BB039639AA32}"/>
                </a:ext>
              </a:extLst>
            </p:cNvPr>
            <p:cNvGrpSpPr/>
            <p:nvPr/>
          </p:nvGrpSpPr>
          <p:grpSpPr>
            <a:xfrm>
              <a:off x="1367971" y="3474645"/>
              <a:ext cx="339253" cy="339253"/>
              <a:chOff x="1422881" y="4733346"/>
              <a:chExt cx="481825" cy="481825"/>
            </a:xfrm>
            <a:solidFill>
              <a:srgbClr val="02906B"/>
            </a:solidFill>
          </p:grpSpPr>
          <p:sp>
            <p:nvSpPr>
              <p:cNvPr id="55" name="Google Shape;953;p41">
                <a:extLst>
                  <a:ext uri="{FF2B5EF4-FFF2-40B4-BE49-F238E27FC236}">
                    <a16:creationId xmlns:a16="http://schemas.microsoft.com/office/drawing/2014/main" id="{D4CD3AB6-F039-F779-6DA8-253C9CE388AE}"/>
                  </a:ext>
                </a:extLst>
              </p:cNvPr>
              <p:cNvSpPr/>
              <p:nvPr/>
            </p:nvSpPr>
            <p:spPr>
              <a:xfrm>
                <a:off x="1422881" y="4733346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56" name="Google Shape;954;p41">
                <a:extLst>
                  <a:ext uri="{FF2B5EF4-FFF2-40B4-BE49-F238E27FC236}">
                    <a16:creationId xmlns:a16="http://schemas.microsoft.com/office/drawing/2014/main" id="{2AC9268F-6CB9-2592-85BD-2B3B8C40E425}"/>
                  </a:ext>
                </a:extLst>
              </p:cNvPr>
              <p:cNvSpPr/>
              <p:nvPr/>
            </p:nvSpPr>
            <p:spPr>
              <a:xfrm>
                <a:off x="1574453" y="4899902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15" name="Google Shape;424;p24">
              <a:extLst>
                <a:ext uri="{FF2B5EF4-FFF2-40B4-BE49-F238E27FC236}">
                  <a16:creationId xmlns:a16="http://schemas.microsoft.com/office/drawing/2014/main" id="{3FE37ED5-8634-F3C1-8C36-195121E9B540}"/>
                </a:ext>
              </a:extLst>
            </p:cNvPr>
            <p:cNvSpPr txBox="1">
              <a:spLocks/>
            </p:cNvSpPr>
            <p:nvPr/>
          </p:nvSpPr>
          <p:spPr>
            <a:xfrm>
              <a:off x="1719898" y="3428488"/>
              <a:ext cx="2575749" cy="47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Podrá validar su etapa productiva simultáneamente a la etapa lectiva</a:t>
              </a:r>
              <a:r>
                <a:rPr kumimoji="0" lang="es-E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.</a:t>
              </a:r>
            </a:p>
          </p:txBody>
        </p:sp>
        <p:sp>
          <p:nvSpPr>
            <p:cNvPr id="16" name="Google Shape;424;p24">
              <a:extLst>
                <a:ext uri="{FF2B5EF4-FFF2-40B4-BE49-F238E27FC236}">
                  <a16:creationId xmlns:a16="http://schemas.microsoft.com/office/drawing/2014/main" id="{65A017BA-1B25-7342-4425-BC2473BAF95B}"/>
                </a:ext>
              </a:extLst>
            </p:cNvPr>
            <p:cNvSpPr txBox="1">
              <a:spLocks/>
            </p:cNvSpPr>
            <p:nvPr/>
          </p:nvSpPr>
          <p:spPr>
            <a:xfrm>
              <a:off x="1764282" y="4082842"/>
              <a:ext cx="2575749" cy="47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No existe apoyo de sostenimiento, El salario u honorarios serán los pactados contractualmente.</a:t>
              </a:r>
            </a:p>
          </p:txBody>
        </p:sp>
        <p:grpSp>
          <p:nvGrpSpPr>
            <p:cNvPr id="17" name="Google Shape;952;p41">
              <a:extLst>
                <a:ext uri="{FF2B5EF4-FFF2-40B4-BE49-F238E27FC236}">
                  <a16:creationId xmlns:a16="http://schemas.microsoft.com/office/drawing/2014/main" id="{FA4BB789-7367-1FFD-35D3-6F8A30825F20}"/>
                </a:ext>
              </a:extLst>
            </p:cNvPr>
            <p:cNvGrpSpPr/>
            <p:nvPr/>
          </p:nvGrpSpPr>
          <p:grpSpPr>
            <a:xfrm>
              <a:off x="1409896" y="4135445"/>
              <a:ext cx="339253" cy="339253"/>
              <a:chOff x="1492675" y="4992125"/>
              <a:chExt cx="481825" cy="481825"/>
            </a:xfrm>
            <a:solidFill>
              <a:srgbClr val="02906B"/>
            </a:solidFill>
          </p:grpSpPr>
          <p:sp>
            <p:nvSpPr>
              <p:cNvPr id="53" name="Google Shape;953;p41">
                <a:extLst>
                  <a:ext uri="{FF2B5EF4-FFF2-40B4-BE49-F238E27FC236}">
                    <a16:creationId xmlns:a16="http://schemas.microsoft.com/office/drawing/2014/main" id="{08ACE90A-B811-27C8-8460-66C97B2C703E}"/>
                  </a:ext>
                </a:extLst>
              </p:cNvPr>
              <p:cNvSpPr/>
              <p:nvPr/>
            </p:nvSpPr>
            <p:spPr>
              <a:xfrm>
                <a:off x="1492675" y="4992125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54" name="Google Shape;954;p41">
                <a:extLst>
                  <a:ext uri="{FF2B5EF4-FFF2-40B4-BE49-F238E27FC236}">
                    <a16:creationId xmlns:a16="http://schemas.microsoft.com/office/drawing/2014/main" id="{D73A60DC-A719-17AC-4EE8-98C15D3208EA}"/>
                  </a:ext>
                </a:extLst>
              </p:cNvPr>
              <p:cNvSpPr/>
              <p:nvPr/>
            </p:nvSpPr>
            <p:spPr>
              <a:xfrm>
                <a:off x="1639625" y="5170175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grpSp>
          <p:nvGrpSpPr>
            <p:cNvPr id="18" name="Google Shape;254;p21">
              <a:extLst>
                <a:ext uri="{FF2B5EF4-FFF2-40B4-BE49-F238E27FC236}">
                  <a16:creationId xmlns:a16="http://schemas.microsoft.com/office/drawing/2014/main" id="{644EA5C7-3F9E-38B6-4652-00B6AF0C6F16}"/>
                </a:ext>
              </a:extLst>
            </p:cNvPr>
            <p:cNvGrpSpPr/>
            <p:nvPr/>
          </p:nvGrpSpPr>
          <p:grpSpPr>
            <a:xfrm>
              <a:off x="322969" y="4062681"/>
              <a:ext cx="1088987" cy="896743"/>
              <a:chOff x="7605998" y="3886472"/>
              <a:chExt cx="1302190" cy="896743"/>
            </a:xfrm>
          </p:grpSpPr>
          <p:sp>
            <p:nvSpPr>
              <p:cNvPr id="41" name="Google Shape;255;p21">
                <a:extLst>
                  <a:ext uri="{FF2B5EF4-FFF2-40B4-BE49-F238E27FC236}">
                    <a16:creationId xmlns:a16="http://schemas.microsoft.com/office/drawing/2014/main" id="{FA5EFF7D-D25E-4D58-23D1-AA07DCDE173A}"/>
                  </a:ext>
                </a:extLst>
              </p:cNvPr>
              <p:cNvSpPr/>
              <p:nvPr/>
            </p:nvSpPr>
            <p:spPr>
              <a:xfrm>
                <a:off x="7751571" y="4471035"/>
                <a:ext cx="1156617" cy="312180"/>
              </a:xfrm>
              <a:custGeom>
                <a:avLst/>
                <a:gdLst/>
                <a:ahLst/>
                <a:cxnLst/>
                <a:rect l="l" t="t" r="r" b="b"/>
                <a:pathLst>
                  <a:path w="23923" h="6457" extrusionOk="0">
                    <a:moveTo>
                      <a:pt x="1" y="0"/>
                    </a:moveTo>
                    <a:lnTo>
                      <a:pt x="620" y="6456"/>
                    </a:lnTo>
                    <a:lnTo>
                      <a:pt x="23923" y="5757"/>
                    </a:lnTo>
                    <a:lnTo>
                      <a:pt x="22803" y="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56;p21">
                <a:extLst>
                  <a:ext uri="{FF2B5EF4-FFF2-40B4-BE49-F238E27FC236}">
                    <a16:creationId xmlns:a16="http://schemas.microsoft.com/office/drawing/2014/main" id="{A0B89BCD-F10C-2BEF-BDC0-7168BF07E2DF}"/>
                  </a:ext>
                </a:extLst>
              </p:cNvPr>
              <p:cNvSpPr/>
              <p:nvPr/>
            </p:nvSpPr>
            <p:spPr>
              <a:xfrm>
                <a:off x="8003459" y="4592773"/>
                <a:ext cx="689822" cy="57969"/>
              </a:xfrm>
              <a:custGeom>
                <a:avLst/>
                <a:gdLst/>
                <a:ahLst/>
                <a:cxnLst/>
                <a:rect l="l" t="t" r="r" b="b"/>
                <a:pathLst>
                  <a:path w="14268" h="1199" extrusionOk="0">
                    <a:moveTo>
                      <a:pt x="3" y="1"/>
                    </a:moveTo>
                    <a:lnTo>
                      <a:pt x="1" y="1170"/>
                    </a:lnTo>
                    <a:lnTo>
                      <a:pt x="14265" y="1198"/>
                    </a:lnTo>
                    <a:lnTo>
                      <a:pt x="14267" y="29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57;p21">
                <a:extLst>
                  <a:ext uri="{FF2B5EF4-FFF2-40B4-BE49-F238E27FC236}">
                    <a16:creationId xmlns:a16="http://schemas.microsoft.com/office/drawing/2014/main" id="{36326769-F7A7-3844-686B-AB78D8D63D19}"/>
                  </a:ext>
                </a:extLst>
              </p:cNvPr>
              <p:cNvSpPr/>
              <p:nvPr/>
            </p:nvSpPr>
            <p:spPr>
              <a:xfrm>
                <a:off x="7606627" y="4182355"/>
                <a:ext cx="1153620" cy="312422"/>
              </a:xfrm>
              <a:custGeom>
                <a:avLst/>
                <a:gdLst/>
                <a:ahLst/>
                <a:cxnLst/>
                <a:rect l="l" t="t" r="r" b="b"/>
                <a:pathLst>
                  <a:path w="23861" h="6462" extrusionOk="0">
                    <a:moveTo>
                      <a:pt x="1" y="1"/>
                    </a:moveTo>
                    <a:lnTo>
                      <a:pt x="553" y="6462"/>
                    </a:lnTo>
                    <a:lnTo>
                      <a:pt x="23861" y="6010"/>
                    </a:lnTo>
                    <a:lnTo>
                      <a:pt x="22800" y="2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58;p21">
                <a:extLst>
                  <a:ext uri="{FF2B5EF4-FFF2-40B4-BE49-F238E27FC236}">
                    <a16:creationId xmlns:a16="http://schemas.microsoft.com/office/drawing/2014/main" id="{57D6CA12-84E1-2876-B572-A381883F7509}"/>
                  </a:ext>
                </a:extLst>
              </p:cNvPr>
              <p:cNvSpPr/>
              <p:nvPr/>
            </p:nvSpPr>
            <p:spPr>
              <a:xfrm>
                <a:off x="7605998" y="4219147"/>
                <a:ext cx="1147286" cy="254936"/>
              </a:xfrm>
              <a:custGeom>
                <a:avLst/>
                <a:gdLst/>
                <a:ahLst/>
                <a:cxnLst/>
                <a:rect l="l" t="t" r="r" b="b"/>
                <a:pathLst>
                  <a:path w="23730" h="5273" extrusionOk="0">
                    <a:moveTo>
                      <a:pt x="22904" y="1"/>
                    </a:moveTo>
                    <a:lnTo>
                      <a:pt x="3" y="153"/>
                    </a:lnTo>
                    <a:lnTo>
                      <a:pt x="1" y="445"/>
                    </a:lnTo>
                    <a:cubicBezTo>
                      <a:pt x="1" y="378"/>
                      <a:pt x="5" y="347"/>
                      <a:pt x="11" y="347"/>
                    </a:cubicBezTo>
                    <a:cubicBezTo>
                      <a:pt x="84" y="347"/>
                      <a:pt x="530" y="5272"/>
                      <a:pt x="530" y="5272"/>
                    </a:cubicBezTo>
                    <a:lnTo>
                      <a:pt x="23729" y="4452"/>
                    </a:lnTo>
                    <a:lnTo>
                      <a:pt x="22904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59;p21">
                <a:extLst>
                  <a:ext uri="{FF2B5EF4-FFF2-40B4-BE49-F238E27FC236}">
                    <a16:creationId xmlns:a16="http://schemas.microsoft.com/office/drawing/2014/main" id="{D761AB2F-A1CF-D3BF-739E-5D16B685F6C6}"/>
                  </a:ext>
                </a:extLst>
              </p:cNvPr>
              <p:cNvSpPr/>
              <p:nvPr/>
            </p:nvSpPr>
            <p:spPr>
              <a:xfrm>
                <a:off x="7662371" y="4367959"/>
                <a:ext cx="1048222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21681" h="680" extrusionOk="0">
                    <a:moveTo>
                      <a:pt x="333" y="0"/>
                    </a:moveTo>
                    <a:cubicBezTo>
                      <a:pt x="116" y="0"/>
                      <a:pt x="1" y="5"/>
                      <a:pt x="1" y="17"/>
                    </a:cubicBezTo>
                    <a:cubicBezTo>
                      <a:pt x="1" y="35"/>
                      <a:pt x="305" y="63"/>
                      <a:pt x="850" y="107"/>
                    </a:cubicBezTo>
                    <a:cubicBezTo>
                      <a:pt x="1397" y="148"/>
                      <a:pt x="2192" y="197"/>
                      <a:pt x="3170" y="251"/>
                    </a:cubicBezTo>
                    <a:cubicBezTo>
                      <a:pt x="5131" y="357"/>
                      <a:pt x="7840" y="476"/>
                      <a:pt x="10833" y="558"/>
                    </a:cubicBezTo>
                    <a:cubicBezTo>
                      <a:pt x="13829" y="641"/>
                      <a:pt x="16538" y="677"/>
                      <a:pt x="18502" y="680"/>
                    </a:cubicBezTo>
                    <a:cubicBezTo>
                      <a:pt x="19482" y="680"/>
                      <a:pt x="20277" y="675"/>
                      <a:pt x="20827" y="664"/>
                    </a:cubicBezTo>
                    <a:cubicBezTo>
                      <a:pt x="21376" y="654"/>
                      <a:pt x="21678" y="638"/>
                      <a:pt x="21678" y="620"/>
                    </a:cubicBezTo>
                    <a:cubicBezTo>
                      <a:pt x="21681" y="605"/>
                      <a:pt x="21374" y="582"/>
                      <a:pt x="20827" y="564"/>
                    </a:cubicBezTo>
                    <a:cubicBezTo>
                      <a:pt x="20277" y="546"/>
                      <a:pt x="19485" y="522"/>
                      <a:pt x="18504" y="499"/>
                    </a:cubicBezTo>
                    <a:lnTo>
                      <a:pt x="10841" y="306"/>
                    </a:lnTo>
                    <a:lnTo>
                      <a:pt x="3177" y="71"/>
                    </a:lnTo>
                    <a:cubicBezTo>
                      <a:pt x="2197" y="40"/>
                      <a:pt x="1405" y="17"/>
                      <a:pt x="855" y="6"/>
                    </a:cubicBezTo>
                    <a:cubicBezTo>
                      <a:pt x="643" y="2"/>
                      <a:pt x="468" y="0"/>
                      <a:pt x="333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260;p21">
                <a:extLst>
                  <a:ext uri="{FF2B5EF4-FFF2-40B4-BE49-F238E27FC236}">
                    <a16:creationId xmlns:a16="http://schemas.microsoft.com/office/drawing/2014/main" id="{DD82AD55-B4D1-24D1-6A1D-C3F7C3A48AC1}"/>
                  </a:ext>
                </a:extLst>
              </p:cNvPr>
              <p:cNvSpPr/>
              <p:nvPr/>
            </p:nvSpPr>
            <p:spPr>
              <a:xfrm>
                <a:off x="7658020" y="4303416"/>
                <a:ext cx="1018392" cy="29637"/>
              </a:xfrm>
              <a:custGeom>
                <a:avLst/>
                <a:gdLst/>
                <a:ahLst/>
                <a:cxnLst/>
                <a:rect l="l" t="t" r="r" b="b"/>
                <a:pathLst>
                  <a:path w="21064" h="613" extrusionOk="0">
                    <a:moveTo>
                      <a:pt x="13177" y="1"/>
                    </a:moveTo>
                    <a:cubicBezTo>
                      <a:pt x="12331" y="1"/>
                      <a:pt x="11443" y="7"/>
                      <a:pt x="10528" y="23"/>
                    </a:cubicBezTo>
                    <a:cubicBezTo>
                      <a:pt x="7615" y="72"/>
                      <a:pt x="4981" y="196"/>
                      <a:pt x="3079" y="322"/>
                    </a:cubicBezTo>
                    <a:cubicBezTo>
                      <a:pt x="2127" y="387"/>
                      <a:pt x="1358" y="448"/>
                      <a:pt x="826" y="497"/>
                    </a:cubicBezTo>
                    <a:cubicBezTo>
                      <a:pt x="295" y="546"/>
                      <a:pt x="1" y="585"/>
                      <a:pt x="3" y="601"/>
                    </a:cubicBezTo>
                    <a:cubicBezTo>
                      <a:pt x="4" y="609"/>
                      <a:pt x="65" y="613"/>
                      <a:pt x="179" y="613"/>
                    </a:cubicBezTo>
                    <a:cubicBezTo>
                      <a:pt x="319" y="613"/>
                      <a:pt x="539" y="607"/>
                      <a:pt x="832" y="596"/>
                    </a:cubicBezTo>
                    <a:lnTo>
                      <a:pt x="3089" y="503"/>
                    </a:lnTo>
                    <a:cubicBezTo>
                      <a:pt x="4994" y="423"/>
                      <a:pt x="7626" y="325"/>
                      <a:pt x="10531" y="278"/>
                    </a:cubicBezTo>
                    <a:cubicBezTo>
                      <a:pt x="12100" y="252"/>
                      <a:pt x="13589" y="243"/>
                      <a:pt x="14927" y="243"/>
                    </a:cubicBezTo>
                    <a:cubicBezTo>
                      <a:pt x="16069" y="243"/>
                      <a:pt x="17100" y="249"/>
                      <a:pt x="17978" y="257"/>
                    </a:cubicBezTo>
                    <a:lnTo>
                      <a:pt x="20236" y="276"/>
                    </a:lnTo>
                    <a:cubicBezTo>
                      <a:pt x="20320" y="276"/>
                      <a:pt x="20398" y="276"/>
                      <a:pt x="20470" y="276"/>
                    </a:cubicBezTo>
                    <a:cubicBezTo>
                      <a:pt x="20854" y="276"/>
                      <a:pt x="21064" y="270"/>
                      <a:pt x="21064" y="255"/>
                    </a:cubicBezTo>
                    <a:cubicBezTo>
                      <a:pt x="21064" y="237"/>
                      <a:pt x="20772" y="211"/>
                      <a:pt x="20238" y="178"/>
                    </a:cubicBezTo>
                    <a:cubicBezTo>
                      <a:pt x="19704" y="144"/>
                      <a:pt x="18935" y="110"/>
                      <a:pt x="17980" y="77"/>
                    </a:cubicBezTo>
                    <a:cubicBezTo>
                      <a:pt x="16674" y="33"/>
                      <a:pt x="15024" y="1"/>
                      <a:pt x="1317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261;p21">
                <a:extLst>
                  <a:ext uri="{FF2B5EF4-FFF2-40B4-BE49-F238E27FC236}">
                    <a16:creationId xmlns:a16="http://schemas.microsoft.com/office/drawing/2014/main" id="{1D633E9A-54B7-1514-E1F7-2EC46DBEC534}"/>
                  </a:ext>
                </a:extLst>
              </p:cNvPr>
              <p:cNvSpPr/>
              <p:nvPr/>
            </p:nvSpPr>
            <p:spPr>
              <a:xfrm>
                <a:off x="7658551" y="4254296"/>
                <a:ext cx="1038214" cy="44093"/>
              </a:xfrm>
              <a:custGeom>
                <a:avLst/>
                <a:gdLst/>
                <a:ahLst/>
                <a:cxnLst/>
                <a:rect l="l" t="t" r="r" b="b"/>
                <a:pathLst>
                  <a:path w="21474" h="912" extrusionOk="0">
                    <a:moveTo>
                      <a:pt x="8327" y="0"/>
                    </a:moveTo>
                    <a:cubicBezTo>
                      <a:pt x="7716" y="0"/>
                      <a:pt x="7125" y="5"/>
                      <a:pt x="6559" y="14"/>
                    </a:cubicBezTo>
                    <a:cubicBezTo>
                      <a:pt x="5917" y="30"/>
                      <a:pt x="5305" y="40"/>
                      <a:pt x="4732" y="66"/>
                    </a:cubicBezTo>
                    <a:cubicBezTo>
                      <a:pt x="4159" y="84"/>
                      <a:pt x="3628" y="112"/>
                      <a:pt x="3140" y="136"/>
                    </a:cubicBezTo>
                    <a:cubicBezTo>
                      <a:pt x="2655" y="159"/>
                      <a:pt x="2216" y="192"/>
                      <a:pt x="1829" y="218"/>
                    </a:cubicBezTo>
                    <a:cubicBezTo>
                      <a:pt x="1445" y="244"/>
                      <a:pt x="1112" y="272"/>
                      <a:pt x="841" y="298"/>
                    </a:cubicBezTo>
                    <a:cubicBezTo>
                      <a:pt x="299" y="347"/>
                      <a:pt x="0" y="383"/>
                      <a:pt x="3" y="401"/>
                    </a:cubicBezTo>
                    <a:cubicBezTo>
                      <a:pt x="3" y="408"/>
                      <a:pt x="62" y="412"/>
                      <a:pt x="175" y="412"/>
                    </a:cubicBezTo>
                    <a:cubicBezTo>
                      <a:pt x="317" y="412"/>
                      <a:pt x="545" y="406"/>
                      <a:pt x="849" y="396"/>
                    </a:cubicBezTo>
                    <a:lnTo>
                      <a:pt x="1840" y="360"/>
                    </a:lnTo>
                    <a:cubicBezTo>
                      <a:pt x="2224" y="350"/>
                      <a:pt x="2665" y="332"/>
                      <a:pt x="3151" y="316"/>
                    </a:cubicBezTo>
                    <a:cubicBezTo>
                      <a:pt x="3636" y="301"/>
                      <a:pt x="4167" y="285"/>
                      <a:pt x="4740" y="275"/>
                    </a:cubicBezTo>
                    <a:cubicBezTo>
                      <a:pt x="5310" y="262"/>
                      <a:pt x="5922" y="257"/>
                      <a:pt x="6564" y="249"/>
                    </a:cubicBezTo>
                    <a:cubicBezTo>
                      <a:pt x="6892" y="247"/>
                      <a:pt x="7227" y="246"/>
                      <a:pt x="7570" y="246"/>
                    </a:cubicBezTo>
                    <a:cubicBezTo>
                      <a:pt x="8574" y="246"/>
                      <a:pt x="9640" y="256"/>
                      <a:pt x="10744" y="283"/>
                    </a:cubicBezTo>
                    <a:cubicBezTo>
                      <a:pt x="12228" y="316"/>
                      <a:pt x="13640" y="378"/>
                      <a:pt x="14922" y="445"/>
                    </a:cubicBezTo>
                    <a:cubicBezTo>
                      <a:pt x="15564" y="484"/>
                      <a:pt x="16173" y="517"/>
                      <a:pt x="16744" y="559"/>
                    </a:cubicBezTo>
                    <a:cubicBezTo>
                      <a:pt x="17314" y="595"/>
                      <a:pt x="17843" y="639"/>
                      <a:pt x="18328" y="672"/>
                    </a:cubicBezTo>
                    <a:cubicBezTo>
                      <a:pt x="18813" y="708"/>
                      <a:pt x="19252" y="747"/>
                      <a:pt x="19636" y="778"/>
                    </a:cubicBezTo>
                    <a:lnTo>
                      <a:pt x="20624" y="861"/>
                    </a:lnTo>
                    <a:cubicBezTo>
                      <a:pt x="21026" y="893"/>
                      <a:pt x="21295" y="911"/>
                      <a:pt x="21409" y="911"/>
                    </a:cubicBezTo>
                    <a:cubicBezTo>
                      <a:pt x="21449" y="911"/>
                      <a:pt x="21470" y="909"/>
                      <a:pt x="21471" y="905"/>
                    </a:cubicBezTo>
                    <a:cubicBezTo>
                      <a:pt x="21473" y="889"/>
                      <a:pt x="21174" y="837"/>
                      <a:pt x="20635" y="763"/>
                    </a:cubicBezTo>
                    <a:cubicBezTo>
                      <a:pt x="20364" y="724"/>
                      <a:pt x="20034" y="680"/>
                      <a:pt x="19649" y="636"/>
                    </a:cubicBezTo>
                    <a:cubicBezTo>
                      <a:pt x="19265" y="592"/>
                      <a:pt x="18829" y="543"/>
                      <a:pt x="18343" y="494"/>
                    </a:cubicBezTo>
                    <a:cubicBezTo>
                      <a:pt x="17858" y="445"/>
                      <a:pt x="17329" y="394"/>
                      <a:pt x="16757" y="347"/>
                    </a:cubicBezTo>
                    <a:cubicBezTo>
                      <a:pt x="16186" y="298"/>
                      <a:pt x="15577" y="257"/>
                      <a:pt x="14935" y="210"/>
                    </a:cubicBezTo>
                    <a:cubicBezTo>
                      <a:pt x="13650" y="130"/>
                      <a:pt x="12236" y="61"/>
                      <a:pt x="10750" y="27"/>
                    </a:cubicBezTo>
                    <a:cubicBezTo>
                      <a:pt x="9917" y="8"/>
                      <a:pt x="9106" y="0"/>
                      <a:pt x="8327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62;p21">
                <a:extLst>
                  <a:ext uri="{FF2B5EF4-FFF2-40B4-BE49-F238E27FC236}">
                    <a16:creationId xmlns:a16="http://schemas.microsoft.com/office/drawing/2014/main" id="{FFFCFD9E-0D74-F9C3-6C33-E70DBA537DF2}"/>
                  </a:ext>
                </a:extLst>
              </p:cNvPr>
              <p:cNvSpPr/>
              <p:nvPr/>
            </p:nvSpPr>
            <p:spPr>
              <a:xfrm>
                <a:off x="7625240" y="3886472"/>
                <a:ext cx="1147721" cy="312760"/>
              </a:xfrm>
              <a:custGeom>
                <a:avLst/>
                <a:gdLst/>
                <a:ahLst/>
                <a:cxnLst/>
                <a:rect l="l" t="t" r="r" b="b"/>
                <a:pathLst>
                  <a:path w="23739" h="6469" extrusionOk="0">
                    <a:moveTo>
                      <a:pt x="0" y="0"/>
                    </a:moveTo>
                    <a:lnTo>
                      <a:pt x="426" y="6469"/>
                    </a:lnTo>
                    <a:lnTo>
                      <a:pt x="23739" y="6464"/>
                    </a:lnTo>
                    <a:lnTo>
                      <a:pt x="22789" y="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63;p21">
                <a:extLst>
                  <a:ext uri="{FF2B5EF4-FFF2-40B4-BE49-F238E27FC236}">
                    <a16:creationId xmlns:a16="http://schemas.microsoft.com/office/drawing/2014/main" id="{EB8308B2-CE1A-734A-B8DF-7C131F24D551}"/>
                  </a:ext>
                </a:extLst>
              </p:cNvPr>
              <p:cNvSpPr/>
              <p:nvPr/>
            </p:nvSpPr>
            <p:spPr>
              <a:xfrm>
                <a:off x="7623355" y="3930467"/>
                <a:ext cx="1143273" cy="248071"/>
              </a:xfrm>
              <a:custGeom>
                <a:avLst/>
                <a:gdLst/>
                <a:ahLst/>
                <a:cxnLst/>
                <a:rect l="l" t="t" r="r" b="b"/>
                <a:pathLst>
                  <a:path w="23647" h="5131" extrusionOk="0">
                    <a:moveTo>
                      <a:pt x="1" y="276"/>
                    </a:moveTo>
                    <a:cubicBezTo>
                      <a:pt x="1" y="281"/>
                      <a:pt x="1" y="287"/>
                      <a:pt x="0" y="292"/>
                    </a:cubicBezTo>
                    <a:lnTo>
                      <a:pt x="1" y="276"/>
                    </a:lnTo>
                    <a:close/>
                    <a:moveTo>
                      <a:pt x="11" y="1"/>
                    </a:moveTo>
                    <a:lnTo>
                      <a:pt x="1" y="276"/>
                    </a:lnTo>
                    <a:lnTo>
                      <a:pt x="1" y="276"/>
                    </a:lnTo>
                    <a:cubicBezTo>
                      <a:pt x="3" y="221"/>
                      <a:pt x="7" y="195"/>
                      <a:pt x="12" y="195"/>
                    </a:cubicBezTo>
                    <a:cubicBezTo>
                      <a:pt x="86" y="195"/>
                      <a:pt x="436" y="5131"/>
                      <a:pt x="436" y="5131"/>
                    </a:cubicBezTo>
                    <a:lnTo>
                      <a:pt x="23646" y="4754"/>
                    </a:lnTo>
                    <a:lnTo>
                      <a:pt x="22908" y="287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64;p21">
                <a:extLst>
                  <a:ext uri="{FF2B5EF4-FFF2-40B4-BE49-F238E27FC236}">
                    <a16:creationId xmlns:a16="http://schemas.microsoft.com/office/drawing/2014/main" id="{2687A540-6B07-19EE-D62E-E3EC5715358D}"/>
                  </a:ext>
                </a:extLst>
              </p:cNvPr>
              <p:cNvSpPr/>
              <p:nvPr/>
            </p:nvSpPr>
            <p:spPr>
              <a:xfrm>
                <a:off x="7677262" y="4073188"/>
                <a:ext cx="104754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1667" h="1059" extrusionOk="0">
                    <a:moveTo>
                      <a:pt x="158" y="0"/>
                    </a:moveTo>
                    <a:cubicBezTo>
                      <a:pt x="56" y="0"/>
                      <a:pt x="3" y="4"/>
                      <a:pt x="3" y="11"/>
                    </a:cubicBezTo>
                    <a:cubicBezTo>
                      <a:pt x="0" y="29"/>
                      <a:pt x="302" y="65"/>
                      <a:pt x="849" y="117"/>
                    </a:cubicBezTo>
                    <a:cubicBezTo>
                      <a:pt x="1396" y="171"/>
                      <a:pt x="2186" y="236"/>
                      <a:pt x="3166" y="308"/>
                    </a:cubicBezTo>
                    <a:cubicBezTo>
                      <a:pt x="5122" y="452"/>
                      <a:pt x="7831" y="623"/>
                      <a:pt x="10822" y="762"/>
                    </a:cubicBezTo>
                    <a:cubicBezTo>
                      <a:pt x="13812" y="904"/>
                      <a:pt x="16524" y="989"/>
                      <a:pt x="18485" y="1030"/>
                    </a:cubicBezTo>
                    <a:cubicBezTo>
                      <a:pt x="19469" y="1051"/>
                      <a:pt x="20261" y="1059"/>
                      <a:pt x="20810" y="1059"/>
                    </a:cubicBezTo>
                    <a:cubicBezTo>
                      <a:pt x="21360" y="1059"/>
                      <a:pt x="21664" y="1051"/>
                      <a:pt x="21664" y="1033"/>
                    </a:cubicBezTo>
                    <a:cubicBezTo>
                      <a:pt x="21667" y="1017"/>
                      <a:pt x="21365" y="992"/>
                      <a:pt x="20815" y="961"/>
                    </a:cubicBezTo>
                    <a:cubicBezTo>
                      <a:pt x="20268" y="930"/>
                      <a:pt x="19474" y="894"/>
                      <a:pt x="18493" y="850"/>
                    </a:cubicBezTo>
                    <a:lnTo>
                      <a:pt x="10835" y="509"/>
                    </a:lnTo>
                    <a:lnTo>
                      <a:pt x="3176" y="127"/>
                    </a:lnTo>
                    <a:cubicBezTo>
                      <a:pt x="2196" y="78"/>
                      <a:pt x="1404" y="39"/>
                      <a:pt x="854" y="19"/>
                    </a:cubicBezTo>
                    <a:cubicBezTo>
                      <a:pt x="536" y="7"/>
                      <a:pt x="300" y="0"/>
                      <a:pt x="158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65;p21">
                <a:extLst>
                  <a:ext uri="{FF2B5EF4-FFF2-40B4-BE49-F238E27FC236}">
                    <a16:creationId xmlns:a16="http://schemas.microsoft.com/office/drawing/2014/main" id="{B274EDC0-62C5-7392-9846-7D81E7DAA888}"/>
                  </a:ext>
                </a:extLst>
              </p:cNvPr>
              <p:cNvSpPr/>
              <p:nvPr/>
            </p:nvSpPr>
            <p:spPr>
              <a:xfrm>
                <a:off x="7673636" y="4019136"/>
                <a:ext cx="1018488" cy="21805"/>
              </a:xfrm>
              <a:custGeom>
                <a:avLst/>
                <a:gdLst/>
                <a:ahLst/>
                <a:cxnLst/>
                <a:rect l="l" t="t" r="r" b="b"/>
                <a:pathLst>
                  <a:path w="21066" h="451" extrusionOk="0">
                    <a:moveTo>
                      <a:pt x="10107" y="1"/>
                    </a:moveTo>
                    <a:cubicBezTo>
                      <a:pt x="7364" y="1"/>
                      <a:pt x="4891" y="70"/>
                      <a:pt x="3081" y="156"/>
                    </a:cubicBezTo>
                    <a:cubicBezTo>
                      <a:pt x="2129" y="203"/>
                      <a:pt x="1357" y="249"/>
                      <a:pt x="826" y="288"/>
                    </a:cubicBezTo>
                    <a:cubicBezTo>
                      <a:pt x="294" y="329"/>
                      <a:pt x="0" y="360"/>
                      <a:pt x="3" y="378"/>
                    </a:cubicBezTo>
                    <a:cubicBezTo>
                      <a:pt x="3" y="388"/>
                      <a:pt x="125" y="394"/>
                      <a:pt x="356" y="394"/>
                    </a:cubicBezTo>
                    <a:cubicBezTo>
                      <a:pt x="483" y="394"/>
                      <a:pt x="642" y="392"/>
                      <a:pt x="831" y="389"/>
                    </a:cubicBezTo>
                    <a:lnTo>
                      <a:pt x="3089" y="337"/>
                    </a:lnTo>
                    <a:cubicBezTo>
                      <a:pt x="4852" y="296"/>
                      <a:pt x="7240" y="254"/>
                      <a:pt x="9892" y="254"/>
                    </a:cubicBezTo>
                    <a:cubicBezTo>
                      <a:pt x="10105" y="254"/>
                      <a:pt x="10320" y="254"/>
                      <a:pt x="10536" y="254"/>
                    </a:cubicBezTo>
                    <a:cubicBezTo>
                      <a:pt x="13441" y="265"/>
                      <a:pt x="16073" y="324"/>
                      <a:pt x="17980" y="378"/>
                    </a:cubicBezTo>
                    <a:lnTo>
                      <a:pt x="20238" y="443"/>
                    </a:lnTo>
                    <a:cubicBezTo>
                      <a:pt x="20467" y="448"/>
                      <a:pt x="20653" y="451"/>
                      <a:pt x="20790" y="451"/>
                    </a:cubicBezTo>
                    <a:cubicBezTo>
                      <a:pt x="20970" y="451"/>
                      <a:pt x="21066" y="446"/>
                      <a:pt x="21066" y="438"/>
                    </a:cubicBezTo>
                    <a:cubicBezTo>
                      <a:pt x="21066" y="420"/>
                      <a:pt x="20772" y="386"/>
                      <a:pt x="20240" y="342"/>
                    </a:cubicBezTo>
                    <a:cubicBezTo>
                      <a:pt x="19709" y="298"/>
                      <a:pt x="18937" y="249"/>
                      <a:pt x="17985" y="198"/>
                    </a:cubicBezTo>
                    <a:cubicBezTo>
                      <a:pt x="16081" y="97"/>
                      <a:pt x="13446" y="7"/>
                      <a:pt x="10536" y="2"/>
                    </a:cubicBezTo>
                    <a:cubicBezTo>
                      <a:pt x="10392" y="1"/>
                      <a:pt x="10249" y="1"/>
                      <a:pt x="1010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66;p21">
                <a:extLst>
                  <a:ext uri="{FF2B5EF4-FFF2-40B4-BE49-F238E27FC236}">
                    <a16:creationId xmlns:a16="http://schemas.microsoft.com/office/drawing/2014/main" id="{17BAAA44-C35D-D241-E5A9-1B6AC4413074}"/>
                  </a:ext>
                </a:extLst>
              </p:cNvPr>
              <p:cNvSpPr/>
              <p:nvPr/>
            </p:nvSpPr>
            <p:spPr>
              <a:xfrm>
                <a:off x="7675376" y="3966148"/>
                <a:ext cx="1037344" cy="57098"/>
              </a:xfrm>
              <a:custGeom>
                <a:avLst/>
                <a:gdLst/>
                <a:ahLst/>
                <a:cxnLst/>
                <a:rect l="l" t="t" r="r" b="b"/>
                <a:pathLst>
                  <a:path w="21456" h="1181" extrusionOk="0">
                    <a:moveTo>
                      <a:pt x="6565" y="1"/>
                    </a:moveTo>
                    <a:cubicBezTo>
                      <a:pt x="5922" y="1"/>
                      <a:pt x="5308" y="3"/>
                      <a:pt x="4738" y="16"/>
                    </a:cubicBezTo>
                    <a:cubicBezTo>
                      <a:pt x="4165" y="24"/>
                      <a:pt x="3631" y="42"/>
                      <a:pt x="3146" y="55"/>
                    </a:cubicBezTo>
                    <a:cubicBezTo>
                      <a:pt x="2658" y="71"/>
                      <a:pt x="2219" y="94"/>
                      <a:pt x="1832" y="112"/>
                    </a:cubicBezTo>
                    <a:cubicBezTo>
                      <a:pt x="1445" y="130"/>
                      <a:pt x="1112" y="153"/>
                      <a:pt x="842" y="174"/>
                    </a:cubicBezTo>
                    <a:cubicBezTo>
                      <a:pt x="300" y="212"/>
                      <a:pt x="0" y="241"/>
                      <a:pt x="0" y="259"/>
                    </a:cubicBezTo>
                    <a:cubicBezTo>
                      <a:pt x="0" y="271"/>
                      <a:pt x="130" y="276"/>
                      <a:pt x="372" y="276"/>
                    </a:cubicBezTo>
                    <a:cubicBezTo>
                      <a:pt x="500" y="276"/>
                      <a:pt x="659" y="274"/>
                      <a:pt x="847" y="272"/>
                    </a:cubicBezTo>
                    <a:lnTo>
                      <a:pt x="1838" y="254"/>
                    </a:lnTo>
                    <a:cubicBezTo>
                      <a:pt x="2225" y="249"/>
                      <a:pt x="2663" y="241"/>
                      <a:pt x="3148" y="236"/>
                    </a:cubicBezTo>
                    <a:cubicBezTo>
                      <a:pt x="3636" y="231"/>
                      <a:pt x="4168" y="225"/>
                      <a:pt x="4738" y="225"/>
                    </a:cubicBezTo>
                    <a:cubicBezTo>
                      <a:pt x="4816" y="225"/>
                      <a:pt x="4895" y="225"/>
                      <a:pt x="4975" y="225"/>
                    </a:cubicBezTo>
                    <a:cubicBezTo>
                      <a:pt x="5478" y="225"/>
                      <a:pt x="6010" y="231"/>
                      <a:pt x="6565" y="236"/>
                    </a:cubicBezTo>
                    <a:cubicBezTo>
                      <a:pt x="7850" y="251"/>
                      <a:pt x="9261" y="282"/>
                      <a:pt x="10742" y="347"/>
                    </a:cubicBezTo>
                    <a:cubicBezTo>
                      <a:pt x="12226" y="411"/>
                      <a:pt x="13635" y="499"/>
                      <a:pt x="14917" y="592"/>
                    </a:cubicBezTo>
                    <a:cubicBezTo>
                      <a:pt x="15557" y="643"/>
                      <a:pt x="16166" y="687"/>
                      <a:pt x="16734" y="739"/>
                    </a:cubicBezTo>
                    <a:cubicBezTo>
                      <a:pt x="17304" y="788"/>
                      <a:pt x="17833" y="842"/>
                      <a:pt x="18318" y="886"/>
                    </a:cubicBezTo>
                    <a:cubicBezTo>
                      <a:pt x="18803" y="927"/>
                      <a:pt x="19239" y="976"/>
                      <a:pt x="19624" y="1015"/>
                    </a:cubicBezTo>
                    <a:lnTo>
                      <a:pt x="20609" y="1116"/>
                    </a:lnTo>
                    <a:cubicBezTo>
                      <a:pt x="21029" y="1158"/>
                      <a:pt x="21303" y="1181"/>
                      <a:pt x="21407" y="1181"/>
                    </a:cubicBezTo>
                    <a:cubicBezTo>
                      <a:pt x="21437" y="1181"/>
                      <a:pt x="21452" y="1179"/>
                      <a:pt x="21453" y="1175"/>
                    </a:cubicBezTo>
                    <a:cubicBezTo>
                      <a:pt x="21456" y="1157"/>
                      <a:pt x="21159" y="1103"/>
                      <a:pt x="20622" y="1018"/>
                    </a:cubicBezTo>
                    <a:cubicBezTo>
                      <a:pt x="20354" y="974"/>
                      <a:pt x="20024" y="925"/>
                      <a:pt x="19639" y="873"/>
                    </a:cubicBezTo>
                    <a:cubicBezTo>
                      <a:pt x="19257" y="821"/>
                      <a:pt x="18821" y="765"/>
                      <a:pt x="18339" y="705"/>
                    </a:cubicBezTo>
                    <a:cubicBezTo>
                      <a:pt x="17854" y="649"/>
                      <a:pt x="17325" y="587"/>
                      <a:pt x="16754" y="530"/>
                    </a:cubicBezTo>
                    <a:cubicBezTo>
                      <a:pt x="16184" y="468"/>
                      <a:pt x="15575" y="414"/>
                      <a:pt x="14935" y="357"/>
                    </a:cubicBezTo>
                    <a:cubicBezTo>
                      <a:pt x="13653" y="251"/>
                      <a:pt x="12239" y="156"/>
                      <a:pt x="10755" y="94"/>
                    </a:cubicBezTo>
                    <a:cubicBezTo>
                      <a:pt x="9269" y="32"/>
                      <a:pt x="7852" y="3"/>
                      <a:pt x="6565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434;p24">
              <a:extLst>
                <a:ext uri="{FF2B5EF4-FFF2-40B4-BE49-F238E27FC236}">
                  <a16:creationId xmlns:a16="http://schemas.microsoft.com/office/drawing/2014/main" id="{012E731A-B53B-02BA-F2E7-F311F09DFA59}"/>
                </a:ext>
              </a:extLst>
            </p:cNvPr>
            <p:cNvGrpSpPr/>
            <p:nvPr/>
          </p:nvGrpSpPr>
          <p:grpSpPr>
            <a:xfrm>
              <a:off x="4370046" y="2317552"/>
              <a:ext cx="1219900" cy="2615726"/>
              <a:chOff x="4446034" y="2066733"/>
              <a:chExt cx="1291236" cy="2776337"/>
            </a:xfrm>
          </p:grpSpPr>
          <p:sp>
            <p:nvSpPr>
              <p:cNvPr id="33" name="Google Shape;435;p24">
                <a:extLst>
                  <a:ext uri="{FF2B5EF4-FFF2-40B4-BE49-F238E27FC236}">
                    <a16:creationId xmlns:a16="http://schemas.microsoft.com/office/drawing/2014/main" id="{8C0F1642-6707-1BF5-99D3-A465E65023B1}"/>
                  </a:ext>
                </a:extLst>
              </p:cNvPr>
              <p:cNvSpPr/>
              <p:nvPr/>
            </p:nvSpPr>
            <p:spPr>
              <a:xfrm>
                <a:off x="4547238" y="4688270"/>
                <a:ext cx="776400" cy="154800"/>
              </a:xfrm>
              <a:prstGeom prst="ellipse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34" name="Google Shape;436;p24">
                <a:extLst>
                  <a:ext uri="{FF2B5EF4-FFF2-40B4-BE49-F238E27FC236}">
                    <a16:creationId xmlns:a16="http://schemas.microsoft.com/office/drawing/2014/main" id="{2B60DF83-CE9B-15BB-458C-EFB023ED66D9}"/>
                  </a:ext>
                </a:extLst>
              </p:cNvPr>
              <p:cNvGrpSpPr/>
              <p:nvPr/>
            </p:nvGrpSpPr>
            <p:grpSpPr>
              <a:xfrm>
                <a:off x="4446034" y="2066733"/>
                <a:ext cx="1291236" cy="2626838"/>
                <a:chOff x="3801263" y="1012744"/>
                <a:chExt cx="2125491" cy="4324013"/>
              </a:xfrm>
            </p:grpSpPr>
            <p:sp>
              <p:nvSpPr>
                <p:cNvPr id="35" name="Google Shape;437;p24">
                  <a:extLst>
                    <a:ext uri="{FF2B5EF4-FFF2-40B4-BE49-F238E27FC236}">
                      <a16:creationId xmlns:a16="http://schemas.microsoft.com/office/drawing/2014/main" id="{0183115D-421B-A1E1-02EC-618C7DB20AD1}"/>
                    </a:ext>
                  </a:extLst>
                </p:cNvPr>
                <p:cNvSpPr/>
                <p:nvPr/>
              </p:nvSpPr>
              <p:spPr>
                <a:xfrm>
                  <a:off x="4129005" y="1379823"/>
                  <a:ext cx="918425" cy="3846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37" h="153848" extrusionOk="0">
                      <a:moveTo>
                        <a:pt x="36720" y="0"/>
                      </a:moveTo>
                      <a:cubicBezTo>
                        <a:pt x="36704" y="0"/>
                        <a:pt x="36633" y="120"/>
                        <a:pt x="36513" y="360"/>
                      </a:cubicBezTo>
                      <a:lnTo>
                        <a:pt x="35975" y="1449"/>
                      </a:lnTo>
                      <a:cubicBezTo>
                        <a:pt x="35491" y="2484"/>
                        <a:pt x="34830" y="3893"/>
                        <a:pt x="33997" y="5671"/>
                      </a:cubicBezTo>
                      <a:cubicBezTo>
                        <a:pt x="32304" y="9351"/>
                        <a:pt x="29860" y="14675"/>
                        <a:pt x="26958" y="21313"/>
                      </a:cubicBezTo>
                      <a:cubicBezTo>
                        <a:pt x="21207" y="34588"/>
                        <a:pt x="13310" y="53067"/>
                        <a:pt x="7495" y="74446"/>
                      </a:cubicBezTo>
                      <a:cubicBezTo>
                        <a:pt x="4585" y="85125"/>
                        <a:pt x="2597" y="95517"/>
                        <a:pt x="1462" y="105043"/>
                      </a:cubicBezTo>
                      <a:cubicBezTo>
                        <a:pt x="336" y="114569"/>
                        <a:pt x="1" y="123219"/>
                        <a:pt x="75" y="130469"/>
                      </a:cubicBezTo>
                      <a:cubicBezTo>
                        <a:pt x="134" y="137721"/>
                        <a:pt x="605" y="143576"/>
                        <a:pt x="1007" y="147607"/>
                      </a:cubicBezTo>
                      <a:cubicBezTo>
                        <a:pt x="1207" y="149625"/>
                        <a:pt x="1404" y="151185"/>
                        <a:pt x="1556" y="152242"/>
                      </a:cubicBezTo>
                      <a:cubicBezTo>
                        <a:pt x="1628" y="152724"/>
                        <a:pt x="1686" y="153118"/>
                        <a:pt x="1734" y="153440"/>
                      </a:cubicBezTo>
                      <a:cubicBezTo>
                        <a:pt x="1779" y="153712"/>
                        <a:pt x="1809" y="153847"/>
                        <a:pt x="1825" y="153847"/>
                      </a:cubicBezTo>
                      <a:cubicBezTo>
                        <a:pt x="1841" y="153845"/>
                        <a:pt x="1841" y="153704"/>
                        <a:pt x="1825" y="153429"/>
                      </a:cubicBezTo>
                      <a:cubicBezTo>
                        <a:pt x="1803" y="153105"/>
                        <a:pt x="1771" y="152708"/>
                        <a:pt x="1737" y="152221"/>
                      </a:cubicBezTo>
                      <a:cubicBezTo>
                        <a:pt x="1641" y="151081"/>
                        <a:pt x="1516" y="149534"/>
                        <a:pt x="1353" y="147577"/>
                      </a:cubicBezTo>
                      <a:cubicBezTo>
                        <a:pt x="1060" y="143544"/>
                        <a:pt x="688" y="137697"/>
                        <a:pt x="709" y="130466"/>
                      </a:cubicBezTo>
                      <a:cubicBezTo>
                        <a:pt x="722" y="122000"/>
                        <a:pt x="1247" y="113541"/>
                        <a:pt x="2282" y="105141"/>
                      </a:cubicBezTo>
                      <a:cubicBezTo>
                        <a:pt x="3457" y="95661"/>
                        <a:pt x="5459" y="85322"/>
                        <a:pt x="8361" y="74678"/>
                      </a:cubicBezTo>
                      <a:cubicBezTo>
                        <a:pt x="14154" y="53379"/>
                        <a:pt x="21942" y="34894"/>
                        <a:pt x="27541" y="21563"/>
                      </a:cubicBezTo>
                      <a:cubicBezTo>
                        <a:pt x="30376" y="14968"/>
                        <a:pt x="32682" y="9606"/>
                        <a:pt x="34314" y="5812"/>
                      </a:cubicBezTo>
                      <a:cubicBezTo>
                        <a:pt x="35083" y="4002"/>
                        <a:pt x="35693" y="2572"/>
                        <a:pt x="36140" y="1521"/>
                      </a:cubicBezTo>
                      <a:lnTo>
                        <a:pt x="36596" y="397"/>
                      </a:lnTo>
                      <a:cubicBezTo>
                        <a:pt x="36691" y="141"/>
                        <a:pt x="36737" y="6"/>
                        <a:pt x="36721" y="0"/>
                      </a:cubicBezTo>
                      <a:cubicBezTo>
                        <a:pt x="36720" y="0"/>
                        <a:pt x="36720" y="0"/>
                        <a:pt x="36720" y="0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" name="Google Shape;438;p24">
                  <a:extLst>
                    <a:ext uri="{FF2B5EF4-FFF2-40B4-BE49-F238E27FC236}">
                      <a16:creationId xmlns:a16="http://schemas.microsoft.com/office/drawing/2014/main" id="{7E4E8D63-2EEF-668D-1C83-3152A903BEEA}"/>
                    </a:ext>
                  </a:extLst>
                </p:cNvPr>
                <p:cNvSpPr/>
                <p:nvPr/>
              </p:nvSpPr>
              <p:spPr>
                <a:xfrm>
                  <a:off x="4483897" y="1012744"/>
                  <a:ext cx="1003875" cy="14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55" h="57714" extrusionOk="0">
                      <a:moveTo>
                        <a:pt x="26553" y="1"/>
                      </a:moveTo>
                      <a:cubicBezTo>
                        <a:pt x="24747" y="1"/>
                        <a:pt x="22940" y="539"/>
                        <a:pt x="21486" y="1616"/>
                      </a:cubicBezTo>
                      <a:cubicBezTo>
                        <a:pt x="18608" y="3746"/>
                        <a:pt x="17333" y="7816"/>
                        <a:pt x="18488" y="11208"/>
                      </a:cubicBezTo>
                      <a:cubicBezTo>
                        <a:pt x="15269" y="11690"/>
                        <a:pt x="12399" y="14033"/>
                        <a:pt x="11281" y="17092"/>
                      </a:cubicBezTo>
                      <a:cubicBezTo>
                        <a:pt x="10165" y="20149"/>
                        <a:pt x="10850" y="23791"/>
                        <a:pt x="13001" y="26235"/>
                      </a:cubicBezTo>
                      <a:cubicBezTo>
                        <a:pt x="12446" y="25973"/>
                        <a:pt x="11861" y="25853"/>
                        <a:pt x="11275" y="25853"/>
                      </a:cubicBezTo>
                      <a:cubicBezTo>
                        <a:pt x="9019" y="25853"/>
                        <a:pt x="6735" y="27623"/>
                        <a:pt x="5975" y="29858"/>
                      </a:cubicBezTo>
                      <a:cubicBezTo>
                        <a:pt x="5014" y="32675"/>
                        <a:pt x="5908" y="35809"/>
                        <a:pt x="7325" y="38423"/>
                      </a:cubicBezTo>
                      <a:cubicBezTo>
                        <a:pt x="7251" y="38421"/>
                        <a:pt x="7177" y="38419"/>
                        <a:pt x="7103" y="38419"/>
                      </a:cubicBezTo>
                      <a:cubicBezTo>
                        <a:pt x="4234" y="38419"/>
                        <a:pt x="1478" y="40521"/>
                        <a:pt x="748" y="43301"/>
                      </a:cubicBezTo>
                      <a:cubicBezTo>
                        <a:pt x="0" y="46155"/>
                        <a:pt x="1465" y="49430"/>
                        <a:pt x="4087" y="50777"/>
                      </a:cubicBezTo>
                      <a:cubicBezTo>
                        <a:pt x="3392" y="52002"/>
                        <a:pt x="3595" y="53668"/>
                        <a:pt x="4558" y="54693"/>
                      </a:cubicBezTo>
                      <a:cubicBezTo>
                        <a:pt x="5186" y="55362"/>
                        <a:pt x="6105" y="55723"/>
                        <a:pt x="7018" y="55723"/>
                      </a:cubicBezTo>
                      <a:cubicBezTo>
                        <a:pt x="7508" y="55723"/>
                        <a:pt x="7996" y="55620"/>
                        <a:pt x="8438" y="55404"/>
                      </a:cubicBezTo>
                      <a:lnTo>
                        <a:pt x="8438" y="55404"/>
                      </a:lnTo>
                      <a:lnTo>
                        <a:pt x="8312" y="56427"/>
                      </a:lnTo>
                      <a:cubicBezTo>
                        <a:pt x="9447" y="57286"/>
                        <a:pt x="10866" y="57713"/>
                        <a:pt x="12287" y="57713"/>
                      </a:cubicBezTo>
                      <a:cubicBezTo>
                        <a:pt x="13763" y="57713"/>
                        <a:pt x="15240" y="57251"/>
                        <a:pt x="16398" y="56331"/>
                      </a:cubicBezTo>
                      <a:cubicBezTo>
                        <a:pt x="18669" y="54523"/>
                        <a:pt x="19500" y="51123"/>
                        <a:pt x="18315" y="48471"/>
                      </a:cubicBezTo>
                      <a:lnTo>
                        <a:pt x="18315" y="48471"/>
                      </a:lnTo>
                      <a:cubicBezTo>
                        <a:pt x="18805" y="48625"/>
                        <a:pt x="19313" y="48699"/>
                        <a:pt x="19822" y="48699"/>
                      </a:cubicBezTo>
                      <a:cubicBezTo>
                        <a:pt x="21787" y="48699"/>
                        <a:pt x="23761" y="47609"/>
                        <a:pt x="24691" y="45865"/>
                      </a:cubicBezTo>
                      <a:cubicBezTo>
                        <a:pt x="25863" y="43666"/>
                        <a:pt x="25245" y="40673"/>
                        <a:pt x="23299" y="39118"/>
                      </a:cubicBezTo>
                      <a:lnTo>
                        <a:pt x="23299" y="39118"/>
                      </a:lnTo>
                      <a:cubicBezTo>
                        <a:pt x="23800" y="39213"/>
                        <a:pt x="24307" y="39260"/>
                        <a:pt x="24814" y="39260"/>
                      </a:cubicBezTo>
                      <a:cubicBezTo>
                        <a:pt x="27854" y="39260"/>
                        <a:pt x="30889" y="37606"/>
                        <a:pt x="32436" y="34973"/>
                      </a:cubicBezTo>
                      <a:cubicBezTo>
                        <a:pt x="34239" y="31901"/>
                        <a:pt x="33890" y="27710"/>
                        <a:pt x="31603" y="24976"/>
                      </a:cubicBezTo>
                      <a:cubicBezTo>
                        <a:pt x="34662" y="24723"/>
                        <a:pt x="37474" y="22537"/>
                        <a:pt x="38475" y="19637"/>
                      </a:cubicBezTo>
                      <a:cubicBezTo>
                        <a:pt x="39478" y="16738"/>
                        <a:pt x="38616" y="13282"/>
                        <a:pt x="36369" y="11192"/>
                      </a:cubicBezTo>
                      <a:cubicBezTo>
                        <a:pt x="38951" y="9965"/>
                        <a:pt x="40155" y="6464"/>
                        <a:pt x="38874" y="3908"/>
                      </a:cubicBezTo>
                      <a:cubicBezTo>
                        <a:pt x="37961" y="2088"/>
                        <a:pt x="35915" y="991"/>
                        <a:pt x="33898" y="991"/>
                      </a:cubicBezTo>
                      <a:cubicBezTo>
                        <a:pt x="33080" y="991"/>
                        <a:pt x="32267" y="1171"/>
                        <a:pt x="31537" y="1557"/>
                      </a:cubicBezTo>
                      <a:cubicBezTo>
                        <a:pt x="30098" y="519"/>
                        <a:pt x="28326" y="1"/>
                        <a:pt x="26553" y="1"/>
                      </a:cubicBezTo>
                      <a:close/>
                    </a:path>
                  </a:pathLst>
                </a:cu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" name="Google Shape;439;p24">
                  <a:extLst>
                    <a:ext uri="{FF2B5EF4-FFF2-40B4-BE49-F238E27FC236}">
                      <a16:creationId xmlns:a16="http://schemas.microsoft.com/office/drawing/2014/main" id="{01447804-80F9-43F3-BBAD-9FF8E1C96F0C}"/>
                    </a:ext>
                  </a:extLst>
                </p:cNvPr>
                <p:cNvSpPr/>
                <p:nvPr/>
              </p:nvSpPr>
              <p:spPr>
                <a:xfrm>
                  <a:off x="4516554" y="2957485"/>
                  <a:ext cx="612174" cy="214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87" h="85649" extrusionOk="0">
                      <a:moveTo>
                        <a:pt x="24462" y="0"/>
                      </a:moveTo>
                      <a:cubicBezTo>
                        <a:pt x="24422" y="0"/>
                        <a:pt x="24198" y="229"/>
                        <a:pt x="23808" y="664"/>
                      </a:cubicBezTo>
                      <a:lnTo>
                        <a:pt x="22059" y="2685"/>
                      </a:lnTo>
                      <a:cubicBezTo>
                        <a:pt x="21127" y="3742"/>
                        <a:pt x="20251" y="4850"/>
                        <a:pt x="19434" y="5997"/>
                      </a:cubicBezTo>
                      <a:cubicBezTo>
                        <a:pt x="18467" y="7334"/>
                        <a:pt x="17293" y="8809"/>
                        <a:pt x="16212" y="10582"/>
                      </a:cubicBezTo>
                      <a:cubicBezTo>
                        <a:pt x="15648" y="11460"/>
                        <a:pt x="15059" y="12374"/>
                        <a:pt x="14447" y="13324"/>
                      </a:cubicBezTo>
                      <a:cubicBezTo>
                        <a:pt x="13840" y="14283"/>
                        <a:pt x="13300" y="15334"/>
                        <a:pt x="12690" y="16394"/>
                      </a:cubicBezTo>
                      <a:cubicBezTo>
                        <a:pt x="11439" y="18497"/>
                        <a:pt x="10344" y="20869"/>
                        <a:pt x="9141" y="23340"/>
                      </a:cubicBezTo>
                      <a:cubicBezTo>
                        <a:pt x="6894" y="28356"/>
                        <a:pt x="4783" y="34038"/>
                        <a:pt x="3174" y="40180"/>
                      </a:cubicBezTo>
                      <a:cubicBezTo>
                        <a:pt x="1630" y="46341"/>
                        <a:pt x="752" y="52339"/>
                        <a:pt x="312" y="57818"/>
                      </a:cubicBezTo>
                      <a:cubicBezTo>
                        <a:pt x="179" y="60563"/>
                        <a:pt x="1" y="63172"/>
                        <a:pt x="86" y="65616"/>
                      </a:cubicBezTo>
                      <a:cubicBezTo>
                        <a:pt x="113" y="66839"/>
                        <a:pt x="81" y="68021"/>
                        <a:pt x="153" y="69152"/>
                      </a:cubicBezTo>
                      <a:cubicBezTo>
                        <a:pt x="233" y="70281"/>
                        <a:pt x="310" y="71365"/>
                        <a:pt x="382" y="72406"/>
                      </a:cubicBezTo>
                      <a:cubicBezTo>
                        <a:pt x="477" y="74482"/>
                        <a:pt x="800" y="76338"/>
                        <a:pt x="1005" y="77973"/>
                      </a:cubicBezTo>
                      <a:cubicBezTo>
                        <a:pt x="1170" y="79373"/>
                        <a:pt x="1407" y="80766"/>
                        <a:pt x="1715" y="82142"/>
                      </a:cubicBezTo>
                      <a:cubicBezTo>
                        <a:pt x="1942" y="83194"/>
                        <a:pt x="2128" y="84056"/>
                        <a:pt x="2277" y="84751"/>
                      </a:cubicBezTo>
                      <a:cubicBezTo>
                        <a:pt x="2414" y="85342"/>
                        <a:pt x="2502" y="85648"/>
                        <a:pt x="2532" y="85648"/>
                      </a:cubicBezTo>
                      <a:cubicBezTo>
                        <a:pt x="2532" y="85648"/>
                        <a:pt x="2533" y="85648"/>
                        <a:pt x="2533" y="85648"/>
                      </a:cubicBezTo>
                      <a:cubicBezTo>
                        <a:pt x="2562" y="85643"/>
                        <a:pt x="2535" y="85321"/>
                        <a:pt x="2456" y="84717"/>
                      </a:cubicBezTo>
                      <a:cubicBezTo>
                        <a:pt x="2349" y="84014"/>
                        <a:pt x="2219" y="83143"/>
                        <a:pt x="2059" y="82081"/>
                      </a:cubicBezTo>
                      <a:cubicBezTo>
                        <a:pt x="1862" y="80944"/>
                        <a:pt x="1644" y="79546"/>
                        <a:pt x="1502" y="77911"/>
                      </a:cubicBezTo>
                      <a:cubicBezTo>
                        <a:pt x="1345" y="76277"/>
                        <a:pt x="1068" y="74429"/>
                        <a:pt x="1015" y="72363"/>
                      </a:cubicBezTo>
                      <a:cubicBezTo>
                        <a:pt x="959" y="71327"/>
                        <a:pt x="903" y="70249"/>
                        <a:pt x="845" y="69128"/>
                      </a:cubicBezTo>
                      <a:cubicBezTo>
                        <a:pt x="792" y="68002"/>
                        <a:pt x="840" y="66831"/>
                        <a:pt x="832" y="65616"/>
                      </a:cubicBezTo>
                      <a:cubicBezTo>
                        <a:pt x="778" y="63191"/>
                        <a:pt x="983" y="60603"/>
                        <a:pt x="1138" y="57882"/>
                      </a:cubicBezTo>
                      <a:cubicBezTo>
                        <a:pt x="1620" y="52451"/>
                        <a:pt x="2514" y="46511"/>
                        <a:pt x="4045" y="40403"/>
                      </a:cubicBezTo>
                      <a:cubicBezTo>
                        <a:pt x="5637" y="34315"/>
                        <a:pt x="7709" y="28673"/>
                        <a:pt x="9894" y="23681"/>
                      </a:cubicBezTo>
                      <a:cubicBezTo>
                        <a:pt x="11068" y="21221"/>
                        <a:pt x="12131" y="18854"/>
                        <a:pt x="13342" y="16751"/>
                      </a:cubicBezTo>
                      <a:cubicBezTo>
                        <a:pt x="13933" y="15694"/>
                        <a:pt x="14455" y="14642"/>
                        <a:pt x="15043" y="13681"/>
                      </a:cubicBezTo>
                      <a:cubicBezTo>
                        <a:pt x="15635" y="12725"/>
                        <a:pt x="16202" y="11807"/>
                        <a:pt x="16745" y="10925"/>
                      </a:cubicBezTo>
                      <a:cubicBezTo>
                        <a:pt x="17788" y="9141"/>
                        <a:pt x="18917" y="7651"/>
                        <a:pt x="19841" y="6295"/>
                      </a:cubicBezTo>
                      <a:cubicBezTo>
                        <a:pt x="20752" y="4927"/>
                        <a:pt x="21614" y="3806"/>
                        <a:pt x="22333" y="2903"/>
                      </a:cubicBezTo>
                      <a:lnTo>
                        <a:pt x="23947" y="782"/>
                      </a:lnTo>
                      <a:cubicBezTo>
                        <a:pt x="24309" y="289"/>
                        <a:pt x="24487" y="23"/>
                        <a:pt x="24466" y="1"/>
                      </a:cubicBezTo>
                      <a:cubicBezTo>
                        <a:pt x="24465" y="1"/>
                        <a:pt x="24463" y="0"/>
                        <a:pt x="24462" y="0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" name="Google Shape;440;p24">
                  <a:extLst>
                    <a:ext uri="{FF2B5EF4-FFF2-40B4-BE49-F238E27FC236}">
                      <a16:creationId xmlns:a16="http://schemas.microsoft.com/office/drawing/2014/main" id="{86B1C04F-C9DD-DDAA-851E-786F03402311}"/>
                    </a:ext>
                  </a:extLst>
                </p:cNvPr>
                <p:cNvSpPr/>
                <p:nvPr/>
              </p:nvSpPr>
              <p:spPr>
                <a:xfrm>
                  <a:off x="4384329" y="1851676"/>
                  <a:ext cx="1542425" cy="288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97" h="115377" extrusionOk="0">
                      <a:moveTo>
                        <a:pt x="61675" y="1"/>
                      </a:moveTo>
                      <a:cubicBezTo>
                        <a:pt x="61608" y="1"/>
                        <a:pt x="61168" y="197"/>
                        <a:pt x="60387" y="573"/>
                      </a:cubicBezTo>
                      <a:cubicBezTo>
                        <a:pt x="59561" y="994"/>
                        <a:pt x="58302" y="1542"/>
                        <a:pt x="56769" y="2413"/>
                      </a:cubicBezTo>
                      <a:cubicBezTo>
                        <a:pt x="53656" y="4064"/>
                        <a:pt x="49271" y="6702"/>
                        <a:pt x="44197" y="10456"/>
                      </a:cubicBezTo>
                      <a:cubicBezTo>
                        <a:pt x="34058" y="17873"/>
                        <a:pt x="21353" y="30496"/>
                        <a:pt x="12418" y="47671"/>
                      </a:cubicBezTo>
                      <a:cubicBezTo>
                        <a:pt x="3470" y="64852"/>
                        <a:pt x="424" y="82501"/>
                        <a:pt x="163" y="95059"/>
                      </a:cubicBezTo>
                      <a:cubicBezTo>
                        <a:pt x="1" y="101369"/>
                        <a:pt x="355" y="106473"/>
                        <a:pt x="789" y="109971"/>
                      </a:cubicBezTo>
                      <a:cubicBezTo>
                        <a:pt x="957" y="111726"/>
                        <a:pt x="1228" y="113070"/>
                        <a:pt x="1359" y="113989"/>
                      </a:cubicBezTo>
                      <a:cubicBezTo>
                        <a:pt x="1507" y="114897"/>
                        <a:pt x="1600" y="115376"/>
                        <a:pt x="1632" y="115376"/>
                      </a:cubicBezTo>
                      <a:cubicBezTo>
                        <a:pt x="1632" y="115376"/>
                        <a:pt x="1633" y="115376"/>
                        <a:pt x="1633" y="115376"/>
                      </a:cubicBezTo>
                      <a:cubicBezTo>
                        <a:pt x="1662" y="115371"/>
                        <a:pt x="1628" y="114886"/>
                        <a:pt x="1537" y="113962"/>
                      </a:cubicBezTo>
                      <a:cubicBezTo>
                        <a:pt x="1465" y="113041"/>
                        <a:pt x="1249" y="111691"/>
                        <a:pt x="1135" y="109937"/>
                      </a:cubicBezTo>
                      <a:cubicBezTo>
                        <a:pt x="810" y="106441"/>
                        <a:pt x="555" y="101353"/>
                        <a:pt x="797" y="95083"/>
                      </a:cubicBezTo>
                      <a:cubicBezTo>
                        <a:pt x="1217" y="82597"/>
                        <a:pt x="4343" y="65120"/>
                        <a:pt x="13212" y="48086"/>
                      </a:cubicBezTo>
                      <a:cubicBezTo>
                        <a:pt x="22075" y="31055"/>
                        <a:pt x="34596" y="18470"/>
                        <a:pt x="44580" y="10962"/>
                      </a:cubicBezTo>
                      <a:cubicBezTo>
                        <a:pt x="49575" y="7165"/>
                        <a:pt x="53890" y="4458"/>
                        <a:pt x="56942" y="2716"/>
                      </a:cubicBezTo>
                      <a:cubicBezTo>
                        <a:pt x="58443" y="1803"/>
                        <a:pt x="59671" y="1204"/>
                        <a:pt x="60469" y="736"/>
                      </a:cubicBezTo>
                      <a:cubicBezTo>
                        <a:pt x="61279" y="283"/>
                        <a:pt x="61697" y="30"/>
                        <a:pt x="61683" y="3"/>
                      </a:cubicBezTo>
                      <a:cubicBezTo>
                        <a:pt x="61682" y="1"/>
                        <a:pt x="61679" y="1"/>
                        <a:pt x="61675" y="1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" name="Google Shape;441;p24">
                  <a:extLst>
                    <a:ext uri="{FF2B5EF4-FFF2-40B4-BE49-F238E27FC236}">
                      <a16:creationId xmlns:a16="http://schemas.microsoft.com/office/drawing/2014/main" id="{0B642E35-6991-266D-4DB4-C18C1CEAB950}"/>
                    </a:ext>
                  </a:extLst>
                </p:cNvPr>
                <p:cNvSpPr/>
                <p:nvPr/>
              </p:nvSpPr>
              <p:spPr>
                <a:xfrm>
                  <a:off x="3801263" y="3479107"/>
                  <a:ext cx="1147600" cy="185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04" h="74306" extrusionOk="0">
                      <a:moveTo>
                        <a:pt x="11952" y="1"/>
                      </a:moveTo>
                      <a:lnTo>
                        <a:pt x="11952" y="1"/>
                      </a:lnTo>
                      <a:cubicBezTo>
                        <a:pt x="12378" y="1124"/>
                        <a:pt x="12514" y="3989"/>
                        <a:pt x="12522" y="7048"/>
                      </a:cubicBezTo>
                      <a:cubicBezTo>
                        <a:pt x="12535" y="12224"/>
                        <a:pt x="11470" y="17344"/>
                        <a:pt x="9471" y="22115"/>
                      </a:cubicBezTo>
                      <a:cubicBezTo>
                        <a:pt x="1" y="44694"/>
                        <a:pt x="17211" y="74306"/>
                        <a:pt x="17211" y="74306"/>
                      </a:cubicBezTo>
                      <a:lnTo>
                        <a:pt x="35927" y="74306"/>
                      </a:lnTo>
                      <a:cubicBezTo>
                        <a:pt x="45903" y="56888"/>
                        <a:pt x="35177" y="36361"/>
                        <a:pt x="31460" y="29596"/>
                      </a:cubicBezTo>
                      <a:cubicBezTo>
                        <a:pt x="27740" y="22831"/>
                        <a:pt x="38603" y="17453"/>
                        <a:pt x="38603" y="17453"/>
                      </a:cubicBezTo>
                      <a:lnTo>
                        <a:pt x="11952" y="1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" name="Google Shape;442;p24">
                  <a:extLst>
                    <a:ext uri="{FF2B5EF4-FFF2-40B4-BE49-F238E27FC236}">
                      <a16:creationId xmlns:a16="http://schemas.microsoft.com/office/drawing/2014/main" id="{7311223D-EECF-C026-BB27-794664B29843}"/>
                    </a:ext>
                  </a:extLst>
                </p:cNvPr>
                <p:cNvSpPr/>
                <p:nvPr/>
              </p:nvSpPr>
              <p:spPr>
                <a:xfrm rot="1101497">
                  <a:off x="4722120" y="2465980"/>
                  <a:ext cx="711731" cy="1022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55" h="57714" extrusionOk="0">
                      <a:moveTo>
                        <a:pt x="26553" y="1"/>
                      </a:moveTo>
                      <a:cubicBezTo>
                        <a:pt x="24747" y="1"/>
                        <a:pt x="22940" y="539"/>
                        <a:pt x="21486" y="1616"/>
                      </a:cubicBezTo>
                      <a:cubicBezTo>
                        <a:pt x="18608" y="3746"/>
                        <a:pt x="17333" y="7816"/>
                        <a:pt x="18488" y="11208"/>
                      </a:cubicBezTo>
                      <a:cubicBezTo>
                        <a:pt x="15269" y="11690"/>
                        <a:pt x="12399" y="14033"/>
                        <a:pt x="11281" y="17092"/>
                      </a:cubicBezTo>
                      <a:cubicBezTo>
                        <a:pt x="10165" y="20149"/>
                        <a:pt x="10850" y="23791"/>
                        <a:pt x="13001" y="26235"/>
                      </a:cubicBezTo>
                      <a:cubicBezTo>
                        <a:pt x="12446" y="25973"/>
                        <a:pt x="11861" y="25853"/>
                        <a:pt x="11275" y="25853"/>
                      </a:cubicBezTo>
                      <a:cubicBezTo>
                        <a:pt x="9019" y="25853"/>
                        <a:pt x="6735" y="27623"/>
                        <a:pt x="5975" y="29858"/>
                      </a:cubicBezTo>
                      <a:cubicBezTo>
                        <a:pt x="5014" y="32675"/>
                        <a:pt x="5908" y="35809"/>
                        <a:pt x="7325" y="38423"/>
                      </a:cubicBezTo>
                      <a:cubicBezTo>
                        <a:pt x="7251" y="38421"/>
                        <a:pt x="7177" y="38419"/>
                        <a:pt x="7103" y="38419"/>
                      </a:cubicBezTo>
                      <a:cubicBezTo>
                        <a:pt x="4234" y="38419"/>
                        <a:pt x="1478" y="40521"/>
                        <a:pt x="748" y="43301"/>
                      </a:cubicBezTo>
                      <a:cubicBezTo>
                        <a:pt x="0" y="46155"/>
                        <a:pt x="1465" y="49430"/>
                        <a:pt x="4087" y="50777"/>
                      </a:cubicBezTo>
                      <a:cubicBezTo>
                        <a:pt x="3392" y="52002"/>
                        <a:pt x="3595" y="53668"/>
                        <a:pt x="4558" y="54693"/>
                      </a:cubicBezTo>
                      <a:cubicBezTo>
                        <a:pt x="5186" y="55362"/>
                        <a:pt x="6105" y="55723"/>
                        <a:pt x="7018" y="55723"/>
                      </a:cubicBezTo>
                      <a:cubicBezTo>
                        <a:pt x="7508" y="55723"/>
                        <a:pt x="7996" y="55620"/>
                        <a:pt x="8438" y="55404"/>
                      </a:cubicBezTo>
                      <a:lnTo>
                        <a:pt x="8438" y="55404"/>
                      </a:lnTo>
                      <a:lnTo>
                        <a:pt x="8312" y="56427"/>
                      </a:lnTo>
                      <a:cubicBezTo>
                        <a:pt x="9447" y="57286"/>
                        <a:pt x="10866" y="57713"/>
                        <a:pt x="12287" y="57713"/>
                      </a:cubicBezTo>
                      <a:cubicBezTo>
                        <a:pt x="13763" y="57713"/>
                        <a:pt x="15240" y="57251"/>
                        <a:pt x="16398" y="56331"/>
                      </a:cubicBezTo>
                      <a:cubicBezTo>
                        <a:pt x="18669" y="54523"/>
                        <a:pt x="19500" y="51123"/>
                        <a:pt x="18315" y="48471"/>
                      </a:cubicBezTo>
                      <a:lnTo>
                        <a:pt x="18315" y="48471"/>
                      </a:lnTo>
                      <a:cubicBezTo>
                        <a:pt x="18805" y="48625"/>
                        <a:pt x="19313" y="48699"/>
                        <a:pt x="19822" y="48699"/>
                      </a:cubicBezTo>
                      <a:cubicBezTo>
                        <a:pt x="21787" y="48699"/>
                        <a:pt x="23761" y="47609"/>
                        <a:pt x="24691" y="45865"/>
                      </a:cubicBezTo>
                      <a:cubicBezTo>
                        <a:pt x="25863" y="43666"/>
                        <a:pt x="25245" y="40673"/>
                        <a:pt x="23299" y="39118"/>
                      </a:cubicBezTo>
                      <a:lnTo>
                        <a:pt x="23299" y="39118"/>
                      </a:lnTo>
                      <a:cubicBezTo>
                        <a:pt x="23800" y="39213"/>
                        <a:pt x="24307" y="39260"/>
                        <a:pt x="24814" y="39260"/>
                      </a:cubicBezTo>
                      <a:cubicBezTo>
                        <a:pt x="27854" y="39260"/>
                        <a:pt x="30889" y="37606"/>
                        <a:pt x="32436" y="34973"/>
                      </a:cubicBezTo>
                      <a:cubicBezTo>
                        <a:pt x="34239" y="31901"/>
                        <a:pt x="33890" y="27710"/>
                        <a:pt x="31603" y="24976"/>
                      </a:cubicBezTo>
                      <a:cubicBezTo>
                        <a:pt x="34662" y="24723"/>
                        <a:pt x="37474" y="22537"/>
                        <a:pt x="38475" y="19637"/>
                      </a:cubicBezTo>
                      <a:cubicBezTo>
                        <a:pt x="39478" y="16738"/>
                        <a:pt x="38616" y="13282"/>
                        <a:pt x="36369" y="11192"/>
                      </a:cubicBezTo>
                      <a:cubicBezTo>
                        <a:pt x="38951" y="9965"/>
                        <a:pt x="40155" y="6464"/>
                        <a:pt x="38874" y="3908"/>
                      </a:cubicBezTo>
                      <a:cubicBezTo>
                        <a:pt x="37961" y="2088"/>
                        <a:pt x="35915" y="991"/>
                        <a:pt x="33898" y="991"/>
                      </a:cubicBezTo>
                      <a:cubicBezTo>
                        <a:pt x="33080" y="991"/>
                        <a:pt x="32267" y="1171"/>
                        <a:pt x="31537" y="1557"/>
                      </a:cubicBezTo>
                      <a:cubicBezTo>
                        <a:pt x="30098" y="519"/>
                        <a:pt x="28326" y="1"/>
                        <a:pt x="26553" y="1"/>
                      </a:cubicBezTo>
                      <a:close/>
                    </a:path>
                  </a:pathLst>
                </a:cu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0" name="Google Shape;254;p21">
              <a:extLst>
                <a:ext uri="{FF2B5EF4-FFF2-40B4-BE49-F238E27FC236}">
                  <a16:creationId xmlns:a16="http://schemas.microsoft.com/office/drawing/2014/main" id="{6C5C396F-D404-8AF9-36D9-B51E15BD865F}"/>
                </a:ext>
              </a:extLst>
            </p:cNvPr>
            <p:cNvGrpSpPr/>
            <p:nvPr/>
          </p:nvGrpSpPr>
          <p:grpSpPr>
            <a:xfrm rot="336413">
              <a:off x="317132" y="3290144"/>
              <a:ext cx="880718" cy="806639"/>
              <a:chOff x="7605998" y="3886472"/>
              <a:chExt cx="1302190" cy="896743"/>
            </a:xfrm>
          </p:grpSpPr>
          <p:sp>
            <p:nvSpPr>
              <p:cNvPr id="21" name="Google Shape;255;p21">
                <a:extLst>
                  <a:ext uri="{FF2B5EF4-FFF2-40B4-BE49-F238E27FC236}">
                    <a16:creationId xmlns:a16="http://schemas.microsoft.com/office/drawing/2014/main" id="{3CEC7089-1A86-6D67-B7E2-508A277150BD}"/>
                  </a:ext>
                </a:extLst>
              </p:cNvPr>
              <p:cNvSpPr/>
              <p:nvPr/>
            </p:nvSpPr>
            <p:spPr>
              <a:xfrm>
                <a:off x="7751571" y="4471035"/>
                <a:ext cx="1156617" cy="312180"/>
              </a:xfrm>
              <a:custGeom>
                <a:avLst/>
                <a:gdLst/>
                <a:ahLst/>
                <a:cxnLst/>
                <a:rect l="l" t="t" r="r" b="b"/>
                <a:pathLst>
                  <a:path w="23923" h="6457" extrusionOk="0">
                    <a:moveTo>
                      <a:pt x="1" y="0"/>
                    </a:moveTo>
                    <a:lnTo>
                      <a:pt x="620" y="6456"/>
                    </a:lnTo>
                    <a:lnTo>
                      <a:pt x="23923" y="5757"/>
                    </a:lnTo>
                    <a:lnTo>
                      <a:pt x="22803" y="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56;p21">
                <a:extLst>
                  <a:ext uri="{FF2B5EF4-FFF2-40B4-BE49-F238E27FC236}">
                    <a16:creationId xmlns:a16="http://schemas.microsoft.com/office/drawing/2014/main" id="{0C3636DE-816B-44DE-D15F-7FC96498BF47}"/>
                  </a:ext>
                </a:extLst>
              </p:cNvPr>
              <p:cNvSpPr/>
              <p:nvPr/>
            </p:nvSpPr>
            <p:spPr>
              <a:xfrm>
                <a:off x="8003459" y="4592773"/>
                <a:ext cx="689822" cy="57969"/>
              </a:xfrm>
              <a:custGeom>
                <a:avLst/>
                <a:gdLst/>
                <a:ahLst/>
                <a:cxnLst/>
                <a:rect l="l" t="t" r="r" b="b"/>
                <a:pathLst>
                  <a:path w="14268" h="1199" extrusionOk="0">
                    <a:moveTo>
                      <a:pt x="3" y="1"/>
                    </a:moveTo>
                    <a:lnTo>
                      <a:pt x="1" y="1170"/>
                    </a:lnTo>
                    <a:lnTo>
                      <a:pt x="14265" y="1198"/>
                    </a:lnTo>
                    <a:lnTo>
                      <a:pt x="14267" y="29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57;p21">
                <a:extLst>
                  <a:ext uri="{FF2B5EF4-FFF2-40B4-BE49-F238E27FC236}">
                    <a16:creationId xmlns:a16="http://schemas.microsoft.com/office/drawing/2014/main" id="{A407FDEF-61A3-E3FB-508C-F339821CEADD}"/>
                  </a:ext>
                </a:extLst>
              </p:cNvPr>
              <p:cNvSpPr/>
              <p:nvPr/>
            </p:nvSpPr>
            <p:spPr>
              <a:xfrm>
                <a:off x="7606627" y="4182355"/>
                <a:ext cx="1153620" cy="312422"/>
              </a:xfrm>
              <a:custGeom>
                <a:avLst/>
                <a:gdLst/>
                <a:ahLst/>
                <a:cxnLst/>
                <a:rect l="l" t="t" r="r" b="b"/>
                <a:pathLst>
                  <a:path w="23861" h="6462" extrusionOk="0">
                    <a:moveTo>
                      <a:pt x="1" y="1"/>
                    </a:moveTo>
                    <a:lnTo>
                      <a:pt x="553" y="6462"/>
                    </a:lnTo>
                    <a:lnTo>
                      <a:pt x="23861" y="6010"/>
                    </a:lnTo>
                    <a:lnTo>
                      <a:pt x="22800" y="2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58;p21">
                <a:extLst>
                  <a:ext uri="{FF2B5EF4-FFF2-40B4-BE49-F238E27FC236}">
                    <a16:creationId xmlns:a16="http://schemas.microsoft.com/office/drawing/2014/main" id="{9FB0370E-DA48-D08E-1CDF-74EA63BDFBFC}"/>
                  </a:ext>
                </a:extLst>
              </p:cNvPr>
              <p:cNvSpPr/>
              <p:nvPr/>
            </p:nvSpPr>
            <p:spPr>
              <a:xfrm>
                <a:off x="7605998" y="4219147"/>
                <a:ext cx="1147286" cy="254936"/>
              </a:xfrm>
              <a:custGeom>
                <a:avLst/>
                <a:gdLst/>
                <a:ahLst/>
                <a:cxnLst/>
                <a:rect l="l" t="t" r="r" b="b"/>
                <a:pathLst>
                  <a:path w="23730" h="5273" extrusionOk="0">
                    <a:moveTo>
                      <a:pt x="22904" y="1"/>
                    </a:moveTo>
                    <a:lnTo>
                      <a:pt x="3" y="153"/>
                    </a:lnTo>
                    <a:lnTo>
                      <a:pt x="1" y="445"/>
                    </a:lnTo>
                    <a:cubicBezTo>
                      <a:pt x="1" y="378"/>
                      <a:pt x="5" y="347"/>
                      <a:pt x="11" y="347"/>
                    </a:cubicBezTo>
                    <a:cubicBezTo>
                      <a:pt x="84" y="347"/>
                      <a:pt x="530" y="5272"/>
                      <a:pt x="530" y="5272"/>
                    </a:cubicBezTo>
                    <a:lnTo>
                      <a:pt x="23729" y="4452"/>
                    </a:lnTo>
                    <a:lnTo>
                      <a:pt x="22904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9;p21">
                <a:extLst>
                  <a:ext uri="{FF2B5EF4-FFF2-40B4-BE49-F238E27FC236}">
                    <a16:creationId xmlns:a16="http://schemas.microsoft.com/office/drawing/2014/main" id="{76CEF1FC-7F99-F1B3-DFBB-0C2B8A27F96B}"/>
                  </a:ext>
                </a:extLst>
              </p:cNvPr>
              <p:cNvSpPr/>
              <p:nvPr/>
            </p:nvSpPr>
            <p:spPr>
              <a:xfrm>
                <a:off x="7662371" y="4367959"/>
                <a:ext cx="1048222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21681" h="680" extrusionOk="0">
                    <a:moveTo>
                      <a:pt x="333" y="0"/>
                    </a:moveTo>
                    <a:cubicBezTo>
                      <a:pt x="116" y="0"/>
                      <a:pt x="1" y="5"/>
                      <a:pt x="1" y="17"/>
                    </a:cubicBezTo>
                    <a:cubicBezTo>
                      <a:pt x="1" y="35"/>
                      <a:pt x="305" y="63"/>
                      <a:pt x="850" y="107"/>
                    </a:cubicBezTo>
                    <a:cubicBezTo>
                      <a:pt x="1397" y="148"/>
                      <a:pt x="2192" y="197"/>
                      <a:pt x="3170" y="251"/>
                    </a:cubicBezTo>
                    <a:cubicBezTo>
                      <a:pt x="5131" y="357"/>
                      <a:pt x="7840" y="476"/>
                      <a:pt x="10833" y="558"/>
                    </a:cubicBezTo>
                    <a:cubicBezTo>
                      <a:pt x="13829" y="641"/>
                      <a:pt x="16538" y="677"/>
                      <a:pt x="18502" y="680"/>
                    </a:cubicBezTo>
                    <a:cubicBezTo>
                      <a:pt x="19482" y="680"/>
                      <a:pt x="20277" y="675"/>
                      <a:pt x="20827" y="664"/>
                    </a:cubicBezTo>
                    <a:cubicBezTo>
                      <a:pt x="21376" y="654"/>
                      <a:pt x="21678" y="638"/>
                      <a:pt x="21678" y="620"/>
                    </a:cubicBezTo>
                    <a:cubicBezTo>
                      <a:pt x="21681" y="605"/>
                      <a:pt x="21374" y="582"/>
                      <a:pt x="20827" y="564"/>
                    </a:cubicBezTo>
                    <a:cubicBezTo>
                      <a:pt x="20277" y="546"/>
                      <a:pt x="19485" y="522"/>
                      <a:pt x="18504" y="499"/>
                    </a:cubicBezTo>
                    <a:lnTo>
                      <a:pt x="10841" y="306"/>
                    </a:lnTo>
                    <a:lnTo>
                      <a:pt x="3177" y="71"/>
                    </a:lnTo>
                    <a:cubicBezTo>
                      <a:pt x="2197" y="40"/>
                      <a:pt x="1405" y="17"/>
                      <a:pt x="855" y="6"/>
                    </a:cubicBezTo>
                    <a:cubicBezTo>
                      <a:pt x="643" y="2"/>
                      <a:pt x="468" y="0"/>
                      <a:pt x="333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0;p21">
                <a:extLst>
                  <a:ext uri="{FF2B5EF4-FFF2-40B4-BE49-F238E27FC236}">
                    <a16:creationId xmlns:a16="http://schemas.microsoft.com/office/drawing/2014/main" id="{12F9EA11-7997-780D-B692-812E68D868C3}"/>
                  </a:ext>
                </a:extLst>
              </p:cNvPr>
              <p:cNvSpPr/>
              <p:nvPr/>
            </p:nvSpPr>
            <p:spPr>
              <a:xfrm>
                <a:off x="7658020" y="4303416"/>
                <a:ext cx="1018392" cy="29637"/>
              </a:xfrm>
              <a:custGeom>
                <a:avLst/>
                <a:gdLst/>
                <a:ahLst/>
                <a:cxnLst/>
                <a:rect l="l" t="t" r="r" b="b"/>
                <a:pathLst>
                  <a:path w="21064" h="613" extrusionOk="0">
                    <a:moveTo>
                      <a:pt x="13177" y="1"/>
                    </a:moveTo>
                    <a:cubicBezTo>
                      <a:pt x="12331" y="1"/>
                      <a:pt x="11443" y="7"/>
                      <a:pt x="10528" y="23"/>
                    </a:cubicBezTo>
                    <a:cubicBezTo>
                      <a:pt x="7615" y="72"/>
                      <a:pt x="4981" y="196"/>
                      <a:pt x="3079" y="322"/>
                    </a:cubicBezTo>
                    <a:cubicBezTo>
                      <a:pt x="2127" y="387"/>
                      <a:pt x="1358" y="448"/>
                      <a:pt x="826" y="497"/>
                    </a:cubicBezTo>
                    <a:cubicBezTo>
                      <a:pt x="295" y="546"/>
                      <a:pt x="1" y="585"/>
                      <a:pt x="3" y="601"/>
                    </a:cubicBezTo>
                    <a:cubicBezTo>
                      <a:pt x="4" y="609"/>
                      <a:pt x="65" y="613"/>
                      <a:pt x="179" y="613"/>
                    </a:cubicBezTo>
                    <a:cubicBezTo>
                      <a:pt x="319" y="613"/>
                      <a:pt x="539" y="607"/>
                      <a:pt x="832" y="596"/>
                    </a:cubicBezTo>
                    <a:lnTo>
                      <a:pt x="3089" y="503"/>
                    </a:lnTo>
                    <a:cubicBezTo>
                      <a:pt x="4994" y="423"/>
                      <a:pt x="7626" y="325"/>
                      <a:pt x="10531" y="278"/>
                    </a:cubicBezTo>
                    <a:cubicBezTo>
                      <a:pt x="12100" y="252"/>
                      <a:pt x="13589" y="243"/>
                      <a:pt x="14927" y="243"/>
                    </a:cubicBezTo>
                    <a:cubicBezTo>
                      <a:pt x="16069" y="243"/>
                      <a:pt x="17100" y="249"/>
                      <a:pt x="17978" y="257"/>
                    </a:cubicBezTo>
                    <a:lnTo>
                      <a:pt x="20236" y="276"/>
                    </a:lnTo>
                    <a:cubicBezTo>
                      <a:pt x="20320" y="276"/>
                      <a:pt x="20398" y="276"/>
                      <a:pt x="20470" y="276"/>
                    </a:cubicBezTo>
                    <a:cubicBezTo>
                      <a:pt x="20854" y="276"/>
                      <a:pt x="21064" y="270"/>
                      <a:pt x="21064" y="255"/>
                    </a:cubicBezTo>
                    <a:cubicBezTo>
                      <a:pt x="21064" y="237"/>
                      <a:pt x="20772" y="211"/>
                      <a:pt x="20238" y="178"/>
                    </a:cubicBezTo>
                    <a:cubicBezTo>
                      <a:pt x="19704" y="144"/>
                      <a:pt x="18935" y="110"/>
                      <a:pt x="17980" y="77"/>
                    </a:cubicBezTo>
                    <a:cubicBezTo>
                      <a:pt x="16674" y="33"/>
                      <a:pt x="15024" y="1"/>
                      <a:pt x="1317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61;p21">
                <a:extLst>
                  <a:ext uri="{FF2B5EF4-FFF2-40B4-BE49-F238E27FC236}">
                    <a16:creationId xmlns:a16="http://schemas.microsoft.com/office/drawing/2014/main" id="{423FEDCE-9AF5-7446-4C26-4F2666071460}"/>
                  </a:ext>
                </a:extLst>
              </p:cNvPr>
              <p:cNvSpPr/>
              <p:nvPr/>
            </p:nvSpPr>
            <p:spPr>
              <a:xfrm>
                <a:off x="7658551" y="4254296"/>
                <a:ext cx="1038214" cy="44093"/>
              </a:xfrm>
              <a:custGeom>
                <a:avLst/>
                <a:gdLst/>
                <a:ahLst/>
                <a:cxnLst/>
                <a:rect l="l" t="t" r="r" b="b"/>
                <a:pathLst>
                  <a:path w="21474" h="912" extrusionOk="0">
                    <a:moveTo>
                      <a:pt x="8327" y="0"/>
                    </a:moveTo>
                    <a:cubicBezTo>
                      <a:pt x="7716" y="0"/>
                      <a:pt x="7125" y="5"/>
                      <a:pt x="6559" y="14"/>
                    </a:cubicBezTo>
                    <a:cubicBezTo>
                      <a:pt x="5917" y="30"/>
                      <a:pt x="5305" y="40"/>
                      <a:pt x="4732" y="66"/>
                    </a:cubicBezTo>
                    <a:cubicBezTo>
                      <a:pt x="4159" y="84"/>
                      <a:pt x="3628" y="112"/>
                      <a:pt x="3140" y="136"/>
                    </a:cubicBezTo>
                    <a:cubicBezTo>
                      <a:pt x="2655" y="159"/>
                      <a:pt x="2216" y="192"/>
                      <a:pt x="1829" y="218"/>
                    </a:cubicBezTo>
                    <a:cubicBezTo>
                      <a:pt x="1445" y="244"/>
                      <a:pt x="1112" y="272"/>
                      <a:pt x="841" y="298"/>
                    </a:cubicBezTo>
                    <a:cubicBezTo>
                      <a:pt x="299" y="347"/>
                      <a:pt x="0" y="383"/>
                      <a:pt x="3" y="401"/>
                    </a:cubicBezTo>
                    <a:cubicBezTo>
                      <a:pt x="3" y="408"/>
                      <a:pt x="62" y="412"/>
                      <a:pt x="175" y="412"/>
                    </a:cubicBezTo>
                    <a:cubicBezTo>
                      <a:pt x="317" y="412"/>
                      <a:pt x="545" y="406"/>
                      <a:pt x="849" y="396"/>
                    </a:cubicBezTo>
                    <a:lnTo>
                      <a:pt x="1840" y="360"/>
                    </a:lnTo>
                    <a:cubicBezTo>
                      <a:pt x="2224" y="350"/>
                      <a:pt x="2665" y="332"/>
                      <a:pt x="3151" y="316"/>
                    </a:cubicBezTo>
                    <a:cubicBezTo>
                      <a:pt x="3636" y="301"/>
                      <a:pt x="4167" y="285"/>
                      <a:pt x="4740" y="275"/>
                    </a:cubicBezTo>
                    <a:cubicBezTo>
                      <a:pt x="5310" y="262"/>
                      <a:pt x="5922" y="257"/>
                      <a:pt x="6564" y="249"/>
                    </a:cubicBezTo>
                    <a:cubicBezTo>
                      <a:pt x="6892" y="247"/>
                      <a:pt x="7227" y="246"/>
                      <a:pt x="7570" y="246"/>
                    </a:cubicBezTo>
                    <a:cubicBezTo>
                      <a:pt x="8574" y="246"/>
                      <a:pt x="9640" y="256"/>
                      <a:pt x="10744" y="283"/>
                    </a:cubicBezTo>
                    <a:cubicBezTo>
                      <a:pt x="12228" y="316"/>
                      <a:pt x="13640" y="378"/>
                      <a:pt x="14922" y="445"/>
                    </a:cubicBezTo>
                    <a:cubicBezTo>
                      <a:pt x="15564" y="484"/>
                      <a:pt x="16173" y="517"/>
                      <a:pt x="16744" y="559"/>
                    </a:cubicBezTo>
                    <a:cubicBezTo>
                      <a:pt x="17314" y="595"/>
                      <a:pt x="17843" y="639"/>
                      <a:pt x="18328" y="672"/>
                    </a:cubicBezTo>
                    <a:cubicBezTo>
                      <a:pt x="18813" y="708"/>
                      <a:pt x="19252" y="747"/>
                      <a:pt x="19636" y="778"/>
                    </a:cubicBezTo>
                    <a:lnTo>
                      <a:pt x="20624" y="861"/>
                    </a:lnTo>
                    <a:cubicBezTo>
                      <a:pt x="21026" y="893"/>
                      <a:pt x="21295" y="911"/>
                      <a:pt x="21409" y="911"/>
                    </a:cubicBezTo>
                    <a:cubicBezTo>
                      <a:pt x="21449" y="911"/>
                      <a:pt x="21470" y="909"/>
                      <a:pt x="21471" y="905"/>
                    </a:cubicBezTo>
                    <a:cubicBezTo>
                      <a:pt x="21473" y="889"/>
                      <a:pt x="21174" y="837"/>
                      <a:pt x="20635" y="763"/>
                    </a:cubicBezTo>
                    <a:cubicBezTo>
                      <a:pt x="20364" y="724"/>
                      <a:pt x="20034" y="680"/>
                      <a:pt x="19649" y="636"/>
                    </a:cubicBezTo>
                    <a:cubicBezTo>
                      <a:pt x="19265" y="592"/>
                      <a:pt x="18829" y="543"/>
                      <a:pt x="18343" y="494"/>
                    </a:cubicBezTo>
                    <a:cubicBezTo>
                      <a:pt x="17858" y="445"/>
                      <a:pt x="17329" y="394"/>
                      <a:pt x="16757" y="347"/>
                    </a:cubicBezTo>
                    <a:cubicBezTo>
                      <a:pt x="16186" y="298"/>
                      <a:pt x="15577" y="257"/>
                      <a:pt x="14935" y="210"/>
                    </a:cubicBezTo>
                    <a:cubicBezTo>
                      <a:pt x="13650" y="130"/>
                      <a:pt x="12236" y="61"/>
                      <a:pt x="10750" y="27"/>
                    </a:cubicBezTo>
                    <a:cubicBezTo>
                      <a:pt x="9917" y="8"/>
                      <a:pt x="9106" y="0"/>
                      <a:pt x="8327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62;p21">
                <a:extLst>
                  <a:ext uri="{FF2B5EF4-FFF2-40B4-BE49-F238E27FC236}">
                    <a16:creationId xmlns:a16="http://schemas.microsoft.com/office/drawing/2014/main" id="{4C7963E5-3112-01E7-4DD4-2222A2464922}"/>
                  </a:ext>
                </a:extLst>
              </p:cNvPr>
              <p:cNvSpPr/>
              <p:nvPr/>
            </p:nvSpPr>
            <p:spPr>
              <a:xfrm>
                <a:off x="7625240" y="3886472"/>
                <a:ext cx="1147721" cy="312760"/>
              </a:xfrm>
              <a:custGeom>
                <a:avLst/>
                <a:gdLst/>
                <a:ahLst/>
                <a:cxnLst/>
                <a:rect l="l" t="t" r="r" b="b"/>
                <a:pathLst>
                  <a:path w="23739" h="6469" extrusionOk="0">
                    <a:moveTo>
                      <a:pt x="0" y="0"/>
                    </a:moveTo>
                    <a:lnTo>
                      <a:pt x="426" y="6469"/>
                    </a:lnTo>
                    <a:lnTo>
                      <a:pt x="23739" y="6464"/>
                    </a:lnTo>
                    <a:lnTo>
                      <a:pt x="22789" y="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63;p21">
                <a:extLst>
                  <a:ext uri="{FF2B5EF4-FFF2-40B4-BE49-F238E27FC236}">
                    <a16:creationId xmlns:a16="http://schemas.microsoft.com/office/drawing/2014/main" id="{D2A2C983-A69F-0186-D25D-3AA5FE5D10F2}"/>
                  </a:ext>
                </a:extLst>
              </p:cNvPr>
              <p:cNvSpPr/>
              <p:nvPr/>
            </p:nvSpPr>
            <p:spPr>
              <a:xfrm>
                <a:off x="7623355" y="3930467"/>
                <a:ext cx="1143273" cy="248071"/>
              </a:xfrm>
              <a:custGeom>
                <a:avLst/>
                <a:gdLst/>
                <a:ahLst/>
                <a:cxnLst/>
                <a:rect l="l" t="t" r="r" b="b"/>
                <a:pathLst>
                  <a:path w="23647" h="5131" extrusionOk="0">
                    <a:moveTo>
                      <a:pt x="1" y="276"/>
                    </a:moveTo>
                    <a:cubicBezTo>
                      <a:pt x="1" y="281"/>
                      <a:pt x="1" y="287"/>
                      <a:pt x="0" y="292"/>
                    </a:cubicBezTo>
                    <a:lnTo>
                      <a:pt x="1" y="276"/>
                    </a:lnTo>
                    <a:close/>
                    <a:moveTo>
                      <a:pt x="11" y="1"/>
                    </a:moveTo>
                    <a:lnTo>
                      <a:pt x="1" y="276"/>
                    </a:lnTo>
                    <a:lnTo>
                      <a:pt x="1" y="276"/>
                    </a:lnTo>
                    <a:cubicBezTo>
                      <a:pt x="3" y="221"/>
                      <a:pt x="7" y="195"/>
                      <a:pt x="12" y="195"/>
                    </a:cubicBezTo>
                    <a:cubicBezTo>
                      <a:pt x="86" y="195"/>
                      <a:pt x="436" y="5131"/>
                      <a:pt x="436" y="5131"/>
                    </a:cubicBezTo>
                    <a:lnTo>
                      <a:pt x="23646" y="4754"/>
                    </a:lnTo>
                    <a:lnTo>
                      <a:pt x="22908" y="287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64;p21">
                <a:extLst>
                  <a:ext uri="{FF2B5EF4-FFF2-40B4-BE49-F238E27FC236}">
                    <a16:creationId xmlns:a16="http://schemas.microsoft.com/office/drawing/2014/main" id="{F89B98F0-ACA7-3ABF-873D-C26105AAB084}"/>
                  </a:ext>
                </a:extLst>
              </p:cNvPr>
              <p:cNvSpPr/>
              <p:nvPr/>
            </p:nvSpPr>
            <p:spPr>
              <a:xfrm>
                <a:off x="7677262" y="4073188"/>
                <a:ext cx="104754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1667" h="1059" extrusionOk="0">
                    <a:moveTo>
                      <a:pt x="158" y="0"/>
                    </a:moveTo>
                    <a:cubicBezTo>
                      <a:pt x="56" y="0"/>
                      <a:pt x="3" y="4"/>
                      <a:pt x="3" y="11"/>
                    </a:cubicBezTo>
                    <a:cubicBezTo>
                      <a:pt x="0" y="29"/>
                      <a:pt x="302" y="65"/>
                      <a:pt x="849" y="117"/>
                    </a:cubicBezTo>
                    <a:cubicBezTo>
                      <a:pt x="1396" y="171"/>
                      <a:pt x="2186" y="236"/>
                      <a:pt x="3166" y="308"/>
                    </a:cubicBezTo>
                    <a:cubicBezTo>
                      <a:pt x="5122" y="452"/>
                      <a:pt x="7831" y="623"/>
                      <a:pt x="10822" y="762"/>
                    </a:cubicBezTo>
                    <a:cubicBezTo>
                      <a:pt x="13812" y="904"/>
                      <a:pt x="16524" y="989"/>
                      <a:pt x="18485" y="1030"/>
                    </a:cubicBezTo>
                    <a:cubicBezTo>
                      <a:pt x="19469" y="1051"/>
                      <a:pt x="20261" y="1059"/>
                      <a:pt x="20810" y="1059"/>
                    </a:cubicBezTo>
                    <a:cubicBezTo>
                      <a:pt x="21360" y="1059"/>
                      <a:pt x="21664" y="1051"/>
                      <a:pt x="21664" y="1033"/>
                    </a:cubicBezTo>
                    <a:cubicBezTo>
                      <a:pt x="21667" y="1017"/>
                      <a:pt x="21365" y="992"/>
                      <a:pt x="20815" y="961"/>
                    </a:cubicBezTo>
                    <a:cubicBezTo>
                      <a:pt x="20268" y="930"/>
                      <a:pt x="19474" y="894"/>
                      <a:pt x="18493" y="850"/>
                    </a:cubicBezTo>
                    <a:lnTo>
                      <a:pt x="10835" y="509"/>
                    </a:lnTo>
                    <a:lnTo>
                      <a:pt x="3176" y="127"/>
                    </a:lnTo>
                    <a:cubicBezTo>
                      <a:pt x="2196" y="78"/>
                      <a:pt x="1404" y="39"/>
                      <a:pt x="854" y="19"/>
                    </a:cubicBezTo>
                    <a:cubicBezTo>
                      <a:pt x="536" y="7"/>
                      <a:pt x="300" y="0"/>
                      <a:pt x="158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65;p21">
                <a:extLst>
                  <a:ext uri="{FF2B5EF4-FFF2-40B4-BE49-F238E27FC236}">
                    <a16:creationId xmlns:a16="http://schemas.microsoft.com/office/drawing/2014/main" id="{D5F4D788-09AA-FD10-5657-7E09578DBBFE}"/>
                  </a:ext>
                </a:extLst>
              </p:cNvPr>
              <p:cNvSpPr/>
              <p:nvPr/>
            </p:nvSpPr>
            <p:spPr>
              <a:xfrm>
                <a:off x="7673636" y="4019136"/>
                <a:ext cx="1018488" cy="21805"/>
              </a:xfrm>
              <a:custGeom>
                <a:avLst/>
                <a:gdLst/>
                <a:ahLst/>
                <a:cxnLst/>
                <a:rect l="l" t="t" r="r" b="b"/>
                <a:pathLst>
                  <a:path w="21066" h="451" extrusionOk="0">
                    <a:moveTo>
                      <a:pt x="10107" y="1"/>
                    </a:moveTo>
                    <a:cubicBezTo>
                      <a:pt x="7364" y="1"/>
                      <a:pt x="4891" y="70"/>
                      <a:pt x="3081" y="156"/>
                    </a:cubicBezTo>
                    <a:cubicBezTo>
                      <a:pt x="2129" y="203"/>
                      <a:pt x="1357" y="249"/>
                      <a:pt x="826" y="288"/>
                    </a:cubicBezTo>
                    <a:cubicBezTo>
                      <a:pt x="294" y="329"/>
                      <a:pt x="0" y="360"/>
                      <a:pt x="3" y="378"/>
                    </a:cubicBezTo>
                    <a:cubicBezTo>
                      <a:pt x="3" y="388"/>
                      <a:pt x="125" y="394"/>
                      <a:pt x="356" y="394"/>
                    </a:cubicBezTo>
                    <a:cubicBezTo>
                      <a:pt x="483" y="394"/>
                      <a:pt x="642" y="392"/>
                      <a:pt x="831" y="389"/>
                    </a:cubicBezTo>
                    <a:lnTo>
                      <a:pt x="3089" y="337"/>
                    </a:lnTo>
                    <a:cubicBezTo>
                      <a:pt x="4852" y="296"/>
                      <a:pt x="7240" y="254"/>
                      <a:pt x="9892" y="254"/>
                    </a:cubicBezTo>
                    <a:cubicBezTo>
                      <a:pt x="10105" y="254"/>
                      <a:pt x="10320" y="254"/>
                      <a:pt x="10536" y="254"/>
                    </a:cubicBezTo>
                    <a:cubicBezTo>
                      <a:pt x="13441" y="265"/>
                      <a:pt x="16073" y="324"/>
                      <a:pt x="17980" y="378"/>
                    </a:cubicBezTo>
                    <a:lnTo>
                      <a:pt x="20238" y="443"/>
                    </a:lnTo>
                    <a:cubicBezTo>
                      <a:pt x="20467" y="448"/>
                      <a:pt x="20653" y="451"/>
                      <a:pt x="20790" y="451"/>
                    </a:cubicBezTo>
                    <a:cubicBezTo>
                      <a:pt x="20970" y="451"/>
                      <a:pt x="21066" y="446"/>
                      <a:pt x="21066" y="438"/>
                    </a:cubicBezTo>
                    <a:cubicBezTo>
                      <a:pt x="21066" y="420"/>
                      <a:pt x="20772" y="386"/>
                      <a:pt x="20240" y="342"/>
                    </a:cubicBezTo>
                    <a:cubicBezTo>
                      <a:pt x="19709" y="298"/>
                      <a:pt x="18937" y="249"/>
                      <a:pt x="17985" y="198"/>
                    </a:cubicBezTo>
                    <a:cubicBezTo>
                      <a:pt x="16081" y="97"/>
                      <a:pt x="13446" y="7"/>
                      <a:pt x="10536" y="2"/>
                    </a:cubicBezTo>
                    <a:cubicBezTo>
                      <a:pt x="10392" y="1"/>
                      <a:pt x="10249" y="1"/>
                      <a:pt x="1010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66;p21">
                <a:extLst>
                  <a:ext uri="{FF2B5EF4-FFF2-40B4-BE49-F238E27FC236}">
                    <a16:creationId xmlns:a16="http://schemas.microsoft.com/office/drawing/2014/main" id="{470B7716-A00D-FF39-91A3-4F2055C7A716}"/>
                  </a:ext>
                </a:extLst>
              </p:cNvPr>
              <p:cNvSpPr/>
              <p:nvPr/>
            </p:nvSpPr>
            <p:spPr>
              <a:xfrm>
                <a:off x="7675376" y="3966148"/>
                <a:ext cx="1037344" cy="57098"/>
              </a:xfrm>
              <a:custGeom>
                <a:avLst/>
                <a:gdLst/>
                <a:ahLst/>
                <a:cxnLst/>
                <a:rect l="l" t="t" r="r" b="b"/>
                <a:pathLst>
                  <a:path w="21456" h="1181" extrusionOk="0">
                    <a:moveTo>
                      <a:pt x="6565" y="1"/>
                    </a:moveTo>
                    <a:cubicBezTo>
                      <a:pt x="5922" y="1"/>
                      <a:pt x="5308" y="3"/>
                      <a:pt x="4738" y="16"/>
                    </a:cubicBezTo>
                    <a:cubicBezTo>
                      <a:pt x="4165" y="24"/>
                      <a:pt x="3631" y="42"/>
                      <a:pt x="3146" y="55"/>
                    </a:cubicBezTo>
                    <a:cubicBezTo>
                      <a:pt x="2658" y="71"/>
                      <a:pt x="2219" y="94"/>
                      <a:pt x="1832" y="112"/>
                    </a:cubicBezTo>
                    <a:cubicBezTo>
                      <a:pt x="1445" y="130"/>
                      <a:pt x="1112" y="153"/>
                      <a:pt x="842" y="174"/>
                    </a:cubicBezTo>
                    <a:cubicBezTo>
                      <a:pt x="300" y="212"/>
                      <a:pt x="0" y="241"/>
                      <a:pt x="0" y="259"/>
                    </a:cubicBezTo>
                    <a:cubicBezTo>
                      <a:pt x="0" y="271"/>
                      <a:pt x="130" y="276"/>
                      <a:pt x="372" y="276"/>
                    </a:cubicBezTo>
                    <a:cubicBezTo>
                      <a:pt x="500" y="276"/>
                      <a:pt x="659" y="274"/>
                      <a:pt x="847" y="272"/>
                    </a:cubicBezTo>
                    <a:lnTo>
                      <a:pt x="1838" y="254"/>
                    </a:lnTo>
                    <a:cubicBezTo>
                      <a:pt x="2225" y="249"/>
                      <a:pt x="2663" y="241"/>
                      <a:pt x="3148" y="236"/>
                    </a:cubicBezTo>
                    <a:cubicBezTo>
                      <a:pt x="3636" y="231"/>
                      <a:pt x="4168" y="225"/>
                      <a:pt x="4738" y="225"/>
                    </a:cubicBezTo>
                    <a:cubicBezTo>
                      <a:pt x="4816" y="225"/>
                      <a:pt x="4895" y="225"/>
                      <a:pt x="4975" y="225"/>
                    </a:cubicBezTo>
                    <a:cubicBezTo>
                      <a:pt x="5478" y="225"/>
                      <a:pt x="6010" y="231"/>
                      <a:pt x="6565" y="236"/>
                    </a:cubicBezTo>
                    <a:cubicBezTo>
                      <a:pt x="7850" y="251"/>
                      <a:pt x="9261" y="282"/>
                      <a:pt x="10742" y="347"/>
                    </a:cubicBezTo>
                    <a:cubicBezTo>
                      <a:pt x="12226" y="411"/>
                      <a:pt x="13635" y="499"/>
                      <a:pt x="14917" y="592"/>
                    </a:cubicBezTo>
                    <a:cubicBezTo>
                      <a:pt x="15557" y="643"/>
                      <a:pt x="16166" y="687"/>
                      <a:pt x="16734" y="739"/>
                    </a:cubicBezTo>
                    <a:cubicBezTo>
                      <a:pt x="17304" y="788"/>
                      <a:pt x="17833" y="842"/>
                      <a:pt x="18318" y="886"/>
                    </a:cubicBezTo>
                    <a:cubicBezTo>
                      <a:pt x="18803" y="927"/>
                      <a:pt x="19239" y="976"/>
                      <a:pt x="19624" y="1015"/>
                    </a:cubicBezTo>
                    <a:lnTo>
                      <a:pt x="20609" y="1116"/>
                    </a:lnTo>
                    <a:cubicBezTo>
                      <a:pt x="21029" y="1158"/>
                      <a:pt x="21303" y="1181"/>
                      <a:pt x="21407" y="1181"/>
                    </a:cubicBezTo>
                    <a:cubicBezTo>
                      <a:pt x="21437" y="1181"/>
                      <a:pt x="21452" y="1179"/>
                      <a:pt x="21453" y="1175"/>
                    </a:cubicBezTo>
                    <a:cubicBezTo>
                      <a:pt x="21456" y="1157"/>
                      <a:pt x="21159" y="1103"/>
                      <a:pt x="20622" y="1018"/>
                    </a:cubicBezTo>
                    <a:cubicBezTo>
                      <a:pt x="20354" y="974"/>
                      <a:pt x="20024" y="925"/>
                      <a:pt x="19639" y="873"/>
                    </a:cubicBezTo>
                    <a:cubicBezTo>
                      <a:pt x="19257" y="821"/>
                      <a:pt x="18821" y="765"/>
                      <a:pt x="18339" y="705"/>
                    </a:cubicBezTo>
                    <a:cubicBezTo>
                      <a:pt x="17854" y="649"/>
                      <a:pt x="17325" y="587"/>
                      <a:pt x="16754" y="530"/>
                    </a:cubicBezTo>
                    <a:cubicBezTo>
                      <a:pt x="16184" y="468"/>
                      <a:pt x="15575" y="414"/>
                      <a:pt x="14935" y="357"/>
                    </a:cubicBezTo>
                    <a:cubicBezTo>
                      <a:pt x="13653" y="251"/>
                      <a:pt x="12239" y="156"/>
                      <a:pt x="10755" y="94"/>
                    </a:cubicBezTo>
                    <a:cubicBezTo>
                      <a:pt x="9269" y="32"/>
                      <a:pt x="7852" y="3"/>
                      <a:pt x="6565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1" name="Google Shape;336;p22">
            <a:extLst>
              <a:ext uri="{FF2B5EF4-FFF2-40B4-BE49-F238E27FC236}">
                <a16:creationId xmlns:a16="http://schemas.microsoft.com/office/drawing/2014/main" id="{A9FC897A-6A31-0FF9-979C-5A925B512309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41927F60-0521-EA3B-FB38-03412481FA0C}"/>
              </a:ext>
            </a:extLst>
          </p:cNvPr>
          <p:cNvSpPr txBox="1"/>
          <p:nvPr/>
        </p:nvSpPr>
        <p:spPr>
          <a:xfrm>
            <a:off x="6798427" y="1363132"/>
            <a:ext cx="34197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</a:t>
            </a: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</a:rPr>
              <a:t>GFPI-F-165V3Formato Selección Modificación Alternativa de etapa productiva</a:t>
            </a:r>
          </a:p>
        </p:txBody>
      </p:sp>
      <p:sp>
        <p:nvSpPr>
          <p:cNvPr id="133" name="Google Shape;457;p5">
            <a:extLst>
              <a:ext uri="{FF2B5EF4-FFF2-40B4-BE49-F238E27FC236}">
                <a16:creationId xmlns:a16="http://schemas.microsoft.com/office/drawing/2014/main" id="{F30DA538-157A-989D-9883-4C8FE704491D}"/>
              </a:ext>
            </a:extLst>
          </p:cNvPr>
          <p:cNvSpPr txBox="1"/>
          <p:nvPr/>
        </p:nvSpPr>
        <p:spPr>
          <a:xfrm>
            <a:off x="6773244" y="5311319"/>
            <a:ext cx="2919424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Certificados vigentes afiliación a EPS / ARL y fondo de pensiones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134" name="Google Shape;456;p5">
            <a:extLst>
              <a:ext uri="{FF2B5EF4-FFF2-40B4-BE49-F238E27FC236}">
                <a16:creationId xmlns:a16="http://schemas.microsoft.com/office/drawing/2014/main" id="{12FB5E11-7718-5BC2-A46F-8A2D46B42898}"/>
              </a:ext>
            </a:extLst>
          </p:cNvPr>
          <p:cNvSpPr txBox="1"/>
          <p:nvPr/>
        </p:nvSpPr>
        <p:spPr>
          <a:xfrm>
            <a:off x="6815353" y="4181570"/>
            <a:ext cx="3291949" cy="687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Aceptación de la empresa en desarrollar la practica por esta modalidad, Cámara de Comercio y RUT</a:t>
            </a:r>
            <a:r>
              <a:rPr lang="es-ES" sz="12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5" name="Google Shape;452;p5">
            <a:extLst>
              <a:ext uri="{FF2B5EF4-FFF2-40B4-BE49-F238E27FC236}">
                <a16:creationId xmlns:a16="http://schemas.microsoft.com/office/drawing/2014/main" id="{203CF4C6-5992-CC88-D8A8-35B688C89FAC}"/>
              </a:ext>
            </a:extLst>
          </p:cNvPr>
          <p:cNvSpPr txBox="1"/>
          <p:nvPr/>
        </p:nvSpPr>
        <p:spPr>
          <a:xfrm>
            <a:off x="6859674" y="2385375"/>
            <a:ext cx="3546195" cy="1368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Contrato laboral o de prestación de servicios, 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Certificación Laboral  horarios / funciones relacionadas con las competencias del programa de formación Consentimiento del empleador</a:t>
            </a:r>
            <a:r>
              <a:rPr lang="es-ES" sz="11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. </a:t>
            </a:r>
          </a:p>
        </p:txBody>
      </p:sp>
      <p:sp>
        <p:nvSpPr>
          <p:cNvPr id="137" name="Google Shape;953;p41">
            <a:extLst>
              <a:ext uri="{FF2B5EF4-FFF2-40B4-BE49-F238E27FC236}">
                <a16:creationId xmlns:a16="http://schemas.microsoft.com/office/drawing/2014/main" id="{B17037C2-7DAB-3618-942A-50717F8470CD}"/>
              </a:ext>
            </a:extLst>
          </p:cNvPr>
          <p:cNvSpPr/>
          <p:nvPr/>
        </p:nvSpPr>
        <p:spPr>
          <a:xfrm>
            <a:off x="6383980" y="2509223"/>
            <a:ext cx="431373" cy="398203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138" name="Google Shape;953;p41">
            <a:extLst>
              <a:ext uri="{FF2B5EF4-FFF2-40B4-BE49-F238E27FC236}">
                <a16:creationId xmlns:a16="http://schemas.microsoft.com/office/drawing/2014/main" id="{D614A044-A03A-8C4E-102D-3E75A999F437}"/>
              </a:ext>
            </a:extLst>
          </p:cNvPr>
          <p:cNvSpPr/>
          <p:nvPr/>
        </p:nvSpPr>
        <p:spPr>
          <a:xfrm>
            <a:off x="6413102" y="4351833"/>
            <a:ext cx="431373" cy="398203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139" name="Google Shape;953;p41">
            <a:extLst>
              <a:ext uri="{FF2B5EF4-FFF2-40B4-BE49-F238E27FC236}">
                <a16:creationId xmlns:a16="http://schemas.microsoft.com/office/drawing/2014/main" id="{433635BF-CA8D-9FDF-DD6E-C609918B943C}"/>
              </a:ext>
            </a:extLst>
          </p:cNvPr>
          <p:cNvSpPr/>
          <p:nvPr/>
        </p:nvSpPr>
        <p:spPr>
          <a:xfrm>
            <a:off x="6398126" y="5693076"/>
            <a:ext cx="431373" cy="398203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140" name="Google Shape;954;p41">
            <a:extLst>
              <a:ext uri="{FF2B5EF4-FFF2-40B4-BE49-F238E27FC236}">
                <a16:creationId xmlns:a16="http://schemas.microsoft.com/office/drawing/2014/main" id="{2E1D45B2-7C58-3E2A-08B9-CA6532571C97}"/>
              </a:ext>
            </a:extLst>
          </p:cNvPr>
          <p:cNvSpPr/>
          <p:nvPr/>
        </p:nvSpPr>
        <p:spPr>
          <a:xfrm>
            <a:off x="6514568" y="2635177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141" name="Google Shape;954;p41">
            <a:extLst>
              <a:ext uri="{FF2B5EF4-FFF2-40B4-BE49-F238E27FC236}">
                <a16:creationId xmlns:a16="http://schemas.microsoft.com/office/drawing/2014/main" id="{58DB8377-8F7C-0197-1D9D-D1EF861430DC}"/>
              </a:ext>
            </a:extLst>
          </p:cNvPr>
          <p:cNvSpPr/>
          <p:nvPr/>
        </p:nvSpPr>
        <p:spPr>
          <a:xfrm>
            <a:off x="6543690" y="4483655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146" name="Google Shape;954;p41">
            <a:extLst>
              <a:ext uri="{FF2B5EF4-FFF2-40B4-BE49-F238E27FC236}">
                <a16:creationId xmlns:a16="http://schemas.microsoft.com/office/drawing/2014/main" id="{59043C64-AA0B-4DF5-16CA-1E3D7D02BACA}"/>
              </a:ext>
            </a:extLst>
          </p:cNvPr>
          <p:cNvSpPr/>
          <p:nvPr/>
        </p:nvSpPr>
        <p:spPr>
          <a:xfrm>
            <a:off x="6532762" y="5818371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942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F55B-23E7-C675-1731-F09BDD2C6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upo 141">
            <a:extLst>
              <a:ext uri="{FF2B5EF4-FFF2-40B4-BE49-F238E27FC236}">
                <a16:creationId xmlns:a16="http://schemas.microsoft.com/office/drawing/2014/main" id="{6ED71D93-E1E8-0EDA-3F87-14693DB69145}"/>
              </a:ext>
            </a:extLst>
          </p:cNvPr>
          <p:cNvGrpSpPr/>
          <p:nvPr/>
        </p:nvGrpSpPr>
        <p:grpSpPr>
          <a:xfrm>
            <a:off x="-111692" y="258444"/>
            <a:ext cx="10568434" cy="6223973"/>
            <a:chOff x="317132" y="409728"/>
            <a:chExt cx="8311535" cy="4572276"/>
          </a:xfrm>
        </p:grpSpPr>
        <p:grpSp>
          <p:nvGrpSpPr>
            <p:cNvPr id="143" name="Google Shape;417;p24">
              <a:extLst>
                <a:ext uri="{FF2B5EF4-FFF2-40B4-BE49-F238E27FC236}">
                  <a16:creationId xmlns:a16="http://schemas.microsoft.com/office/drawing/2014/main" id="{183E9FB9-0E6E-1DC3-2D07-D2F0183DC5D3}"/>
                </a:ext>
              </a:extLst>
            </p:cNvPr>
            <p:cNvGrpSpPr/>
            <p:nvPr/>
          </p:nvGrpSpPr>
          <p:grpSpPr>
            <a:xfrm>
              <a:off x="5186592" y="454529"/>
              <a:ext cx="3442075" cy="4472582"/>
              <a:chOff x="5335450" y="305675"/>
              <a:chExt cx="3442075" cy="4435325"/>
            </a:xfrm>
          </p:grpSpPr>
          <p:sp>
            <p:nvSpPr>
              <p:cNvPr id="202" name="Google Shape;418;p24">
                <a:extLst>
                  <a:ext uri="{FF2B5EF4-FFF2-40B4-BE49-F238E27FC236}">
                    <a16:creationId xmlns:a16="http://schemas.microsoft.com/office/drawing/2014/main" id="{9569B6E7-0914-B140-CE1D-F967D998F4C2}"/>
                  </a:ext>
                </a:extLst>
              </p:cNvPr>
              <p:cNvSpPr/>
              <p:nvPr/>
            </p:nvSpPr>
            <p:spPr>
              <a:xfrm>
                <a:off x="5422625" y="366700"/>
                <a:ext cx="3354900" cy="4374300"/>
              </a:xfrm>
              <a:prstGeom prst="rect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419;p24">
                <a:extLst>
                  <a:ext uri="{FF2B5EF4-FFF2-40B4-BE49-F238E27FC236}">
                    <a16:creationId xmlns:a16="http://schemas.microsoft.com/office/drawing/2014/main" id="{F1DBEAC2-E6D5-3955-7417-BFA87D5196CA}"/>
                  </a:ext>
                </a:extLst>
              </p:cNvPr>
              <p:cNvSpPr/>
              <p:nvPr/>
            </p:nvSpPr>
            <p:spPr>
              <a:xfrm>
                <a:off x="5335450" y="305675"/>
                <a:ext cx="226800" cy="215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" name="Google Shape;420;p24">
              <a:extLst>
                <a:ext uri="{FF2B5EF4-FFF2-40B4-BE49-F238E27FC236}">
                  <a16:creationId xmlns:a16="http://schemas.microsoft.com/office/drawing/2014/main" id="{A3875D10-AD57-BB51-06F0-2F57BBDFBA3E}"/>
                </a:ext>
              </a:extLst>
            </p:cNvPr>
            <p:cNvSpPr/>
            <p:nvPr/>
          </p:nvSpPr>
          <p:spPr>
            <a:xfrm>
              <a:off x="5375546" y="569004"/>
              <a:ext cx="3216300" cy="4413000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400">
                <a:buClr>
                  <a:srgbClr val="000000"/>
                </a:buClr>
                <a:buFont typeface="Arial"/>
                <a:buNone/>
              </a:pPr>
              <a:endParaRPr lang="es-CO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45" name="Google Shape;421;p24">
              <a:extLst>
                <a:ext uri="{FF2B5EF4-FFF2-40B4-BE49-F238E27FC236}">
                  <a16:creationId xmlns:a16="http://schemas.microsoft.com/office/drawing/2014/main" id="{1245C470-A20D-A977-1B56-BD3971D35317}"/>
                </a:ext>
              </a:extLst>
            </p:cNvPr>
            <p:cNvGrpSpPr/>
            <p:nvPr/>
          </p:nvGrpSpPr>
          <p:grpSpPr>
            <a:xfrm>
              <a:off x="1055004" y="514104"/>
              <a:ext cx="3355775" cy="4413000"/>
              <a:chOff x="1055000" y="365250"/>
              <a:chExt cx="3355775" cy="4413000"/>
            </a:xfrm>
          </p:grpSpPr>
          <p:sp>
            <p:nvSpPr>
              <p:cNvPr id="200" name="Google Shape;422;p24">
                <a:extLst>
                  <a:ext uri="{FF2B5EF4-FFF2-40B4-BE49-F238E27FC236}">
                    <a16:creationId xmlns:a16="http://schemas.microsoft.com/office/drawing/2014/main" id="{8D81FD68-4ADA-3E7A-4535-D824C0B49AF4}"/>
                  </a:ext>
                </a:extLst>
              </p:cNvPr>
              <p:cNvSpPr/>
              <p:nvPr/>
            </p:nvSpPr>
            <p:spPr>
              <a:xfrm>
                <a:off x="1055000" y="512400"/>
                <a:ext cx="3216300" cy="4228500"/>
              </a:xfrm>
              <a:prstGeom prst="rect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423;p24">
                <a:extLst>
                  <a:ext uri="{FF2B5EF4-FFF2-40B4-BE49-F238E27FC236}">
                    <a16:creationId xmlns:a16="http://schemas.microsoft.com/office/drawing/2014/main" id="{B83D183D-5181-8ECB-EEA2-AD4DB7DC19ED}"/>
                  </a:ext>
                </a:extLst>
              </p:cNvPr>
              <p:cNvSpPr/>
              <p:nvPr/>
            </p:nvSpPr>
            <p:spPr>
              <a:xfrm>
                <a:off x="1194475" y="365250"/>
                <a:ext cx="3216300" cy="4413000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9" name="Google Shape;425;p24">
              <a:extLst>
                <a:ext uri="{FF2B5EF4-FFF2-40B4-BE49-F238E27FC236}">
                  <a16:creationId xmlns:a16="http://schemas.microsoft.com/office/drawing/2014/main" id="{4F057B1C-293E-5D94-88CD-DDF5833205AF}"/>
                </a:ext>
              </a:extLst>
            </p:cNvPr>
            <p:cNvSpPr txBox="1">
              <a:spLocks/>
            </p:cNvSpPr>
            <p:nvPr/>
          </p:nvSpPr>
          <p:spPr>
            <a:xfrm>
              <a:off x="1008539" y="409728"/>
              <a:ext cx="3498799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defRPr sz="2400" b="0" i="0" u="none" strike="noStrike" cap="none">
                  <a:solidFill>
                    <a:srgbClr val="000000"/>
                  </a:solidFill>
                  <a:latin typeface="Amatic SC"/>
                  <a:ea typeface="Amatic SC"/>
                  <a:cs typeface="Amatic SC"/>
                  <a:sym typeface="Amatic SC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tabLst/>
                <a:defRPr/>
              </a:pPr>
              <a:r>
                <a:rPr lang="es-CO" sz="3200" kern="0" dirty="0">
                  <a:solidFill>
                    <a:srgbClr val="1E2128"/>
                  </a:solidFill>
                  <a:latin typeface="Bahnschrift SemiLight Condensed" panose="020B0502040204020203" pitchFamily="34" charset="0"/>
                </a:rPr>
                <a:t>Vinculo Formativo (Pasantía)</a:t>
              </a:r>
              <a:endParaRPr kumimoji="0" lang="es-CO" sz="3200" b="0" i="0" u="none" strike="noStrike" kern="0" cap="none" spc="0" normalizeH="0" baseline="0" noProof="0" dirty="0">
                <a:ln>
                  <a:noFill/>
                </a:ln>
                <a:solidFill>
                  <a:srgbClr val="1E2128"/>
                </a:solidFill>
                <a:effectLst/>
                <a:uLnTx/>
                <a:uFillTx/>
                <a:latin typeface="Bahnschrift SemiLight Condensed" panose="020B0502040204020203" pitchFamily="34" charset="0"/>
                <a:sym typeface="Amatic SC"/>
              </a:endParaRPr>
            </a:p>
          </p:txBody>
        </p:sp>
        <p:sp>
          <p:nvSpPr>
            <p:cNvPr id="150" name="Google Shape;427;p24">
              <a:extLst>
                <a:ext uri="{FF2B5EF4-FFF2-40B4-BE49-F238E27FC236}">
                  <a16:creationId xmlns:a16="http://schemas.microsoft.com/office/drawing/2014/main" id="{E3546381-75E3-98F6-06F0-6537C09D7307}"/>
                </a:ext>
              </a:extLst>
            </p:cNvPr>
            <p:cNvSpPr txBox="1">
              <a:spLocks/>
            </p:cNvSpPr>
            <p:nvPr/>
          </p:nvSpPr>
          <p:spPr>
            <a:xfrm>
              <a:off x="5581189" y="535896"/>
              <a:ext cx="2842858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defRPr sz="2400" b="0" i="0" u="none" strike="noStrike" cap="none">
                  <a:solidFill>
                    <a:srgbClr val="000000"/>
                  </a:solidFill>
                  <a:latin typeface="Amatic SC"/>
                  <a:ea typeface="Amatic SC"/>
                  <a:cs typeface="Amatic SC"/>
                  <a:sym typeface="Amatic SC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s-CO" sz="3200" b="1" dirty="0">
                  <a:solidFill>
                    <a:schemeClr val="bg1"/>
                  </a:solidFill>
                  <a:latin typeface="Bahnschrift SemiLight Condensed" panose="020B0502040204020203" pitchFamily="34" charset="0"/>
                </a:rPr>
                <a:t>Documentos Requeridos</a:t>
              </a:r>
            </a:p>
          </p:txBody>
        </p:sp>
        <p:grpSp>
          <p:nvGrpSpPr>
            <p:cNvPr id="151" name="Google Shape;952;p41">
              <a:extLst>
                <a:ext uri="{FF2B5EF4-FFF2-40B4-BE49-F238E27FC236}">
                  <a16:creationId xmlns:a16="http://schemas.microsoft.com/office/drawing/2014/main" id="{BE53EC06-F51F-062B-F4C4-411EF7B4D57C}"/>
                </a:ext>
              </a:extLst>
            </p:cNvPr>
            <p:cNvGrpSpPr/>
            <p:nvPr/>
          </p:nvGrpSpPr>
          <p:grpSpPr>
            <a:xfrm>
              <a:off x="5434156" y="1237602"/>
              <a:ext cx="339253" cy="292529"/>
              <a:chOff x="877387" y="3097297"/>
              <a:chExt cx="481825" cy="415465"/>
            </a:xfrm>
            <a:solidFill>
              <a:srgbClr val="FF9966"/>
            </a:solidFill>
          </p:grpSpPr>
          <p:sp>
            <p:nvSpPr>
              <p:cNvPr id="198" name="Google Shape;953;p41">
                <a:extLst>
                  <a:ext uri="{FF2B5EF4-FFF2-40B4-BE49-F238E27FC236}">
                    <a16:creationId xmlns:a16="http://schemas.microsoft.com/office/drawing/2014/main" id="{469E8E02-76BD-EE26-0099-5F4CFD923687}"/>
                  </a:ext>
                </a:extLst>
              </p:cNvPr>
              <p:cNvSpPr/>
              <p:nvPr/>
            </p:nvSpPr>
            <p:spPr>
              <a:xfrm>
                <a:off x="877387" y="3097297"/>
                <a:ext cx="481825" cy="41546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99" name="Google Shape;954;p41">
                <a:extLst>
                  <a:ext uri="{FF2B5EF4-FFF2-40B4-BE49-F238E27FC236}">
                    <a16:creationId xmlns:a16="http://schemas.microsoft.com/office/drawing/2014/main" id="{D5A6AEBC-BE46-89BE-33EA-1B5D67EE406E}"/>
                  </a:ext>
                </a:extLst>
              </p:cNvPr>
              <p:cNvSpPr/>
              <p:nvPr/>
            </p:nvSpPr>
            <p:spPr>
              <a:xfrm>
                <a:off x="1023248" y="3256361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grpSp>
          <p:nvGrpSpPr>
            <p:cNvPr id="152" name="Google Shape;952;p41">
              <a:extLst>
                <a:ext uri="{FF2B5EF4-FFF2-40B4-BE49-F238E27FC236}">
                  <a16:creationId xmlns:a16="http://schemas.microsoft.com/office/drawing/2014/main" id="{CDBE1A36-0E3B-6680-92F3-9F12A037F464}"/>
                </a:ext>
              </a:extLst>
            </p:cNvPr>
            <p:cNvGrpSpPr/>
            <p:nvPr/>
          </p:nvGrpSpPr>
          <p:grpSpPr>
            <a:xfrm>
              <a:off x="5437849" y="2571472"/>
              <a:ext cx="339253" cy="339253"/>
              <a:chOff x="832264" y="3242197"/>
              <a:chExt cx="481825" cy="481825"/>
            </a:xfrm>
            <a:solidFill>
              <a:srgbClr val="FF9966"/>
            </a:solidFill>
          </p:grpSpPr>
          <p:sp>
            <p:nvSpPr>
              <p:cNvPr id="196" name="Google Shape;953;p41">
                <a:extLst>
                  <a:ext uri="{FF2B5EF4-FFF2-40B4-BE49-F238E27FC236}">
                    <a16:creationId xmlns:a16="http://schemas.microsoft.com/office/drawing/2014/main" id="{7B69ABCB-59D0-B926-314B-300BC5A60B11}"/>
                  </a:ext>
                </a:extLst>
              </p:cNvPr>
              <p:cNvSpPr/>
              <p:nvPr/>
            </p:nvSpPr>
            <p:spPr>
              <a:xfrm>
                <a:off x="832264" y="3242197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97" name="Google Shape;954;p41">
                <a:extLst>
                  <a:ext uri="{FF2B5EF4-FFF2-40B4-BE49-F238E27FC236}">
                    <a16:creationId xmlns:a16="http://schemas.microsoft.com/office/drawing/2014/main" id="{4763844C-838F-E168-A26E-EE8EEEF2BCDB}"/>
                  </a:ext>
                </a:extLst>
              </p:cNvPr>
              <p:cNvSpPr/>
              <p:nvPr/>
            </p:nvSpPr>
            <p:spPr>
              <a:xfrm>
                <a:off x="962531" y="3420233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grpSp>
          <p:nvGrpSpPr>
            <p:cNvPr id="153" name="Google Shape;952;p41">
              <a:extLst>
                <a:ext uri="{FF2B5EF4-FFF2-40B4-BE49-F238E27FC236}">
                  <a16:creationId xmlns:a16="http://schemas.microsoft.com/office/drawing/2014/main" id="{2D06822B-1E1F-2753-D227-C3DEE0E7E021}"/>
                </a:ext>
              </a:extLst>
            </p:cNvPr>
            <p:cNvGrpSpPr/>
            <p:nvPr/>
          </p:nvGrpSpPr>
          <p:grpSpPr>
            <a:xfrm>
              <a:off x="1365188" y="2969764"/>
              <a:ext cx="339253" cy="339253"/>
              <a:chOff x="1423653" y="5023845"/>
              <a:chExt cx="481825" cy="481825"/>
            </a:xfrm>
            <a:solidFill>
              <a:srgbClr val="02906B"/>
            </a:solidFill>
          </p:grpSpPr>
          <p:sp>
            <p:nvSpPr>
              <p:cNvPr id="194" name="Google Shape;953;p41">
                <a:extLst>
                  <a:ext uri="{FF2B5EF4-FFF2-40B4-BE49-F238E27FC236}">
                    <a16:creationId xmlns:a16="http://schemas.microsoft.com/office/drawing/2014/main" id="{E23A16F3-0602-AF09-ACC1-F42AAFF45663}"/>
                  </a:ext>
                </a:extLst>
              </p:cNvPr>
              <p:cNvSpPr/>
              <p:nvPr/>
            </p:nvSpPr>
            <p:spPr>
              <a:xfrm>
                <a:off x="1423653" y="5023845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95" name="Google Shape;954;p41">
                <a:extLst>
                  <a:ext uri="{FF2B5EF4-FFF2-40B4-BE49-F238E27FC236}">
                    <a16:creationId xmlns:a16="http://schemas.microsoft.com/office/drawing/2014/main" id="{CDA12BB5-37C0-529A-B34E-F23BCB2B3084}"/>
                  </a:ext>
                </a:extLst>
              </p:cNvPr>
              <p:cNvSpPr/>
              <p:nvPr/>
            </p:nvSpPr>
            <p:spPr>
              <a:xfrm>
                <a:off x="1568525" y="5214674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154" name="Google Shape;424;p24">
              <a:extLst>
                <a:ext uri="{FF2B5EF4-FFF2-40B4-BE49-F238E27FC236}">
                  <a16:creationId xmlns:a16="http://schemas.microsoft.com/office/drawing/2014/main" id="{D6B9EADB-A792-BB91-AEE3-A9F4A2C80E11}"/>
                </a:ext>
              </a:extLst>
            </p:cNvPr>
            <p:cNvSpPr txBox="1">
              <a:spLocks/>
            </p:cNvSpPr>
            <p:nvPr/>
          </p:nvSpPr>
          <p:spPr>
            <a:xfrm>
              <a:off x="1711917" y="4003186"/>
              <a:ext cx="2795421" cy="7482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No se recibe remuneración económica, a menos que la concerté directamente con la institución donde realizara la etapa productiva </a:t>
              </a:r>
            </a:p>
          </p:txBody>
        </p:sp>
        <p:sp>
          <p:nvSpPr>
            <p:cNvPr id="155" name="Google Shape;424;p24">
              <a:extLst>
                <a:ext uri="{FF2B5EF4-FFF2-40B4-BE49-F238E27FC236}">
                  <a16:creationId xmlns:a16="http://schemas.microsoft.com/office/drawing/2014/main" id="{26B3E5C1-08DF-F0DE-547A-ED521857C7F4}"/>
                </a:ext>
              </a:extLst>
            </p:cNvPr>
            <p:cNvSpPr txBox="1">
              <a:spLocks/>
            </p:cNvSpPr>
            <p:nvPr/>
          </p:nvSpPr>
          <p:spPr>
            <a:xfrm>
              <a:off x="1690326" y="2370096"/>
              <a:ext cx="2575749" cy="47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s-E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La asesoría a PYMES</a:t>
              </a:r>
              <a:r>
                <a:rPr kumimoji="0" lang="es-E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Wingdings" panose="05000000000000000000" pitchFamily="2" charset="2"/>
                <a:buChar char="ü"/>
                <a:tabLst/>
                <a:defRPr/>
              </a:pPr>
              <a:r>
                <a:rPr lang="es-ES" sz="1600" b="1" kern="0" dirty="0">
                  <a:solidFill>
                    <a:schemeClr val="tx1"/>
                  </a:solidFill>
                </a:rPr>
                <a:t>Apoyo a una unidad Productiva Familiar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Wingdings" panose="05000000000000000000" pitchFamily="2" charset="2"/>
                <a:buChar char="ü"/>
                <a:tabLst/>
                <a:defRPr/>
              </a:pPr>
              <a:r>
                <a:rPr lang="es-ES" sz="1600" b="1" kern="0" dirty="0">
                  <a:solidFill>
                    <a:schemeClr val="tx1"/>
                  </a:solidFill>
                </a:rPr>
                <a:t>De apoyo a una institución estatal nacional, territorial, ONG, o una entidad sin ánimo de lucro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tabLst/>
                <a:defRPr/>
              </a:pPr>
              <a:endPara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1E2128"/>
                </a:solidFill>
                <a:effectLst/>
                <a:uLnTx/>
                <a:uFillTx/>
                <a:latin typeface="Roboto Light"/>
                <a:sym typeface="Roboto Light"/>
              </a:endParaRPr>
            </a:p>
          </p:txBody>
        </p:sp>
        <p:grpSp>
          <p:nvGrpSpPr>
            <p:cNvPr id="156" name="Google Shape;952;p41">
              <a:extLst>
                <a:ext uri="{FF2B5EF4-FFF2-40B4-BE49-F238E27FC236}">
                  <a16:creationId xmlns:a16="http://schemas.microsoft.com/office/drawing/2014/main" id="{2AF5E859-14B5-0E6C-7B28-B93E04E53785}"/>
                </a:ext>
              </a:extLst>
            </p:cNvPr>
            <p:cNvGrpSpPr/>
            <p:nvPr/>
          </p:nvGrpSpPr>
          <p:grpSpPr>
            <a:xfrm>
              <a:off x="1409896" y="4135445"/>
              <a:ext cx="339253" cy="339253"/>
              <a:chOff x="1492675" y="4992125"/>
              <a:chExt cx="481825" cy="481825"/>
            </a:xfrm>
            <a:solidFill>
              <a:srgbClr val="02906B"/>
            </a:solidFill>
          </p:grpSpPr>
          <p:sp>
            <p:nvSpPr>
              <p:cNvPr id="192" name="Google Shape;953;p41">
                <a:extLst>
                  <a:ext uri="{FF2B5EF4-FFF2-40B4-BE49-F238E27FC236}">
                    <a16:creationId xmlns:a16="http://schemas.microsoft.com/office/drawing/2014/main" id="{53B444DF-6247-4691-8135-6B7760106EEB}"/>
                  </a:ext>
                </a:extLst>
              </p:cNvPr>
              <p:cNvSpPr/>
              <p:nvPr/>
            </p:nvSpPr>
            <p:spPr>
              <a:xfrm>
                <a:off x="1492675" y="4992125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93" name="Google Shape;954;p41">
                <a:extLst>
                  <a:ext uri="{FF2B5EF4-FFF2-40B4-BE49-F238E27FC236}">
                    <a16:creationId xmlns:a16="http://schemas.microsoft.com/office/drawing/2014/main" id="{C87C600A-2FED-1FC5-9082-2610A7BD04D7}"/>
                  </a:ext>
                </a:extLst>
              </p:cNvPr>
              <p:cNvSpPr/>
              <p:nvPr/>
            </p:nvSpPr>
            <p:spPr>
              <a:xfrm>
                <a:off x="1639625" y="5170175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grpSp>
          <p:nvGrpSpPr>
            <p:cNvPr id="157" name="Google Shape;254;p21">
              <a:extLst>
                <a:ext uri="{FF2B5EF4-FFF2-40B4-BE49-F238E27FC236}">
                  <a16:creationId xmlns:a16="http://schemas.microsoft.com/office/drawing/2014/main" id="{01DA2058-DF90-B26E-B847-D982FCFD17EA}"/>
                </a:ext>
              </a:extLst>
            </p:cNvPr>
            <p:cNvGrpSpPr/>
            <p:nvPr/>
          </p:nvGrpSpPr>
          <p:grpSpPr>
            <a:xfrm>
              <a:off x="322969" y="4062681"/>
              <a:ext cx="1088987" cy="896743"/>
              <a:chOff x="7605998" y="3886472"/>
              <a:chExt cx="1302190" cy="896743"/>
            </a:xfrm>
          </p:grpSpPr>
          <p:sp>
            <p:nvSpPr>
              <p:cNvPr id="180" name="Google Shape;255;p21">
                <a:extLst>
                  <a:ext uri="{FF2B5EF4-FFF2-40B4-BE49-F238E27FC236}">
                    <a16:creationId xmlns:a16="http://schemas.microsoft.com/office/drawing/2014/main" id="{38DE58BB-4344-FB69-B106-D1CF25665057}"/>
                  </a:ext>
                </a:extLst>
              </p:cNvPr>
              <p:cNvSpPr/>
              <p:nvPr/>
            </p:nvSpPr>
            <p:spPr>
              <a:xfrm>
                <a:off x="7751571" y="4471035"/>
                <a:ext cx="1156617" cy="312180"/>
              </a:xfrm>
              <a:custGeom>
                <a:avLst/>
                <a:gdLst/>
                <a:ahLst/>
                <a:cxnLst/>
                <a:rect l="l" t="t" r="r" b="b"/>
                <a:pathLst>
                  <a:path w="23923" h="6457" extrusionOk="0">
                    <a:moveTo>
                      <a:pt x="1" y="0"/>
                    </a:moveTo>
                    <a:lnTo>
                      <a:pt x="620" y="6456"/>
                    </a:lnTo>
                    <a:lnTo>
                      <a:pt x="23923" y="5757"/>
                    </a:lnTo>
                    <a:lnTo>
                      <a:pt x="22803" y="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256;p21">
                <a:extLst>
                  <a:ext uri="{FF2B5EF4-FFF2-40B4-BE49-F238E27FC236}">
                    <a16:creationId xmlns:a16="http://schemas.microsoft.com/office/drawing/2014/main" id="{C04AFC27-CE70-798C-A6E9-111BCDD6DDDF}"/>
                  </a:ext>
                </a:extLst>
              </p:cNvPr>
              <p:cNvSpPr/>
              <p:nvPr/>
            </p:nvSpPr>
            <p:spPr>
              <a:xfrm>
                <a:off x="8003459" y="4592773"/>
                <a:ext cx="689822" cy="57969"/>
              </a:xfrm>
              <a:custGeom>
                <a:avLst/>
                <a:gdLst/>
                <a:ahLst/>
                <a:cxnLst/>
                <a:rect l="l" t="t" r="r" b="b"/>
                <a:pathLst>
                  <a:path w="14268" h="1199" extrusionOk="0">
                    <a:moveTo>
                      <a:pt x="3" y="1"/>
                    </a:moveTo>
                    <a:lnTo>
                      <a:pt x="1" y="1170"/>
                    </a:lnTo>
                    <a:lnTo>
                      <a:pt x="14265" y="1198"/>
                    </a:lnTo>
                    <a:lnTo>
                      <a:pt x="14267" y="29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257;p21">
                <a:extLst>
                  <a:ext uri="{FF2B5EF4-FFF2-40B4-BE49-F238E27FC236}">
                    <a16:creationId xmlns:a16="http://schemas.microsoft.com/office/drawing/2014/main" id="{391C7504-5D8C-158D-0810-F2267AC69204}"/>
                  </a:ext>
                </a:extLst>
              </p:cNvPr>
              <p:cNvSpPr/>
              <p:nvPr/>
            </p:nvSpPr>
            <p:spPr>
              <a:xfrm>
                <a:off x="7606627" y="4182355"/>
                <a:ext cx="1153620" cy="312422"/>
              </a:xfrm>
              <a:custGeom>
                <a:avLst/>
                <a:gdLst/>
                <a:ahLst/>
                <a:cxnLst/>
                <a:rect l="l" t="t" r="r" b="b"/>
                <a:pathLst>
                  <a:path w="23861" h="6462" extrusionOk="0">
                    <a:moveTo>
                      <a:pt x="1" y="1"/>
                    </a:moveTo>
                    <a:lnTo>
                      <a:pt x="553" y="6462"/>
                    </a:lnTo>
                    <a:lnTo>
                      <a:pt x="23861" y="6010"/>
                    </a:lnTo>
                    <a:lnTo>
                      <a:pt x="22800" y="2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258;p21">
                <a:extLst>
                  <a:ext uri="{FF2B5EF4-FFF2-40B4-BE49-F238E27FC236}">
                    <a16:creationId xmlns:a16="http://schemas.microsoft.com/office/drawing/2014/main" id="{4B808693-0D18-83D9-B280-41BD00CE4407}"/>
                  </a:ext>
                </a:extLst>
              </p:cNvPr>
              <p:cNvSpPr/>
              <p:nvPr/>
            </p:nvSpPr>
            <p:spPr>
              <a:xfrm>
                <a:off x="7605998" y="4219147"/>
                <a:ext cx="1147286" cy="254936"/>
              </a:xfrm>
              <a:custGeom>
                <a:avLst/>
                <a:gdLst/>
                <a:ahLst/>
                <a:cxnLst/>
                <a:rect l="l" t="t" r="r" b="b"/>
                <a:pathLst>
                  <a:path w="23730" h="5273" extrusionOk="0">
                    <a:moveTo>
                      <a:pt x="22904" y="1"/>
                    </a:moveTo>
                    <a:lnTo>
                      <a:pt x="3" y="153"/>
                    </a:lnTo>
                    <a:lnTo>
                      <a:pt x="1" y="445"/>
                    </a:lnTo>
                    <a:cubicBezTo>
                      <a:pt x="1" y="378"/>
                      <a:pt x="5" y="347"/>
                      <a:pt x="11" y="347"/>
                    </a:cubicBezTo>
                    <a:cubicBezTo>
                      <a:pt x="84" y="347"/>
                      <a:pt x="530" y="5272"/>
                      <a:pt x="530" y="5272"/>
                    </a:cubicBezTo>
                    <a:lnTo>
                      <a:pt x="23729" y="4452"/>
                    </a:lnTo>
                    <a:lnTo>
                      <a:pt x="22904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259;p21">
                <a:extLst>
                  <a:ext uri="{FF2B5EF4-FFF2-40B4-BE49-F238E27FC236}">
                    <a16:creationId xmlns:a16="http://schemas.microsoft.com/office/drawing/2014/main" id="{8AD9B974-FD4E-BF95-1E8F-2A2941302A98}"/>
                  </a:ext>
                </a:extLst>
              </p:cNvPr>
              <p:cNvSpPr/>
              <p:nvPr/>
            </p:nvSpPr>
            <p:spPr>
              <a:xfrm>
                <a:off x="7662371" y="4367959"/>
                <a:ext cx="1048222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21681" h="680" extrusionOk="0">
                    <a:moveTo>
                      <a:pt x="333" y="0"/>
                    </a:moveTo>
                    <a:cubicBezTo>
                      <a:pt x="116" y="0"/>
                      <a:pt x="1" y="5"/>
                      <a:pt x="1" y="17"/>
                    </a:cubicBezTo>
                    <a:cubicBezTo>
                      <a:pt x="1" y="35"/>
                      <a:pt x="305" y="63"/>
                      <a:pt x="850" y="107"/>
                    </a:cubicBezTo>
                    <a:cubicBezTo>
                      <a:pt x="1397" y="148"/>
                      <a:pt x="2192" y="197"/>
                      <a:pt x="3170" y="251"/>
                    </a:cubicBezTo>
                    <a:cubicBezTo>
                      <a:pt x="5131" y="357"/>
                      <a:pt x="7840" y="476"/>
                      <a:pt x="10833" y="558"/>
                    </a:cubicBezTo>
                    <a:cubicBezTo>
                      <a:pt x="13829" y="641"/>
                      <a:pt x="16538" y="677"/>
                      <a:pt x="18502" y="680"/>
                    </a:cubicBezTo>
                    <a:cubicBezTo>
                      <a:pt x="19482" y="680"/>
                      <a:pt x="20277" y="675"/>
                      <a:pt x="20827" y="664"/>
                    </a:cubicBezTo>
                    <a:cubicBezTo>
                      <a:pt x="21376" y="654"/>
                      <a:pt x="21678" y="638"/>
                      <a:pt x="21678" y="620"/>
                    </a:cubicBezTo>
                    <a:cubicBezTo>
                      <a:pt x="21681" y="605"/>
                      <a:pt x="21374" y="582"/>
                      <a:pt x="20827" y="564"/>
                    </a:cubicBezTo>
                    <a:cubicBezTo>
                      <a:pt x="20277" y="546"/>
                      <a:pt x="19485" y="522"/>
                      <a:pt x="18504" y="499"/>
                    </a:cubicBezTo>
                    <a:lnTo>
                      <a:pt x="10841" y="306"/>
                    </a:lnTo>
                    <a:lnTo>
                      <a:pt x="3177" y="71"/>
                    </a:lnTo>
                    <a:cubicBezTo>
                      <a:pt x="2197" y="40"/>
                      <a:pt x="1405" y="17"/>
                      <a:pt x="855" y="6"/>
                    </a:cubicBezTo>
                    <a:cubicBezTo>
                      <a:pt x="643" y="2"/>
                      <a:pt x="468" y="0"/>
                      <a:pt x="333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260;p21">
                <a:extLst>
                  <a:ext uri="{FF2B5EF4-FFF2-40B4-BE49-F238E27FC236}">
                    <a16:creationId xmlns:a16="http://schemas.microsoft.com/office/drawing/2014/main" id="{CD8C78AE-C53A-39E9-9B26-4967ADB1BC08}"/>
                  </a:ext>
                </a:extLst>
              </p:cNvPr>
              <p:cNvSpPr/>
              <p:nvPr/>
            </p:nvSpPr>
            <p:spPr>
              <a:xfrm>
                <a:off x="7658020" y="4303416"/>
                <a:ext cx="1018392" cy="29637"/>
              </a:xfrm>
              <a:custGeom>
                <a:avLst/>
                <a:gdLst/>
                <a:ahLst/>
                <a:cxnLst/>
                <a:rect l="l" t="t" r="r" b="b"/>
                <a:pathLst>
                  <a:path w="21064" h="613" extrusionOk="0">
                    <a:moveTo>
                      <a:pt x="13177" y="1"/>
                    </a:moveTo>
                    <a:cubicBezTo>
                      <a:pt x="12331" y="1"/>
                      <a:pt x="11443" y="7"/>
                      <a:pt x="10528" y="23"/>
                    </a:cubicBezTo>
                    <a:cubicBezTo>
                      <a:pt x="7615" y="72"/>
                      <a:pt x="4981" y="196"/>
                      <a:pt x="3079" y="322"/>
                    </a:cubicBezTo>
                    <a:cubicBezTo>
                      <a:pt x="2127" y="387"/>
                      <a:pt x="1358" y="448"/>
                      <a:pt x="826" y="497"/>
                    </a:cubicBezTo>
                    <a:cubicBezTo>
                      <a:pt x="295" y="546"/>
                      <a:pt x="1" y="585"/>
                      <a:pt x="3" y="601"/>
                    </a:cubicBezTo>
                    <a:cubicBezTo>
                      <a:pt x="4" y="609"/>
                      <a:pt x="65" y="613"/>
                      <a:pt x="179" y="613"/>
                    </a:cubicBezTo>
                    <a:cubicBezTo>
                      <a:pt x="319" y="613"/>
                      <a:pt x="539" y="607"/>
                      <a:pt x="832" y="596"/>
                    </a:cubicBezTo>
                    <a:lnTo>
                      <a:pt x="3089" y="503"/>
                    </a:lnTo>
                    <a:cubicBezTo>
                      <a:pt x="4994" y="423"/>
                      <a:pt x="7626" y="325"/>
                      <a:pt x="10531" y="278"/>
                    </a:cubicBezTo>
                    <a:cubicBezTo>
                      <a:pt x="12100" y="252"/>
                      <a:pt x="13589" y="243"/>
                      <a:pt x="14927" y="243"/>
                    </a:cubicBezTo>
                    <a:cubicBezTo>
                      <a:pt x="16069" y="243"/>
                      <a:pt x="17100" y="249"/>
                      <a:pt x="17978" y="257"/>
                    </a:cubicBezTo>
                    <a:lnTo>
                      <a:pt x="20236" y="276"/>
                    </a:lnTo>
                    <a:cubicBezTo>
                      <a:pt x="20320" y="276"/>
                      <a:pt x="20398" y="276"/>
                      <a:pt x="20470" y="276"/>
                    </a:cubicBezTo>
                    <a:cubicBezTo>
                      <a:pt x="20854" y="276"/>
                      <a:pt x="21064" y="270"/>
                      <a:pt x="21064" y="255"/>
                    </a:cubicBezTo>
                    <a:cubicBezTo>
                      <a:pt x="21064" y="237"/>
                      <a:pt x="20772" y="211"/>
                      <a:pt x="20238" y="178"/>
                    </a:cubicBezTo>
                    <a:cubicBezTo>
                      <a:pt x="19704" y="144"/>
                      <a:pt x="18935" y="110"/>
                      <a:pt x="17980" y="77"/>
                    </a:cubicBezTo>
                    <a:cubicBezTo>
                      <a:pt x="16674" y="33"/>
                      <a:pt x="15024" y="1"/>
                      <a:pt x="1317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261;p21">
                <a:extLst>
                  <a:ext uri="{FF2B5EF4-FFF2-40B4-BE49-F238E27FC236}">
                    <a16:creationId xmlns:a16="http://schemas.microsoft.com/office/drawing/2014/main" id="{8BFCADBD-2E8B-1C40-3BF4-2180620402DE}"/>
                  </a:ext>
                </a:extLst>
              </p:cNvPr>
              <p:cNvSpPr/>
              <p:nvPr/>
            </p:nvSpPr>
            <p:spPr>
              <a:xfrm>
                <a:off x="7658551" y="4254296"/>
                <a:ext cx="1038214" cy="44093"/>
              </a:xfrm>
              <a:custGeom>
                <a:avLst/>
                <a:gdLst/>
                <a:ahLst/>
                <a:cxnLst/>
                <a:rect l="l" t="t" r="r" b="b"/>
                <a:pathLst>
                  <a:path w="21474" h="912" extrusionOk="0">
                    <a:moveTo>
                      <a:pt x="8327" y="0"/>
                    </a:moveTo>
                    <a:cubicBezTo>
                      <a:pt x="7716" y="0"/>
                      <a:pt x="7125" y="5"/>
                      <a:pt x="6559" y="14"/>
                    </a:cubicBezTo>
                    <a:cubicBezTo>
                      <a:pt x="5917" y="30"/>
                      <a:pt x="5305" y="40"/>
                      <a:pt x="4732" y="66"/>
                    </a:cubicBezTo>
                    <a:cubicBezTo>
                      <a:pt x="4159" y="84"/>
                      <a:pt x="3628" y="112"/>
                      <a:pt x="3140" y="136"/>
                    </a:cubicBezTo>
                    <a:cubicBezTo>
                      <a:pt x="2655" y="159"/>
                      <a:pt x="2216" y="192"/>
                      <a:pt x="1829" y="218"/>
                    </a:cubicBezTo>
                    <a:cubicBezTo>
                      <a:pt x="1445" y="244"/>
                      <a:pt x="1112" y="272"/>
                      <a:pt x="841" y="298"/>
                    </a:cubicBezTo>
                    <a:cubicBezTo>
                      <a:pt x="299" y="347"/>
                      <a:pt x="0" y="383"/>
                      <a:pt x="3" y="401"/>
                    </a:cubicBezTo>
                    <a:cubicBezTo>
                      <a:pt x="3" y="408"/>
                      <a:pt x="62" y="412"/>
                      <a:pt x="175" y="412"/>
                    </a:cubicBezTo>
                    <a:cubicBezTo>
                      <a:pt x="317" y="412"/>
                      <a:pt x="545" y="406"/>
                      <a:pt x="849" y="396"/>
                    </a:cubicBezTo>
                    <a:lnTo>
                      <a:pt x="1840" y="360"/>
                    </a:lnTo>
                    <a:cubicBezTo>
                      <a:pt x="2224" y="350"/>
                      <a:pt x="2665" y="332"/>
                      <a:pt x="3151" y="316"/>
                    </a:cubicBezTo>
                    <a:cubicBezTo>
                      <a:pt x="3636" y="301"/>
                      <a:pt x="4167" y="285"/>
                      <a:pt x="4740" y="275"/>
                    </a:cubicBezTo>
                    <a:cubicBezTo>
                      <a:pt x="5310" y="262"/>
                      <a:pt x="5922" y="257"/>
                      <a:pt x="6564" y="249"/>
                    </a:cubicBezTo>
                    <a:cubicBezTo>
                      <a:pt x="6892" y="247"/>
                      <a:pt x="7227" y="246"/>
                      <a:pt x="7570" y="246"/>
                    </a:cubicBezTo>
                    <a:cubicBezTo>
                      <a:pt x="8574" y="246"/>
                      <a:pt x="9640" y="256"/>
                      <a:pt x="10744" y="283"/>
                    </a:cubicBezTo>
                    <a:cubicBezTo>
                      <a:pt x="12228" y="316"/>
                      <a:pt x="13640" y="378"/>
                      <a:pt x="14922" y="445"/>
                    </a:cubicBezTo>
                    <a:cubicBezTo>
                      <a:pt x="15564" y="484"/>
                      <a:pt x="16173" y="517"/>
                      <a:pt x="16744" y="559"/>
                    </a:cubicBezTo>
                    <a:cubicBezTo>
                      <a:pt x="17314" y="595"/>
                      <a:pt x="17843" y="639"/>
                      <a:pt x="18328" y="672"/>
                    </a:cubicBezTo>
                    <a:cubicBezTo>
                      <a:pt x="18813" y="708"/>
                      <a:pt x="19252" y="747"/>
                      <a:pt x="19636" y="778"/>
                    </a:cubicBezTo>
                    <a:lnTo>
                      <a:pt x="20624" y="861"/>
                    </a:lnTo>
                    <a:cubicBezTo>
                      <a:pt x="21026" y="893"/>
                      <a:pt x="21295" y="911"/>
                      <a:pt x="21409" y="911"/>
                    </a:cubicBezTo>
                    <a:cubicBezTo>
                      <a:pt x="21449" y="911"/>
                      <a:pt x="21470" y="909"/>
                      <a:pt x="21471" y="905"/>
                    </a:cubicBezTo>
                    <a:cubicBezTo>
                      <a:pt x="21473" y="889"/>
                      <a:pt x="21174" y="837"/>
                      <a:pt x="20635" y="763"/>
                    </a:cubicBezTo>
                    <a:cubicBezTo>
                      <a:pt x="20364" y="724"/>
                      <a:pt x="20034" y="680"/>
                      <a:pt x="19649" y="636"/>
                    </a:cubicBezTo>
                    <a:cubicBezTo>
                      <a:pt x="19265" y="592"/>
                      <a:pt x="18829" y="543"/>
                      <a:pt x="18343" y="494"/>
                    </a:cubicBezTo>
                    <a:cubicBezTo>
                      <a:pt x="17858" y="445"/>
                      <a:pt x="17329" y="394"/>
                      <a:pt x="16757" y="347"/>
                    </a:cubicBezTo>
                    <a:cubicBezTo>
                      <a:pt x="16186" y="298"/>
                      <a:pt x="15577" y="257"/>
                      <a:pt x="14935" y="210"/>
                    </a:cubicBezTo>
                    <a:cubicBezTo>
                      <a:pt x="13650" y="130"/>
                      <a:pt x="12236" y="61"/>
                      <a:pt x="10750" y="27"/>
                    </a:cubicBezTo>
                    <a:cubicBezTo>
                      <a:pt x="9917" y="8"/>
                      <a:pt x="9106" y="0"/>
                      <a:pt x="8327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262;p21">
                <a:extLst>
                  <a:ext uri="{FF2B5EF4-FFF2-40B4-BE49-F238E27FC236}">
                    <a16:creationId xmlns:a16="http://schemas.microsoft.com/office/drawing/2014/main" id="{5E3F5409-D303-5723-8A6B-ED24B9AF3873}"/>
                  </a:ext>
                </a:extLst>
              </p:cNvPr>
              <p:cNvSpPr/>
              <p:nvPr/>
            </p:nvSpPr>
            <p:spPr>
              <a:xfrm>
                <a:off x="7625240" y="3886472"/>
                <a:ext cx="1147721" cy="312760"/>
              </a:xfrm>
              <a:custGeom>
                <a:avLst/>
                <a:gdLst/>
                <a:ahLst/>
                <a:cxnLst/>
                <a:rect l="l" t="t" r="r" b="b"/>
                <a:pathLst>
                  <a:path w="23739" h="6469" extrusionOk="0">
                    <a:moveTo>
                      <a:pt x="0" y="0"/>
                    </a:moveTo>
                    <a:lnTo>
                      <a:pt x="426" y="6469"/>
                    </a:lnTo>
                    <a:lnTo>
                      <a:pt x="23739" y="6464"/>
                    </a:lnTo>
                    <a:lnTo>
                      <a:pt x="22789" y="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263;p21">
                <a:extLst>
                  <a:ext uri="{FF2B5EF4-FFF2-40B4-BE49-F238E27FC236}">
                    <a16:creationId xmlns:a16="http://schemas.microsoft.com/office/drawing/2014/main" id="{3559C76E-C43E-DEEF-D386-C659D98EC141}"/>
                  </a:ext>
                </a:extLst>
              </p:cNvPr>
              <p:cNvSpPr/>
              <p:nvPr/>
            </p:nvSpPr>
            <p:spPr>
              <a:xfrm>
                <a:off x="7623355" y="3930467"/>
                <a:ext cx="1143273" cy="248071"/>
              </a:xfrm>
              <a:custGeom>
                <a:avLst/>
                <a:gdLst/>
                <a:ahLst/>
                <a:cxnLst/>
                <a:rect l="l" t="t" r="r" b="b"/>
                <a:pathLst>
                  <a:path w="23647" h="5131" extrusionOk="0">
                    <a:moveTo>
                      <a:pt x="1" y="276"/>
                    </a:moveTo>
                    <a:cubicBezTo>
                      <a:pt x="1" y="281"/>
                      <a:pt x="1" y="287"/>
                      <a:pt x="0" y="292"/>
                    </a:cubicBezTo>
                    <a:lnTo>
                      <a:pt x="1" y="276"/>
                    </a:lnTo>
                    <a:close/>
                    <a:moveTo>
                      <a:pt x="11" y="1"/>
                    </a:moveTo>
                    <a:lnTo>
                      <a:pt x="1" y="276"/>
                    </a:lnTo>
                    <a:lnTo>
                      <a:pt x="1" y="276"/>
                    </a:lnTo>
                    <a:cubicBezTo>
                      <a:pt x="3" y="221"/>
                      <a:pt x="7" y="195"/>
                      <a:pt x="12" y="195"/>
                    </a:cubicBezTo>
                    <a:cubicBezTo>
                      <a:pt x="86" y="195"/>
                      <a:pt x="436" y="5131"/>
                      <a:pt x="436" y="5131"/>
                    </a:cubicBezTo>
                    <a:lnTo>
                      <a:pt x="23646" y="4754"/>
                    </a:lnTo>
                    <a:lnTo>
                      <a:pt x="22908" y="287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264;p21">
                <a:extLst>
                  <a:ext uri="{FF2B5EF4-FFF2-40B4-BE49-F238E27FC236}">
                    <a16:creationId xmlns:a16="http://schemas.microsoft.com/office/drawing/2014/main" id="{6520D772-0C93-D4B6-1C01-B4B5FF8CEA64}"/>
                  </a:ext>
                </a:extLst>
              </p:cNvPr>
              <p:cNvSpPr/>
              <p:nvPr/>
            </p:nvSpPr>
            <p:spPr>
              <a:xfrm>
                <a:off x="7677262" y="4073188"/>
                <a:ext cx="104754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1667" h="1059" extrusionOk="0">
                    <a:moveTo>
                      <a:pt x="158" y="0"/>
                    </a:moveTo>
                    <a:cubicBezTo>
                      <a:pt x="56" y="0"/>
                      <a:pt x="3" y="4"/>
                      <a:pt x="3" y="11"/>
                    </a:cubicBezTo>
                    <a:cubicBezTo>
                      <a:pt x="0" y="29"/>
                      <a:pt x="302" y="65"/>
                      <a:pt x="849" y="117"/>
                    </a:cubicBezTo>
                    <a:cubicBezTo>
                      <a:pt x="1396" y="171"/>
                      <a:pt x="2186" y="236"/>
                      <a:pt x="3166" y="308"/>
                    </a:cubicBezTo>
                    <a:cubicBezTo>
                      <a:pt x="5122" y="452"/>
                      <a:pt x="7831" y="623"/>
                      <a:pt x="10822" y="762"/>
                    </a:cubicBezTo>
                    <a:cubicBezTo>
                      <a:pt x="13812" y="904"/>
                      <a:pt x="16524" y="989"/>
                      <a:pt x="18485" y="1030"/>
                    </a:cubicBezTo>
                    <a:cubicBezTo>
                      <a:pt x="19469" y="1051"/>
                      <a:pt x="20261" y="1059"/>
                      <a:pt x="20810" y="1059"/>
                    </a:cubicBezTo>
                    <a:cubicBezTo>
                      <a:pt x="21360" y="1059"/>
                      <a:pt x="21664" y="1051"/>
                      <a:pt x="21664" y="1033"/>
                    </a:cubicBezTo>
                    <a:cubicBezTo>
                      <a:pt x="21667" y="1017"/>
                      <a:pt x="21365" y="992"/>
                      <a:pt x="20815" y="961"/>
                    </a:cubicBezTo>
                    <a:cubicBezTo>
                      <a:pt x="20268" y="930"/>
                      <a:pt x="19474" y="894"/>
                      <a:pt x="18493" y="850"/>
                    </a:cubicBezTo>
                    <a:lnTo>
                      <a:pt x="10835" y="509"/>
                    </a:lnTo>
                    <a:lnTo>
                      <a:pt x="3176" y="127"/>
                    </a:lnTo>
                    <a:cubicBezTo>
                      <a:pt x="2196" y="78"/>
                      <a:pt x="1404" y="39"/>
                      <a:pt x="854" y="19"/>
                    </a:cubicBezTo>
                    <a:cubicBezTo>
                      <a:pt x="536" y="7"/>
                      <a:pt x="300" y="0"/>
                      <a:pt x="158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265;p21">
                <a:extLst>
                  <a:ext uri="{FF2B5EF4-FFF2-40B4-BE49-F238E27FC236}">
                    <a16:creationId xmlns:a16="http://schemas.microsoft.com/office/drawing/2014/main" id="{ADE722CF-BF13-D28B-A0B6-90BF983A83D8}"/>
                  </a:ext>
                </a:extLst>
              </p:cNvPr>
              <p:cNvSpPr/>
              <p:nvPr/>
            </p:nvSpPr>
            <p:spPr>
              <a:xfrm>
                <a:off x="7673636" y="4019136"/>
                <a:ext cx="1018488" cy="21805"/>
              </a:xfrm>
              <a:custGeom>
                <a:avLst/>
                <a:gdLst/>
                <a:ahLst/>
                <a:cxnLst/>
                <a:rect l="l" t="t" r="r" b="b"/>
                <a:pathLst>
                  <a:path w="21066" h="451" extrusionOk="0">
                    <a:moveTo>
                      <a:pt x="10107" y="1"/>
                    </a:moveTo>
                    <a:cubicBezTo>
                      <a:pt x="7364" y="1"/>
                      <a:pt x="4891" y="70"/>
                      <a:pt x="3081" y="156"/>
                    </a:cubicBezTo>
                    <a:cubicBezTo>
                      <a:pt x="2129" y="203"/>
                      <a:pt x="1357" y="249"/>
                      <a:pt x="826" y="288"/>
                    </a:cubicBezTo>
                    <a:cubicBezTo>
                      <a:pt x="294" y="329"/>
                      <a:pt x="0" y="360"/>
                      <a:pt x="3" y="378"/>
                    </a:cubicBezTo>
                    <a:cubicBezTo>
                      <a:pt x="3" y="388"/>
                      <a:pt x="125" y="394"/>
                      <a:pt x="356" y="394"/>
                    </a:cubicBezTo>
                    <a:cubicBezTo>
                      <a:pt x="483" y="394"/>
                      <a:pt x="642" y="392"/>
                      <a:pt x="831" y="389"/>
                    </a:cubicBezTo>
                    <a:lnTo>
                      <a:pt x="3089" y="337"/>
                    </a:lnTo>
                    <a:cubicBezTo>
                      <a:pt x="4852" y="296"/>
                      <a:pt x="7240" y="254"/>
                      <a:pt x="9892" y="254"/>
                    </a:cubicBezTo>
                    <a:cubicBezTo>
                      <a:pt x="10105" y="254"/>
                      <a:pt x="10320" y="254"/>
                      <a:pt x="10536" y="254"/>
                    </a:cubicBezTo>
                    <a:cubicBezTo>
                      <a:pt x="13441" y="265"/>
                      <a:pt x="16073" y="324"/>
                      <a:pt x="17980" y="378"/>
                    </a:cubicBezTo>
                    <a:lnTo>
                      <a:pt x="20238" y="443"/>
                    </a:lnTo>
                    <a:cubicBezTo>
                      <a:pt x="20467" y="448"/>
                      <a:pt x="20653" y="451"/>
                      <a:pt x="20790" y="451"/>
                    </a:cubicBezTo>
                    <a:cubicBezTo>
                      <a:pt x="20970" y="451"/>
                      <a:pt x="21066" y="446"/>
                      <a:pt x="21066" y="438"/>
                    </a:cubicBezTo>
                    <a:cubicBezTo>
                      <a:pt x="21066" y="420"/>
                      <a:pt x="20772" y="386"/>
                      <a:pt x="20240" y="342"/>
                    </a:cubicBezTo>
                    <a:cubicBezTo>
                      <a:pt x="19709" y="298"/>
                      <a:pt x="18937" y="249"/>
                      <a:pt x="17985" y="198"/>
                    </a:cubicBezTo>
                    <a:cubicBezTo>
                      <a:pt x="16081" y="97"/>
                      <a:pt x="13446" y="7"/>
                      <a:pt x="10536" y="2"/>
                    </a:cubicBezTo>
                    <a:cubicBezTo>
                      <a:pt x="10392" y="1"/>
                      <a:pt x="10249" y="1"/>
                      <a:pt x="1010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266;p21">
                <a:extLst>
                  <a:ext uri="{FF2B5EF4-FFF2-40B4-BE49-F238E27FC236}">
                    <a16:creationId xmlns:a16="http://schemas.microsoft.com/office/drawing/2014/main" id="{814E0BD9-A780-74F5-FE56-C4CA1A56A91A}"/>
                  </a:ext>
                </a:extLst>
              </p:cNvPr>
              <p:cNvSpPr/>
              <p:nvPr/>
            </p:nvSpPr>
            <p:spPr>
              <a:xfrm>
                <a:off x="7675376" y="3966148"/>
                <a:ext cx="1037344" cy="57098"/>
              </a:xfrm>
              <a:custGeom>
                <a:avLst/>
                <a:gdLst/>
                <a:ahLst/>
                <a:cxnLst/>
                <a:rect l="l" t="t" r="r" b="b"/>
                <a:pathLst>
                  <a:path w="21456" h="1181" extrusionOk="0">
                    <a:moveTo>
                      <a:pt x="6565" y="1"/>
                    </a:moveTo>
                    <a:cubicBezTo>
                      <a:pt x="5922" y="1"/>
                      <a:pt x="5308" y="3"/>
                      <a:pt x="4738" y="16"/>
                    </a:cubicBezTo>
                    <a:cubicBezTo>
                      <a:pt x="4165" y="24"/>
                      <a:pt x="3631" y="42"/>
                      <a:pt x="3146" y="55"/>
                    </a:cubicBezTo>
                    <a:cubicBezTo>
                      <a:pt x="2658" y="71"/>
                      <a:pt x="2219" y="94"/>
                      <a:pt x="1832" y="112"/>
                    </a:cubicBezTo>
                    <a:cubicBezTo>
                      <a:pt x="1445" y="130"/>
                      <a:pt x="1112" y="153"/>
                      <a:pt x="842" y="174"/>
                    </a:cubicBezTo>
                    <a:cubicBezTo>
                      <a:pt x="300" y="212"/>
                      <a:pt x="0" y="241"/>
                      <a:pt x="0" y="259"/>
                    </a:cubicBezTo>
                    <a:cubicBezTo>
                      <a:pt x="0" y="271"/>
                      <a:pt x="130" y="276"/>
                      <a:pt x="372" y="276"/>
                    </a:cubicBezTo>
                    <a:cubicBezTo>
                      <a:pt x="500" y="276"/>
                      <a:pt x="659" y="274"/>
                      <a:pt x="847" y="272"/>
                    </a:cubicBezTo>
                    <a:lnTo>
                      <a:pt x="1838" y="254"/>
                    </a:lnTo>
                    <a:cubicBezTo>
                      <a:pt x="2225" y="249"/>
                      <a:pt x="2663" y="241"/>
                      <a:pt x="3148" y="236"/>
                    </a:cubicBezTo>
                    <a:cubicBezTo>
                      <a:pt x="3636" y="231"/>
                      <a:pt x="4168" y="225"/>
                      <a:pt x="4738" y="225"/>
                    </a:cubicBezTo>
                    <a:cubicBezTo>
                      <a:pt x="4816" y="225"/>
                      <a:pt x="4895" y="225"/>
                      <a:pt x="4975" y="225"/>
                    </a:cubicBezTo>
                    <a:cubicBezTo>
                      <a:pt x="5478" y="225"/>
                      <a:pt x="6010" y="231"/>
                      <a:pt x="6565" y="236"/>
                    </a:cubicBezTo>
                    <a:cubicBezTo>
                      <a:pt x="7850" y="251"/>
                      <a:pt x="9261" y="282"/>
                      <a:pt x="10742" y="347"/>
                    </a:cubicBezTo>
                    <a:cubicBezTo>
                      <a:pt x="12226" y="411"/>
                      <a:pt x="13635" y="499"/>
                      <a:pt x="14917" y="592"/>
                    </a:cubicBezTo>
                    <a:cubicBezTo>
                      <a:pt x="15557" y="643"/>
                      <a:pt x="16166" y="687"/>
                      <a:pt x="16734" y="739"/>
                    </a:cubicBezTo>
                    <a:cubicBezTo>
                      <a:pt x="17304" y="788"/>
                      <a:pt x="17833" y="842"/>
                      <a:pt x="18318" y="886"/>
                    </a:cubicBezTo>
                    <a:cubicBezTo>
                      <a:pt x="18803" y="927"/>
                      <a:pt x="19239" y="976"/>
                      <a:pt x="19624" y="1015"/>
                    </a:cubicBezTo>
                    <a:lnTo>
                      <a:pt x="20609" y="1116"/>
                    </a:lnTo>
                    <a:cubicBezTo>
                      <a:pt x="21029" y="1158"/>
                      <a:pt x="21303" y="1181"/>
                      <a:pt x="21407" y="1181"/>
                    </a:cubicBezTo>
                    <a:cubicBezTo>
                      <a:pt x="21437" y="1181"/>
                      <a:pt x="21452" y="1179"/>
                      <a:pt x="21453" y="1175"/>
                    </a:cubicBezTo>
                    <a:cubicBezTo>
                      <a:pt x="21456" y="1157"/>
                      <a:pt x="21159" y="1103"/>
                      <a:pt x="20622" y="1018"/>
                    </a:cubicBezTo>
                    <a:cubicBezTo>
                      <a:pt x="20354" y="974"/>
                      <a:pt x="20024" y="925"/>
                      <a:pt x="19639" y="873"/>
                    </a:cubicBezTo>
                    <a:cubicBezTo>
                      <a:pt x="19257" y="821"/>
                      <a:pt x="18821" y="765"/>
                      <a:pt x="18339" y="705"/>
                    </a:cubicBezTo>
                    <a:cubicBezTo>
                      <a:pt x="17854" y="649"/>
                      <a:pt x="17325" y="587"/>
                      <a:pt x="16754" y="530"/>
                    </a:cubicBezTo>
                    <a:cubicBezTo>
                      <a:pt x="16184" y="468"/>
                      <a:pt x="15575" y="414"/>
                      <a:pt x="14935" y="357"/>
                    </a:cubicBezTo>
                    <a:cubicBezTo>
                      <a:pt x="13653" y="251"/>
                      <a:pt x="12239" y="156"/>
                      <a:pt x="10755" y="94"/>
                    </a:cubicBezTo>
                    <a:cubicBezTo>
                      <a:pt x="9269" y="32"/>
                      <a:pt x="7852" y="3"/>
                      <a:pt x="6565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" name="Google Shape;434;p24">
              <a:extLst>
                <a:ext uri="{FF2B5EF4-FFF2-40B4-BE49-F238E27FC236}">
                  <a16:creationId xmlns:a16="http://schemas.microsoft.com/office/drawing/2014/main" id="{4A580DB6-4BF5-A088-CBB4-F46314402DC6}"/>
                </a:ext>
              </a:extLst>
            </p:cNvPr>
            <p:cNvGrpSpPr/>
            <p:nvPr/>
          </p:nvGrpSpPr>
          <p:grpSpPr>
            <a:xfrm>
              <a:off x="4370046" y="2317552"/>
              <a:ext cx="1219900" cy="2615726"/>
              <a:chOff x="4446034" y="2066733"/>
              <a:chExt cx="1291236" cy="2776337"/>
            </a:xfrm>
          </p:grpSpPr>
          <p:sp>
            <p:nvSpPr>
              <p:cNvPr id="172" name="Google Shape;435;p24">
                <a:extLst>
                  <a:ext uri="{FF2B5EF4-FFF2-40B4-BE49-F238E27FC236}">
                    <a16:creationId xmlns:a16="http://schemas.microsoft.com/office/drawing/2014/main" id="{2EBBCD07-0152-9991-5984-8986BC9F5529}"/>
                  </a:ext>
                </a:extLst>
              </p:cNvPr>
              <p:cNvSpPr/>
              <p:nvPr/>
            </p:nvSpPr>
            <p:spPr>
              <a:xfrm>
                <a:off x="4547238" y="4688270"/>
                <a:ext cx="776400" cy="154800"/>
              </a:xfrm>
              <a:prstGeom prst="ellipse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173" name="Google Shape;436;p24">
                <a:extLst>
                  <a:ext uri="{FF2B5EF4-FFF2-40B4-BE49-F238E27FC236}">
                    <a16:creationId xmlns:a16="http://schemas.microsoft.com/office/drawing/2014/main" id="{C24ADE54-CBB8-91F4-5162-5FA23E9FFCB1}"/>
                  </a:ext>
                </a:extLst>
              </p:cNvPr>
              <p:cNvGrpSpPr/>
              <p:nvPr/>
            </p:nvGrpSpPr>
            <p:grpSpPr>
              <a:xfrm>
                <a:off x="4446034" y="2066733"/>
                <a:ext cx="1291236" cy="2626838"/>
                <a:chOff x="3801263" y="1012744"/>
                <a:chExt cx="2125491" cy="4324013"/>
              </a:xfrm>
            </p:grpSpPr>
            <p:sp>
              <p:nvSpPr>
                <p:cNvPr id="174" name="Google Shape;437;p24">
                  <a:extLst>
                    <a:ext uri="{FF2B5EF4-FFF2-40B4-BE49-F238E27FC236}">
                      <a16:creationId xmlns:a16="http://schemas.microsoft.com/office/drawing/2014/main" id="{45502381-BFE4-4DBB-D274-C2C4745CC533}"/>
                    </a:ext>
                  </a:extLst>
                </p:cNvPr>
                <p:cNvSpPr/>
                <p:nvPr/>
              </p:nvSpPr>
              <p:spPr>
                <a:xfrm>
                  <a:off x="4129005" y="1379823"/>
                  <a:ext cx="918425" cy="3846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37" h="153848" extrusionOk="0">
                      <a:moveTo>
                        <a:pt x="36720" y="0"/>
                      </a:moveTo>
                      <a:cubicBezTo>
                        <a:pt x="36704" y="0"/>
                        <a:pt x="36633" y="120"/>
                        <a:pt x="36513" y="360"/>
                      </a:cubicBezTo>
                      <a:lnTo>
                        <a:pt x="35975" y="1449"/>
                      </a:lnTo>
                      <a:cubicBezTo>
                        <a:pt x="35491" y="2484"/>
                        <a:pt x="34830" y="3893"/>
                        <a:pt x="33997" y="5671"/>
                      </a:cubicBezTo>
                      <a:cubicBezTo>
                        <a:pt x="32304" y="9351"/>
                        <a:pt x="29860" y="14675"/>
                        <a:pt x="26958" y="21313"/>
                      </a:cubicBezTo>
                      <a:cubicBezTo>
                        <a:pt x="21207" y="34588"/>
                        <a:pt x="13310" y="53067"/>
                        <a:pt x="7495" y="74446"/>
                      </a:cubicBezTo>
                      <a:cubicBezTo>
                        <a:pt x="4585" y="85125"/>
                        <a:pt x="2597" y="95517"/>
                        <a:pt x="1462" y="105043"/>
                      </a:cubicBezTo>
                      <a:cubicBezTo>
                        <a:pt x="336" y="114569"/>
                        <a:pt x="1" y="123219"/>
                        <a:pt x="75" y="130469"/>
                      </a:cubicBezTo>
                      <a:cubicBezTo>
                        <a:pt x="134" y="137721"/>
                        <a:pt x="605" y="143576"/>
                        <a:pt x="1007" y="147607"/>
                      </a:cubicBezTo>
                      <a:cubicBezTo>
                        <a:pt x="1207" y="149625"/>
                        <a:pt x="1404" y="151185"/>
                        <a:pt x="1556" y="152242"/>
                      </a:cubicBezTo>
                      <a:cubicBezTo>
                        <a:pt x="1628" y="152724"/>
                        <a:pt x="1686" y="153118"/>
                        <a:pt x="1734" y="153440"/>
                      </a:cubicBezTo>
                      <a:cubicBezTo>
                        <a:pt x="1779" y="153712"/>
                        <a:pt x="1809" y="153847"/>
                        <a:pt x="1825" y="153847"/>
                      </a:cubicBezTo>
                      <a:cubicBezTo>
                        <a:pt x="1841" y="153845"/>
                        <a:pt x="1841" y="153704"/>
                        <a:pt x="1825" y="153429"/>
                      </a:cubicBezTo>
                      <a:cubicBezTo>
                        <a:pt x="1803" y="153105"/>
                        <a:pt x="1771" y="152708"/>
                        <a:pt x="1737" y="152221"/>
                      </a:cubicBezTo>
                      <a:cubicBezTo>
                        <a:pt x="1641" y="151081"/>
                        <a:pt x="1516" y="149534"/>
                        <a:pt x="1353" y="147577"/>
                      </a:cubicBezTo>
                      <a:cubicBezTo>
                        <a:pt x="1060" y="143544"/>
                        <a:pt x="688" y="137697"/>
                        <a:pt x="709" y="130466"/>
                      </a:cubicBezTo>
                      <a:cubicBezTo>
                        <a:pt x="722" y="122000"/>
                        <a:pt x="1247" y="113541"/>
                        <a:pt x="2282" y="105141"/>
                      </a:cubicBezTo>
                      <a:cubicBezTo>
                        <a:pt x="3457" y="95661"/>
                        <a:pt x="5459" y="85322"/>
                        <a:pt x="8361" y="74678"/>
                      </a:cubicBezTo>
                      <a:cubicBezTo>
                        <a:pt x="14154" y="53379"/>
                        <a:pt x="21942" y="34894"/>
                        <a:pt x="27541" y="21563"/>
                      </a:cubicBezTo>
                      <a:cubicBezTo>
                        <a:pt x="30376" y="14968"/>
                        <a:pt x="32682" y="9606"/>
                        <a:pt x="34314" y="5812"/>
                      </a:cubicBezTo>
                      <a:cubicBezTo>
                        <a:pt x="35083" y="4002"/>
                        <a:pt x="35693" y="2572"/>
                        <a:pt x="36140" y="1521"/>
                      </a:cubicBezTo>
                      <a:lnTo>
                        <a:pt x="36596" y="397"/>
                      </a:lnTo>
                      <a:cubicBezTo>
                        <a:pt x="36691" y="141"/>
                        <a:pt x="36737" y="6"/>
                        <a:pt x="36721" y="0"/>
                      </a:cubicBezTo>
                      <a:cubicBezTo>
                        <a:pt x="36720" y="0"/>
                        <a:pt x="36720" y="0"/>
                        <a:pt x="36720" y="0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" name="Google Shape;438;p24">
                  <a:extLst>
                    <a:ext uri="{FF2B5EF4-FFF2-40B4-BE49-F238E27FC236}">
                      <a16:creationId xmlns:a16="http://schemas.microsoft.com/office/drawing/2014/main" id="{C88D9416-1A57-6078-0801-50EA0746B58A}"/>
                    </a:ext>
                  </a:extLst>
                </p:cNvPr>
                <p:cNvSpPr/>
                <p:nvPr/>
              </p:nvSpPr>
              <p:spPr>
                <a:xfrm>
                  <a:off x="4483897" y="1012744"/>
                  <a:ext cx="1003875" cy="14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55" h="57714" extrusionOk="0">
                      <a:moveTo>
                        <a:pt x="26553" y="1"/>
                      </a:moveTo>
                      <a:cubicBezTo>
                        <a:pt x="24747" y="1"/>
                        <a:pt x="22940" y="539"/>
                        <a:pt x="21486" y="1616"/>
                      </a:cubicBezTo>
                      <a:cubicBezTo>
                        <a:pt x="18608" y="3746"/>
                        <a:pt x="17333" y="7816"/>
                        <a:pt x="18488" y="11208"/>
                      </a:cubicBezTo>
                      <a:cubicBezTo>
                        <a:pt x="15269" y="11690"/>
                        <a:pt x="12399" y="14033"/>
                        <a:pt x="11281" y="17092"/>
                      </a:cubicBezTo>
                      <a:cubicBezTo>
                        <a:pt x="10165" y="20149"/>
                        <a:pt x="10850" y="23791"/>
                        <a:pt x="13001" y="26235"/>
                      </a:cubicBezTo>
                      <a:cubicBezTo>
                        <a:pt x="12446" y="25973"/>
                        <a:pt x="11861" y="25853"/>
                        <a:pt x="11275" y="25853"/>
                      </a:cubicBezTo>
                      <a:cubicBezTo>
                        <a:pt x="9019" y="25853"/>
                        <a:pt x="6735" y="27623"/>
                        <a:pt x="5975" y="29858"/>
                      </a:cubicBezTo>
                      <a:cubicBezTo>
                        <a:pt x="5014" y="32675"/>
                        <a:pt x="5908" y="35809"/>
                        <a:pt x="7325" y="38423"/>
                      </a:cubicBezTo>
                      <a:cubicBezTo>
                        <a:pt x="7251" y="38421"/>
                        <a:pt x="7177" y="38419"/>
                        <a:pt x="7103" y="38419"/>
                      </a:cubicBezTo>
                      <a:cubicBezTo>
                        <a:pt x="4234" y="38419"/>
                        <a:pt x="1478" y="40521"/>
                        <a:pt x="748" y="43301"/>
                      </a:cubicBezTo>
                      <a:cubicBezTo>
                        <a:pt x="0" y="46155"/>
                        <a:pt x="1465" y="49430"/>
                        <a:pt x="4087" y="50777"/>
                      </a:cubicBezTo>
                      <a:cubicBezTo>
                        <a:pt x="3392" y="52002"/>
                        <a:pt x="3595" y="53668"/>
                        <a:pt x="4558" y="54693"/>
                      </a:cubicBezTo>
                      <a:cubicBezTo>
                        <a:pt x="5186" y="55362"/>
                        <a:pt x="6105" y="55723"/>
                        <a:pt x="7018" y="55723"/>
                      </a:cubicBezTo>
                      <a:cubicBezTo>
                        <a:pt x="7508" y="55723"/>
                        <a:pt x="7996" y="55620"/>
                        <a:pt x="8438" y="55404"/>
                      </a:cubicBezTo>
                      <a:lnTo>
                        <a:pt x="8438" y="55404"/>
                      </a:lnTo>
                      <a:lnTo>
                        <a:pt x="8312" y="56427"/>
                      </a:lnTo>
                      <a:cubicBezTo>
                        <a:pt x="9447" y="57286"/>
                        <a:pt x="10866" y="57713"/>
                        <a:pt x="12287" y="57713"/>
                      </a:cubicBezTo>
                      <a:cubicBezTo>
                        <a:pt x="13763" y="57713"/>
                        <a:pt x="15240" y="57251"/>
                        <a:pt x="16398" y="56331"/>
                      </a:cubicBezTo>
                      <a:cubicBezTo>
                        <a:pt x="18669" y="54523"/>
                        <a:pt x="19500" y="51123"/>
                        <a:pt x="18315" y="48471"/>
                      </a:cubicBezTo>
                      <a:lnTo>
                        <a:pt x="18315" y="48471"/>
                      </a:lnTo>
                      <a:cubicBezTo>
                        <a:pt x="18805" y="48625"/>
                        <a:pt x="19313" y="48699"/>
                        <a:pt x="19822" y="48699"/>
                      </a:cubicBezTo>
                      <a:cubicBezTo>
                        <a:pt x="21787" y="48699"/>
                        <a:pt x="23761" y="47609"/>
                        <a:pt x="24691" y="45865"/>
                      </a:cubicBezTo>
                      <a:cubicBezTo>
                        <a:pt x="25863" y="43666"/>
                        <a:pt x="25245" y="40673"/>
                        <a:pt x="23299" y="39118"/>
                      </a:cubicBezTo>
                      <a:lnTo>
                        <a:pt x="23299" y="39118"/>
                      </a:lnTo>
                      <a:cubicBezTo>
                        <a:pt x="23800" y="39213"/>
                        <a:pt x="24307" y="39260"/>
                        <a:pt x="24814" y="39260"/>
                      </a:cubicBezTo>
                      <a:cubicBezTo>
                        <a:pt x="27854" y="39260"/>
                        <a:pt x="30889" y="37606"/>
                        <a:pt x="32436" y="34973"/>
                      </a:cubicBezTo>
                      <a:cubicBezTo>
                        <a:pt x="34239" y="31901"/>
                        <a:pt x="33890" y="27710"/>
                        <a:pt x="31603" y="24976"/>
                      </a:cubicBezTo>
                      <a:cubicBezTo>
                        <a:pt x="34662" y="24723"/>
                        <a:pt x="37474" y="22537"/>
                        <a:pt x="38475" y="19637"/>
                      </a:cubicBezTo>
                      <a:cubicBezTo>
                        <a:pt x="39478" y="16738"/>
                        <a:pt x="38616" y="13282"/>
                        <a:pt x="36369" y="11192"/>
                      </a:cubicBezTo>
                      <a:cubicBezTo>
                        <a:pt x="38951" y="9965"/>
                        <a:pt x="40155" y="6464"/>
                        <a:pt x="38874" y="3908"/>
                      </a:cubicBezTo>
                      <a:cubicBezTo>
                        <a:pt x="37961" y="2088"/>
                        <a:pt x="35915" y="991"/>
                        <a:pt x="33898" y="991"/>
                      </a:cubicBezTo>
                      <a:cubicBezTo>
                        <a:pt x="33080" y="991"/>
                        <a:pt x="32267" y="1171"/>
                        <a:pt x="31537" y="1557"/>
                      </a:cubicBezTo>
                      <a:cubicBezTo>
                        <a:pt x="30098" y="519"/>
                        <a:pt x="28326" y="1"/>
                        <a:pt x="26553" y="1"/>
                      </a:cubicBezTo>
                      <a:close/>
                    </a:path>
                  </a:pathLst>
                </a:cu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" name="Google Shape;439;p24">
                  <a:extLst>
                    <a:ext uri="{FF2B5EF4-FFF2-40B4-BE49-F238E27FC236}">
                      <a16:creationId xmlns:a16="http://schemas.microsoft.com/office/drawing/2014/main" id="{BC52A801-DC40-3154-B3A9-9F90B6374291}"/>
                    </a:ext>
                  </a:extLst>
                </p:cNvPr>
                <p:cNvSpPr/>
                <p:nvPr/>
              </p:nvSpPr>
              <p:spPr>
                <a:xfrm>
                  <a:off x="4516554" y="2957485"/>
                  <a:ext cx="612174" cy="214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87" h="85649" extrusionOk="0">
                      <a:moveTo>
                        <a:pt x="24462" y="0"/>
                      </a:moveTo>
                      <a:cubicBezTo>
                        <a:pt x="24422" y="0"/>
                        <a:pt x="24198" y="229"/>
                        <a:pt x="23808" y="664"/>
                      </a:cubicBezTo>
                      <a:lnTo>
                        <a:pt x="22059" y="2685"/>
                      </a:lnTo>
                      <a:cubicBezTo>
                        <a:pt x="21127" y="3742"/>
                        <a:pt x="20251" y="4850"/>
                        <a:pt x="19434" y="5997"/>
                      </a:cubicBezTo>
                      <a:cubicBezTo>
                        <a:pt x="18467" y="7334"/>
                        <a:pt x="17293" y="8809"/>
                        <a:pt x="16212" y="10582"/>
                      </a:cubicBezTo>
                      <a:cubicBezTo>
                        <a:pt x="15648" y="11460"/>
                        <a:pt x="15059" y="12374"/>
                        <a:pt x="14447" y="13324"/>
                      </a:cubicBezTo>
                      <a:cubicBezTo>
                        <a:pt x="13840" y="14283"/>
                        <a:pt x="13300" y="15334"/>
                        <a:pt x="12690" y="16394"/>
                      </a:cubicBezTo>
                      <a:cubicBezTo>
                        <a:pt x="11439" y="18497"/>
                        <a:pt x="10344" y="20869"/>
                        <a:pt x="9141" y="23340"/>
                      </a:cubicBezTo>
                      <a:cubicBezTo>
                        <a:pt x="6894" y="28356"/>
                        <a:pt x="4783" y="34038"/>
                        <a:pt x="3174" y="40180"/>
                      </a:cubicBezTo>
                      <a:cubicBezTo>
                        <a:pt x="1630" y="46341"/>
                        <a:pt x="752" y="52339"/>
                        <a:pt x="312" y="57818"/>
                      </a:cubicBezTo>
                      <a:cubicBezTo>
                        <a:pt x="179" y="60563"/>
                        <a:pt x="1" y="63172"/>
                        <a:pt x="86" y="65616"/>
                      </a:cubicBezTo>
                      <a:cubicBezTo>
                        <a:pt x="113" y="66839"/>
                        <a:pt x="81" y="68021"/>
                        <a:pt x="153" y="69152"/>
                      </a:cubicBezTo>
                      <a:cubicBezTo>
                        <a:pt x="233" y="70281"/>
                        <a:pt x="310" y="71365"/>
                        <a:pt x="382" y="72406"/>
                      </a:cubicBezTo>
                      <a:cubicBezTo>
                        <a:pt x="477" y="74482"/>
                        <a:pt x="800" y="76338"/>
                        <a:pt x="1005" y="77973"/>
                      </a:cubicBezTo>
                      <a:cubicBezTo>
                        <a:pt x="1170" y="79373"/>
                        <a:pt x="1407" y="80766"/>
                        <a:pt x="1715" y="82142"/>
                      </a:cubicBezTo>
                      <a:cubicBezTo>
                        <a:pt x="1942" y="83194"/>
                        <a:pt x="2128" y="84056"/>
                        <a:pt x="2277" y="84751"/>
                      </a:cubicBezTo>
                      <a:cubicBezTo>
                        <a:pt x="2414" y="85342"/>
                        <a:pt x="2502" y="85648"/>
                        <a:pt x="2532" y="85648"/>
                      </a:cubicBezTo>
                      <a:cubicBezTo>
                        <a:pt x="2532" y="85648"/>
                        <a:pt x="2533" y="85648"/>
                        <a:pt x="2533" y="85648"/>
                      </a:cubicBezTo>
                      <a:cubicBezTo>
                        <a:pt x="2562" y="85643"/>
                        <a:pt x="2535" y="85321"/>
                        <a:pt x="2456" y="84717"/>
                      </a:cubicBezTo>
                      <a:cubicBezTo>
                        <a:pt x="2349" y="84014"/>
                        <a:pt x="2219" y="83143"/>
                        <a:pt x="2059" y="82081"/>
                      </a:cubicBezTo>
                      <a:cubicBezTo>
                        <a:pt x="1862" y="80944"/>
                        <a:pt x="1644" y="79546"/>
                        <a:pt x="1502" y="77911"/>
                      </a:cubicBezTo>
                      <a:cubicBezTo>
                        <a:pt x="1345" y="76277"/>
                        <a:pt x="1068" y="74429"/>
                        <a:pt x="1015" y="72363"/>
                      </a:cubicBezTo>
                      <a:cubicBezTo>
                        <a:pt x="959" y="71327"/>
                        <a:pt x="903" y="70249"/>
                        <a:pt x="845" y="69128"/>
                      </a:cubicBezTo>
                      <a:cubicBezTo>
                        <a:pt x="792" y="68002"/>
                        <a:pt x="840" y="66831"/>
                        <a:pt x="832" y="65616"/>
                      </a:cubicBezTo>
                      <a:cubicBezTo>
                        <a:pt x="778" y="63191"/>
                        <a:pt x="983" y="60603"/>
                        <a:pt x="1138" y="57882"/>
                      </a:cubicBezTo>
                      <a:cubicBezTo>
                        <a:pt x="1620" y="52451"/>
                        <a:pt x="2514" y="46511"/>
                        <a:pt x="4045" y="40403"/>
                      </a:cubicBezTo>
                      <a:cubicBezTo>
                        <a:pt x="5637" y="34315"/>
                        <a:pt x="7709" y="28673"/>
                        <a:pt x="9894" y="23681"/>
                      </a:cubicBezTo>
                      <a:cubicBezTo>
                        <a:pt x="11068" y="21221"/>
                        <a:pt x="12131" y="18854"/>
                        <a:pt x="13342" y="16751"/>
                      </a:cubicBezTo>
                      <a:cubicBezTo>
                        <a:pt x="13933" y="15694"/>
                        <a:pt x="14455" y="14642"/>
                        <a:pt x="15043" y="13681"/>
                      </a:cubicBezTo>
                      <a:cubicBezTo>
                        <a:pt x="15635" y="12725"/>
                        <a:pt x="16202" y="11807"/>
                        <a:pt x="16745" y="10925"/>
                      </a:cubicBezTo>
                      <a:cubicBezTo>
                        <a:pt x="17788" y="9141"/>
                        <a:pt x="18917" y="7651"/>
                        <a:pt x="19841" y="6295"/>
                      </a:cubicBezTo>
                      <a:cubicBezTo>
                        <a:pt x="20752" y="4927"/>
                        <a:pt x="21614" y="3806"/>
                        <a:pt x="22333" y="2903"/>
                      </a:cubicBezTo>
                      <a:lnTo>
                        <a:pt x="23947" y="782"/>
                      </a:lnTo>
                      <a:cubicBezTo>
                        <a:pt x="24309" y="289"/>
                        <a:pt x="24487" y="23"/>
                        <a:pt x="24466" y="1"/>
                      </a:cubicBezTo>
                      <a:cubicBezTo>
                        <a:pt x="24465" y="1"/>
                        <a:pt x="24463" y="0"/>
                        <a:pt x="24462" y="0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" name="Google Shape;440;p24">
                  <a:extLst>
                    <a:ext uri="{FF2B5EF4-FFF2-40B4-BE49-F238E27FC236}">
                      <a16:creationId xmlns:a16="http://schemas.microsoft.com/office/drawing/2014/main" id="{D00033BE-33E1-F33F-5D27-B941FBEF55C4}"/>
                    </a:ext>
                  </a:extLst>
                </p:cNvPr>
                <p:cNvSpPr/>
                <p:nvPr/>
              </p:nvSpPr>
              <p:spPr>
                <a:xfrm>
                  <a:off x="4384329" y="1851676"/>
                  <a:ext cx="1542425" cy="288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97" h="115377" extrusionOk="0">
                      <a:moveTo>
                        <a:pt x="61675" y="1"/>
                      </a:moveTo>
                      <a:cubicBezTo>
                        <a:pt x="61608" y="1"/>
                        <a:pt x="61168" y="197"/>
                        <a:pt x="60387" y="573"/>
                      </a:cubicBezTo>
                      <a:cubicBezTo>
                        <a:pt x="59561" y="994"/>
                        <a:pt x="58302" y="1542"/>
                        <a:pt x="56769" y="2413"/>
                      </a:cubicBezTo>
                      <a:cubicBezTo>
                        <a:pt x="53656" y="4064"/>
                        <a:pt x="49271" y="6702"/>
                        <a:pt x="44197" y="10456"/>
                      </a:cubicBezTo>
                      <a:cubicBezTo>
                        <a:pt x="34058" y="17873"/>
                        <a:pt x="21353" y="30496"/>
                        <a:pt x="12418" y="47671"/>
                      </a:cubicBezTo>
                      <a:cubicBezTo>
                        <a:pt x="3470" y="64852"/>
                        <a:pt x="424" y="82501"/>
                        <a:pt x="163" y="95059"/>
                      </a:cubicBezTo>
                      <a:cubicBezTo>
                        <a:pt x="1" y="101369"/>
                        <a:pt x="355" y="106473"/>
                        <a:pt x="789" y="109971"/>
                      </a:cubicBezTo>
                      <a:cubicBezTo>
                        <a:pt x="957" y="111726"/>
                        <a:pt x="1228" y="113070"/>
                        <a:pt x="1359" y="113989"/>
                      </a:cubicBezTo>
                      <a:cubicBezTo>
                        <a:pt x="1507" y="114897"/>
                        <a:pt x="1600" y="115376"/>
                        <a:pt x="1632" y="115376"/>
                      </a:cubicBezTo>
                      <a:cubicBezTo>
                        <a:pt x="1632" y="115376"/>
                        <a:pt x="1633" y="115376"/>
                        <a:pt x="1633" y="115376"/>
                      </a:cubicBezTo>
                      <a:cubicBezTo>
                        <a:pt x="1662" y="115371"/>
                        <a:pt x="1628" y="114886"/>
                        <a:pt x="1537" y="113962"/>
                      </a:cubicBezTo>
                      <a:cubicBezTo>
                        <a:pt x="1465" y="113041"/>
                        <a:pt x="1249" y="111691"/>
                        <a:pt x="1135" y="109937"/>
                      </a:cubicBezTo>
                      <a:cubicBezTo>
                        <a:pt x="810" y="106441"/>
                        <a:pt x="555" y="101353"/>
                        <a:pt x="797" y="95083"/>
                      </a:cubicBezTo>
                      <a:cubicBezTo>
                        <a:pt x="1217" y="82597"/>
                        <a:pt x="4343" y="65120"/>
                        <a:pt x="13212" y="48086"/>
                      </a:cubicBezTo>
                      <a:cubicBezTo>
                        <a:pt x="22075" y="31055"/>
                        <a:pt x="34596" y="18470"/>
                        <a:pt x="44580" y="10962"/>
                      </a:cubicBezTo>
                      <a:cubicBezTo>
                        <a:pt x="49575" y="7165"/>
                        <a:pt x="53890" y="4458"/>
                        <a:pt x="56942" y="2716"/>
                      </a:cubicBezTo>
                      <a:cubicBezTo>
                        <a:pt x="58443" y="1803"/>
                        <a:pt x="59671" y="1204"/>
                        <a:pt x="60469" y="736"/>
                      </a:cubicBezTo>
                      <a:cubicBezTo>
                        <a:pt x="61279" y="283"/>
                        <a:pt x="61697" y="30"/>
                        <a:pt x="61683" y="3"/>
                      </a:cubicBezTo>
                      <a:cubicBezTo>
                        <a:pt x="61682" y="1"/>
                        <a:pt x="61679" y="1"/>
                        <a:pt x="61675" y="1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" name="Google Shape;441;p24">
                  <a:extLst>
                    <a:ext uri="{FF2B5EF4-FFF2-40B4-BE49-F238E27FC236}">
                      <a16:creationId xmlns:a16="http://schemas.microsoft.com/office/drawing/2014/main" id="{223FB25C-6BFB-3322-3E42-B94C7702FA05}"/>
                    </a:ext>
                  </a:extLst>
                </p:cNvPr>
                <p:cNvSpPr/>
                <p:nvPr/>
              </p:nvSpPr>
              <p:spPr>
                <a:xfrm>
                  <a:off x="3801263" y="3479107"/>
                  <a:ext cx="1147600" cy="185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04" h="74306" extrusionOk="0">
                      <a:moveTo>
                        <a:pt x="11952" y="1"/>
                      </a:moveTo>
                      <a:lnTo>
                        <a:pt x="11952" y="1"/>
                      </a:lnTo>
                      <a:cubicBezTo>
                        <a:pt x="12378" y="1124"/>
                        <a:pt x="12514" y="3989"/>
                        <a:pt x="12522" y="7048"/>
                      </a:cubicBezTo>
                      <a:cubicBezTo>
                        <a:pt x="12535" y="12224"/>
                        <a:pt x="11470" y="17344"/>
                        <a:pt x="9471" y="22115"/>
                      </a:cubicBezTo>
                      <a:cubicBezTo>
                        <a:pt x="1" y="44694"/>
                        <a:pt x="17211" y="74306"/>
                        <a:pt x="17211" y="74306"/>
                      </a:cubicBezTo>
                      <a:lnTo>
                        <a:pt x="35927" y="74306"/>
                      </a:lnTo>
                      <a:cubicBezTo>
                        <a:pt x="45903" y="56888"/>
                        <a:pt x="35177" y="36361"/>
                        <a:pt x="31460" y="29596"/>
                      </a:cubicBezTo>
                      <a:cubicBezTo>
                        <a:pt x="27740" y="22831"/>
                        <a:pt x="38603" y="17453"/>
                        <a:pt x="38603" y="17453"/>
                      </a:cubicBezTo>
                      <a:lnTo>
                        <a:pt x="11952" y="1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" name="Google Shape;442;p24">
                  <a:extLst>
                    <a:ext uri="{FF2B5EF4-FFF2-40B4-BE49-F238E27FC236}">
                      <a16:creationId xmlns:a16="http://schemas.microsoft.com/office/drawing/2014/main" id="{A4FA4EAE-7395-E5EC-E463-D1F77BE3096C}"/>
                    </a:ext>
                  </a:extLst>
                </p:cNvPr>
                <p:cNvSpPr/>
                <p:nvPr/>
              </p:nvSpPr>
              <p:spPr>
                <a:xfrm rot="1101497">
                  <a:off x="4722120" y="2465980"/>
                  <a:ext cx="711731" cy="1022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55" h="57714" extrusionOk="0">
                      <a:moveTo>
                        <a:pt x="26553" y="1"/>
                      </a:moveTo>
                      <a:cubicBezTo>
                        <a:pt x="24747" y="1"/>
                        <a:pt x="22940" y="539"/>
                        <a:pt x="21486" y="1616"/>
                      </a:cubicBezTo>
                      <a:cubicBezTo>
                        <a:pt x="18608" y="3746"/>
                        <a:pt x="17333" y="7816"/>
                        <a:pt x="18488" y="11208"/>
                      </a:cubicBezTo>
                      <a:cubicBezTo>
                        <a:pt x="15269" y="11690"/>
                        <a:pt x="12399" y="14033"/>
                        <a:pt x="11281" y="17092"/>
                      </a:cubicBezTo>
                      <a:cubicBezTo>
                        <a:pt x="10165" y="20149"/>
                        <a:pt x="10850" y="23791"/>
                        <a:pt x="13001" y="26235"/>
                      </a:cubicBezTo>
                      <a:cubicBezTo>
                        <a:pt x="12446" y="25973"/>
                        <a:pt x="11861" y="25853"/>
                        <a:pt x="11275" y="25853"/>
                      </a:cubicBezTo>
                      <a:cubicBezTo>
                        <a:pt x="9019" y="25853"/>
                        <a:pt x="6735" y="27623"/>
                        <a:pt x="5975" y="29858"/>
                      </a:cubicBezTo>
                      <a:cubicBezTo>
                        <a:pt x="5014" y="32675"/>
                        <a:pt x="5908" y="35809"/>
                        <a:pt x="7325" y="38423"/>
                      </a:cubicBezTo>
                      <a:cubicBezTo>
                        <a:pt x="7251" y="38421"/>
                        <a:pt x="7177" y="38419"/>
                        <a:pt x="7103" y="38419"/>
                      </a:cubicBezTo>
                      <a:cubicBezTo>
                        <a:pt x="4234" y="38419"/>
                        <a:pt x="1478" y="40521"/>
                        <a:pt x="748" y="43301"/>
                      </a:cubicBezTo>
                      <a:cubicBezTo>
                        <a:pt x="0" y="46155"/>
                        <a:pt x="1465" y="49430"/>
                        <a:pt x="4087" y="50777"/>
                      </a:cubicBezTo>
                      <a:cubicBezTo>
                        <a:pt x="3392" y="52002"/>
                        <a:pt x="3595" y="53668"/>
                        <a:pt x="4558" y="54693"/>
                      </a:cubicBezTo>
                      <a:cubicBezTo>
                        <a:pt x="5186" y="55362"/>
                        <a:pt x="6105" y="55723"/>
                        <a:pt x="7018" y="55723"/>
                      </a:cubicBezTo>
                      <a:cubicBezTo>
                        <a:pt x="7508" y="55723"/>
                        <a:pt x="7996" y="55620"/>
                        <a:pt x="8438" y="55404"/>
                      </a:cubicBezTo>
                      <a:lnTo>
                        <a:pt x="8438" y="55404"/>
                      </a:lnTo>
                      <a:lnTo>
                        <a:pt x="8312" y="56427"/>
                      </a:lnTo>
                      <a:cubicBezTo>
                        <a:pt x="9447" y="57286"/>
                        <a:pt x="10866" y="57713"/>
                        <a:pt x="12287" y="57713"/>
                      </a:cubicBezTo>
                      <a:cubicBezTo>
                        <a:pt x="13763" y="57713"/>
                        <a:pt x="15240" y="57251"/>
                        <a:pt x="16398" y="56331"/>
                      </a:cubicBezTo>
                      <a:cubicBezTo>
                        <a:pt x="18669" y="54523"/>
                        <a:pt x="19500" y="51123"/>
                        <a:pt x="18315" y="48471"/>
                      </a:cubicBezTo>
                      <a:lnTo>
                        <a:pt x="18315" y="48471"/>
                      </a:lnTo>
                      <a:cubicBezTo>
                        <a:pt x="18805" y="48625"/>
                        <a:pt x="19313" y="48699"/>
                        <a:pt x="19822" y="48699"/>
                      </a:cubicBezTo>
                      <a:cubicBezTo>
                        <a:pt x="21787" y="48699"/>
                        <a:pt x="23761" y="47609"/>
                        <a:pt x="24691" y="45865"/>
                      </a:cubicBezTo>
                      <a:cubicBezTo>
                        <a:pt x="25863" y="43666"/>
                        <a:pt x="25245" y="40673"/>
                        <a:pt x="23299" y="39118"/>
                      </a:cubicBezTo>
                      <a:lnTo>
                        <a:pt x="23299" y="39118"/>
                      </a:lnTo>
                      <a:cubicBezTo>
                        <a:pt x="23800" y="39213"/>
                        <a:pt x="24307" y="39260"/>
                        <a:pt x="24814" y="39260"/>
                      </a:cubicBezTo>
                      <a:cubicBezTo>
                        <a:pt x="27854" y="39260"/>
                        <a:pt x="30889" y="37606"/>
                        <a:pt x="32436" y="34973"/>
                      </a:cubicBezTo>
                      <a:cubicBezTo>
                        <a:pt x="34239" y="31901"/>
                        <a:pt x="33890" y="27710"/>
                        <a:pt x="31603" y="24976"/>
                      </a:cubicBezTo>
                      <a:cubicBezTo>
                        <a:pt x="34662" y="24723"/>
                        <a:pt x="37474" y="22537"/>
                        <a:pt x="38475" y="19637"/>
                      </a:cubicBezTo>
                      <a:cubicBezTo>
                        <a:pt x="39478" y="16738"/>
                        <a:pt x="38616" y="13282"/>
                        <a:pt x="36369" y="11192"/>
                      </a:cubicBezTo>
                      <a:cubicBezTo>
                        <a:pt x="38951" y="9965"/>
                        <a:pt x="40155" y="6464"/>
                        <a:pt x="38874" y="3908"/>
                      </a:cubicBezTo>
                      <a:cubicBezTo>
                        <a:pt x="37961" y="2088"/>
                        <a:pt x="35915" y="991"/>
                        <a:pt x="33898" y="991"/>
                      </a:cubicBezTo>
                      <a:cubicBezTo>
                        <a:pt x="33080" y="991"/>
                        <a:pt x="32267" y="1171"/>
                        <a:pt x="31537" y="1557"/>
                      </a:cubicBezTo>
                      <a:cubicBezTo>
                        <a:pt x="30098" y="519"/>
                        <a:pt x="28326" y="1"/>
                        <a:pt x="26553" y="1"/>
                      </a:cubicBezTo>
                      <a:close/>
                    </a:path>
                  </a:pathLst>
                </a:cu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9" name="Google Shape;254;p21">
              <a:extLst>
                <a:ext uri="{FF2B5EF4-FFF2-40B4-BE49-F238E27FC236}">
                  <a16:creationId xmlns:a16="http://schemas.microsoft.com/office/drawing/2014/main" id="{BBB98BFB-03F9-5421-DB44-4439CCE6AA33}"/>
                </a:ext>
              </a:extLst>
            </p:cNvPr>
            <p:cNvGrpSpPr/>
            <p:nvPr/>
          </p:nvGrpSpPr>
          <p:grpSpPr>
            <a:xfrm rot="336413">
              <a:off x="317132" y="3290144"/>
              <a:ext cx="880718" cy="806639"/>
              <a:chOff x="7605998" y="3886472"/>
              <a:chExt cx="1302190" cy="896743"/>
            </a:xfrm>
          </p:grpSpPr>
          <p:sp>
            <p:nvSpPr>
              <p:cNvPr id="160" name="Google Shape;255;p21">
                <a:extLst>
                  <a:ext uri="{FF2B5EF4-FFF2-40B4-BE49-F238E27FC236}">
                    <a16:creationId xmlns:a16="http://schemas.microsoft.com/office/drawing/2014/main" id="{B5676626-29BF-C527-DFEA-11290FE2FB8B}"/>
                  </a:ext>
                </a:extLst>
              </p:cNvPr>
              <p:cNvSpPr/>
              <p:nvPr/>
            </p:nvSpPr>
            <p:spPr>
              <a:xfrm>
                <a:off x="7751571" y="4471035"/>
                <a:ext cx="1156617" cy="312180"/>
              </a:xfrm>
              <a:custGeom>
                <a:avLst/>
                <a:gdLst/>
                <a:ahLst/>
                <a:cxnLst/>
                <a:rect l="l" t="t" r="r" b="b"/>
                <a:pathLst>
                  <a:path w="23923" h="6457" extrusionOk="0">
                    <a:moveTo>
                      <a:pt x="1" y="0"/>
                    </a:moveTo>
                    <a:lnTo>
                      <a:pt x="620" y="6456"/>
                    </a:lnTo>
                    <a:lnTo>
                      <a:pt x="23923" y="5757"/>
                    </a:lnTo>
                    <a:lnTo>
                      <a:pt x="22803" y="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256;p21">
                <a:extLst>
                  <a:ext uri="{FF2B5EF4-FFF2-40B4-BE49-F238E27FC236}">
                    <a16:creationId xmlns:a16="http://schemas.microsoft.com/office/drawing/2014/main" id="{5D8489E9-74AE-B27D-D2CC-67E9D3AD6604}"/>
                  </a:ext>
                </a:extLst>
              </p:cNvPr>
              <p:cNvSpPr/>
              <p:nvPr/>
            </p:nvSpPr>
            <p:spPr>
              <a:xfrm>
                <a:off x="8003459" y="4592773"/>
                <a:ext cx="689822" cy="57969"/>
              </a:xfrm>
              <a:custGeom>
                <a:avLst/>
                <a:gdLst/>
                <a:ahLst/>
                <a:cxnLst/>
                <a:rect l="l" t="t" r="r" b="b"/>
                <a:pathLst>
                  <a:path w="14268" h="1199" extrusionOk="0">
                    <a:moveTo>
                      <a:pt x="3" y="1"/>
                    </a:moveTo>
                    <a:lnTo>
                      <a:pt x="1" y="1170"/>
                    </a:lnTo>
                    <a:lnTo>
                      <a:pt x="14265" y="1198"/>
                    </a:lnTo>
                    <a:lnTo>
                      <a:pt x="14267" y="29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257;p21">
                <a:extLst>
                  <a:ext uri="{FF2B5EF4-FFF2-40B4-BE49-F238E27FC236}">
                    <a16:creationId xmlns:a16="http://schemas.microsoft.com/office/drawing/2014/main" id="{6C36E251-C7AB-021C-D73B-254E98904396}"/>
                  </a:ext>
                </a:extLst>
              </p:cNvPr>
              <p:cNvSpPr/>
              <p:nvPr/>
            </p:nvSpPr>
            <p:spPr>
              <a:xfrm>
                <a:off x="7606627" y="4182355"/>
                <a:ext cx="1153620" cy="312422"/>
              </a:xfrm>
              <a:custGeom>
                <a:avLst/>
                <a:gdLst/>
                <a:ahLst/>
                <a:cxnLst/>
                <a:rect l="l" t="t" r="r" b="b"/>
                <a:pathLst>
                  <a:path w="23861" h="6462" extrusionOk="0">
                    <a:moveTo>
                      <a:pt x="1" y="1"/>
                    </a:moveTo>
                    <a:lnTo>
                      <a:pt x="553" y="6462"/>
                    </a:lnTo>
                    <a:lnTo>
                      <a:pt x="23861" y="6010"/>
                    </a:lnTo>
                    <a:lnTo>
                      <a:pt x="22800" y="2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258;p21">
                <a:extLst>
                  <a:ext uri="{FF2B5EF4-FFF2-40B4-BE49-F238E27FC236}">
                    <a16:creationId xmlns:a16="http://schemas.microsoft.com/office/drawing/2014/main" id="{18F00C2B-5124-BBFD-9129-6E4C021B1161}"/>
                  </a:ext>
                </a:extLst>
              </p:cNvPr>
              <p:cNvSpPr/>
              <p:nvPr/>
            </p:nvSpPr>
            <p:spPr>
              <a:xfrm>
                <a:off x="7605998" y="4219147"/>
                <a:ext cx="1147286" cy="254936"/>
              </a:xfrm>
              <a:custGeom>
                <a:avLst/>
                <a:gdLst/>
                <a:ahLst/>
                <a:cxnLst/>
                <a:rect l="l" t="t" r="r" b="b"/>
                <a:pathLst>
                  <a:path w="23730" h="5273" extrusionOk="0">
                    <a:moveTo>
                      <a:pt x="22904" y="1"/>
                    </a:moveTo>
                    <a:lnTo>
                      <a:pt x="3" y="153"/>
                    </a:lnTo>
                    <a:lnTo>
                      <a:pt x="1" y="445"/>
                    </a:lnTo>
                    <a:cubicBezTo>
                      <a:pt x="1" y="378"/>
                      <a:pt x="5" y="347"/>
                      <a:pt x="11" y="347"/>
                    </a:cubicBezTo>
                    <a:cubicBezTo>
                      <a:pt x="84" y="347"/>
                      <a:pt x="530" y="5272"/>
                      <a:pt x="530" y="5272"/>
                    </a:cubicBezTo>
                    <a:lnTo>
                      <a:pt x="23729" y="4452"/>
                    </a:lnTo>
                    <a:lnTo>
                      <a:pt x="22904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259;p21">
                <a:extLst>
                  <a:ext uri="{FF2B5EF4-FFF2-40B4-BE49-F238E27FC236}">
                    <a16:creationId xmlns:a16="http://schemas.microsoft.com/office/drawing/2014/main" id="{C5C498D2-1A7E-06E8-CF48-155CEB5B0833}"/>
                  </a:ext>
                </a:extLst>
              </p:cNvPr>
              <p:cNvSpPr/>
              <p:nvPr/>
            </p:nvSpPr>
            <p:spPr>
              <a:xfrm>
                <a:off x="7662371" y="4367959"/>
                <a:ext cx="1048222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21681" h="680" extrusionOk="0">
                    <a:moveTo>
                      <a:pt x="333" y="0"/>
                    </a:moveTo>
                    <a:cubicBezTo>
                      <a:pt x="116" y="0"/>
                      <a:pt x="1" y="5"/>
                      <a:pt x="1" y="17"/>
                    </a:cubicBezTo>
                    <a:cubicBezTo>
                      <a:pt x="1" y="35"/>
                      <a:pt x="305" y="63"/>
                      <a:pt x="850" y="107"/>
                    </a:cubicBezTo>
                    <a:cubicBezTo>
                      <a:pt x="1397" y="148"/>
                      <a:pt x="2192" y="197"/>
                      <a:pt x="3170" y="251"/>
                    </a:cubicBezTo>
                    <a:cubicBezTo>
                      <a:pt x="5131" y="357"/>
                      <a:pt x="7840" y="476"/>
                      <a:pt x="10833" y="558"/>
                    </a:cubicBezTo>
                    <a:cubicBezTo>
                      <a:pt x="13829" y="641"/>
                      <a:pt x="16538" y="677"/>
                      <a:pt x="18502" y="680"/>
                    </a:cubicBezTo>
                    <a:cubicBezTo>
                      <a:pt x="19482" y="680"/>
                      <a:pt x="20277" y="675"/>
                      <a:pt x="20827" y="664"/>
                    </a:cubicBezTo>
                    <a:cubicBezTo>
                      <a:pt x="21376" y="654"/>
                      <a:pt x="21678" y="638"/>
                      <a:pt x="21678" y="620"/>
                    </a:cubicBezTo>
                    <a:cubicBezTo>
                      <a:pt x="21681" y="605"/>
                      <a:pt x="21374" y="582"/>
                      <a:pt x="20827" y="564"/>
                    </a:cubicBezTo>
                    <a:cubicBezTo>
                      <a:pt x="20277" y="546"/>
                      <a:pt x="19485" y="522"/>
                      <a:pt x="18504" y="499"/>
                    </a:cubicBezTo>
                    <a:lnTo>
                      <a:pt x="10841" y="306"/>
                    </a:lnTo>
                    <a:lnTo>
                      <a:pt x="3177" y="71"/>
                    </a:lnTo>
                    <a:cubicBezTo>
                      <a:pt x="2197" y="40"/>
                      <a:pt x="1405" y="17"/>
                      <a:pt x="855" y="6"/>
                    </a:cubicBezTo>
                    <a:cubicBezTo>
                      <a:pt x="643" y="2"/>
                      <a:pt x="468" y="0"/>
                      <a:pt x="333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260;p21">
                <a:extLst>
                  <a:ext uri="{FF2B5EF4-FFF2-40B4-BE49-F238E27FC236}">
                    <a16:creationId xmlns:a16="http://schemas.microsoft.com/office/drawing/2014/main" id="{2C4FCDDE-500A-42F5-7DEE-F52D8E426400}"/>
                  </a:ext>
                </a:extLst>
              </p:cNvPr>
              <p:cNvSpPr/>
              <p:nvPr/>
            </p:nvSpPr>
            <p:spPr>
              <a:xfrm>
                <a:off x="7658020" y="4303416"/>
                <a:ext cx="1018392" cy="29637"/>
              </a:xfrm>
              <a:custGeom>
                <a:avLst/>
                <a:gdLst/>
                <a:ahLst/>
                <a:cxnLst/>
                <a:rect l="l" t="t" r="r" b="b"/>
                <a:pathLst>
                  <a:path w="21064" h="613" extrusionOk="0">
                    <a:moveTo>
                      <a:pt x="13177" y="1"/>
                    </a:moveTo>
                    <a:cubicBezTo>
                      <a:pt x="12331" y="1"/>
                      <a:pt x="11443" y="7"/>
                      <a:pt x="10528" y="23"/>
                    </a:cubicBezTo>
                    <a:cubicBezTo>
                      <a:pt x="7615" y="72"/>
                      <a:pt x="4981" y="196"/>
                      <a:pt x="3079" y="322"/>
                    </a:cubicBezTo>
                    <a:cubicBezTo>
                      <a:pt x="2127" y="387"/>
                      <a:pt x="1358" y="448"/>
                      <a:pt x="826" y="497"/>
                    </a:cubicBezTo>
                    <a:cubicBezTo>
                      <a:pt x="295" y="546"/>
                      <a:pt x="1" y="585"/>
                      <a:pt x="3" y="601"/>
                    </a:cubicBezTo>
                    <a:cubicBezTo>
                      <a:pt x="4" y="609"/>
                      <a:pt x="65" y="613"/>
                      <a:pt x="179" y="613"/>
                    </a:cubicBezTo>
                    <a:cubicBezTo>
                      <a:pt x="319" y="613"/>
                      <a:pt x="539" y="607"/>
                      <a:pt x="832" y="596"/>
                    </a:cubicBezTo>
                    <a:lnTo>
                      <a:pt x="3089" y="503"/>
                    </a:lnTo>
                    <a:cubicBezTo>
                      <a:pt x="4994" y="423"/>
                      <a:pt x="7626" y="325"/>
                      <a:pt x="10531" y="278"/>
                    </a:cubicBezTo>
                    <a:cubicBezTo>
                      <a:pt x="12100" y="252"/>
                      <a:pt x="13589" y="243"/>
                      <a:pt x="14927" y="243"/>
                    </a:cubicBezTo>
                    <a:cubicBezTo>
                      <a:pt x="16069" y="243"/>
                      <a:pt x="17100" y="249"/>
                      <a:pt x="17978" y="257"/>
                    </a:cubicBezTo>
                    <a:lnTo>
                      <a:pt x="20236" y="276"/>
                    </a:lnTo>
                    <a:cubicBezTo>
                      <a:pt x="20320" y="276"/>
                      <a:pt x="20398" y="276"/>
                      <a:pt x="20470" y="276"/>
                    </a:cubicBezTo>
                    <a:cubicBezTo>
                      <a:pt x="20854" y="276"/>
                      <a:pt x="21064" y="270"/>
                      <a:pt x="21064" y="255"/>
                    </a:cubicBezTo>
                    <a:cubicBezTo>
                      <a:pt x="21064" y="237"/>
                      <a:pt x="20772" y="211"/>
                      <a:pt x="20238" y="178"/>
                    </a:cubicBezTo>
                    <a:cubicBezTo>
                      <a:pt x="19704" y="144"/>
                      <a:pt x="18935" y="110"/>
                      <a:pt x="17980" y="77"/>
                    </a:cubicBezTo>
                    <a:cubicBezTo>
                      <a:pt x="16674" y="33"/>
                      <a:pt x="15024" y="1"/>
                      <a:pt x="1317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261;p21">
                <a:extLst>
                  <a:ext uri="{FF2B5EF4-FFF2-40B4-BE49-F238E27FC236}">
                    <a16:creationId xmlns:a16="http://schemas.microsoft.com/office/drawing/2014/main" id="{43BA4456-A3DF-5609-B28B-7254FE30BA7F}"/>
                  </a:ext>
                </a:extLst>
              </p:cNvPr>
              <p:cNvSpPr/>
              <p:nvPr/>
            </p:nvSpPr>
            <p:spPr>
              <a:xfrm>
                <a:off x="7658551" y="4254296"/>
                <a:ext cx="1038214" cy="44093"/>
              </a:xfrm>
              <a:custGeom>
                <a:avLst/>
                <a:gdLst/>
                <a:ahLst/>
                <a:cxnLst/>
                <a:rect l="l" t="t" r="r" b="b"/>
                <a:pathLst>
                  <a:path w="21474" h="912" extrusionOk="0">
                    <a:moveTo>
                      <a:pt x="8327" y="0"/>
                    </a:moveTo>
                    <a:cubicBezTo>
                      <a:pt x="7716" y="0"/>
                      <a:pt x="7125" y="5"/>
                      <a:pt x="6559" y="14"/>
                    </a:cubicBezTo>
                    <a:cubicBezTo>
                      <a:pt x="5917" y="30"/>
                      <a:pt x="5305" y="40"/>
                      <a:pt x="4732" y="66"/>
                    </a:cubicBezTo>
                    <a:cubicBezTo>
                      <a:pt x="4159" y="84"/>
                      <a:pt x="3628" y="112"/>
                      <a:pt x="3140" y="136"/>
                    </a:cubicBezTo>
                    <a:cubicBezTo>
                      <a:pt x="2655" y="159"/>
                      <a:pt x="2216" y="192"/>
                      <a:pt x="1829" y="218"/>
                    </a:cubicBezTo>
                    <a:cubicBezTo>
                      <a:pt x="1445" y="244"/>
                      <a:pt x="1112" y="272"/>
                      <a:pt x="841" y="298"/>
                    </a:cubicBezTo>
                    <a:cubicBezTo>
                      <a:pt x="299" y="347"/>
                      <a:pt x="0" y="383"/>
                      <a:pt x="3" y="401"/>
                    </a:cubicBezTo>
                    <a:cubicBezTo>
                      <a:pt x="3" y="408"/>
                      <a:pt x="62" y="412"/>
                      <a:pt x="175" y="412"/>
                    </a:cubicBezTo>
                    <a:cubicBezTo>
                      <a:pt x="317" y="412"/>
                      <a:pt x="545" y="406"/>
                      <a:pt x="849" y="396"/>
                    </a:cubicBezTo>
                    <a:lnTo>
                      <a:pt x="1840" y="360"/>
                    </a:lnTo>
                    <a:cubicBezTo>
                      <a:pt x="2224" y="350"/>
                      <a:pt x="2665" y="332"/>
                      <a:pt x="3151" y="316"/>
                    </a:cubicBezTo>
                    <a:cubicBezTo>
                      <a:pt x="3636" y="301"/>
                      <a:pt x="4167" y="285"/>
                      <a:pt x="4740" y="275"/>
                    </a:cubicBezTo>
                    <a:cubicBezTo>
                      <a:pt x="5310" y="262"/>
                      <a:pt x="5922" y="257"/>
                      <a:pt x="6564" y="249"/>
                    </a:cubicBezTo>
                    <a:cubicBezTo>
                      <a:pt x="6892" y="247"/>
                      <a:pt x="7227" y="246"/>
                      <a:pt x="7570" y="246"/>
                    </a:cubicBezTo>
                    <a:cubicBezTo>
                      <a:pt x="8574" y="246"/>
                      <a:pt x="9640" y="256"/>
                      <a:pt x="10744" y="283"/>
                    </a:cubicBezTo>
                    <a:cubicBezTo>
                      <a:pt x="12228" y="316"/>
                      <a:pt x="13640" y="378"/>
                      <a:pt x="14922" y="445"/>
                    </a:cubicBezTo>
                    <a:cubicBezTo>
                      <a:pt x="15564" y="484"/>
                      <a:pt x="16173" y="517"/>
                      <a:pt x="16744" y="559"/>
                    </a:cubicBezTo>
                    <a:cubicBezTo>
                      <a:pt x="17314" y="595"/>
                      <a:pt x="17843" y="639"/>
                      <a:pt x="18328" y="672"/>
                    </a:cubicBezTo>
                    <a:cubicBezTo>
                      <a:pt x="18813" y="708"/>
                      <a:pt x="19252" y="747"/>
                      <a:pt x="19636" y="778"/>
                    </a:cubicBezTo>
                    <a:lnTo>
                      <a:pt x="20624" y="861"/>
                    </a:lnTo>
                    <a:cubicBezTo>
                      <a:pt x="21026" y="893"/>
                      <a:pt x="21295" y="911"/>
                      <a:pt x="21409" y="911"/>
                    </a:cubicBezTo>
                    <a:cubicBezTo>
                      <a:pt x="21449" y="911"/>
                      <a:pt x="21470" y="909"/>
                      <a:pt x="21471" y="905"/>
                    </a:cubicBezTo>
                    <a:cubicBezTo>
                      <a:pt x="21473" y="889"/>
                      <a:pt x="21174" y="837"/>
                      <a:pt x="20635" y="763"/>
                    </a:cubicBezTo>
                    <a:cubicBezTo>
                      <a:pt x="20364" y="724"/>
                      <a:pt x="20034" y="680"/>
                      <a:pt x="19649" y="636"/>
                    </a:cubicBezTo>
                    <a:cubicBezTo>
                      <a:pt x="19265" y="592"/>
                      <a:pt x="18829" y="543"/>
                      <a:pt x="18343" y="494"/>
                    </a:cubicBezTo>
                    <a:cubicBezTo>
                      <a:pt x="17858" y="445"/>
                      <a:pt x="17329" y="394"/>
                      <a:pt x="16757" y="347"/>
                    </a:cubicBezTo>
                    <a:cubicBezTo>
                      <a:pt x="16186" y="298"/>
                      <a:pt x="15577" y="257"/>
                      <a:pt x="14935" y="210"/>
                    </a:cubicBezTo>
                    <a:cubicBezTo>
                      <a:pt x="13650" y="130"/>
                      <a:pt x="12236" y="61"/>
                      <a:pt x="10750" y="27"/>
                    </a:cubicBezTo>
                    <a:cubicBezTo>
                      <a:pt x="9917" y="8"/>
                      <a:pt x="9106" y="0"/>
                      <a:pt x="8327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262;p21">
                <a:extLst>
                  <a:ext uri="{FF2B5EF4-FFF2-40B4-BE49-F238E27FC236}">
                    <a16:creationId xmlns:a16="http://schemas.microsoft.com/office/drawing/2014/main" id="{09EEA167-7400-C341-41D2-B3C2FE167F41}"/>
                  </a:ext>
                </a:extLst>
              </p:cNvPr>
              <p:cNvSpPr/>
              <p:nvPr/>
            </p:nvSpPr>
            <p:spPr>
              <a:xfrm>
                <a:off x="7625240" y="3886472"/>
                <a:ext cx="1147721" cy="312760"/>
              </a:xfrm>
              <a:custGeom>
                <a:avLst/>
                <a:gdLst/>
                <a:ahLst/>
                <a:cxnLst/>
                <a:rect l="l" t="t" r="r" b="b"/>
                <a:pathLst>
                  <a:path w="23739" h="6469" extrusionOk="0">
                    <a:moveTo>
                      <a:pt x="0" y="0"/>
                    </a:moveTo>
                    <a:lnTo>
                      <a:pt x="426" y="6469"/>
                    </a:lnTo>
                    <a:lnTo>
                      <a:pt x="23739" y="6464"/>
                    </a:lnTo>
                    <a:lnTo>
                      <a:pt x="22789" y="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263;p21">
                <a:extLst>
                  <a:ext uri="{FF2B5EF4-FFF2-40B4-BE49-F238E27FC236}">
                    <a16:creationId xmlns:a16="http://schemas.microsoft.com/office/drawing/2014/main" id="{F7C2F98C-EBC3-EFE6-B54A-75F7DE7E6CAC}"/>
                  </a:ext>
                </a:extLst>
              </p:cNvPr>
              <p:cNvSpPr/>
              <p:nvPr/>
            </p:nvSpPr>
            <p:spPr>
              <a:xfrm>
                <a:off x="7623355" y="3930467"/>
                <a:ext cx="1143273" cy="248071"/>
              </a:xfrm>
              <a:custGeom>
                <a:avLst/>
                <a:gdLst/>
                <a:ahLst/>
                <a:cxnLst/>
                <a:rect l="l" t="t" r="r" b="b"/>
                <a:pathLst>
                  <a:path w="23647" h="5131" extrusionOk="0">
                    <a:moveTo>
                      <a:pt x="1" y="276"/>
                    </a:moveTo>
                    <a:cubicBezTo>
                      <a:pt x="1" y="281"/>
                      <a:pt x="1" y="287"/>
                      <a:pt x="0" y="292"/>
                    </a:cubicBezTo>
                    <a:lnTo>
                      <a:pt x="1" y="276"/>
                    </a:lnTo>
                    <a:close/>
                    <a:moveTo>
                      <a:pt x="11" y="1"/>
                    </a:moveTo>
                    <a:lnTo>
                      <a:pt x="1" y="276"/>
                    </a:lnTo>
                    <a:lnTo>
                      <a:pt x="1" y="276"/>
                    </a:lnTo>
                    <a:cubicBezTo>
                      <a:pt x="3" y="221"/>
                      <a:pt x="7" y="195"/>
                      <a:pt x="12" y="195"/>
                    </a:cubicBezTo>
                    <a:cubicBezTo>
                      <a:pt x="86" y="195"/>
                      <a:pt x="436" y="5131"/>
                      <a:pt x="436" y="5131"/>
                    </a:cubicBezTo>
                    <a:lnTo>
                      <a:pt x="23646" y="4754"/>
                    </a:lnTo>
                    <a:lnTo>
                      <a:pt x="22908" y="287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264;p21">
                <a:extLst>
                  <a:ext uri="{FF2B5EF4-FFF2-40B4-BE49-F238E27FC236}">
                    <a16:creationId xmlns:a16="http://schemas.microsoft.com/office/drawing/2014/main" id="{A132A69A-E576-FB9F-8B2C-F66DB6E722E8}"/>
                  </a:ext>
                </a:extLst>
              </p:cNvPr>
              <p:cNvSpPr/>
              <p:nvPr/>
            </p:nvSpPr>
            <p:spPr>
              <a:xfrm>
                <a:off x="7677262" y="4073188"/>
                <a:ext cx="104754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1667" h="1059" extrusionOk="0">
                    <a:moveTo>
                      <a:pt x="158" y="0"/>
                    </a:moveTo>
                    <a:cubicBezTo>
                      <a:pt x="56" y="0"/>
                      <a:pt x="3" y="4"/>
                      <a:pt x="3" y="11"/>
                    </a:cubicBezTo>
                    <a:cubicBezTo>
                      <a:pt x="0" y="29"/>
                      <a:pt x="302" y="65"/>
                      <a:pt x="849" y="117"/>
                    </a:cubicBezTo>
                    <a:cubicBezTo>
                      <a:pt x="1396" y="171"/>
                      <a:pt x="2186" y="236"/>
                      <a:pt x="3166" y="308"/>
                    </a:cubicBezTo>
                    <a:cubicBezTo>
                      <a:pt x="5122" y="452"/>
                      <a:pt x="7831" y="623"/>
                      <a:pt x="10822" y="762"/>
                    </a:cubicBezTo>
                    <a:cubicBezTo>
                      <a:pt x="13812" y="904"/>
                      <a:pt x="16524" y="989"/>
                      <a:pt x="18485" y="1030"/>
                    </a:cubicBezTo>
                    <a:cubicBezTo>
                      <a:pt x="19469" y="1051"/>
                      <a:pt x="20261" y="1059"/>
                      <a:pt x="20810" y="1059"/>
                    </a:cubicBezTo>
                    <a:cubicBezTo>
                      <a:pt x="21360" y="1059"/>
                      <a:pt x="21664" y="1051"/>
                      <a:pt x="21664" y="1033"/>
                    </a:cubicBezTo>
                    <a:cubicBezTo>
                      <a:pt x="21667" y="1017"/>
                      <a:pt x="21365" y="992"/>
                      <a:pt x="20815" y="961"/>
                    </a:cubicBezTo>
                    <a:cubicBezTo>
                      <a:pt x="20268" y="930"/>
                      <a:pt x="19474" y="894"/>
                      <a:pt x="18493" y="850"/>
                    </a:cubicBezTo>
                    <a:lnTo>
                      <a:pt x="10835" y="509"/>
                    </a:lnTo>
                    <a:lnTo>
                      <a:pt x="3176" y="127"/>
                    </a:lnTo>
                    <a:cubicBezTo>
                      <a:pt x="2196" y="78"/>
                      <a:pt x="1404" y="39"/>
                      <a:pt x="854" y="19"/>
                    </a:cubicBezTo>
                    <a:cubicBezTo>
                      <a:pt x="536" y="7"/>
                      <a:pt x="300" y="0"/>
                      <a:pt x="158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265;p21">
                <a:extLst>
                  <a:ext uri="{FF2B5EF4-FFF2-40B4-BE49-F238E27FC236}">
                    <a16:creationId xmlns:a16="http://schemas.microsoft.com/office/drawing/2014/main" id="{15D8ECE0-79C6-9A17-3186-5D6F40866D61}"/>
                  </a:ext>
                </a:extLst>
              </p:cNvPr>
              <p:cNvSpPr/>
              <p:nvPr/>
            </p:nvSpPr>
            <p:spPr>
              <a:xfrm>
                <a:off x="7673636" y="4019136"/>
                <a:ext cx="1018488" cy="21805"/>
              </a:xfrm>
              <a:custGeom>
                <a:avLst/>
                <a:gdLst/>
                <a:ahLst/>
                <a:cxnLst/>
                <a:rect l="l" t="t" r="r" b="b"/>
                <a:pathLst>
                  <a:path w="21066" h="451" extrusionOk="0">
                    <a:moveTo>
                      <a:pt x="10107" y="1"/>
                    </a:moveTo>
                    <a:cubicBezTo>
                      <a:pt x="7364" y="1"/>
                      <a:pt x="4891" y="70"/>
                      <a:pt x="3081" y="156"/>
                    </a:cubicBezTo>
                    <a:cubicBezTo>
                      <a:pt x="2129" y="203"/>
                      <a:pt x="1357" y="249"/>
                      <a:pt x="826" y="288"/>
                    </a:cubicBezTo>
                    <a:cubicBezTo>
                      <a:pt x="294" y="329"/>
                      <a:pt x="0" y="360"/>
                      <a:pt x="3" y="378"/>
                    </a:cubicBezTo>
                    <a:cubicBezTo>
                      <a:pt x="3" y="388"/>
                      <a:pt x="125" y="394"/>
                      <a:pt x="356" y="394"/>
                    </a:cubicBezTo>
                    <a:cubicBezTo>
                      <a:pt x="483" y="394"/>
                      <a:pt x="642" y="392"/>
                      <a:pt x="831" y="389"/>
                    </a:cubicBezTo>
                    <a:lnTo>
                      <a:pt x="3089" y="337"/>
                    </a:lnTo>
                    <a:cubicBezTo>
                      <a:pt x="4852" y="296"/>
                      <a:pt x="7240" y="254"/>
                      <a:pt x="9892" y="254"/>
                    </a:cubicBezTo>
                    <a:cubicBezTo>
                      <a:pt x="10105" y="254"/>
                      <a:pt x="10320" y="254"/>
                      <a:pt x="10536" y="254"/>
                    </a:cubicBezTo>
                    <a:cubicBezTo>
                      <a:pt x="13441" y="265"/>
                      <a:pt x="16073" y="324"/>
                      <a:pt x="17980" y="378"/>
                    </a:cubicBezTo>
                    <a:lnTo>
                      <a:pt x="20238" y="443"/>
                    </a:lnTo>
                    <a:cubicBezTo>
                      <a:pt x="20467" y="448"/>
                      <a:pt x="20653" y="451"/>
                      <a:pt x="20790" y="451"/>
                    </a:cubicBezTo>
                    <a:cubicBezTo>
                      <a:pt x="20970" y="451"/>
                      <a:pt x="21066" y="446"/>
                      <a:pt x="21066" y="438"/>
                    </a:cubicBezTo>
                    <a:cubicBezTo>
                      <a:pt x="21066" y="420"/>
                      <a:pt x="20772" y="386"/>
                      <a:pt x="20240" y="342"/>
                    </a:cubicBezTo>
                    <a:cubicBezTo>
                      <a:pt x="19709" y="298"/>
                      <a:pt x="18937" y="249"/>
                      <a:pt x="17985" y="198"/>
                    </a:cubicBezTo>
                    <a:cubicBezTo>
                      <a:pt x="16081" y="97"/>
                      <a:pt x="13446" y="7"/>
                      <a:pt x="10536" y="2"/>
                    </a:cubicBezTo>
                    <a:cubicBezTo>
                      <a:pt x="10392" y="1"/>
                      <a:pt x="10249" y="1"/>
                      <a:pt x="1010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266;p21">
                <a:extLst>
                  <a:ext uri="{FF2B5EF4-FFF2-40B4-BE49-F238E27FC236}">
                    <a16:creationId xmlns:a16="http://schemas.microsoft.com/office/drawing/2014/main" id="{807886BF-C685-B0A5-8ECA-DE38F439E963}"/>
                  </a:ext>
                </a:extLst>
              </p:cNvPr>
              <p:cNvSpPr/>
              <p:nvPr/>
            </p:nvSpPr>
            <p:spPr>
              <a:xfrm>
                <a:off x="7675376" y="3966148"/>
                <a:ext cx="1037344" cy="57098"/>
              </a:xfrm>
              <a:custGeom>
                <a:avLst/>
                <a:gdLst/>
                <a:ahLst/>
                <a:cxnLst/>
                <a:rect l="l" t="t" r="r" b="b"/>
                <a:pathLst>
                  <a:path w="21456" h="1181" extrusionOk="0">
                    <a:moveTo>
                      <a:pt x="6565" y="1"/>
                    </a:moveTo>
                    <a:cubicBezTo>
                      <a:pt x="5922" y="1"/>
                      <a:pt x="5308" y="3"/>
                      <a:pt x="4738" y="16"/>
                    </a:cubicBezTo>
                    <a:cubicBezTo>
                      <a:pt x="4165" y="24"/>
                      <a:pt x="3631" y="42"/>
                      <a:pt x="3146" y="55"/>
                    </a:cubicBezTo>
                    <a:cubicBezTo>
                      <a:pt x="2658" y="71"/>
                      <a:pt x="2219" y="94"/>
                      <a:pt x="1832" y="112"/>
                    </a:cubicBezTo>
                    <a:cubicBezTo>
                      <a:pt x="1445" y="130"/>
                      <a:pt x="1112" y="153"/>
                      <a:pt x="842" y="174"/>
                    </a:cubicBezTo>
                    <a:cubicBezTo>
                      <a:pt x="300" y="212"/>
                      <a:pt x="0" y="241"/>
                      <a:pt x="0" y="259"/>
                    </a:cubicBezTo>
                    <a:cubicBezTo>
                      <a:pt x="0" y="271"/>
                      <a:pt x="130" y="276"/>
                      <a:pt x="372" y="276"/>
                    </a:cubicBezTo>
                    <a:cubicBezTo>
                      <a:pt x="500" y="276"/>
                      <a:pt x="659" y="274"/>
                      <a:pt x="847" y="272"/>
                    </a:cubicBezTo>
                    <a:lnTo>
                      <a:pt x="1838" y="254"/>
                    </a:lnTo>
                    <a:cubicBezTo>
                      <a:pt x="2225" y="249"/>
                      <a:pt x="2663" y="241"/>
                      <a:pt x="3148" y="236"/>
                    </a:cubicBezTo>
                    <a:cubicBezTo>
                      <a:pt x="3636" y="231"/>
                      <a:pt x="4168" y="225"/>
                      <a:pt x="4738" y="225"/>
                    </a:cubicBezTo>
                    <a:cubicBezTo>
                      <a:pt x="4816" y="225"/>
                      <a:pt x="4895" y="225"/>
                      <a:pt x="4975" y="225"/>
                    </a:cubicBezTo>
                    <a:cubicBezTo>
                      <a:pt x="5478" y="225"/>
                      <a:pt x="6010" y="231"/>
                      <a:pt x="6565" y="236"/>
                    </a:cubicBezTo>
                    <a:cubicBezTo>
                      <a:pt x="7850" y="251"/>
                      <a:pt x="9261" y="282"/>
                      <a:pt x="10742" y="347"/>
                    </a:cubicBezTo>
                    <a:cubicBezTo>
                      <a:pt x="12226" y="411"/>
                      <a:pt x="13635" y="499"/>
                      <a:pt x="14917" y="592"/>
                    </a:cubicBezTo>
                    <a:cubicBezTo>
                      <a:pt x="15557" y="643"/>
                      <a:pt x="16166" y="687"/>
                      <a:pt x="16734" y="739"/>
                    </a:cubicBezTo>
                    <a:cubicBezTo>
                      <a:pt x="17304" y="788"/>
                      <a:pt x="17833" y="842"/>
                      <a:pt x="18318" y="886"/>
                    </a:cubicBezTo>
                    <a:cubicBezTo>
                      <a:pt x="18803" y="927"/>
                      <a:pt x="19239" y="976"/>
                      <a:pt x="19624" y="1015"/>
                    </a:cubicBezTo>
                    <a:lnTo>
                      <a:pt x="20609" y="1116"/>
                    </a:lnTo>
                    <a:cubicBezTo>
                      <a:pt x="21029" y="1158"/>
                      <a:pt x="21303" y="1181"/>
                      <a:pt x="21407" y="1181"/>
                    </a:cubicBezTo>
                    <a:cubicBezTo>
                      <a:pt x="21437" y="1181"/>
                      <a:pt x="21452" y="1179"/>
                      <a:pt x="21453" y="1175"/>
                    </a:cubicBezTo>
                    <a:cubicBezTo>
                      <a:pt x="21456" y="1157"/>
                      <a:pt x="21159" y="1103"/>
                      <a:pt x="20622" y="1018"/>
                    </a:cubicBezTo>
                    <a:cubicBezTo>
                      <a:pt x="20354" y="974"/>
                      <a:pt x="20024" y="925"/>
                      <a:pt x="19639" y="873"/>
                    </a:cubicBezTo>
                    <a:cubicBezTo>
                      <a:pt x="19257" y="821"/>
                      <a:pt x="18821" y="765"/>
                      <a:pt x="18339" y="705"/>
                    </a:cubicBezTo>
                    <a:cubicBezTo>
                      <a:pt x="17854" y="649"/>
                      <a:pt x="17325" y="587"/>
                      <a:pt x="16754" y="530"/>
                    </a:cubicBezTo>
                    <a:cubicBezTo>
                      <a:pt x="16184" y="468"/>
                      <a:pt x="15575" y="414"/>
                      <a:pt x="14935" y="357"/>
                    </a:cubicBezTo>
                    <a:cubicBezTo>
                      <a:pt x="13653" y="251"/>
                      <a:pt x="12239" y="156"/>
                      <a:pt x="10755" y="94"/>
                    </a:cubicBezTo>
                    <a:cubicBezTo>
                      <a:pt x="9269" y="32"/>
                      <a:pt x="7852" y="3"/>
                      <a:pt x="6565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4" name="Google Shape;426;p24">
            <a:extLst>
              <a:ext uri="{FF2B5EF4-FFF2-40B4-BE49-F238E27FC236}">
                <a16:creationId xmlns:a16="http://schemas.microsoft.com/office/drawing/2014/main" id="{2D6632C2-08D0-7FEF-07C4-41F8048BFEC4}"/>
              </a:ext>
            </a:extLst>
          </p:cNvPr>
          <p:cNvSpPr txBox="1">
            <a:spLocks/>
          </p:cNvSpPr>
          <p:nvPr/>
        </p:nvSpPr>
        <p:spPr>
          <a:xfrm>
            <a:off x="1031731" y="743995"/>
            <a:ext cx="3891473" cy="177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tabLst/>
              <a:defRPr/>
            </a:pPr>
            <a:r>
              <a:rPr lang="es-MX" sz="1500" kern="0" dirty="0">
                <a:solidFill>
                  <a:schemeClr val="tx1"/>
                </a:solidFill>
              </a:rPr>
              <a:t>Es</a:t>
            </a:r>
            <a:r>
              <a:rPr kumimoji="0" lang="es-MX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Light"/>
                <a:sym typeface="Roboto Light"/>
              </a:rPr>
              <a:t> una práctica donde la empresa le permite realizar actividades relacionadas con las competencias </a:t>
            </a:r>
            <a:r>
              <a:rPr kumimoji="0" lang="es-E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Light"/>
                <a:sym typeface="Roboto Light"/>
              </a:rPr>
              <a:t>adquiridas en tu etapa lectiva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tabLst/>
              <a:defRPr/>
            </a:pPr>
            <a:r>
              <a:rPr kumimoji="0" lang="es-MX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Light"/>
                <a:sym typeface="Roboto Light"/>
              </a:rPr>
              <a:t>El Vinculo formativo </a:t>
            </a:r>
            <a:r>
              <a:rPr kumimoji="0" lang="es-E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Light"/>
                <a:sym typeface="Roboto Light"/>
              </a:rPr>
              <a:t>mediante una relación tripartita definida en un acuerdo de voluntades o en un acto administrativo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tabLst/>
              <a:defRPr/>
            </a:pPr>
            <a:endParaRPr kumimoji="0" lang="es-MX" sz="1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sym typeface="Roboto Light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tabLst/>
              <a:defRPr/>
            </a:pPr>
            <a:r>
              <a:rPr kumimoji="0" lang="es-E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Light"/>
                <a:sym typeface="Roboto Light"/>
              </a:rPr>
              <a:t>Se contemplan </a:t>
            </a: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sym typeface="Roboto Light"/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FFFFADE9-9594-5B8E-FEE2-A33D08CD7568}"/>
              </a:ext>
            </a:extLst>
          </p:cNvPr>
          <p:cNvSpPr txBox="1"/>
          <p:nvPr/>
        </p:nvSpPr>
        <p:spPr>
          <a:xfrm>
            <a:off x="6826172" y="2855454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privada, </a:t>
            </a:r>
            <a:r>
              <a:rPr lang="es-ES" sz="1600" b="0" i="0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Fotocopia documento representante legal, certificado Afiliación ARL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9" name="Google Shape;953;p41">
            <a:extLst>
              <a:ext uri="{FF2B5EF4-FFF2-40B4-BE49-F238E27FC236}">
                <a16:creationId xmlns:a16="http://schemas.microsoft.com/office/drawing/2014/main" id="{D9D21126-1661-B7BC-1EC5-521ED6D6B5F0}"/>
              </a:ext>
            </a:extLst>
          </p:cNvPr>
          <p:cNvSpPr/>
          <p:nvPr/>
        </p:nvSpPr>
        <p:spPr>
          <a:xfrm>
            <a:off x="6415256" y="2257233"/>
            <a:ext cx="431373" cy="398203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210" name="Google Shape;954;p41">
            <a:extLst>
              <a:ext uri="{FF2B5EF4-FFF2-40B4-BE49-F238E27FC236}">
                <a16:creationId xmlns:a16="http://schemas.microsoft.com/office/drawing/2014/main" id="{BFA6FA52-C5FA-8792-92D4-86299C33232D}"/>
              </a:ext>
            </a:extLst>
          </p:cNvPr>
          <p:cNvSpPr/>
          <p:nvPr/>
        </p:nvSpPr>
        <p:spPr>
          <a:xfrm>
            <a:off x="6545844" y="2396071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211" name="Google Shape;336;p22">
            <a:extLst>
              <a:ext uri="{FF2B5EF4-FFF2-40B4-BE49-F238E27FC236}">
                <a16:creationId xmlns:a16="http://schemas.microsoft.com/office/drawing/2014/main" id="{1042127B-BC47-367D-9CE6-02C46171B4C6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C1934927-7FD3-6418-49A6-615A8BC172E0}"/>
              </a:ext>
            </a:extLst>
          </p:cNvPr>
          <p:cNvSpPr txBox="1"/>
          <p:nvPr/>
        </p:nvSpPr>
        <p:spPr>
          <a:xfrm>
            <a:off x="6860256" y="4879316"/>
            <a:ext cx="358017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400" b="1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Condiciones de la pasantía:</a:t>
            </a:r>
          </a:p>
          <a:p>
            <a:pPr>
              <a:buClr>
                <a:srgbClr val="000000"/>
              </a:buClr>
              <a:buSzPts val="1100"/>
            </a:pPr>
            <a:r>
              <a:rPr lang="es-ES" sz="14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Plazo de realización</a:t>
            </a:r>
          </a:p>
          <a:p>
            <a:pPr>
              <a:buClr>
                <a:srgbClr val="000000"/>
              </a:buClr>
              <a:buSzPts val="1100"/>
            </a:pPr>
            <a:r>
              <a:rPr lang="es-ES" sz="14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Funciones a desarrollar</a:t>
            </a:r>
          </a:p>
          <a:p>
            <a:pPr>
              <a:buClr>
                <a:srgbClr val="000000"/>
              </a:buClr>
              <a:buSzPts val="1100"/>
            </a:pPr>
            <a:r>
              <a:rPr lang="es-ES" sz="14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Productos y/o entregables</a:t>
            </a:r>
          </a:p>
          <a:p>
            <a:pPr>
              <a:buClr>
                <a:srgbClr val="000000"/>
              </a:buClr>
              <a:buSzPts val="1100"/>
            </a:pPr>
            <a:r>
              <a:rPr lang="es-ES" sz="14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Persona responsable del aprendiz</a:t>
            </a:r>
          </a:p>
          <a:p>
            <a:pPr>
              <a:buClr>
                <a:srgbClr val="000000"/>
              </a:buClr>
              <a:buSzPts val="1100"/>
            </a:pPr>
            <a:r>
              <a:rPr lang="es-ES" sz="14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Responsable de afiliación y pago de la ARL (contratista o entidad educativa)</a:t>
            </a:r>
            <a:endParaRPr lang="es-ES" sz="14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128" name="Google Shape;953;p41">
            <a:extLst>
              <a:ext uri="{FF2B5EF4-FFF2-40B4-BE49-F238E27FC236}">
                <a16:creationId xmlns:a16="http://schemas.microsoft.com/office/drawing/2014/main" id="{B4D9B0C2-78A1-EB71-8640-B7DD10655C52}"/>
              </a:ext>
            </a:extLst>
          </p:cNvPr>
          <p:cNvSpPr/>
          <p:nvPr/>
        </p:nvSpPr>
        <p:spPr>
          <a:xfrm>
            <a:off x="6400391" y="4778271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129" name="Google Shape;954;p41">
            <a:extLst>
              <a:ext uri="{FF2B5EF4-FFF2-40B4-BE49-F238E27FC236}">
                <a16:creationId xmlns:a16="http://schemas.microsoft.com/office/drawing/2014/main" id="{B8BE1E81-299D-ECD4-D197-E143F9FD7F64}"/>
              </a:ext>
            </a:extLst>
          </p:cNvPr>
          <p:cNvSpPr/>
          <p:nvPr/>
        </p:nvSpPr>
        <p:spPr>
          <a:xfrm>
            <a:off x="6517018" y="4948911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F25EEC70-F750-32C5-8C3C-0ED3A5049BF1}"/>
              </a:ext>
            </a:extLst>
          </p:cNvPr>
          <p:cNvSpPr txBox="1"/>
          <p:nvPr/>
        </p:nvSpPr>
        <p:spPr>
          <a:xfrm>
            <a:off x="6817166" y="1160794"/>
            <a:ext cx="34197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</a:t>
            </a: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</a:rPr>
              <a:t>GFPI-F-165V3 Selección Modificación Alternativa de etapa productiva</a:t>
            </a:r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75D4C714-A472-8169-CF16-4D65D5906F17}"/>
              </a:ext>
            </a:extLst>
          </p:cNvPr>
          <p:cNvSpPr txBox="1"/>
          <p:nvPr/>
        </p:nvSpPr>
        <p:spPr>
          <a:xfrm>
            <a:off x="6817166" y="3978893"/>
            <a:ext cx="336479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s-CO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</a:defRPr>
            </a:lvl1pPr>
          </a:lstStyle>
          <a:p>
            <a:r>
              <a:rPr lang="es-ES" dirty="0"/>
              <a:t>Formato GFPI-F-191V02 Vinculo formativo Acuerdo de voluntades</a:t>
            </a:r>
          </a:p>
          <a:p>
            <a:r>
              <a:rPr lang="es-CO" sz="1200" dirty="0">
                <a:solidFill>
                  <a:srgbClr val="FFFF00"/>
                </a:solidFill>
              </a:rPr>
              <a:t>https://www.youtube.com/watch?v=NCeHf3F54As</a:t>
            </a:r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44FD1015-7BE9-D2B4-6326-B0C16C933A69}"/>
              </a:ext>
            </a:extLst>
          </p:cNvPr>
          <p:cNvSpPr txBox="1"/>
          <p:nvPr/>
        </p:nvSpPr>
        <p:spPr>
          <a:xfrm>
            <a:off x="6845455" y="2063851"/>
            <a:ext cx="33787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Solicitud formal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 con datos personales, autorización Min Trabajo menor edad 15-17 años</a:t>
            </a:r>
            <a:endParaRPr lang="es-ES" sz="1600" dirty="0">
              <a:solidFill>
                <a:schemeClr val="bg1"/>
              </a:solidFill>
            </a:endParaRPr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D5BC3AB9-A1B6-0441-9E22-EFA89605DB37}"/>
              </a:ext>
            </a:extLst>
          </p:cNvPr>
          <p:cNvSpPr txBox="1"/>
          <p:nvPr/>
        </p:nvSpPr>
        <p:spPr>
          <a:xfrm>
            <a:off x="2512684" y="6429384"/>
            <a:ext cx="627537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b="1" i="1" dirty="0">
                <a:latin typeface="Work Sans"/>
              </a:rPr>
              <a:t>https://www.youtube.com/watch?v=p6ObjVJUFWE</a:t>
            </a:r>
          </a:p>
        </p:txBody>
      </p:sp>
    </p:spTree>
    <p:extLst>
      <p:ext uri="{BB962C8B-B14F-4D97-AF65-F5344CB8AC3E}">
        <p14:creationId xmlns:p14="http://schemas.microsoft.com/office/powerpoint/2010/main" val="224065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4259F-37E4-F85E-9AF1-A4CFE7548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CB51B59D-5A2B-83EC-0BC1-2857BD511A6D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B7955338-818E-BDFA-3367-6F5C7A0026BB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874745E9-27AB-EDFE-2910-3B2327908C43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367794C-3BE2-158A-261A-0F786ECA907A}"/>
              </a:ext>
            </a:extLst>
          </p:cNvPr>
          <p:cNvGrpSpPr/>
          <p:nvPr/>
        </p:nvGrpSpPr>
        <p:grpSpPr>
          <a:xfrm>
            <a:off x="-137141" y="347506"/>
            <a:ext cx="10568434" cy="6162988"/>
            <a:chOff x="317132" y="454529"/>
            <a:chExt cx="8311535" cy="4527475"/>
          </a:xfrm>
        </p:grpSpPr>
        <p:grpSp>
          <p:nvGrpSpPr>
            <p:cNvPr id="3" name="Google Shape;417;p24">
              <a:extLst>
                <a:ext uri="{FF2B5EF4-FFF2-40B4-BE49-F238E27FC236}">
                  <a16:creationId xmlns:a16="http://schemas.microsoft.com/office/drawing/2014/main" id="{DA91C1E0-F87E-016E-FC67-B0426322FF24}"/>
                </a:ext>
              </a:extLst>
            </p:cNvPr>
            <p:cNvGrpSpPr/>
            <p:nvPr/>
          </p:nvGrpSpPr>
          <p:grpSpPr>
            <a:xfrm>
              <a:off x="5186592" y="454529"/>
              <a:ext cx="3442075" cy="4472582"/>
              <a:chOff x="5335450" y="305675"/>
              <a:chExt cx="3442075" cy="4435325"/>
            </a:xfrm>
          </p:grpSpPr>
          <p:sp>
            <p:nvSpPr>
              <p:cNvPr id="52" name="Google Shape;418;p24">
                <a:extLst>
                  <a:ext uri="{FF2B5EF4-FFF2-40B4-BE49-F238E27FC236}">
                    <a16:creationId xmlns:a16="http://schemas.microsoft.com/office/drawing/2014/main" id="{66D2AC20-9BA2-45F6-DEBB-1D109BD6ECB2}"/>
                  </a:ext>
                </a:extLst>
              </p:cNvPr>
              <p:cNvSpPr/>
              <p:nvPr/>
            </p:nvSpPr>
            <p:spPr>
              <a:xfrm>
                <a:off x="5422625" y="366700"/>
                <a:ext cx="3354900" cy="4374300"/>
              </a:xfrm>
              <a:prstGeom prst="rect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419;p24">
                <a:extLst>
                  <a:ext uri="{FF2B5EF4-FFF2-40B4-BE49-F238E27FC236}">
                    <a16:creationId xmlns:a16="http://schemas.microsoft.com/office/drawing/2014/main" id="{B1787351-D405-3A4A-0350-C5B879A31ED1}"/>
                  </a:ext>
                </a:extLst>
              </p:cNvPr>
              <p:cNvSpPr/>
              <p:nvPr/>
            </p:nvSpPr>
            <p:spPr>
              <a:xfrm>
                <a:off x="5335450" y="305675"/>
                <a:ext cx="226800" cy="215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" name="Google Shape;420;p24">
              <a:extLst>
                <a:ext uri="{FF2B5EF4-FFF2-40B4-BE49-F238E27FC236}">
                  <a16:creationId xmlns:a16="http://schemas.microsoft.com/office/drawing/2014/main" id="{1DA66E1C-70FA-5920-986F-878BB10D4DE7}"/>
                </a:ext>
              </a:extLst>
            </p:cNvPr>
            <p:cNvSpPr/>
            <p:nvPr/>
          </p:nvSpPr>
          <p:spPr>
            <a:xfrm>
              <a:off x="5385992" y="569004"/>
              <a:ext cx="3216300" cy="4413000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400">
                <a:buClr>
                  <a:srgbClr val="000000"/>
                </a:buClr>
                <a:buFont typeface="Arial"/>
                <a:buNone/>
              </a:pPr>
              <a:endParaRPr lang="es-CO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5" name="Google Shape;421;p24">
              <a:extLst>
                <a:ext uri="{FF2B5EF4-FFF2-40B4-BE49-F238E27FC236}">
                  <a16:creationId xmlns:a16="http://schemas.microsoft.com/office/drawing/2014/main" id="{7AF05C5F-704B-38CB-8A46-33A13F22E3A6}"/>
                </a:ext>
              </a:extLst>
            </p:cNvPr>
            <p:cNvGrpSpPr/>
            <p:nvPr/>
          </p:nvGrpSpPr>
          <p:grpSpPr>
            <a:xfrm>
              <a:off x="1055004" y="514104"/>
              <a:ext cx="3355775" cy="4413000"/>
              <a:chOff x="1055000" y="365250"/>
              <a:chExt cx="3355775" cy="4413000"/>
            </a:xfrm>
          </p:grpSpPr>
          <p:sp>
            <p:nvSpPr>
              <p:cNvPr id="50" name="Google Shape;422;p24">
                <a:extLst>
                  <a:ext uri="{FF2B5EF4-FFF2-40B4-BE49-F238E27FC236}">
                    <a16:creationId xmlns:a16="http://schemas.microsoft.com/office/drawing/2014/main" id="{89DA2927-985B-8674-D1F8-BC832EAB8E15}"/>
                  </a:ext>
                </a:extLst>
              </p:cNvPr>
              <p:cNvSpPr/>
              <p:nvPr/>
            </p:nvSpPr>
            <p:spPr>
              <a:xfrm>
                <a:off x="1055000" y="512400"/>
                <a:ext cx="3216300" cy="4228500"/>
              </a:xfrm>
              <a:prstGeom prst="rect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423;p24">
                <a:extLst>
                  <a:ext uri="{FF2B5EF4-FFF2-40B4-BE49-F238E27FC236}">
                    <a16:creationId xmlns:a16="http://schemas.microsoft.com/office/drawing/2014/main" id="{37BDFA8C-2A10-F258-06F7-C73B35ED363F}"/>
                  </a:ext>
                </a:extLst>
              </p:cNvPr>
              <p:cNvSpPr/>
              <p:nvPr/>
            </p:nvSpPr>
            <p:spPr>
              <a:xfrm>
                <a:off x="1194475" y="365250"/>
                <a:ext cx="3216300" cy="4413000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" name="Google Shape;424;p24">
              <a:extLst>
                <a:ext uri="{FF2B5EF4-FFF2-40B4-BE49-F238E27FC236}">
                  <a16:creationId xmlns:a16="http://schemas.microsoft.com/office/drawing/2014/main" id="{AEE090C3-EAB5-8345-4E22-46359385365F}"/>
                </a:ext>
              </a:extLst>
            </p:cNvPr>
            <p:cNvSpPr txBox="1">
              <a:spLocks/>
            </p:cNvSpPr>
            <p:nvPr/>
          </p:nvSpPr>
          <p:spPr>
            <a:xfrm>
              <a:off x="1203548" y="1201716"/>
              <a:ext cx="3239936" cy="14121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i="0" u="none" strike="noStrike" kern="0" cap="none" spc="0" normalizeH="0" baseline="0" noProof="0" dirty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Tienen por objetivo impulsar el establecimiento y desarrollo de microempresas que estimulen la generación de empleo, integrando los conocimientos, habilidades y destrezas pertinentes a las competencias del programa formativo.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endParaRPr lang="es-ES" sz="1600" kern="0" dirty="0">
                <a:solidFill>
                  <a:srgbClr val="1E2128"/>
                </a:solidFill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MX" sz="1600" i="0" u="none" strike="noStrike" kern="0" cap="none" spc="0" normalizeH="0" baseline="0" noProof="0" dirty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le permite al aprendiz realizar su etapa productiva; mediante la definición y/o fortalecimiento de una idea de negocio, que se viabilice en un plan de negocios, donde pueda aplicar: los conocimientos, habilidades y destrezas; pertinentes a las competencias de su programa de formación, buscando la constitución y/o fortalecimiento de: una empresa, producto o servicio.</a:t>
              </a:r>
              <a:endParaRPr kumimoji="0" lang="es-ES" sz="1600" i="0" u="none" strike="noStrike" kern="0" cap="none" spc="0" normalizeH="0" baseline="0" noProof="0" dirty="0">
                <a:ln>
                  <a:noFill/>
                </a:ln>
                <a:solidFill>
                  <a:srgbClr val="1E2128"/>
                </a:solidFill>
                <a:effectLst/>
                <a:uLnTx/>
                <a:uFillTx/>
                <a:latin typeface="Roboto Light"/>
                <a:sym typeface="Roboto Light"/>
              </a:endParaRPr>
            </a:p>
          </p:txBody>
        </p:sp>
        <p:sp>
          <p:nvSpPr>
            <p:cNvPr id="7" name="Google Shape;425;p24">
              <a:extLst>
                <a:ext uri="{FF2B5EF4-FFF2-40B4-BE49-F238E27FC236}">
                  <a16:creationId xmlns:a16="http://schemas.microsoft.com/office/drawing/2014/main" id="{54750C67-709F-6524-D1A7-14A8307A4B07}"/>
                </a:ext>
              </a:extLst>
            </p:cNvPr>
            <p:cNvSpPr txBox="1">
              <a:spLocks/>
            </p:cNvSpPr>
            <p:nvPr/>
          </p:nvSpPr>
          <p:spPr>
            <a:xfrm>
              <a:off x="1464753" y="667076"/>
              <a:ext cx="2614400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defRPr sz="2400" b="0" i="0" u="none" strike="noStrike" cap="none">
                  <a:solidFill>
                    <a:srgbClr val="000000"/>
                  </a:solidFill>
                  <a:latin typeface="Amatic SC"/>
                  <a:ea typeface="Amatic SC"/>
                  <a:cs typeface="Amatic SC"/>
                  <a:sym typeface="Amatic SC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tabLst/>
                <a:defRPr/>
              </a:pPr>
              <a:r>
                <a:rPr lang="es-CO" sz="3200" kern="0" dirty="0">
                  <a:solidFill>
                    <a:srgbClr val="1E2128"/>
                  </a:solidFill>
                  <a:latin typeface="Bahnschrift SemiLight Condensed" panose="020B0502040204020203" pitchFamily="34" charset="0"/>
                </a:rPr>
                <a:t>Proyecto Productivo</a:t>
              </a:r>
              <a:endParaRPr kumimoji="0" lang="es-CO" sz="3200" b="0" i="0" u="none" strike="noStrike" kern="0" cap="none" spc="0" normalizeH="0" baseline="0" noProof="0" dirty="0">
                <a:ln>
                  <a:noFill/>
                </a:ln>
                <a:solidFill>
                  <a:srgbClr val="1E2128"/>
                </a:solidFill>
                <a:effectLst/>
                <a:uLnTx/>
                <a:uFillTx/>
                <a:latin typeface="Bahnschrift SemiLight Condensed" panose="020B0502040204020203" pitchFamily="34" charset="0"/>
                <a:sym typeface="Amatic SC"/>
              </a:endParaRPr>
            </a:p>
          </p:txBody>
        </p:sp>
        <p:sp>
          <p:nvSpPr>
            <p:cNvPr id="8" name="Google Shape;427;p24">
              <a:extLst>
                <a:ext uri="{FF2B5EF4-FFF2-40B4-BE49-F238E27FC236}">
                  <a16:creationId xmlns:a16="http://schemas.microsoft.com/office/drawing/2014/main" id="{77072A7B-F4C8-4EE6-8115-DFF2C491992D}"/>
                </a:ext>
              </a:extLst>
            </p:cNvPr>
            <p:cNvSpPr txBox="1">
              <a:spLocks/>
            </p:cNvSpPr>
            <p:nvPr/>
          </p:nvSpPr>
          <p:spPr>
            <a:xfrm>
              <a:off x="5581189" y="535896"/>
              <a:ext cx="2842858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defRPr sz="2400" b="0" i="0" u="none" strike="noStrike" cap="none">
                  <a:solidFill>
                    <a:srgbClr val="000000"/>
                  </a:solidFill>
                  <a:latin typeface="Amatic SC"/>
                  <a:ea typeface="Amatic SC"/>
                  <a:cs typeface="Amatic SC"/>
                  <a:sym typeface="Amatic SC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s-CO" sz="3200" b="1" dirty="0">
                  <a:solidFill>
                    <a:schemeClr val="bg1"/>
                  </a:solidFill>
                  <a:latin typeface="Bahnschrift SemiLight Condensed" panose="020B0502040204020203" pitchFamily="34" charset="0"/>
                </a:rPr>
                <a:t>Documentos Requeridos</a:t>
              </a:r>
            </a:p>
          </p:txBody>
        </p:sp>
        <p:grpSp>
          <p:nvGrpSpPr>
            <p:cNvPr id="9" name="Google Shape;952;p41">
              <a:extLst>
                <a:ext uri="{FF2B5EF4-FFF2-40B4-BE49-F238E27FC236}">
                  <a16:creationId xmlns:a16="http://schemas.microsoft.com/office/drawing/2014/main" id="{378D2AF4-B605-D1AE-BDB8-C456D9D94498}"/>
                </a:ext>
              </a:extLst>
            </p:cNvPr>
            <p:cNvGrpSpPr/>
            <p:nvPr/>
          </p:nvGrpSpPr>
          <p:grpSpPr>
            <a:xfrm>
              <a:off x="5436065" y="1176204"/>
              <a:ext cx="339253" cy="292529"/>
              <a:chOff x="880098" y="3010097"/>
              <a:chExt cx="481825" cy="415465"/>
            </a:xfrm>
            <a:solidFill>
              <a:srgbClr val="FF9966"/>
            </a:solidFill>
          </p:grpSpPr>
          <p:sp>
            <p:nvSpPr>
              <p:cNvPr id="48" name="Google Shape;953;p41">
                <a:extLst>
                  <a:ext uri="{FF2B5EF4-FFF2-40B4-BE49-F238E27FC236}">
                    <a16:creationId xmlns:a16="http://schemas.microsoft.com/office/drawing/2014/main" id="{045F559B-AE3B-3462-EA2E-DAA765D8FC1D}"/>
                  </a:ext>
                </a:extLst>
              </p:cNvPr>
              <p:cNvSpPr/>
              <p:nvPr/>
            </p:nvSpPr>
            <p:spPr>
              <a:xfrm>
                <a:off x="880098" y="3010097"/>
                <a:ext cx="481825" cy="41546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49" name="Google Shape;954;p41">
                <a:extLst>
                  <a:ext uri="{FF2B5EF4-FFF2-40B4-BE49-F238E27FC236}">
                    <a16:creationId xmlns:a16="http://schemas.microsoft.com/office/drawing/2014/main" id="{870E109F-5ED0-A367-A1A9-5342C650564B}"/>
                  </a:ext>
                </a:extLst>
              </p:cNvPr>
              <p:cNvSpPr/>
              <p:nvPr/>
            </p:nvSpPr>
            <p:spPr>
              <a:xfrm>
                <a:off x="1043100" y="3150151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grpSp>
          <p:nvGrpSpPr>
            <p:cNvPr id="11" name="Google Shape;254;p21">
              <a:extLst>
                <a:ext uri="{FF2B5EF4-FFF2-40B4-BE49-F238E27FC236}">
                  <a16:creationId xmlns:a16="http://schemas.microsoft.com/office/drawing/2014/main" id="{D99DE9FD-171D-B485-B978-FDAC433209BA}"/>
                </a:ext>
              </a:extLst>
            </p:cNvPr>
            <p:cNvGrpSpPr/>
            <p:nvPr/>
          </p:nvGrpSpPr>
          <p:grpSpPr>
            <a:xfrm>
              <a:off x="322969" y="4062681"/>
              <a:ext cx="1088987" cy="896743"/>
              <a:chOff x="7605998" y="3886472"/>
              <a:chExt cx="1302190" cy="896743"/>
            </a:xfrm>
          </p:grpSpPr>
          <p:sp>
            <p:nvSpPr>
              <p:cNvPr id="34" name="Google Shape;255;p21">
                <a:extLst>
                  <a:ext uri="{FF2B5EF4-FFF2-40B4-BE49-F238E27FC236}">
                    <a16:creationId xmlns:a16="http://schemas.microsoft.com/office/drawing/2014/main" id="{5C4D93E0-96E4-5369-C6EA-EB11B1BB6E39}"/>
                  </a:ext>
                </a:extLst>
              </p:cNvPr>
              <p:cNvSpPr/>
              <p:nvPr/>
            </p:nvSpPr>
            <p:spPr>
              <a:xfrm>
                <a:off x="7751571" y="4471035"/>
                <a:ext cx="1156617" cy="312180"/>
              </a:xfrm>
              <a:custGeom>
                <a:avLst/>
                <a:gdLst/>
                <a:ahLst/>
                <a:cxnLst/>
                <a:rect l="l" t="t" r="r" b="b"/>
                <a:pathLst>
                  <a:path w="23923" h="6457" extrusionOk="0">
                    <a:moveTo>
                      <a:pt x="1" y="0"/>
                    </a:moveTo>
                    <a:lnTo>
                      <a:pt x="620" y="6456"/>
                    </a:lnTo>
                    <a:lnTo>
                      <a:pt x="23923" y="5757"/>
                    </a:lnTo>
                    <a:lnTo>
                      <a:pt x="22803" y="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56;p21">
                <a:extLst>
                  <a:ext uri="{FF2B5EF4-FFF2-40B4-BE49-F238E27FC236}">
                    <a16:creationId xmlns:a16="http://schemas.microsoft.com/office/drawing/2014/main" id="{BC485C34-E1AA-D368-97C0-C085EE5E4420}"/>
                  </a:ext>
                </a:extLst>
              </p:cNvPr>
              <p:cNvSpPr/>
              <p:nvPr/>
            </p:nvSpPr>
            <p:spPr>
              <a:xfrm>
                <a:off x="8003459" y="4592773"/>
                <a:ext cx="689822" cy="57969"/>
              </a:xfrm>
              <a:custGeom>
                <a:avLst/>
                <a:gdLst/>
                <a:ahLst/>
                <a:cxnLst/>
                <a:rect l="l" t="t" r="r" b="b"/>
                <a:pathLst>
                  <a:path w="14268" h="1199" extrusionOk="0">
                    <a:moveTo>
                      <a:pt x="3" y="1"/>
                    </a:moveTo>
                    <a:lnTo>
                      <a:pt x="1" y="1170"/>
                    </a:lnTo>
                    <a:lnTo>
                      <a:pt x="14265" y="1198"/>
                    </a:lnTo>
                    <a:lnTo>
                      <a:pt x="14267" y="29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57;p21">
                <a:extLst>
                  <a:ext uri="{FF2B5EF4-FFF2-40B4-BE49-F238E27FC236}">
                    <a16:creationId xmlns:a16="http://schemas.microsoft.com/office/drawing/2014/main" id="{A3169865-35F3-2EA5-0476-F9AE7DE1FE47}"/>
                  </a:ext>
                </a:extLst>
              </p:cNvPr>
              <p:cNvSpPr/>
              <p:nvPr/>
            </p:nvSpPr>
            <p:spPr>
              <a:xfrm>
                <a:off x="7606627" y="4182355"/>
                <a:ext cx="1153620" cy="312422"/>
              </a:xfrm>
              <a:custGeom>
                <a:avLst/>
                <a:gdLst/>
                <a:ahLst/>
                <a:cxnLst/>
                <a:rect l="l" t="t" r="r" b="b"/>
                <a:pathLst>
                  <a:path w="23861" h="6462" extrusionOk="0">
                    <a:moveTo>
                      <a:pt x="1" y="1"/>
                    </a:moveTo>
                    <a:lnTo>
                      <a:pt x="553" y="6462"/>
                    </a:lnTo>
                    <a:lnTo>
                      <a:pt x="23861" y="6010"/>
                    </a:lnTo>
                    <a:lnTo>
                      <a:pt x="22800" y="2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258;p21">
                <a:extLst>
                  <a:ext uri="{FF2B5EF4-FFF2-40B4-BE49-F238E27FC236}">
                    <a16:creationId xmlns:a16="http://schemas.microsoft.com/office/drawing/2014/main" id="{756CCFA9-C6A9-A774-266D-18939F229ECD}"/>
                  </a:ext>
                </a:extLst>
              </p:cNvPr>
              <p:cNvSpPr/>
              <p:nvPr/>
            </p:nvSpPr>
            <p:spPr>
              <a:xfrm>
                <a:off x="7605998" y="4219147"/>
                <a:ext cx="1147286" cy="254936"/>
              </a:xfrm>
              <a:custGeom>
                <a:avLst/>
                <a:gdLst/>
                <a:ahLst/>
                <a:cxnLst/>
                <a:rect l="l" t="t" r="r" b="b"/>
                <a:pathLst>
                  <a:path w="23730" h="5273" extrusionOk="0">
                    <a:moveTo>
                      <a:pt x="22904" y="1"/>
                    </a:moveTo>
                    <a:lnTo>
                      <a:pt x="3" y="153"/>
                    </a:lnTo>
                    <a:lnTo>
                      <a:pt x="1" y="445"/>
                    </a:lnTo>
                    <a:cubicBezTo>
                      <a:pt x="1" y="378"/>
                      <a:pt x="5" y="347"/>
                      <a:pt x="11" y="347"/>
                    </a:cubicBezTo>
                    <a:cubicBezTo>
                      <a:pt x="84" y="347"/>
                      <a:pt x="530" y="5272"/>
                      <a:pt x="530" y="5272"/>
                    </a:cubicBezTo>
                    <a:lnTo>
                      <a:pt x="23729" y="4452"/>
                    </a:lnTo>
                    <a:lnTo>
                      <a:pt x="22904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259;p21">
                <a:extLst>
                  <a:ext uri="{FF2B5EF4-FFF2-40B4-BE49-F238E27FC236}">
                    <a16:creationId xmlns:a16="http://schemas.microsoft.com/office/drawing/2014/main" id="{9FA51F58-C0B3-D1B5-4A61-B5E45BCE98EC}"/>
                  </a:ext>
                </a:extLst>
              </p:cNvPr>
              <p:cNvSpPr/>
              <p:nvPr/>
            </p:nvSpPr>
            <p:spPr>
              <a:xfrm>
                <a:off x="7662371" y="4367959"/>
                <a:ext cx="1048222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21681" h="680" extrusionOk="0">
                    <a:moveTo>
                      <a:pt x="333" y="0"/>
                    </a:moveTo>
                    <a:cubicBezTo>
                      <a:pt x="116" y="0"/>
                      <a:pt x="1" y="5"/>
                      <a:pt x="1" y="17"/>
                    </a:cubicBezTo>
                    <a:cubicBezTo>
                      <a:pt x="1" y="35"/>
                      <a:pt x="305" y="63"/>
                      <a:pt x="850" y="107"/>
                    </a:cubicBezTo>
                    <a:cubicBezTo>
                      <a:pt x="1397" y="148"/>
                      <a:pt x="2192" y="197"/>
                      <a:pt x="3170" y="251"/>
                    </a:cubicBezTo>
                    <a:cubicBezTo>
                      <a:pt x="5131" y="357"/>
                      <a:pt x="7840" y="476"/>
                      <a:pt x="10833" y="558"/>
                    </a:cubicBezTo>
                    <a:cubicBezTo>
                      <a:pt x="13829" y="641"/>
                      <a:pt x="16538" y="677"/>
                      <a:pt x="18502" y="680"/>
                    </a:cubicBezTo>
                    <a:cubicBezTo>
                      <a:pt x="19482" y="680"/>
                      <a:pt x="20277" y="675"/>
                      <a:pt x="20827" y="664"/>
                    </a:cubicBezTo>
                    <a:cubicBezTo>
                      <a:pt x="21376" y="654"/>
                      <a:pt x="21678" y="638"/>
                      <a:pt x="21678" y="620"/>
                    </a:cubicBezTo>
                    <a:cubicBezTo>
                      <a:pt x="21681" y="605"/>
                      <a:pt x="21374" y="582"/>
                      <a:pt x="20827" y="564"/>
                    </a:cubicBezTo>
                    <a:cubicBezTo>
                      <a:pt x="20277" y="546"/>
                      <a:pt x="19485" y="522"/>
                      <a:pt x="18504" y="499"/>
                    </a:cubicBezTo>
                    <a:lnTo>
                      <a:pt x="10841" y="306"/>
                    </a:lnTo>
                    <a:lnTo>
                      <a:pt x="3177" y="71"/>
                    </a:lnTo>
                    <a:cubicBezTo>
                      <a:pt x="2197" y="40"/>
                      <a:pt x="1405" y="17"/>
                      <a:pt x="855" y="6"/>
                    </a:cubicBezTo>
                    <a:cubicBezTo>
                      <a:pt x="643" y="2"/>
                      <a:pt x="468" y="0"/>
                      <a:pt x="333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260;p21">
                <a:extLst>
                  <a:ext uri="{FF2B5EF4-FFF2-40B4-BE49-F238E27FC236}">
                    <a16:creationId xmlns:a16="http://schemas.microsoft.com/office/drawing/2014/main" id="{154B5E7A-9B9F-E85E-1E9B-FD8C9BD1CE2E}"/>
                  </a:ext>
                </a:extLst>
              </p:cNvPr>
              <p:cNvSpPr/>
              <p:nvPr/>
            </p:nvSpPr>
            <p:spPr>
              <a:xfrm>
                <a:off x="7658020" y="4303416"/>
                <a:ext cx="1018392" cy="29637"/>
              </a:xfrm>
              <a:custGeom>
                <a:avLst/>
                <a:gdLst/>
                <a:ahLst/>
                <a:cxnLst/>
                <a:rect l="l" t="t" r="r" b="b"/>
                <a:pathLst>
                  <a:path w="21064" h="613" extrusionOk="0">
                    <a:moveTo>
                      <a:pt x="13177" y="1"/>
                    </a:moveTo>
                    <a:cubicBezTo>
                      <a:pt x="12331" y="1"/>
                      <a:pt x="11443" y="7"/>
                      <a:pt x="10528" y="23"/>
                    </a:cubicBezTo>
                    <a:cubicBezTo>
                      <a:pt x="7615" y="72"/>
                      <a:pt x="4981" y="196"/>
                      <a:pt x="3079" y="322"/>
                    </a:cubicBezTo>
                    <a:cubicBezTo>
                      <a:pt x="2127" y="387"/>
                      <a:pt x="1358" y="448"/>
                      <a:pt x="826" y="497"/>
                    </a:cubicBezTo>
                    <a:cubicBezTo>
                      <a:pt x="295" y="546"/>
                      <a:pt x="1" y="585"/>
                      <a:pt x="3" y="601"/>
                    </a:cubicBezTo>
                    <a:cubicBezTo>
                      <a:pt x="4" y="609"/>
                      <a:pt x="65" y="613"/>
                      <a:pt x="179" y="613"/>
                    </a:cubicBezTo>
                    <a:cubicBezTo>
                      <a:pt x="319" y="613"/>
                      <a:pt x="539" y="607"/>
                      <a:pt x="832" y="596"/>
                    </a:cubicBezTo>
                    <a:lnTo>
                      <a:pt x="3089" y="503"/>
                    </a:lnTo>
                    <a:cubicBezTo>
                      <a:pt x="4994" y="423"/>
                      <a:pt x="7626" y="325"/>
                      <a:pt x="10531" y="278"/>
                    </a:cubicBezTo>
                    <a:cubicBezTo>
                      <a:pt x="12100" y="252"/>
                      <a:pt x="13589" y="243"/>
                      <a:pt x="14927" y="243"/>
                    </a:cubicBezTo>
                    <a:cubicBezTo>
                      <a:pt x="16069" y="243"/>
                      <a:pt x="17100" y="249"/>
                      <a:pt x="17978" y="257"/>
                    </a:cubicBezTo>
                    <a:lnTo>
                      <a:pt x="20236" y="276"/>
                    </a:lnTo>
                    <a:cubicBezTo>
                      <a:pt x="20320" y="276"/>
                      <a:pt x="20398" y="276"/>
                      <a:pt x="20470" y="276"/>
                    </a:cubicBezTo>
                    <a:cubicBezTo>
                      <a:pt x="20854" y="276"/>
                      <a:pt x="21064" y="270"/>
                      <a:pt x="21064" y="255"/>
                    </a:cubicBezTo>
                    <a:cubicBezTo>
                      <a:pt x="21064" y="237"/>
                      <a:pt x="20772" y="211"/>
                      <a:pt x="20238" y="178"/>
                    </a:cubicBezTo>
                    <a:cubicBezTo>
                      <a:pt x="19704" y="144"/>
                      <a:pt x="18935" y="110"/>
                      <a:pt x="17980" y="77"/>
                    </a:cubicBezTo>
                    <a:cubicBezTo>
                      <a:pt x="16674" y="33"/>
                      <a:pt x="15024" y="1"/>
                      <a:pt x="1317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261;p21">
                <a:extLst>
                  <a:ext uri="{FF2B5EF4-FFF2-40B4-BE49-F238E27FC236}">
                    <a16:creationId xmlns:a16="http://schemas.microsoft.com/office/drawing/2014/main" id="{16E8DD2B-9852-3176-E67D-4C5ED01A39F3}"/>
                  </a:ext>
                </a:extLst>
              </p:cNvPr>
              <p:cNvSpPr/>
              <p:nvPr/>
            </p:nvSpPr>
            <p:spPr>
              <a:xfrm>
                <a:off x="7658551" y="4254296"/>
                <a:ext cx="1038214" cy="44093"/>
              </a:xfrm>
              <a:custGeom>
                <a:avLst/>
                <a:gdLst/>
                <a:ahLst/>
                <a:cxnLst/>
                <a:rect l="l" t="t" r="r" b="b"/>
                <a:pathLst>
                  <a:path w="21474" h="912" extrusionOk="0">
                    <a:moveTo>
                      <a:pt x="8327" y="0"/>
                    </a:moveTo>
                    <a:cubicBezTo>
                      <a:pt x="7716" y="0"/>
                      <a:pt x="7125" y="5"/>
                      <a:pt x="6559" y="14"/>
                    </a:cubicBezTo>
                    <a:cubicBezTo>
                      <a:pt x="5917" y="30"/>
                      <a:pt x="5305" y="40"/>
                      <a:pt x="4732" y="66"/>
                    </a:cubicBezTo>
                    <a:cubicBezTo>
                      <a:pt x="4159" y="84"/>
                      <a:pt x="3628" y="112"/>
                      <a:pt x="3140" y="136"/>
                    </a:cubicBezTo>
                    <a:cubicBezTo>
                      <a:pt x="2655" y="159"/>
                      <a:pt x="2216" y="192"/>
                      <a:pt x="1829" y="218"/>
                    </a:cubicBezTo>
                    <a:cubicBezTo>
                      <a:pt x="1445" y="244"/>
                      <a:pt x="1112" y="272"/>
                      <a:pt x="841" y="298"/>
                    </a:cubicBezTo>
                    <a:cubicBezTo>
                      <a:pt x="299" y="347"/>
                      <a:pt x="0" y="383"/>
                      <a:pt x="3" y="401"/>
                    </a:cubicBezTo>
                    <a:cubicBezTo>
                      <a:pt x="3" y="408"/>
                      <a:pt x="62" y="412"/>
                      <a:pt x="175" y="412"/>
                    </a:cubicBezTo>
                    <a:cubicBezTo>
                      <a:pt x="317" y="412"/>
                      <a:pt x="545" y="406"/>
                      <a:pt x="849" y="396"/>
                    </a:cubicBezTo>
                    <a:lnTo>
                      <a:pt x="1840" y="360"/>
                    </a:lnTo>
                    <a:cubicBezTo>
                      <a:pt x="2224" y="350"/>
                      <a:pt x="2665" y="332"/>
                      <a:pt x="3151" y="316"/>
                    </a:cubicBezTo>
                    <a:cubicBezTo>
                      <a:pt x="3636" y="301"/>
                      <a:pt x="4167" y="285"/>
                      <a:pt x="4740" y="275"/>
                    </a:cubicBezTo>
                    <a:cubicBezTo>
                      <a:pt x="5310" y="262"/>
                      <a:pt x="5922" y="257"/>
                      <a:pt x="6564" y="249"/>
                    </a:cubicBezTo>
                    <a:cubicBezTo>
                      <a:pt x="6892" y="247"/>
                      <a:pt x="7227" y="246"/>
                      <a:pt x="7570" y="246"/>
                    </a:cubicBezTo>
                    <a:cubicBezTo>
                      <a:pt x="8574" y="246"/>
                      <a:pt x="9640" y="256"/>
                      <a:pt x="10744" y="283"/>
                    </a:cubicBezTo>
                    <a:cubicBezTo>
                      <a:pt x="12228" y="316"/>
                      <a:pt x="13640" y="378"/>
                      <a:pt x="14922" y="445"/>
                    </a:cubicBezTo>
                    <a:cubicBezTo>
                      <a:pt x="15564" y="484"/>
                      <a:pt x="16173" y="517"/>
                      <a:pt x="16744" y="559"/>
                    </a:cubicBezTo>
                    <a:cubicBezTo>
                      <a:pt x="17314" y="595"/>
                      <a:pt x="17843" y="639"/>
                      <a:pt x="18328" y="672"/>
                    </a:cubicBezTo>
                    <a:cubicBezTo>
                      <a:pt x="18813" y="708"/>
                      <a:pt x="19252" y="747"/>
                      <a:pt x="19636" y="778"/>
                    </a:cubicBezTo>
                    <a:lnTo>
                      <a:pt x="20624" y="861"/>
                    </a:lnTo>
                    <a:cubicBezTo>
                      <a:pt x="21026" y="893"/>
                      <a:pt x="21295" y="911"/>
                      <a:pt x="21409" y="911"/>
                    </a:cubicBezTo>
                    <a:cubicBezTo>
                      <a:pt x="21449" y="911"/>
                      <a:pt x="21470" y="909"/>
                      <a:pt x="21471" y="905"/>
                    </a:cubicBezTo>
                    <a:cubicBezTo>
                      <a:pt x="21473" y="889"/>
                      <a:pt x="21174" y="837"/>
                      <a:pt x="20635" y="763"/>
                    </a:cubicBezTo>
                    <a:cubicBezTo>
                      <a:pt x="20364" y="724"/>
                      <a:pt x="20034" y="680"/>
                      <a:pt x="19649" y="636"/>
                    </a:cubicBezTo>
                    <a:cubicBezTo>
                      <a:pt x="19265" y="592"/>
                      <a:pt x="18829" y="543"/>
                      <a:pt x="18343" y="494"/>
                    </a:cubicBezTo>
                    <a:cubicBezTo>
                      <a:pt x="17858" y="445"/>
                      <a:pt x="17329" y="394"/>
                      <a:pt x="16757" y="347"/>
                    </a:cubicBezTo>
                    <a:cubicBezTo>
                      <a:pt x="16186" y="298"/>
                      <a:pt x="15577" y="257"/>
                      <a:pt x="14935" y="210"/>
                    </a:cubicBezTo>
                    <a:cubicBezTo>
                      <a:pt x="13650" y="130"/>
                      <a:pt x="12236" y="61"/>
                      <a:pt x="10750" y="27"/>
                    </a:cubicBezTo>
                    <a:cubicBezTo>
                      <a:pt x="9917" y="8"/>
                      <a:pt x="9106" y="0"/>
                      <a:pt x="8327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62;p21">
                <a:extLst>
                  <a:ext uri="{FF2B5EF4-FFF2-40B4-BE49-F238E27FC236}">
                    <a16:creationId xmlns:a16="http://schemas.microsoft.com/office/drawing/2014/main" id="{DFF3781B-3786-E159-92EA-62EBEC689CBA}"/>
                  </a:ext>
                </a:extLst>
              </p:cNvPr>
              <p:cNvSpPr/>
              <p:nvPr/>
            </p:nvSpPr>
            <p:spPr>
              <a:xfrm>
                <a:off x="7625240" y="3886472"/>
                <a:ext cx="1147721" cy="312760"/>
              </a:xfrm>
              <a:custGeom>
                <a:avLst/>
                <a:gdLst/>
                <a:ahLst/>
                <a:cxnLst/>
                <a:rect l="l" t="t" r="r" b="b"/>
                <a:pathLst>
                  <a:path w="23739" h="6469" extrusionOk="0">
                    <a:moveTo>
                      <a:pt x="0" y="0"/>
                    </a:moveTo>
                    <a:lnTo>
                      <a:pt x="426" y="6469"/>
                    </a:lnTo>
                    <a:lnTo>
                      <a:pt x="23739" y="6464"/>
                    </a:lnTo>
                    <a:lnTo>
                      <a:pt x="22789" y="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63;p21">
                <a:extLst>
                  <a:ext uri="{FF2B5EF4-FFF2-40B4-BE49-F238E27FC236}">
                    <a16:creationId xmlns:a16="http://schemas.microsoft.com/office/drawing/2014/main" id="{6D6A348F-58CC-F04B-BCE0-71F191195A6A}"/>
                  </a:ext>
                </a:extLst>
              </p:cNvPr>
              <p:cNvSpPr/>
              <p:nvPr/>
            </p:nvSpPr>
            <p:spPr>
              <a:xfrm>
                <a:off x="7623355" y="3930467"/>
                <a:ext cx="1143273" cy="248071"/>
              </a:xfrm>
              <a:custGeom>
                <a:avLst/>
                <a:gdLst/>
                <a:ahLst/>
                <a:cxnLst/>
                <a:rect l="l" t="t" r="r" b="b"/>
                <a:pathLst>
                  <a:path w="23647" h="5131" extrusionOk="0">
                    <a:moveTo>
                      <a:pt x="1" y="276"/>
                    </a:moveTo>
                    <a:cubicBezTo>
                      <a:pt x="1" y="281"/>
                      <a:pt x="1" y="287"/>
                      <a:pt x="0" y="292"/>
                    </a:cubicBezTo>
                    <a:lnTo>
                      <a:pt x="1" y="276"/>
                    </a:lnTo>
                    <a:close/>
                    <a:moveTo>
                      <a:pt x="11" y="1"/>
                    </a:moveTo>
                    <a:lnTo>
                      <a:pt x="1" y="276"/>
                    </a:lnTo>
                    <a:lnTo>
                      <a:pt x="1" y="276"/>
                    </a:lnTo>
                    <a:cubicBezTo>
                      <a:pt x="3" y="221"/>
                      <a:pt x="7" y="195"/>
                      <a:pt x="12" y="195"/>
                    </a:cubicBezTo>
                    <a:cubicBezTo>
                      <a:pt x="86" y="195"/>
                      <a:pt x="436" y="5131"/>
                      <a:pt x="436" y="5131"/>
                    </a:cubicBezTo>
                    <a:lnTo>
                      <a:pt x="23646" y="4754"/>
                    </a:lnTo>
                    <a:lnTo>
                      <a:pt x="22908" y="287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64;p21">
                <a:extLst>
                  <a:ext uri="{FF2B5EF4-FFF2-40B4-BE49-F238E27FC236}">
                    <a16:creationId xmlns:a16="http://schemas.microsoft.com/office/drawing/2014/main" id="{61229204-FDC4-7CEB-ECBD-A34BDC4A446A}"/>
                  </a:ext>
                </a:extLst>
              </p:cNvPr>
              <p:cNvSpPr/>
              <p:nvPr/>
            </p:nvSpPr>
            <p:spPr>
              <a:xfrm>
                <a:off x="7677262" y="4073188"/>
                <a:ext cx="104754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1667" h="1059" extrusionOk="0">
                    <a:moveTo>
                      <a:pt x="158" y="0"/>
                    </a:moveTo>
                    <a:cubicBezTo>
                      <a:pt x="56" y="0"/>
                      <a:pt x="3" y="4"/>
                      <a:pt x="3" y="11"/>
                    </a:cubicBezTo>
                    <a:cubicBezTo>
                      <a:pt x="0" y="29"/>
                      <a:pt x="302" y="65"/>
                      <a:pt x="849" y="117"/>
                    </a:cubicBezTo>
                    <a:cubicBezTo>
                      <a:pt x="1396" y="171"/>
                      <a:pt x="2186" y="236"/>
                      <a:pt x="3166" y="308"/>
                    </a:cubicBezTo>
                    <a:cubicBezTo>
                      <a:pt x="5122" y="452"/>
                      <a:pt x="7831" y="623"/>
                      <a:pt x="10822" y="762"/>
                    </a:cubicBezTo>
                    <a:cubicBezTo>
                      <a:pt x="13812" y="904"/>
                      <a:pt x="16524" y="989"/>
                      <a:pt x="18485" y="1030"/>
                    </a:cubicBezTo>
                    <a:cubicBezTo>
                      <a:pt x="19469" y="1051"/>
                      <a:pt x="20261" y="1059"/>
                      <a:pt x="20810" y="1059"/>
                    </a:cubicBezTo>
                    <a:cubicBezTo>
                      <a:pt x="21360" y="1059"/>
                      <a:pt x="21664" y="1051"/>
                      <a:pt x="21664" y="1033"/>
                    </a:cubicBezTo>
                    <a:cubicBezTo>
                      <a:pt x="21667" y="1017"/>
                      <a:pt x="21365" y="992"/>
                      <a:pt x="20815" y="961"/>
                    </a:cubicBezTo>
                    <a:cubicBezTo>
                      <a:pt x="20268" y="930"/>
                      <a:pt x="19474" y="894"/>
                      <a:pt x="18493" y="850"/>
                    </a:cubicBezTo>
                    <a:lnTo>
                      <a:pt x="10835" y="509"/>
                    </a:lnTo>
                    <a:lnTo>
                      <a:pt x="3176" y="127"/>
                    </a:lnTo>
                    <a:cubicBezTo>
                      <a:pt x="2196" y="78"/>
                      <a:pt x="1404" y="39"/>
                      <a:pt x="854" y="19"/>
                    </a:cubicBezTo>
                    <a:cubicBezTo>
                      <a:pt x="536" y="7"/>
                      <a:pt x="300" y="0"/>
                      <a:pt x="158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65;p21">
                <a:extLst>
                  <a:ext uri="{FF2B5EF4-FFF2-40B4-BE49-F238E27FC236}">
                    <a16:creationId xmlns:a16="http://schemas.microsoft.com/office/drawing/2014/main" id="{CF219149-75D2-6AA0-FAAC-AE727F6C1D92}"/>
                  </a:ext>
                </a:extLst>
              </p:cNvPr>
              <p:cNvSpPr/>
              <p:nvPr/>
            </p:nvSpPr>
            <p:spPr>
              <a:xfrm>
                <a:off x="7673636" y="4019136"/>
                <a:ext cx="1018488" cy="21805"/>
              </a:xfrm>
              <a:custGeom>
                <a:avLst/>
                <a:gdLst/>
                <a:ahLst/>
                <a:cxnLst/>
                <a:rect l="l" t="t" r="r" b="b"/>
                <a:pathLst>
                  <a:path w="21066" h="451" extrusionOk="0">
                    <a:moveTo>
                      <a:pt x="10107" y="1"/>
                    </a:moveTo>
                    <a:cubicBezTo>
                      <a:pt x="7364" y="1"/>
                      <a:pt x="4891" y="70"/>
                      <a:pt x="3081" y="156"/>
                    </a:cubicBezTo>
                    <a:cubicBezTo>
                      <a:pt x="2129" y="203"/>
                      <a:pt x="1357" y="249"/>
                      <a:pt x="826" y="288"/>
                    </a:cubicBezTo>
                    <a:cubicBezTo>
                      <a:pt x="294" y="329"/>
                      <a:pt x="0" y="360"/>
                      <a:pt x="3" y="378"/>
                    </a:cubicBezTo>
                    <a:cubicBezTo>
                      <a:pt x="3" y="388"/>
                      <a:pt x="125" y="394"/>
                      <a:pt x="356" y="394"/>
                    </a:cubicBezTo>
                    <a:cubicBezTo>
                      <a:pt x="483" y="394"/>
                      <a:pt x="642" y="392"/>
                      <a:pt x="831" y="389"/>
                    </a:cubicBezTo>
                    <a:lnTo>
                      <a:pt x="3089" y="337"/>
                    </a:lnTo>
                    <a:cubicBezTo>
                      <a:pt x="4852" y="296"/>
                      <a:pt x="7240" y="254"/>
                      <a:pt x="9892" y="254"/>
                    </a:cubicBezTo>
                    <a:cubicBezTo>
                      <a:pt x="10105" y="254"/>
                      <a:pt x="10320" y="254"/>
                      <a:pt x="10536" y="254"/>
                    </a:cubicBezTo>
                    <a:cubicBezTo>
                      <a:pt x="13441" y="265"/>
                      <a:pt x="16073" y="324"/>
                      <a:pt x="17980" y="378"/>
                    </a:cubicBezTo>
                    <a:lnTo>
                      <a:pt x="20238" y="443"/>
                    </a:lnTo>
                    <a:cubicBezTo>
                      <a:pt x="20467" y="448"/>
                      <a:pt x="20653" y="451"/>
                      <a:pt x="20790" y="451"/>
                    </a:cubicBezTo>
                    <a:cubicBezTo>
                      <a:pt x="20970" y="451"/>
                      <a:pt x="21066" y="446"/>
                      <a:pt x="21066" y="438"/>
                    </a:cubicBezTo>
                    <a:cubicBezTo>
                      <a:pt x="21066" y="420"/>
                      <a:pt x="20772" y="386"/>
                      <a:pt x="20240" y="342"/>
                    </a:cubicBezTo>
                    <a:cubicBezTo>
                      <a:pt x="19709" y="298"/>
                      <a:pt x="18937" y="249"/>
                      <a:pt x="17985" y="198"/>
                    </a:cubicBezTo>
                    <a:cubicBezTo>
                      <a:pt x="16081" y="97"/>
                      <a:pt x="13446" y="7"/>
                      <a:pt x="10536" y="2"/>
                    </a:cubicBezTo>
                    <a:cubicBezTo>
                      <a:pt x="10392" y="1"/>
                      <a:pt x="10249" y="1"/>
                      <a:pt x="1010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66;p21">
                <a:extLst>
                  <a:ext uri="{FF2B5EF4-FFF2-40B4-BE49-F238E27FC236}">
                    <a16:creationId xmlns:a16="http://schemas.microsoft.com/office/drawing/2014/main" id="{FD77BA06-5083-2279-AEFD-05F019BF886C}"/>
                  </a:ext>
                </a:extLst>
              </p:cNvPr>
              <p:cNvSpPr/>
              <p:nvPr/>
            </p:nvSpPr>
            <p:spPr>
              <a:xfrm>
                <a:off x="7675376" y="3966148"/>
                <a:ext cx="1037344" cy="57098"/>
              </a:xfrm>
              <a:custGeom>
                <a:avLst/>
                <a:gdLst/>
                <a:ahLst/>
                <a:cxnLst/>
                <a:rect l="l" t="t" r="r" b="b"/>
                <a:pathLst>
                  <a:path w="21456" h="1181" extrusionOk="0">
                    <a:moveTo>
                      <a:pt x="6565" y="1"/>
                    </a:moveTo>
                    <a:cubicBezTo>
                      <a:pt x="5922" y="1"/>
                      <a:pt x="5308" y="3"/>
                      <a:pt x="4738" y="16"/>
                    </a:cubicBezTo>
                    <a:cubicBezTo>
                      <a:pt x="4165" y="24"/>
                      <a:pt x="3631" y="42"/>
                      <a:pt x="3146" y="55"/>
                    </a:cubicBezTo>
                    <a:cubicBezTo>
                      <a:pt x="2658" y="71"/>
                      <a:pt x="2219" y="94"/>
                      <a:pt x="1832" y="112"/>
                    </a:cubicBezTo>
                    <a:cubicBezTo>
                      <a:pt x="1445" y="130"/>
                      <a:pt x="1112" y="153"/>
                      <a:pt x="842" y="174"/>
                    </a:cubicBezTo>
                    <a:cubicBezTo>
                      <a:pt x="300" y="212"/>
                      <a:pt x="0" y="241"/>
                      <a:pt x="0" y="259"/>
                    </a:cubicBezTo>
                    <a:cubicBezTo>
                      <a:pt x="0" y="271"/>
                      <a:pt x="130" y="276"/>
                      <a:pt x="372" y="276"/>
                    </a:cubicBezTo>
                    <a:cubicBezTo>
                      <a:pt x="500" y="276"/>
                      <a:pt x="659" y="274"/>
                      <a:pt x="847" y="272"/>
                    </a:cubicBezTo>
                    <a:lnTo>
                      <a:pt x="1838" y="254"/>
                    </a:lnTo>
                    <a:cubicBezTo>
                      <a:pt x="2225" y="249"/>
                      <a:pt x="2663" y="241"/>
                      <a:pt x="3148" y="236"/>
                    </a:cubicBezTo>
                    <a:cubicBezTo>
                      <a:pt x="3636" y="231"/>
                      <a:pt x="4168" y="225"/>
                      <a:pt x="4738" y="225"/>
                    </a:cubicBezTo>
                    <a:cubicBezTo>
                      <a:pt x="4816" y="225"/>
                      <a:pt x="4895" y="225"/>
                      <a:pt x="4975" y="225"/>
                    </a:cubicBezTo>
                    <a:cubicBezTo>
                      <a:pt x="5478" y="225"/>
                      <a:pt x="6010" y="231"/>
                      <a:pt x="6565" y="236"/>
                    </a:cubicBezTo>
                    <a:cubicBezTo>
                      <a:pt x="7850" y="251"/>
                      <a:pt x="9261" y="282"/>
                      <a:pt x="10742" y="347"/>
                    </a:cubicBezTo>
                    <a:cubicBezTo>
                      <a:pt x="12226" y="411"/>
                      <a:pt x="13635" y="499"/>
                      <a:pt x="14917" y="592"/>
                    </a:cubicBezTo>
                    <a:cubicBezTo>
                      <a:pt x="15557" y="643"/>
                      <a:pt x="16166" y="687"/>
                      <a:pt x="16734" y="739"/>
                    </a:cubicBezTo>
                    <a:cubicBezTo>
                      <a:pt x="17304" y="788"/>
                      <a:pt x="17833" y="842"/>
                      <a:pt x="18318" y="886"/>
                    </a:cubicBezTo>
                    <a:cubicBezTo>
                      <a:pt x="18803" y="927"/>
                      <a:pt x="19239" y="976"/>
                      <a:pt x="19624" y="1015"/>
                    </a:cubicBezTo>
                    <a:lnTo>
                      <a:pt x="20609" y="1116"/>
                    </a:lnTo>
                    <a:cubicBezTo>
                      <a:pt x="21029" y="1158"/>
                      <a:pt x="21303" y="1181"/>
                      <a:pt x="21407" y="1181"/>
                    </a:cubicBezTo>
                    <a:cubicBezTo>
                      <a:pt x="21437" y="1181"/>
                      <a:pt x="21452" y="1179"/>
                      <a:pt x="21453" y="1175"/>
                    </a:cubicBezTo>
                    <a:cubicBezTo>
                      <a:pt x="21456" y="1157"/>
                      <a:pt x="21159" y="1103"/>
                      <a:pt x="20622" y="1018"/>
                    </a:cubicBezTo>
                    <a:cubicBezTo>
                      <a:pt x="20354" y="974"/>
                      <a:pt x="20024" y="925"/>
                      <a:pt x="19639" y="873"/>
                    </a:cubicBezTo>
                    <a:cubicBezTo>
                      <a:pt x="19257" y="821"/>
                      <a:pt x="18821" y="765"/>
                      <a:pt x="18339" y="705"/>
                    </a:cubicBezTo>
                    <a:cubicBezTo>
                      <a:pt x="17854" y="649"/>
                      <a:pt x="17325" y="587"/>
                      <a:pt x="16754" y="530"/>
                    </a:cubicBezTo>
                    <a:cubicBezTo>
                      <a:pt x="16184" y="468"/>
                      <a:pt x="15575" y="414"/>
                      <a:pt x="14935" y="357"/>
                    </a:cubicBezTo>
                    <a:cubicBezTo>
                      <a:pt x="13653" y="251"/>
                      <a:pt x="12239" y="156"/>
                      <a:pt x="10755" y="94"/>
                    </a:cubicBezTo>
                    <a:cubicBezTo>
                      <a:pt x="9269" y="32"/>
                      <a:pt x="7852" y="3"/>
                      <a:pt x="6565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434;p24">
              <a:extLst>
                <a:ext uri="{FF2B5EF4-FFF2-40B4-BE49-F238E27FC236}">
                  <a16:creationId xmlns:a16="http://schemas.microsoft.com/office/drawing/2014/main" id="{6E402DB4-FF28-374B-4597-590E148FC3BD}"/>
                </a:ext>
              </a:extLst>
            </p:cNvPr>
            <p:cNvGrpSpPr/>
            <p:nvPr/>
          </p:nvGrpSpPr>
          <p:grpSpPr>
            <a:xfrm>
              <a:off x="4370046" y="2317552"/>
              <a:ext cx="1219900" cy="2615726"/>
              <a:chOff x="4446034" y="2066733"/>
              <a:chExt cx="1291236" cy="2776337"/>
            </a:xfrm>
          </p:grpSpPr>
          <p:sp>
            <p:nvSpPr>
              <p:cNvPr id="26" name="Google Shape;435;p24">
                <a:extLst>
                  <a:ext uri="{FF2B5EF4-FFF2-40B4-BE49-F238E27FC236}">
                    <a16:creationId xmlns:a16="http://schemas.microsoft.com/office/drawing/2014/main" id="{8809F144-C113-E27A-4126-D019724B1491}"/>
                  </a:ext>
                </a:extLst>
              </p:cNvPr>
              <p:cNvSpPr/>
              <p:nvPr/>
            </p:nvSpPr>
            <p:spPr>
              <a:xfrm>
                <a:off x="4547238" y="4688270"/>
                <a:ext cx="776400" cy="154800"/>
              </a:xfrm>
              <a:prstGeom prst="ellipse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27" name="Google Shape;436;p24">
                <a:extLst>
                  <a:ext uri="{FF2B5EF4-FFF2-40B4-BE49-F238E27FC236}">
                    <a16:creationId xmlns:a16="http://schemas.microsoft.com/office/drawing/2014/main" id="{8B99D014-8F14-1485-8B0D-7446AAAD2F01}"/>
                  </a:ext>
                </a:extLst>
              </p:cNvPr>
              <p:cNvGrpSpPr/>
              <p:nvPr/>
            </p:nvGrpSpPr>
            <p:grpSpPr>
              <a:xfrm>
                <a:off x="4446034" y="2066733"/>
                <a:ext cx="1291236" cy="2626838"/>
                <a:chOff x="3801263" y="1012744"/>
                <a:chExt cx="2125491" cy="4324013"/>
              </a:xfrm>
            </p:grpSpPr>
            <p:sp>
              <p:nvSpPr>
                <p:cNvPr id="28" name="Google Shape;437;p24">
                  <a:extLst>
                    <a:ext uri="{FF2B5EF4-FFF2-40B4-BE49-F238E27FC236}">
                      <a16:creationId xmlns:a16="http://schemas.microsoft.com/office/drawing/2014/main" id="{A84F0112-BE1F-5682-3493-08D212D2E28C}"/>
                    </a:ext>
                  </a:extLst>
                </p:cNvPr>
                <p:cNvSpPr/>
                <p:nvPr/>
              </p:nvSpPr>
              <p:spPr>
                <a:xfrm>
                  <a:off x="4129005" y="1379823"/>
                  <a:ext cx="918425" cy="3846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37" h="153848" extrusionOk="0">
                      <a:moveTo>
                        <a:pt x="36720" y="0"/>
                      </a:moveTo>
                      <a:cubicBezTo>
                        <a:pt x="36704" y="0"/>
                        <a:pt x="36633" y="120"/>
                        <a:pt x="36513" y="360"/>
                      </a:cubicBezTo>
                      <a:lnTo>
                        <a:pt x="35975" y="1449"/>
                      </a:lnTo>
                      <a:cubicBezTo>
                        <a:pt x="35491" y="2484"/>
                        <a:pt x="34830" y="3893"/>
                        <a:pt x="33997" y="5671"/>
                      </a:cubicBezTo>
                      <a:cubicBezTo>
                        <a:pt x="32304" y="9351"/>
                        <a:pt x="29860" y="14675"/>
                        <a:pt x="26958" y="21313"/>
                      </a:cubicBezTo>
                      <a:cubicBezTo>
                        <a:pt x="21207" y="34588"/>
                        <a:pt x="13310" y="53067"/>
                        <a:pt x="7495" y="74446"/>
                      </a:cubicBezTo>
                      <a:cubicBezTo>
                        <a:pt x="4585" y="85125"/>
                        <a:pt x="2597" y="95517"/>
                        <a:pt x="1462" y="105043"/>
                      </a:cubicBezTo>
                      <a:cubicBezTo>
                        <a:pt x="336" y="114569"/>
                        <a:pt x="1" y="123219"/>
                        <a:pt x="75" y="130469"/>
                      </a:cubicBezTo>
                      <a:cubicBezTo>
                        <a:pt x="134" y="137721"/>
                        <a:pt x="605" y="143576"/>
                        <a:pt x="1007" y="147607"/>
                      </a:cubicBezTo>
                      <a:cubicBezTo>
                        <a:pt x="1207" y="149625"/>
                        <a:pt x="1404" y="151185"/>
                        <a:pt x="1556" y="152242"/>
                      </a:cubicBezTo>
                      <a:cubicBezTo>
                        <a:pt x="1628" y="152724"/>
                        <a:pt x="1686" y="153118"/>
                        <a:pt x="1734" y="153440"/>
                      </a:cubicBezTo>
                      <a:cubicBezTo>
                        <a:pt x="1779" y="153712"/>
                        <a:pt x="1809" y="153847"/>
                        <a:pt x="1825" y="153847"/>
                      </a:cubicBezTo>
                      <a:cubicBezTo>
                        <a:pt x="1841" y="153845"/>
                        <a:pt x="1841" y="153704"/>
                        <a:pt x="1825" y="153429"/>
                      </a:cubicBezTo>
                      <a:cubicBezTo>
                        <a:pt x="1803" y="153105"/>
                        <a:pt x="1771" y="152708"/>
                        <a:pt x="1737" y="152221"/>
                      </a:cubicBezTo>
                      <a:cubicBezTo>
                        <a:pt x="1641" y="151081"/>
                        <a:pt x="1516" y="149534"/>
                        <a:pt x="1353" y="147577"/>
                      </a:cubicBezTo>
                      <a:cubicBezTo>
                        <a:pt x="1060" y="143544"/>
                        <a:pt x="688" y="137697"/>
                        <a:pt x="709" y="130466"/>
                      </a:cubicBezTo>
                      <a:cubicBezTo>
                        <a:pt x="722" y="122000"/>
                        <a:pt x="1247" y="113541"/>
                        <a:pt x="2282" y="105141"/>
                      </a:cubicBezTo>
                      <a:cubicBezTo>
                        <a:pt x="3457" y="95661"/>
                        <a:pt x="5459" y="85322"/>
                        <a:pt x="8361" y="74678"/>
                      </a:cubicBezTo>
                      <a:cubicBezTo>
                        <a:pt x="14154" y="53379"/>
                        <a:pt x="21942" y="34894"/>
                        <a:pt x="27541" y="21563"/>
                      </a:cubicBezTo>
                      <a:cubicBezTo>
                        <a:pt x="30376" y="14968"/>
                        <a:pt x="32682" y="9606"/>
                        <a:pt x="34314" y="5812"/>
                      </a:cubicBezTo>
                      <a:cubicBezTo>
                        <a:pt x="35083" y="4002"/>
                        <a:pt x="35693" y="2572"/>
                        <a:pt x="36140" y="1521"/>
                      </a:cubicBezTo>
                      <a:lnTo>
                        <a:pt x="36596" y="397"/>
                      </a:lnTo>
                      <a:cubicBezTo>
                        <a:pt x="36691" y="141"/>
                        <a:pt x="36737" y="6"/>
                        <a:pt x="36721" y="0"/>
                      </a:cubicBezTo>
                      <a:cubicBezTo>
                        <a:pt x="36720" y="0"/>
                        <a:pt x="36720" y="0"/>
                        <a:pt x="36720" y="0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" name="Google Shape;438;p24">
                  <a:extLst>
                    <a:ext uri="{FF2B5EF4-FFF2-40B4-BE49-F238E27FC236}">
                      <a16:creationId xmlns:a16="http://schemas.microsoft.com/office/drawing/2014/main" id="{FD2EA9FE-76B6-AB52-3B46-123647F0D6CF}"/>
                    </a:ext>
                  </a:extLst>
                </p:cNvPr>
                <p:cNvSpPr/>
                <p:nvPr/>
              </p:nvSpPr>
              <p:spPr>
                <a:xfrm>
                  <a:off x="4483897" y="1012744"/>
                  <a:ext cx="1003875" cy="14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55" h="57714" extrusionOk="0">
                      <a:moveTo>
                        <a:pt x="26553" y="1"/>
                      </a:moveTo>
                      <a:cubicBezTo>
                        <a:pt x="24747" y="1"/>
                        <a:pt x="22940" y="539"/>
                        <a:pt x="21486" y="1616"/>
                      </a:cubicBezTo>
                      <a:cubicBezTo>
                        <a:pt x="18608" y="3746"/>
                        <a:pt x="17333" y="7816"/>
                        <a:pt x="18488" y="11208"/>
                      </a:cubicBezTo>
                      <a:cubicBezTo>
                        <a:pt x="15269" y="11690"/>
                        <a:pt x="12399" y="14033"/>
                        <a:pt x="11281" y="17092"/>
                      </a:cubicBezTo>
                      <a:cubicBezTo>
                        <a:pt x="10165" y="20149"/>
                        <a:pt x="10850" y="23791"/>
                        <a:pt x="13001" y="26235"/>
                      </a:cubicBezTo>
                      <a:cubicBezTo>
                        <a:pt x="12446" y="25973"/>
                        <a:pt x="11861" y="25853"/>
                        <a:pt x="11275" y="25853"/>
                      </a:cubicBezTo>
                      <a:cubicBezTo>
                        <a:pt x="9019" y="25853"/>
                        <a:pt x="6735" y="27623"/>
                        <a:pt x="5975" y="29858"/>
                      </a:cubicBezTo>
                      <a:cubicBezTo>
                        <a:pt x="5014" y="32675"/>
                        <a:pt x="5908" y="35809"/>
                        <a:pt x="7325" y="38423"/>
                      </a:cubicBezTo>
                      <a:cubicBezTo>
                        <a:pt x="7251" y="38421"/>
                        <a:pt x="7177" y="38419"/>
                        <a:pt x="7103" y="38419"/>
                      </a:cubicBezTo>
                      <a:cubicBezTo>
                        <a:pt x="4234" y="38419"/>
                        <a:pt x="1478" y="40521"/>
                        <a:pt x="748" y="43301"/>
                      </a:cubicBezTo>
                      <a:cubicBezTo>
                        <a:pt x="0" y="46155"/>
                        <a:pt x="1465" y="49430"/>
                        <a:pt x="4087" y="50777"/>
                      </a:cubicBezTo>
                      <a:cubicBezTo>
                        <a:pt x="3392" y="52002"/>
                        <a:pt x="3595" y="53668"/>
                        <a:pt x="4558" y="54693"/>
                      </a:cubicBezTo>
                      <a:cubicBezTo>
                        <a:pt x="5186" y="55362"/>
                        <a:pt x="6105" y="55723"/>
                        <a:pt x="7018" y="55723"/>
                      </a:cubicBezTo>
                      <a:cubicBezTo>
                        <a:pt x="7508" y="55723"/>
                        <a:pt x="7996" y="55620"/>
                        <a:pt x="8438" y="55404"/>
                      </a:cubicBezTo>
                      <a:lnTo>
                        <a:pt x="8438" y="55404"/>
                      </a:lnTo>
                      <a:lnTo>
                        <a:pt x="8312" y="56427"/>
                      </a:lnTo>
                      <a:cubicBezTo>
                        <a:pt x="9447" y="57286"/>
                        <a:pt x="10866" y="57713"/>
                        <a:pt x="12287" y="57713"/>
                      </a:cubicBezTo>
                      <a:cubicBezTo>
                        <a:pt x="13763" y="57713"/>
                        <a:pt x="15240" y="57251"/>
                        <a:pt x="16398" y="56331"/>
                      </a:cubicBezTo>
                      <a:cubicBezTo>
                        <a:pt x="18669" y="54523"/>
                        <a:pt x="19500" y="51123"/>
                        <a:pt x="18315" y="48471"/>
                      </a:cubicBezTo>
                      <a:lnTo>
                        <a:pt x="18315" y="48471"/>
                      </a:lnTo>
                      <a:cubicBezTo>
                        <a:pt x="18805" y="48625"/>
                        <a:pt x="19313" y="48699"/>
                        <a:pt x="19822" y="48699"/>
                      </a:cubicBezTo>
                      <a:cubicBezTo>
                        <a:pt x="21787" y="48699"/>
                        <a:pt x="23761" y="47609"/>
                        <a:pt x="24691" y="45865"/>
                      </a:cubicBezTo>
                      <a:cubicBezTo>
                        <a:pt x="25863" y="43666"/>
                        <a:pt x="25245" y="40673"/>
                        <a:pt x="23299" y="39118"/>
                      </a:cubicBezTo>
                      <a:lnTo>
                        <a:pt x="23299" y="39118"/>
                      </a:lnTo>
                      <a:cubicBezTo>
                        <a:pt x="23800" y="39213"/>
                        <a:pt x="24307" y="39260"/>
                        <a:pt x="24814" y="39260"/>
                      </a:cubicBezTo>
                      <a:cubicBezTo>
                        <a:pt x="27854" y="39260"/>
                        <a:pt x="30889" y="37606"/>
                        <a:pt x="32436" y="34973"/>
                      </a:cubicBezTo>
                      <a:cubicBezTo>
                        <a:pt x="34239" y="31901"/>
                        <a:pt x="33890" y="27710"/>
                        <a:pt x="31603" y="24976"/>
                      </a:cubicBezTo>
                      <a:cubicBezTo>
                        <a:pt x="34662" y="24723"/>
                        <a:pt x="37474" y="22537"/>
                        <a:pt x="38475" y="19637"/>
                      </a:cubicBezTo>
                      <a:cubicBezTo>
                        <a:pt x="39478" y="16738"/>
                        <a:pt x="38616" y="13282"/>
                        <a:pt x="36369" y="11192"/>
                      </a:cubicBezTo>
                      <a:cubicBezTo>
                        <a:pt x="38951" y="9965"/>
                        <a:pt x="40155" y="6464"/>
                        <a:pt x="38874" y="3908"/>
                      </a:cubicBezTo>
                      <a:cubicBezTo>
                        <a:pt x="37961" y="2088"/>
                        <a:pt x="35915" y="991"/>
                        <a:pt x="33898" y="991"/>
                      </a:cubicBezTo>
                      <a:cubicBezTo>
                        <a:pt x="33080" y="991"/>
                        <a:pt x="32267" y="1171"/>
                        <a:pt x="31537" y="1557"/>
                      </a:cubicBezTo>
                      <a:cubicBezTo>
                        <a:pt x="30098" y="519"/>
                        <a:pt x="28326" y="1"/>
                        <a:pt x="26553" y="1"/>
                      </a:cubicBezTo>
                      <a:close/>
                    </a:path>
                  </a:pathLst>
                </a:cu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" name="Google Shape;439;p24">
                  <a:extLst>
                    <a:ext uri="{FF2B5EF4-FFF2-40B4-BE49-F238E27FC236}">
                      <a16:creationId xmlns:a16="http://schemas.microsoft.com/office/drawing/2014/main" id="{FC26BB53-E3A7-122D-F943-5BBA06E265D3}"/>
                    </a:ext>
                  </a:extLst>
                </p:cNvPr>
                <p:cNvSpPr/>
                <p:nvPr/>
              </p:nvSpPr>
              <p:spPr>
                <a:xfrm>
                  <a:off x="4516554" y="2957485"/>
                  <a:ext cx="612174" cy="214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87" h="85649" extrusionOk="0">
                      <a:moveTo>
                        <a:pt x="24462" y="0"/>
                      </a:moveTo>
                      <a:cubicBezTo>
                        <a:pt x="24422" y="0"/>
                        <a:pt x="24198" y="229"/>
                        <a:pt x="23808" y="664"/>
                      </a:cubicBezTo>
                      <a:lnTo>
                        <a:pt x="22059" y="2685"/>
                      </a:lnTo>
                      <a:cubicBezTo>
                        <a:pt x="21127" y="3742"/>
                        <a:pt x="20251" y="4850"/>
                        <a:pt x="19434" y="5997"/>
                      </a:cubicBezTo>
                      <a:cubicBezTo>
                        <a:pt x="18467" y="7334"/>
                        <a:pt x="17293" y="8809"/>
                        <a:pt x="16212" y="10582"/>
                      </a:cubicBezTo>
                      <a:cubicBezTo>
                        <a:pt x="15648" y="11460"/>
                        <a:pt x="15059" y="12374"/>
                        <a:pt x="14447" y="13324"/>
                      </a:cubicBezTo>
                      <a:cubicBezTo>
                        <a:pt x="13840" y="14283"/>
                        <a:pt x="13300" y="15334"/>
                        <a:pt x="12690" y="16394"/>
                      </a:cubicBezTo>
                      <a:cubicBezTo>
                        <a:pt x="11439" y="18497"/>
                        <a:pt x="10344" y="20869"/>
                        <a:pt x="9141" y="23340"/>
                      </a:cubicBezTo>
                      <a:cubicBezTo>
                        <a:pt x="6894" y="28356"/>
                        <a:pt x="4783" y="34038"/>
                        <a:pt x="3174" y="40180"/>
                      </a:cubicBezTo>
                      <a:cubicBezTo>
                        <a:pt x="1630" y="46341"/>
                        <a:pt x="752" y="52339"/>
                        <a:pt x="312" y="57818"/>
                      </a:cubicBezTo>
                      <a:cubicBezTo>
                        <a:pt x="179" y="60563"/>
                        <a:pt x="1" y="63172"/>
                        <a:pt x="86" y="65616"/>
                      </a:cubicBezTo>
                      <a:cubicBezTo>
                        <a:pt x="113" y="66839"/>
                        <a:pt x="81" y="68021"/>
                        <a:pt x="153" y="69152"/>
                      </a:cubicBezTo>
                      <a:cubicBezTo>
                        <a:pt x="233" y="70281"/>
                        <a:pt x="310" y="71365"/>
                        <a:pt x="382" y="72406"/>
                      </a:cubicBezTo>
                      <a:cubicBezTo>
                        <a:pt x="477" y="74482"/>
                        <a:pt x="800" y="76338"/>
                        <a:pt x="1005" y="77973"/>
                      </a:cubicBezTo>
                      <a:cubicBezTo>
                        <a:pt x="1170" y="79373"/>
                        <a:pt x="1407" y="80766"/>
                        <a:pt x="1715" y="82142"/>
                      </a:cubicBezTo>
                      <a:cubicBezTo>
                        <a:pt x="1942" y="83194"/>
                        <a:pt x="2128" y="84056"/>
                        <a:pt x="2277" y="84751"/>
                      </a:cubicBezTo>
                      <a:cubicBezTo>
                        <a:pt x="2414" y="85342"/>
                        <a:pt x="2502" y="85648"/>
                        <a:pt x="2532" y="85648"/>
                      </a:cubicBezTo>
                      <a:cubicBezTo>
                        <a:pt x="2532" y="85648"/>
                        <a:pt x="2533" y="85648"/>
                        <a:pt x="2533" y="85648"/>
                      </a:cubicBezTo>
                      <a:cubicBezTo>
                        <a:pt x="2562" y="85643"/>
                        <a:pt x="2535" y="85321"/>
                        <a:pt x="2456" y="84717"/>
                      </a:cubicBezTo>
                      <a:cubicBezTo>
                        <a:pt x="2349" y="84014"/>
                        <a:pt x="2219" y="83143"/>
                        <a:pt x="2059" y="82081"/>
                      </a:cubicBezTo>
                      <a:cubicBezTo>
                        <a:pt x="1862" y="80944"/>
                        <a:pt x="1644" y="79546"/>
                        <a:pt x="1502" y="77911"/>
                      </a:cubicBezTo>
                      <a:cubicBezTo>
                        <a:pt x="1345" y="76277"/>
                        <a:pt x="1068" y="74429"/>
                        <a:pt x="1015" y="72363"/>
                      </a:cubicBezTo>
                      <a:cubicBezTo>
                        <a:pt x="959" y="71327"/>
                        <a:pt x="903" y="70249"/>
                        <a:pt x="845" y="69128"/>
                      </a:cubicBezTo>
                      <a:cubicBezTo>
                        <a:pt x="792" y="68002"/>
                        <a:pt x="840" y="66831"/>
                        <a:pt x="832" y="65616"/>
                      </a:cubicBezTo>
                      <a:cubicBezTo>
                        <a:pt x="778" y="63191"/>
                        <a:pt x="983" y="60603"/>
                        <a:pt x="1138" y="57882"/>
                      </a:cubicBezTo>
                      <a:cubicBezTo>
                        <a:pt x="1620" y="52451"/>
                        <a:pt x="2514" y="46511"/>
                        <a:pt x="4045" y="40403"/>
                      </a:cubicBezTo>
                      <a:cubicBezTo>
                        <a:pt x="5637" y="34315"/>
                        <a:pt x="7709" y="28673"/>
                        <a:pt x="9894" y="23681"/>
                      </a:cubicBezTo>
                      <a:cubicBezTo>
                        <a:pt x="11068" y="21221"/>
                        <a:pt x="12131" y="18854"/>
                        <a:pt x="13342" y="16751"/>
                      </a:cubicBezTo>
                      <a:cubicBezTo>
                        <a:pt x="13933" y="15694"/>
                        <a:pt x="14455" y="14642"/>
                        <a:pt x="15043" y="13681"/>
                      </a:cubicBezTo>
                      <a:cubicBezTo>
                        <a:pt x="15635" y="12725"/>
                        <a:pt x="16202" y="11807"/>
                        <a:pt x="16745" y="10925"/>
                      </a:cubicBezTo>
                      <a:cubicBezTo>
                        <a:pt x="17788" y="9141"/>
                        <a:pt x="18917" y="7651"/>
                        <a:pt x="19841" y="6295"/>
                      </a:cubicBezTo>
                      <a:cubicBezTo>
                        <a:pt x="20752" y="4927"/>
                        <a:pt x="21614" y="3806"/>
                        <a:pt x="22333" y="2903"/>
                      </a:cubicBezTo>
                      <a:lnTo>
                        <a:pt x="23947" y="782"/>
                      </a:lnTo>
                      <a:cubicBezTo>
                        <a:pt x="24309" y="289"/>
                        <a:pt x="24487" y="23"/>
                        <a:pt x="24466" y="1"/>
                      </a:cubicBezTo>
                      <a:cubicBezTo>
                        <a:pt x="24465" y="1"/>
                        <a:pt x="24463" y="0"/>
                        <a:pt x="24462" y="0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" name="Google Shape;440;p24">
                  <a:extLst>
                    <a:ext uri="{FF2B5EF4-FFF2-40B4-BE49-F238E27FC236}">
                      <a16:creationId xmlns:a16="http://schemas.microsoft.com/office/drawing/2014/main" id="{D10C9EF6-2D81-A24C-D802-7566E983DA9C}"/>
                    </a:ext>
                  </a:extLst>
                </p:cNvPr>
                <p:cNvSpPr/>
                <p:nvPr/>
              </p:nvSpPr>
              <p:spPr>
                <a:xfrm>
                  <a:off x="4384329" y="1851676"/>
                  <a:ext cx="1542425" cy="288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97" h="115377" extrusionOk="0">
                      <a:moveTo>
                        <a:pt x="61675" y="1"/>
                      </a:moveTo>
                      <a:cubicBezTo>
                        <a:pt x="61608" y="1"/>
                        <a:pt x="61168" y="197"/>
                        <a:pt x="60387" y="573"/>
                      </a:cubicBezTo>
                      <a:cubicBezTo>
                        <a:pt x="59561" y="994"/>
                        <a:pt x="58302" y="1542"/>
                        <a:pt x="56769" y="2413"/>
                      </a:cubicBezTo>
                      <a:cubicBezTo>
                        <a:pt x="53656" y="4064"/>
                        <a:pt x="49271" y="6702"/>
                        <a:pt x="44197" y="10456"/>
                      </a:cubicBezTo>
                      <a:cubicBezTo>
                        <a:pt x="34058" y="17873"/>
                        <a:pt x="21353" y="30496"/>
                        <a:pt x="12418" y="47671"/>
                      </a:cubicBezTo>
                      <a:cubicBezTo>
                        <a:pt x="3470" y="64852"/>
                        <a:pt x="424" y="82501"/>
                        <a:pt x="163" y="95059"/>
                      </a:cubicBezTo>
                      <a:cubicBezTo>
                        <a:pt x="1" y="101369"/>
                        <a:pt x="355" y="106473"/>
                        <a:pt x="789" y="109971"/>
                      </a:cubicBezTo>
                      <a:cubicBezTo>
                        <a:pt x="957" y="111726"/>
                        <a:pt x="1228" y="113070"/>
                        <a:pt x="1359" y="113989"/>
                      </a:cubicBezTo>
                      <a:cubicBezTo>
                        <a:pt x="1507" y="114897"/>
                        <a:pt x="1600" y="115376"/>
                        <a:pt x="1632" y="115376"/>
                      </a:cubicBezTo>
                      <a:cubicBezTo>
                        <a:pt x="1632" y="115376"/>
                        <a:pt x="1633" y="115376"/>
                        <a:pt x="1633" y="115376"/>
                      </a:cubicBezTo>
                      <a:cubicBezTo>
                        <a:pt x="1662" y="115371"/>
                        <a:pt x="1628" y="114886"/>
                        <a:pt x="1537" y="113962"/>
                      </a:cubicBezTo>
                      <a:cubicBezTo>
                        <a:pt x="1465" y="113041"/>
                        <a:pt x="1249" y="111691"/>
                        <a:pt x="1135" y="109937"/>
                      </a:cubicBezTo>
                      <a:cubicBezTo>
                        <a:pt x="810" y="106441"/>
                        <a:pt x="555" y="101353"/>
                        <a:pt x="797" y="95083"/>
                      </a:cubicBezTo>
                      <a:cubicBezTo>
                        <a:pt x="1217" y="82597"/>
                        <a:pt x="4343" y="65120"/>
                        <a:pt x="13212" y="48086"/>
                      </a:cubicBezTo>
                      <a:cubicBezTo>
                        <a:pt x="22075" y="31055"/>
                        <a:pt x="34596" y="18470"/>
                        <a:pt x="44580" y="10962"/>
                      </a:cubicBezTo>
                      <a:cubicBezTo>
                        <a:pt x="49575" y="7165"/>
                        <a:pt x="53890" y="4458"/>
                        <a:pt x="56942" y="2716"/>
                      </a:cubicBezTo>
                      <a:cubicBezTo>
                        <a:pt x="58443" y="1803"/>
                        <a:pt x="59671" y="1204"/>
                        <a:pt x="60469" y="736"/>
                      </a:cubicBezTo>
                      <a:cubicBezTo>
                        <a:pt x="61279" y="283"/>
                        <a:pt x="61697" y="30"/>
                        <a:pt x="61683" y="3"/>
                      </a:cubicBezTo>
                      <a:cubicBezTo>
                        <a:pt x="61682" y="1"/>
                        <a:pt x="61679" y="1"/>
                        <a:pt x="61675" y="1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" name="Google Shape;441;p24">
                  <a:extLst>
                    <a:ext uri="{FF2B5EF4-FFF2-40B4-BE49-F238E27FC236}">
                      <a16:creationId xmlns:a16="http://schemas.microsoft.com/office/drawing/2014/main" id="{7AFF13AC-7074-FB3E-44FE-2E7581543E86}"/>
                    </a:ext>
                  </a:extLst>
                </p:cNvPr>
                <p:cNvSpPr/>
                <p:nvPr/>
              </p:nvSpPr>
              <p:spPr>
                <a:xfrm>
                  <a:off x="3801263" y="3479107"/>
                  <a:ext cx="1147600" cy="185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04" h="74306" extrusionOk="0">
                      <a:moveTo>
                        <a:pt x="11952" y="1"/>
                      </a:moveTo>
                      <a:lnTo>
                        <a:pt x="11952" y="1"/>
                      </a:lnTo>
                      <a:cubicBezTo>
                        <a:pt x="12378" y="1124"/>
                        <a:pt x="12514" y="3989"/>
                        <a:pt x="12522" y="7048"/>
                      </a:cubicBezTo>
                      <a:cubicBezTo>
                        <a:pt x="12535" y="12224"/>
                        <a:pt x="11470" y="17344"/>
                        <a:pt x="9471" y="22115"/>
                      </a:cubicBezTo>
                      <a:cubicBezTo>
                        <a:pt x="1" y="44694"/>
                        <a:pt x="17211" y="74306"/>
                        <a:pt x="17211" y="74306"/>
                      </a:cubicBezTo>
                      <a:lnTo>
                        <a:pt x="35927" y="74306"/>
                      </a:lnTo>
                      <a:cubicBezTo>
                        <a:pt x="45903" y="56888"/>
                        <a:pt x="35177" y="36361"/>
                        <a:pt x="31460" y="29596"/>
                      </a:cubicBezTo>
                      <a:cubicBezTo>
                        <a:pt x="27740" y="22831"/>
                        <a:pt x="38603" y="17453"/>
                        <a:pt x="38603" y="17453"/>
                      </a:cubicBezTo>
                      <a:lnTo>
                        <a:pt x="11952" y="1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" name="Google Shape;442;p24">
                  <a:extLst>
                    <a:ext uri="{FF2B5EF4-FFF2-40B4-BE49-F238E27FC236}">
                      <a16:creationId xmlns:a16="http://schemas.microsoft.com/office/drawing/2014/main" id="{0E3E273D-E308-62E0-BCE3-A3BF8A9318D9}"/>
                    </a:ext>
                  </a:extLst>
                </p:cNvPr>
                <p:cNvSpPr/>
                <p:nvPr/>
              </p:nvSpPr>
              <p:spPr>
                <a:xfrm rot="1101497">
                  <a:off x="4722120" y="2465980"/>
                  <a:ext cx="711731" cy="1022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55" h="57714" extrusionOk="0">
                      <a:moveTo>
                        <a:pt x="26553" y="1"/>
                      </a:moveTo>
                      <a:cubicBezTo>
                        <a:pt x="24747" y="1"/>
                        <a:pt x="22940" y="539"/>
                        <a:pt x="21486" y="1616"/>
                      </a:cubicBezTo>
                      <a:cubicBezTo>
                        <a:pt x="18608" y="3746"/>
                        <a:pt x="17333" y="7816"/>
                        <a:pt x="18488" y="11208"/>
                      </a:cubicBezTo>
                      <a:cubicBezTo>
                        <a:pt x="15269" y="11690"/>
                        <a:pt x="12399" y="14033"/>
                        <a:pt x="11281" y="17092"/>
                      </a:cubicBezTo>
                      <a:cubicBezTo>
                        <a:pt x="10165" y="20149"/>
                        <a:pt x="10850" y="23791"/>
                        <a:pt x="13001" y="26235"/>
                      </a:cubicBezTo>
                      <a:cubicBezTo>
                        <a:pt x="12446" y="25973"/>
                        <a:pt x="11861" y="25853"/>
                        <a:pt x="11275" y="25853"/>
                      </a:cubicBezTo>
                      <a:cubicBezTo>
                        <a:pt x="9019" y="25853"/>
                        <a:pt x="6735" y="27623"/>
                        <a:pt x="5975" y="29858"/>
                      </a:cubicBezTo>
                      <a:cubicBezTo>
                        <a:pt x="5014" y="32675"/>
                        <a:pt x="5908" y="35809"/>
                        <a:pt x="7325" y="38423"/>
                      </a:cubicBezTo>
                      <a:cubicBezTo>
                        <a:pt x="7251" y="38421"/>
                        <a:pt x="7177" y="38419"/>
                        <a:pt x="7103" y="38419"/>
                      </a:cubicBezTo>
                      <a:cubicBezTo>
                        <a:pt x="4234" y="38419"/>
                        <a:pt x="1478" y="40521"/>
                        <a:pt x="748" y="43301"/>
                      </a:cubicBezTo>
                      <a:cubicBezTo>
                        <a:pt x="0" y="46155"/>
                        <a:pt x="1465" y="49430"/>
                        <a:pt x="4087" y="50777"/>
                      </a:cubicBezTo>
                      <a:cubicBezTo>
                        <a:pt x="3392" y="52002"/>
                        <a:pt x="3595" y="53668"/>
                        <a:pt x="4558" y="54693"/>
                      </a:cubicBezTo>
                      <a:cubicBezTo>
                        <a:pt x="5186" y="55362"/>
                        <a:pt x="6105" y="55723"/>
                        <a:pt x="7018" y="55723"/>
                      </a:cubicBezTo>
                      <a:cubicBezTo>
                        <a:pt x="7508" y="55723"/>
                        <a:pt x="7996" y="55620"/>
                        <a:pt x="8438" y="55404"/>
                      </a:cubicBezTo>
                      <a:lnTo>
                        <a:pt x="8438" y="55404"/>
                      </a:lnTo>
                      <a:lnTo>
                        <a:pt x="8312" y="56427"/>
                      </a:lnTo>
                      <a:cubicBezTo>
                        <a:pt x="9447" y="57286"/>
                        <a:pt x="10866" y="57713"/>
                        <a:pt x="12287" y="57713"/>
                      </a:cubicBezTo>
                      <a:cubicBezTo>
                        <a:pt x="13763" y="57713"/>
                        <a:pt x="15240" y="57251"/>
                        <a:pt x="16398" y="56331"/>
                      </a:cubicBezTo>
                      <a:cubicBezTo>
                        <a:pt x="18669" y="54523"/>
                        <a:pt x="19500" y="51123"/>
                        <a:pt x="18315" y="48471"/>
                      </a:cubicBezTo>
                      <a:lnTo>
                        <a:pt x="18315" y="48471"/>
                      </a:lnTo>
                      <a:cubicBezTo>
                        <a:pt x="18805" y="48625"/>
                        <a:pt x="19313" y="48699"/>
                        <a:pt x="19822" y="48699"/>
                      </a:cubicBezTo>
                      <a:cubicBezTo>
                        <a:pt x="21787" y="48699"/>
                        <a:pt x="23761" y="47609"/>
                        <a:pt x="24691" y="45865"/>
                      </a:cubicBezTo>
                      <a:cubicBezTo>
                        <a:pt x="25863" y="43666"/>
                        <a:pt x="25245" y="40673"/>
                        <a:pt x="23299" y="39118"/>
                      </a:cubicBezTo>
                      <a:lnTo>
                        <a:pt x="23299" y="39118"/>
                      </a:lnTo>
                      <a:cubicBezTo>
                        <a:pt x="23800" y="39213"/>
                        <a:pt x="24307" y="39260"/>
                        <a:pt x="24814" y="39260"/>
                      </a:cubicBezTo>
                      <a:cubicBezTo>
                        <a:pt x="27854" y="39260"/>
                        <a:pt x="30889" y="37606"/>
                        <a:pt x="32436" y="34973"/>
                      </a:cubicBezTo>
                      <a:cubicBezTo>
                        <a:pt x="34239" y="31901"/>
                        <a:pt x="33890" y="27710"/>
                        <a:pt x="31603" y="24976"/>
                      </a:cubicBezTo>
                      <a:cubicBezTo>
                        <a:pt x="34662" y="24723"/>
                        <a:pt x="37474" y="22537"/>
                        <a:pt x="38475" y="19637"/>
                      </a:cubicBezTo>
                      <a:cubicBezTo>
                        <a:pt x="39478" y="16738"/>
                        <a:pt x="38616" y="13282"/>
                        <a:pt x="36369" y="11192"/>
                      </a:cubicBezTo>
                      <a:cubicBezTo>
                        <a:pt x="38951" y="9965"/>
                        <a:pt x="40155" y="6464"/>
                        <a:pt x="38874" y="3908"/>
                      </a:cubicBezTo>
                      <a:cubicBezTo>
                        <a:pt x="37961" y="2088"/>
                        <a:pt x="35915" y="991"/>
                        <a:pt x="33898" y="991"/>
                      </a:cubicBezTo>
                      <a:cubicBezTo>
                        <a:pt x="33080" y="991"/>
                        <a:pt x="32267" y="1171"/>
                        <a:pt x="31537" y="1557"/>
                      </a:cubicBezTo>
                      <a:cubicBezTo>
                        <a:pt x="30098" y="519"/>
                        <a:pt x="28326" y="1"/>
                        <a:pt x="26553" y="1"/>
                      </a:cubicBezTo>
                      <a:close/>
                    </a:path>
                  </a:pathLst>
                </a:cu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" name="Google Shape;254;p21">
              <a:extLst>
                <a:ext uri="{FF2B5EF4-FFF2-40B4-BE49-F238E27FC236}">
                  <a16:creationId xmlns:a16="http://schemas.microsoft.com/office/drawing/2014/main" id="{91D14DEF-C708-9856-C337-E257CE6F0080}"/>
                </a:ext>
              </a:extLst>
            </p:cNvPr>
            <p:cNvGrpSpPr/>
            <p:nvPr/>
          </p:nvGrpSpPr>
          <p:grpSpPr>
            <a:xfrm rot="336413">
              <a:off x="317132" y="3290144"/>
              <a:ext cx="880718" cy="806639"/>
              <a:chOff x="7605998" y="3886472"/>
              <a:chExt cx="1302190" cy="896743"/>
            </a:xfrm>
          </p:grpSpPr>
          <p:sp>
            <p:nvSpPr>
              <p:cNvPr id="14" name="Google Shape;255;p21">
                <a:extLst>
                  <a:ext uri="{FF2B5EF4-FFF2-40B4-BE49-F238E27FC236}">
                    <a16:creationId xmlns:a16="http://schemas.microsoft.com/office/drawing/2014/main" id="{7CC64EFD-15F0-1E11-3A98-BFF0626184C4}"/>
                  </a:ext>
                </a:extLst>
              </p:cNvPr>
              <p:cNvSpPr/>
              <p:nvPr/>
            </p:nvSpPr>
            <p:spPr>
              <a:xfrm>
                <a:off x="7751571" y="4471035"/>
                <a:ext cx="1156617" cy="312180"/>
              </a:xfrm>
              <a:custGeom>
                <a:avLst/>
                <a:gdLst/>
                <a:ahLst/>
                <a:cxnLst/>
                <a:rect l="l" t="t" r="r" b="b"/>
                <a:pathLst>
                  <a:path w="23923" h="6457" extrusionOk="0">
                    <a:moveTo>
                      <a:pt x="1" y="0"/>
                    </a:moveTo>
                    <a:lnTo>
                      <a:pt x="620" y="6456"/>
                    </a:lnTo>
                    <a:lnTo>
                      <a:pt x="23923" y="5757"/>
                    </a:lnTo>
                    <a:lnTo>
                      <a:pt x="22803" y="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56;p21">
                <a:extLst>
                  <a:ext uri="{FF2B5EF4-FFF2-40B4-BE49-F238E27FC236}">
                    <a16:creationId xmlns:a16="http://schemas.microsoft.com/office/drawing/2014/main" id="{9AA969E1-9332-B288-0D80-1590D896EF8C}"/>
                  </a:ext>
                </a:extLst>
              </p:cNvPr>
              <p:cNvSpPr/>
              <p:nvPr/>
            </p:nvSpPr>
            <p:spPr>
              <a:xfrm>
                <a:off x="8003459" y="4592773"/>
                <a:ext cx="689822" cy="57969"/>
              </a:xfrm>
              <a:custGeom>
                <a:avLst/>
                <a:gdLst/>
                <a:ahLst/>
                <a:cxnLst/>
                <a:rect l="l" t="t" r="r" b="b"/>
                <a:pathLst>
                  <a:path w="14268" h="1199" extrusionOk="0">
                    <a:moveTo>
                      <a:pt x="3" y="1"/>
                    </a:moveTo>
                    <a:lnTo>
                      <a:pt x="1" y="1170"/>
                    </a:lnTo>
                    <a:lnTo>
                      <a:pt x="14265" y="1198"/>
                    </a:lnTo>
                    <a:lnTo>
                      <a:pt x="14267" y="29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57;p21">
                <a:extLst>
                  <a:ext uri="{FF2B5EF4-FFF2-40B4-BE49-F238E27FC236}">
                    <a16:creationId xmlns:a16="http://schemas.microsoft.com/office/drawing/2014/main" id="{F732E10A-1DEB-ED3A-4FD7-EEC849612235}"/>
                  </a:ext>
                </a:extLst>
              </p:cNvPr>
              <p:cNvSpPr/>
              <p:nvPr/>
            </p:nvSpPr>
            <p:spPr>
              <a:xfrm>
                <a:off x="7606627" y="4182355"/>
                <a:ext cx="1153620" cy="312422"/>
              </a:xfrm>
              <a:custGeom>
                <a:avLst/>
                <a:gdLst/>
                <a:ahLst/>
                <a:cxnLst/>
                <a:rect l="l" t="t" r="r" b="b"/>
                <a:pathLst>
                  <a:path w="23861" h="6462" extrusionOk="0">
                    <a:moveTo>
                      <a:pt x="1" y="1"/>
                    </a:moveTo>
                    <a:lnTo>
                      <a:pt x="553" y="6462"/>
                    </a:lnTo>
                    <a:lnTo>
                      <a:pt x="23861" y="6010"/>
                    </a:lnTo>
                    <a:lnTo>
                      <a:pt x="22800" y="2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58;p21">
                <a:extLst>
                  <a:ext uri="{FF2B5EF4-FFF2-40B4-BE49-F238E27FC236}">
                    <a16:creationId xmlns:a16="http://schemas.microsoft.com/office/drawing/2014/main" id="{C2C35C9D-1CF3-DE66-8634-0E1BF6CFDC3E}"/>
                  </a:ext>
                </a:extLst>
              </p:cNvPr>
              <p:cNvSpPr/>
              <p:nvPr/>
            </p:nvSpPr>
            <p:spPr>
              <a:xfrm>
                <a:off x="7605998" y="4219147"/>
                <a:ext cx="1147286" cy="254936"/>
              </a:xfrm>
              <a:custGeom>
                <a:avLst/>
                <a:gdLst/>
                <a:ahLst/>
                <a:cxnLst/>
                <a:rect l="l" t="t" r="r" b="b"/>
                <a:pathLst>
                  <a:path w="23730" h="5273" extrusionOk="0">
                    <a:moveTo>
                      <a:pt x="22904" y="1"/>
                    </a:moveTo>
                    <a:lnTo>
                      <a:pt x="3" y="153"/>
                    </a:lnTo>
                    <a:lnTo>
                      <a:pt x="1" y="445"/>
                    </a:lnTo>
                    <a:cubicBezTo>
                      <a:pt x="1" y="378"/>
                      <a:pt x="5" y="347"/>
                      <a:pt x="11" y="347"/>
                    </a:cubicBezTo>
                    <a:cubicBezTo>
                      <a:pt x="84" y="347"/>
                      <a:pt x="530" y="5272"/>
                      <a:pt x="530" y="5272"/>
                    </a:cubicBezTo>
                    <a:lnTo>
                      <a:pt x="23729" y="4452"/>
                    </a:lnTo>
                    <a:lnTo>
                      <a:pt x="22904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59;p21">
                <a:extLst>
                  <a:ext uri="{FF2B5EF4-FFF2-40B4-BE49-F238E27FC236}">
                    <a16:creationId xmlns:a16="http://schemas.microsoft.com/office/drawing/2014/main" id="{7C022DDD-E844-5966-0A2E-DC18913ADA58}"/>
                  </a:ext>
                </a:extLst>
              </p:cNvPr>
              <p:cNvSpPr/>
              <p:nvPr/>
            </p:nvSpPr>
            <p:spPr>
              <a:xfrm>
                <a:off x="7662371" y="4367959"/>
                <a:ext cx="1048222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21681" h="680" extrusionOk="0">
                    <a:moveTo>
                      <a:pt x="333" y="0"/>
                    </a:moveTo>
                    <a:cubicBezTo>
                      <a:pt x="116" y="0"/>
                      <a:pt x="1" y="5"/>
                      <a:pt x="1" y="17"/>
                    </a:cubicBezTo>
                    <a:cubicBezTo>
                      <a:pt x="1" y="35"/>
                      <a:pt x="305" y="63"/>
                      <a:pt x="850" y="107"/>
                    </a:cubicBezTo>
                    <a:cubicBezTo>
                      <a:pt x="1397" y="148"/>
                      <a:pt x="2192" y="197"/>
                      <a:pt x="3170" y="251"/>
                    </a:cubicBezTo>
                    <a:cubicBezTo>
                      <a:pt x="5131" y="357"/>
                      <a:pt x="7840" y="476"/>
                      <a:pt x="10833" y="558"/>
                    </a:cubicBezTo>
                    <a:cubicBezTo>
                      <a:pt x="13829" y="641"/>
                      <a:pt x="16538" y="677"/>
                      <a:pt x="18502" y="680"/>
                    </a:cubicBezTo>
                    <a:cubicBezTo>
                      <a:pt x="19482" y="680"/>
                      <a:pt x="20277" y="675"/>
                      <a:pt x="20827" y="664"/>
                    </a:cubicBezTo>
                    <a:cubicBezTo>
                      <a:pt x="21376" y="654"/>
                      <a:pt x="21678" y="638"/>
                      <a:pt x="21678" y="620"/>
                    </a:cubicBezTo>
                    <a:cubicBezTo>
                      <a:pt x="21681" y="605"/>
                      <a:pt x="21374" y="582"/>
                      <a:pt x="20827" y="564"/>
                    </a:cubicBezTo>
                    <a:cubicBezTo>
                      <a:pt x="20277" y="546"/>
                      <a:pt x="19485" y="522"/>
                      <a:pt x="18504" y="499"/>
                    </a:cubicBezTo>
                    <a:lnTo>
                      <a:pt x="10841" y="306"/>
                    </a:lnTo>
                    <a:lnTo>
                      <a:pt x="3177" y="71"/>
                    </a:lnTo>
                    <a:cubicBezTo>
                      <a:pt x="2197" y="40"/>
                      <a:pt x="1405" y="17"/>
                      <a:pt x="855" y="6"/>
                    </a:cubicBezTo>
                    <a:cubicBezTo>
                      <a:pt x="643" y="2"/>
                      <a:pt x="468" y="0"/>
                      <a:pt x="333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60;p21">
                <a:extLst>
                  <a:ext uri="{FF2B5EF4-FFF2-40B4-BE49-F238E27FC236}">
                    <a16:creationId xmlns:a16="http://schemas.microsoft.com/office/drawing/2014/main" id="{EDCF37A5-8254-C2F1-B7BE-65DED69F2935}"/>
                  </a:ext>
                </a:extLst>
              </p:cNvPr>
              <p:cNvSpPr/>
              <p:nvPr/>
            </p:nvSpPr>
            <p:spPr>
              <a:xfrm>
                <a:off x="7658020" y="4303416"/>
                <a:ext cx="1018392" cy="29637"/>
              </a:xfrm>
              <a:custGeom>
                <a:avLst/>
                <a:gdLst/>
                <a:ahLst/>
                <a:cxnLst/>
                <a:rect l="l" t="t" r="r" b="b"/>
                <a:pathLst>
                  <a:path w="21064" h="613" extrusionOk="0">
                    <a:moveTo>
                      <a:pt x="13177" y="1"/>
                    </a:moveTo>
                    <a:cubicBezTo>
                      <a:pt x="12331" y="1"/>
                      <a:pt x="11443" y="7"/>
                      <a:pt x="10528" y="23"/>
                    </a:cubicBezTo>
                    <a:cubicBezTo>
                      <a:pt x="7615" y="72"/>
                      <a:pt x="4981" y="196"/>
                      <a:pt x="3079" y="322"/>
                    </a:cubicBezTo>
                    <a:cubicBezTo>
                      <a:pt x="2127" y="387"/>
                      <a:pt x="1358" y="448"/>
                      <a:pt x="826" y="497"/>
                    </a:cubicBezTo>
                    <a:cubicBezTo>
                      <a:pt x="295" y="546"/>
                      <a:pt x="1" y="585"/>
                      <a:pt x="3" y="601"/>
                    </a:cubicBezTo>
                    <a:cubicBezTo>
                      <a:pt x="4" y="609"/>
                      <a:pt x="65" y="613"/>
                      <a:pt x="179" y="613"/>
                    </a:cubicBezTo>
                    <a:cubicBezTo>
                      <a:pt x="319" y="613"/>
                      <a:pt x="539" y="607"/>
                      <a:pt x="832" y="596"/>
                    </a:cubicBezTo>
                    <a:lnTo>
                      <a:pt x="3089" y="503"/>
                    </a:lnTo>
                    <a:cubicBezTo>
                      <a:pt x="4994" y="423"/>
                      <a:pt x="7626" y="325"/>
                      <a:pt x="10531" y="278"/>
                    </a:cubicBezTo>
                    <a:cubicBezTo>
                      <a:pt x="12100" y="252"/>
                      <a:pt x="13589" y="243"/>
                      <a:pt x="14927" y="243"/>
                    </a:cubicBezTo>
                    <a:cubicBezTo>
                      <a:pt x="16069" y="243"/>
                      <a:pt x="17100" y="249"/>
                      <a:pt x="17978" y="257"/>
                    </a:cubicBezTo>
                    <a:lnTo>
                      <a:pt x="20236" y="276"/>
                    </a:lnTo>
                    <a:cubicBezTo>
                      <a:pt x="20320" y="276"/>
                      <a:pt x="20398" y="276"/>
                      <a:pt x="20470" y="276"/>
                    </a:cubicBezTo>
                    <a:cubicBezTo>
                      <a:pt x="20854" y="276"/>
                      <a:pt x="21064" y="270"/>
                      <a:pt x="21064" y="255"/>
                    </a:cubicBezTo>
                    <a:cubicBezTo>
                      <a:pt x="21064" y="237"/>
                      <a:pt x="20772" y="211"/>
                      <a:pt x="20238" y="178"/>
                    </a:cubicBezTo>
                    <a:cubicBezTo>
                      <a:pt x="19704" y="144"/>
                      <a:pt x="18935" y="110"/>
                      <a:pt x="17980" y="77"/>
                    </a:cubicBezTo>
                    <a:cubicBezTo>
                      <a:pt x="16674" y="33"/>
                      <a:pt x="15024" y="1"/>
                      <a:pt x="1317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61;p21">
                <a:extLst>
                  <a:ext uri="{FF2B5EF4-FFF2-40B4-BE49-F238E27FC236}">
                    <a16:creationId xmlns:a16="http://schemas.microsoft.com/office/drawing/2014/main" id="{0F4F8D71-76AE-6A0F-82BF-B9FBDBDED904}"/>
                  </a:ext>
                </a:extLst>
              </p:cNvPr>
              <p:cNvSpPr/>
              <p:nvPr/>
            </p:nvSpPr>
            <p:spPr>
              <a:xfrm>
                <a:off x="7658551" y="4254296"/>
                <a:ext cx="1038214" cy="44093"/>
              </a:xfrm>
              <a:custGeom>
                <a:avLst/>
                <a:gdLst/>
                <a:ahLst/>
                <a:cxnLst/>
                <a:rect l="l" t="t" r="r" b="b"/>
                <a:pathLst>
                  <a:path w="21474" h="912" extrusionOk="0">
                    <a:moveTo>
                      <a:pt x="8327" y="0"/>
                    </a:moveTo>
                    <a:cubicBezTo>
                      <a:pt x="7716" y="0"/>
                      <a:pt x="7125" y="5"/>
                      <a:pt x="6559" y="14"/>
                    </a:cubicBezTo>
                    <a:cubicBezTo>
                      <a:pt x="5917" y="30"/>
                      <a:pt x="5305" y="40"/>
                      <a:pt x="4732" y="66"/>
                    </a:cubicBezTo>
                    <a:cubicBezTo>
                      <a:pt x="4159" y="84"/>
                      <a:pt x="3628" y="112"/>
                      <a:pt x="3140" y="136"/>
                    </a:cubicBezTo>
                    <a:cubicBezTo>
                      <a:pt x="2655" y="159"/>
                      <a:pt x="2216" y="192"/>
                      <a:pt x="1829" y="218"/>
                    </a:cubicBezTo>
                    <a:cubicBezTo>
                      <a:pt x="1445" y="244"/>
                      <a:pt x="1112" y="272"/>
                      <a:pt x="841" y="298"/>
                    </a:cubicBezTo>
                    <a:cubicBezTo>
                      <a:pt x="299" y="347"/>
                      <a:pt x="0" y="383"/>
                      <a:pt x="3" y="401"/>
                    </a:cubicBezTo>
                    <a:cubicBezTo>
                      <a:pt x="3" y="408"/>
                      <a:pt x="62" y="412"/>
                      <a:pt x="175" y="412"/>
                    </a:cubicBezTo>
                    <a:cubicBezTo>
                      <a:pt x="317" y="412"/>
                      <a:pt x="545" y="406"/>
                      <a:pt x="849" y="396"/>
                    </a:cubicBezTo>
                    <a:lnTo>
                      <a:pt x="1840" y="360"/>
                    </a:lnTo>
                    <a:cubicBezTo>
                      <a:pt x="2224" y="350"/>
                      <a:pt x="2665" y="332"/>
                      <a:pt x="3151" y="316"/>
                    </a:cubicBezTo>
                    <a:cubicBezTo>
                      <a:pt x="3636" y="301"/>
                      <a:pt x="4167" y="285"/>
                      <a:pt x="4740" y="275"/>
                    </a:cubicBezTo>
                    <a:cubicBezTo>
                      <a:pt x="5310" y="262"/>
                      <a:pt x="5922" y="257"/>
                      <a:pt x="6564" y="249"/>
                    </a:cubicBezTo>
                    <a:cubicBezTo>
                      <a:pt x="6892" y="247"/>
                      <a:pt x="7227" y="246"/>
                      <a:pt x="7570" y="246"/>
                    </a:cubicBezTo>
                    <a:cubicBezTo>
                      <a:pt x="8574" y="246"/>
                      <a:pt x="9640" y="256"/>
                      <a:pt x="10744" y="283"/>
                    </a:cubicBezTo>
                    <a:cubicBezTo>
                      <a:pt x="12228" y="316"/>
                      <a:pt x="13640" y="378"/>
                      <a:pt x="14922" y="445"/>
                    </a:cubicBezTo>
                    <a:cubicBezTo>
                      <a:pt x="15564" y="484"/>
                      <a:pt x="16173" y="517"/>
                      <a:pt x="16744" y="559"/>
                    </a:cubicBezTo>
                    <a:cubicBezTo>
                      <a:pt x="17314" y="595"/>
                      <a:pt x="17843" y="639"/>
                      <a:pt x="18328" y="672"/>
                    </a:cubicBezTo>
                    <a:cubicBezTo>
                      <a:pt x="18813" y="708"/>
                      <a:pt x="19252" y="747"/>
                      <a:pt x="19636" y="778"/>
                    </a:cubicBezTo>
                    <a:lnTo>
                      <a:pt x="20624" y="861"/>
                    </a:lnTo>
                    <a:cubicBezTo>
                      <a:pt x="21026" y="893"/>
                      <a:pt x="21295" y="911"/>
                      <a:pt x="21409" y="911"/>
                    </a:cubicBezTo>
                    <a:cubicBezTo>
                      <a:pt x="21449" y="911"/>
                      <a:pt x="21470" y="909"/>
                      <a:pt x="21471" y="905"/>
                    </a:cubicBezTo>
                    <a:cubicBezTo>
                      <a:pt x="21473" y="889"/>
                      <a:pt x="21174" y="837"/>
                      <a:pt x="20635" y="763"/>
                    </a:cubicBezTo>
                    <a:cubicBezTo>
                      <a:pt x="20364" y="724"/>
                      <a:pt x="20034" y="680"/>
                      <a:pt x="19649" y="636"/>
                    </a:cubicBezTo>
                    <a:cubicBezTo>
                      <a:pt x="19265" y="592"/>
                      <a:pt x="18829" y="543"/>
                      <a:pt x="18343" y="494"/>
                    </a:cubicBezTo>
                    <a:cubicBezTo>
                      <a:pt x="17858" y="445"/>
                      <a:pt x="17329" y="394"/>
                      <a:pt x="16757" y="347"/>
                    </a:cubicBezTo>
                    <a:cubicBezTo>
                      <a:pt x="16186" y="298"/>
                      <a:pt x="15577" y="257"/>
                      <a:pt x="14935" y="210"/>
                    </a:cubicBezTo>
                    <a:cubicBezTo>
                      <a:pt x="13650" y="130"/>
                      <a:pt x="12236" y="61"/>
                      <a:pt x="10750" y="27"/>
                    </a:cubicBezTo>
                    <a:cubicBezTo>
                      <a:pt x="9917" y="8"/>
                      <a:pt x="9106" y="0"/>
                      <a:pt x="8327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62;p21">
                <a:extLst>
                  <a:ext uri="{FF2B5EF4-FFF2-40B4-BE49-F238E27FC236}">
                    <a16:creationId xmlns:a16="http://schemas.microsoft.com/office/drawing/2014/main" id="{1B7BA8FF-7C7D-5441-6221-3CF736821523}"/>
                  </a:ext>
                </a:extLst>
              </p:cNvPr>
              <p:cNvSpPr/>
              <p:nvPr/>
            </p:nvSpPr>
            <p:spPr>
              <a:xfrm>
                <a:off x="7625240" y="3886472"/>
                <a:ext cx="1147721" cy="312760"/>
              </a:xfrm>
              <a:custGeom>
                <a:avLst/>
                <a:gdLst/>
                <a:ahLst/>
                <a:cxnLst/>
                <a:rect l="l" t="t" r="r" b="b"/>
                <a:pathLst>
                  <a:path w="23739" h="6469" extrusionOk="0">
                    <a:moveTo>
                      <a:pt x="0" y="0"/>
                    </a:moveTo>
                    <a:lnTo>
                      <a:pt x="426" y="6469"/>
                    </a:lnTo>
                    <a:lnTo>
                      <a:pt x="23739" y="6464"/>
                    </a:lnTo>
                    <a:lnTo>
                      <a:pt x="22789" y="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63;p21">
                <a:extLst>
                  <a:ext uri="{FF2B5EF4-FFF2-40B4-BE49-F238E27FC236}">
                    <a16:creationId xmlns:a16="http://schemas.microsoft.com/office/drawing/2014/main" id="{18B9D099-DE2A-1D9D-E4BE-A4C371F44CF5}"/>
                  </a:ext>
                </a:extLst>
              </p:cNvPr>
              <p:cNvSpPr/>
              <p:nvPr/>
            </p:nvSpPr>
            <p:spPr>
              <a:xfrm>
                <a:off x="7623355" y="3930467"/>
                <a:ext cx="1143273" cy="248071"/>
              </a:xfrm>
              <a:custGeom>
                <a:avLst/>
                <a:gdLst/>
                <a:ahLst/>
                <a:cxnLst/>
                <a:rect l="l" t="t" r="r" b="b"/>
                <a:pathLst>
                  <a:path w="23647" h="5131" extrusionOk="0">
                    <a:moveTo>
                      <a:pt x="1" y="276"/>
                    </a:moveTo>
                    <a:cubicBezTo>
                      <a:pt x="1" y="281"/>
                      <a:pt x="1" y="287"/>
                      <a:pt x="0" y="292"/>
                    </a:cubicBezTo>
                    <a:lnTo>
                      <a:pt x="1" y="276"/>
                    </a:lnTo>
                    <a:close/>
                    <a:moveTo>
                      <a:pt x="11" y="1"/>
                    </a:moveTo>
                    <a:lnTo>
                      <a:pt x="1" y="276"/>
                    </a:lnTo>
                    <a:lnTo>
                      <a:pt x="1" y="276"/>
                    </a:lnTo>
                    <a:cubicBezTo>
                      <a:pt x="3" y="221"/>
                      <a:pt x="7" y="195"/>
                      <a:pt x="12" y="195"/>
                    </a:cubicBezTo>
                    <a:cubicBezTo>
                      <a:pt x="86" y="195"/>
                      <a:pt x="436" y="5131"/>
                      <a:pt x="436" y="5131"/>
                    </a:cubicBezTo>
                    <a:lnTo>
                      <a:pt x="23646" y="4754"/>
                    </a:lnTo>
                    <a:lnTo>
                      <a:pt x="22908" y="287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64;p21">
                <a:extLst>
                  <a:ext uri="{FF2B5EF4-FFF2-40B4-BE49-F238E27FC236}">
                    <a16:creationId xmlns:a16="http://schemas.microsoft.com/office/drawing/2014/main" id="{4C8D9582-BF81-0E74-AB3C-6819D65E33AA}"/>
                  </a:ext>
                </a:extLst>
              </p:cNvPr>
              <p:cNvSpPr/>
              <p:nvPr/>
            </p:nvSpPr>
            <p:spPr>
              <a:xfrm>
                <a:off x="7677262" y="4073188"/>
                <a:ext cx="104754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1667" h="1059" extrusionOk="0">
                    <a:moveTo>
                      <a:pt x="158" y="0"/>
                    </a:moveTo>
                    <a:cubicBezTo>
                      <a:pt x="56" y="0"/>
                      <a:pt x="3" y="4"/>
                      <a:pt x="3" y="11"/>
                    </a:cubicBezTo>
                    <a:cubicBezTo>
                      <a:pt x="0" y="29"/>
                      <a:pt x="302" y="65"/>
                      <a:pt x="849" y="117"/>
                    </a:cubicBezTo>
                    <a:cubicBezTo>
                      <a:pt x="1396" y="171"/>
                      <a:pt x="2186" y="236"/>
                      <a:pt x="3166" y="308"/>
                    </a:cubicBezTo>
                    <a:cubicBezTo>
                      <a:pt x="5122" y="452"/>
                      <a:pt x="7831" y="623"/>
                      <a:pt x="10822" y="762"/>
                    </a:cubicBezTo>
                    <a:cubicBezTo>
                      <a:pt x="13812" y="904"/>
                      <a:pt x="16524" y="989"/>
                      <a:pt x="18485" y="1030"/>
                    </a:cubicBezTo>
                    <a:cubicBezTo>
                      <a:pt x="19469" y="1051"/>
                      <a:pt x="20261" y="1059"/>
                      <a:pt x="20810" y="1059"/>
                    </a:cubicBezTo>
                    <a:cubicBezTo>
                      <a:pt x="21360" y="1059"/>
                      <a:pt x="21664" y="1051"/>
                      <a:pt x="21664" y="1033"/>
                    </a:cubicBezTo>
                    <a:cubicBezTo>
                      <a:pt x="21667" y="1017"/>
                      <a:pt x="21365" y="992"/>
                      <a:pt x="20815" y="961"/>
                    </a:cubicBezTo>
                    <a:cubicBezTo>
                      <a:pt x="20268" y="930"/>
                      <a:pt x="19474" y="894"/>
                      <a:pt x="18493" y="850"/>
                    </a:cubicBezTo>
                    <a:lnTo>
                      <a:pt x="10835" y="509"/>
                    </a:lnTo>
                    <a:lnTo>
                      <a:pt x="3176" y="127"/>
                    </a:lnTo>
                    <a:cubicBezTo>
                      <a:pt x="2196" y="78"/>
                      <a:pt x="1404" y="39"/>
                      <a:pt x="854" y="19"/>
                    </a:cubicBezTo>
                    <a:cubicBezTo>
                      <a:pt x="536" y="7"/>
                      <a:pt x="300" y="0"/>
                      <a:pt x="158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65;p21">
                <a:extLst>
                  <a:ext uri="{FF2B5EF4-FFF2-40B4-BE49-F238E27FC236}">
                    <a16:creationId xmlns:a16="http://schemas.microsoft.com/office/drawing/2014/main" id="{4BF384A6-0CE0-0D6D-5EF6-C0513DFD7C4D}"/>
                  </a:ext>
                </a:extLst>
              </p:cNvPr>
              <p:cNvSpPr/>
              <p:nvPr/>
            </p:nvSpPr>
            <p:spPr>
              <a:xfrm>
                <a:off x="7673636" y="4019136"/>
                <a:ext cx="1018488" cy="21805"/>
              </a:xfrm>
              <a:custGeom>
                <a:avLst/>
                <a:gdLst/>
                <a:ahLst/>
                <a:cxnLst/>
                <a:rect l="l" t="t" r="r" b="b"/>
                <a:pathLst>
                  <a:path w="21066" h="451" extrusionOk="0">
                    <a:moveTo>
                      <a:pt x="10107" y="1"/>
                    </a:moveTo>
                    <a:cubicBezTo>
                      <a:pt x="7364" y="1"/>
                      <a:pt x="4891" y="70"/>
                      <a:pt x="3081" y="156"/>
                    </a:cubicBezTo>
                    <a:cubicBezTo>
                      <a:pt x="2129" y="203"/>
                      <a:pt x="1357" y="249"/>
                      <a:pt x="826" y="288"/>
                    </a:cubicBezTo>
                    <a:cubicBezTo>
                      <a:pt x="294" y="329"/>
                      <a:pt x="0" y="360"/>
                      <a:pt x="3" y="378"/>
                    </a:cubicBezTo>
                    <a:cubicBezTo>
                      <a:pt x="3" y="388"/>
                      <a:pt x="125" y="394"/>
                      <a:pt x="356" y="394"/>
                    </a:cubicBezTo>
                    <a:cubicBezTo>
                      <a:pt x="483" y="394"/>
                      <a:pt x="642" y="392"/>
                      <a:pt x="831" y="389"/>
                    </a:cubicBezTo>
                    <a:lnTo>
                      <a:pt x="3089" y="337"/>
                    </a:lnTo>
                    <a:cubicBezTo>
                      <a:pt x="4852" y="296"/>
                      <a:pt x="7240" y="254"/>
                      <a:pt x="9892" y="254"/>
                    </a:cubicBezTo>
                    <a:cubicBezTo>
                      <a:pt x="10105" y="254"/>
                      <a:pt x="10320" y="254"/>
                      <a:pt x="10536" y="254"/>
                    </a:cubicBezTo>
                    <a:cubicBezTo>
                      <a:pt x="13441" y="265"/>
                      <a:pt x="16073" y="324"/>
                      <a:pt x="17980" y="378"/>
                    </a:cubicBezTo>
                    <a:lnTo>
                      <a:pt x="20238" y="443"/>
                    </a:lnTo>
                    <a:cubicBezTo>
                      <a:pt x="20467" y="448"/>
                      <a:pt x="20653" y="451"/>
                      <a:pt x="20790" y="451"/>
                    </a:cubicBezTo>
                    <a:cubicBezTo>
                      <a:pt x="20970" y="451"/>
                      <a:pt x="21066" y="446"/>
                      <a:pt x="21066" y="438"/>
                    </a:cubicBezTo>
                    <a:cubicBezTo>
                      <a:pt x="21066" y="420"/>
                      <a:pt x="20772" y="386"/>
                      <a:pt x="20240" y="342"/>
                    </a:cubicBezTo>
                    <a:cubicBezTo>
                      <a:pt x="19709" y="298"/>
                      <a:pt x="18937" y="249"/>
                      <a:pt x="17985" y="198"/>
                    </a:cubicBezTo>
                    <a:cubicBezTo>
                      <a:pt x="16081" y="97"/>
                      <a:pt x="13446" y="7"/>
                      <a:pt x="10536" y="2"/>
                    </a:cubicBezTo>
                    <a:cubicBezTo>
                      <a:pt x="10392" y="1"/>
                      <a:pt x="10249" y="1"/>
                      <a:pt x="1010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66;p21">
                <a:extLst>
                  <a:ext uri="{FF2B5EF4-FFF2-40B4-BE49-F238E27FC236}">
                    <a16:creationId xmlns:a16="http://schemas.microsoft.com/office/drawing/2014/main" id="{C6CA38FB-1AF1-938C-2831-42BDC11A14BA}"/>
                  </a:ext>
                </a:extLst>
              </p:cNvPr>
              <p:cNvSpPr/>
              <p:nvPr/>
            </p:nvSpPr>
            <p:spPr>
              <a:xfrm>
                <a:off x="7675376" y="3966148"/>
                <a:ext cx="1037344" cy="57098"/>
              </a:xfrm>
              <a:custGeom>
                <a:avLst/>
                <a:gdLst/>
                <a:ahLst/>
                <a:cxnLst/>
                <a:rect l="l" t="t" r="r" b="b"/>
                <a:pathLst>
                  <a:path w="21456" h="1181" extrusionOk="0">
                    <a:moveTo>
                      <a:pt x="6565" y="1"/>
                    </a:moveTo>
                    <a:cubicBezTo>
                      <a:pt x="5922" y="1"/>
                      <a:pt x="5308" y="3"/>
                      <a:pt x="4738" y="16"/>
                    </a:cubicBezTo>
                    <a:cubicBezTo>
                      <a:pt x="4165" y="24"/>
                      <a:pt x="3631" y="42"/>
                      <a:pt x="3146" y="55"/>
                    </a:cubicBezTo>
                    <a:cubicBezTo>
                      <a:pt x="2658" y="71"/>
                      <a:pt x="2219" y="94"/>
                      <a:pt x="1832" y="112"/>
                    </a:cubicBezTo>
                    <a:cubicBezTo>
                      <a:pt x="1445" y="130"/>
                      <a:pt x="1112" y="153"/>
                      <a:pt x="842" y="174"/>
                    </a:cubicBezTo>
                    <a:cubicBezTo>
                      <a:pt x="300" y="212"/>
                      <a:pt x="0" y="241"/>
                      <a:pt x="0" y="259"/>
                    </a:cubicBezTo>
                    <a:cubicBezTo>
                      <a:pt x="0" y="271"/>
                      <a:pt x="130" y="276"/>
                      <a:pt x="372" y="276"/>
                    </a:cubicBezTo>
                    <a:cubicBezTo>
                      <a:pt x="500" y="276"/>
                      <a:pt x="659" y="274"/>
                      <a:pt x="847" y="272"/>
                    </a:cubicBezTo>
                    <a:lnTo>
                      <a:pt x="1838" y="254"/>
                    </a:lnTo>
                    <a:cubicBezTo>
                      <a:pt x="2225" y="249"/>
                      <a:pt x="2663" y="241"/>
                      <a:pt x="3148" y="236"/>
                    </a:cubicBezTo>
                    <a:cubicBezTo>
                      <a:pt x="3636" y="231"/>
                      <a:pt x="4168" y="225"/>
                      <a:pt x="4738" y="225"/>
                    </a:cubicBezTo>
                    <a:cubicBezTo>
                      <a:pt x="4816" y="225"/>
                      <a:pt x="4895" y="225"/>
                      <a:pt x="4975" y="225"/>
                    </a:cubicBezTo>
                    <a:cubicBezTo>
                      <a:pt x="5478" y="225"/>
                      <a:pt x="6010" y="231"/>
                      <a:pt x="6565" y="236"/>
                    </a:cubicBezTo>
                    <a:cubicBezTo>
                      <a:pt x="7850" y="251"/>
                      <a:pt x="9261" y="282"/>
                      <a:pt x="10742" y="347"/>
                    </a:cubicBezTo>
                    <a:cubicBezTo>
                      <a:pt x="12226" y="411"/>
                      <a:pt x="13635" y="499"/>
                      <a:pt x="14917" y="592"/>
                    </a:cubicBezTo>
                    <a:cubicBezTo>
                      <a:pt x="15557" y="643"/>
                      <a:pt x="16166" y="687"/>
                      <a:pt x="16734" y="739"/>
                    </a:cubicBezTo>
                    <a:cubicBezTo>
                      <a:pt x="17304" y="788"/>
                      <a:pt x="17833" y="842"/>
                      <a:pt x="18318" y="886"/>
                    </a:cubicBezTo>
                    <a:cubicBezTo>
                      <a:pt x="18803" y="927"/>
                      <a:pt x="19239" y="976"/>
                      <a:pt x="19624" y="1015"/>
                    </a:cubicBezTo>
                    <a:lnTo>
                      <a:pt x="20609" y="1116"/>
                    </a:lnTo>
                    <a:cubicBezTo>
                      <a:pt x="21029" y="1158"/>
                      <a:pt x="21303" y="1181"/>
                      <a:pt x="21407" y="1181"/>
                    </a:cubicBezTo>
                    <a:cubicBezTo>
                      <a:pt x="21437" y="1181"/>
                      <a:pt x="21452" y="1179"/>
                      <a:pt x="21453" y="1175"/>
                    </a:cubicBezTo>
                    <a:cubicBezTo>
                      <a:pt x="21456" y="1157"/>
                      <a:pt x="21159" y="1103"/>
                      <a:pt x="20622" y="1018"/>
                    </a:cubicBezTo>
                    <a:cubicBezTo>
                      <a:pt x="20354" y="974"/>
                      <a:pt x="20024" y="925"/>
                      <a:pt x="19639" y="873"/>
                    </a:cubicBezTo>
                    <a:cubicBezTo>
                      <a:pt x="19257" y="821"/>
                      <a:pt x="18821" y="765"/>
                      <a:pt x="18339" y="705"/>
                    </a:cubicBezTo>
                    <a:cubicBezTo>
                      <a:pt x="17854" y="649"/>
                      <a:pt x="17325" y="587"/>
                      <a:pt x="16754" y="530"/>
                    </a:cubicBezTo>
                    <a:cubicBezTo>
                      <a:pt x="16184" y="468"/>
                      <a:pt x="15575" y="414"/>
                      <a:pt x="14935" y="357"/>
                    </a:cubicBezTo>
                    <a:cubicBezTo>
                      <a:pt x="13653" y="251"/>
                      <a:pt x="12239" y="156"/>
                      <a:pt x="10755" y="94"/>
                    </a:cubicBezTo>
                    <a:cubicBezTo>
                      <a:pt x="9269" y="32"/>
                      <a:pt x="7852" y="3"/>
                      <a:pt x="6565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6" name="Google Shape;953;p41">
            <a:extLst>
              <a:ext uri="{FF2B5EF4-FFF2-40B4-BE49-F238E27FC236}">
                <a16:creationId xmlns:a16="http://schemas.microsoft.com/office/drawing/2014/main" id="{B7D8CB34-AC26-A0C0-78A3-A56FA15CBF25}"/>
              </a:ext>
            </a:extLst>
          </p:cNvPr>
          <p:cNvSpPr/>
          <p:nvPr/>
        </p:nvSpPr>
        <p:spPr>
          <a:xfrm>
            <a:off x="6382527" y="2285484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57" name="Google Shape;954;p41">
            <a:extLst>
              <a:ext uri="{FF2B5EF4-FFF2-40B4-BE49-F238E27FC236}">
                <a16:creationId xmlns:a16="http://schemas.microsoft.com/office/drawing/2014/main" id="{7A3413FD-9626-0899-A748-68CF472751B6}"/>
              </a:ext>
            </a:extLst>
          </p:cNvPr>
          <p:cNvSpPr/>
          <p:nvPr/>
        </p:nvSpPr>
        <p:spPr>
          <a:xfrm>
            <a:off x="6504414" y="2446091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F3639F70-D884-310E-F55A-009B530AF90A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8A4A0B4-C851-52E7-1BA6-4D22072C2B89}"/>
              </a:ext>
            </a:extLst>
          </p:cNvPr>
          <p:cNvSpPr txBox="1"/>
          <p:nvPr/>
        </p:nvSpPr>
        <p:spPr>
          <a:xfrm>
            <a:off x="6885098" y="4378806"/>
            <a:ext cx="354619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O Participar en las convocatorias de Proyecto Productivo que:</a:t>
            </a:r>
          </a:p>
          <a:p>
            <a:pPr marL="285750" indent="-285750">
              <a:buClr>
                <a:srgbClr val="000000"/>
              </a:buClr>
              <a:buSzPts val="1100"/>
              <a:buFontTx/>
              <a:buChar char="-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realice el centro de formación.</a:t>
            </a:r>
          </a:p>
          <a:p>
            <a:pPr marL="285750" indent="-285750">
              <a:buClr>
                <a:srgbClr val="000000"/>
              </a:buClr>
              <a:buSzPts val="1100"/>
              <a:buFontTx/>
              <a:buChar char="-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realice a nivel nacional, el Grupo de gestión de la oferta,  la ejecución y certificación de la formación.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  <a:p>
            <a:pPr marL="285750" indent="-285750">
              <a:buClr>
                <a:srgbClr val="000000"/>
              </a:buClr>
              <a:buSzPts val="1100"/>
              <a:buFontTx/>
              <a:buChar char="-"/>
            </a:pP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46" name="Google Shape;954;p41">
            <a:extLst>
              <a:ext uri="{FF2B5EF4-FFF2-40B4-BE49-F238E27FC236}">
                <a16:creationId xmlns:a16="http://schemas.microsoft.com/office/drawing/2014/main" id="{15A4D005-97D2-DE79-EA6D-147B8EFE01E2}"/>
              </a:ext>
            </a:extLst>
          </p:cNvPr>
          <p:cNvSpPr/>
          <p:nvPr/>
        </p:nvSpPr>
        <p:spPr>
          <a:xfrm>
            <a:off x="6504414" y="2468492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47" name="Google Shape;953;p41">
            <a:extLst>
              <a:ext uri="{FF2B5EF4-FFF2-40B4-BE49-F238E27FC236}">
                <a16:creationId xmlns:a16="http://schemas.microsoft.com/office/drawing/2014/main" id="{4BC55A14-9A26-13BE-FD35-F181C390A974}"/>
              </a:ext>
            </a:extLst>
          </p:cNvPr>
          <p:cNvSpPr/>
          <p:nvPr/>
        </p:nvSpPr>
        <p:spPr>
          <a:xfrm>
            <a:off x="6422301" y="4454418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60" name="Google Shape;954;p41">
            <a:extLst>
              <a:ext uri="{FF2B5EF4-FFF2-40B4-BE49-F238E27FC236}">
                <a16:creationId xmlns:a16="http://schemas.microsoft.com/office/drawing/2014/main" id="{BC90EC55-5796-941E-25F3-B5F1A8CCAA6C}"/>
              </a:ext>
            </a:extLst>
          </p:cNvPr>
          <p:cNvSpPr/>
          <p:nvPr/>
        </p:nvSpPr>
        <p:spPr>
          <a:xfrm>
            <a:off x="6552636" y="4629851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47CBCE95-3F43-C9F6-63A8-0087AA97BE89}"/>
              </a:ext>
            </a:extLst>
          </p:cNvPr>
          <p:cNvSpPr txBox="1"/>
          <p:nvPr/>
        </p:nvSpPr>
        <p:spPr>
          <a:xfrm>
            <a:off x="6800255" y="1174077"/>
            <a:ext cx="34197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</a:t>
            </a: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</a:rPr>
              <a:t>GFPI-F-165V3Formato Selección Modificación Alternativa de etapa productiva</a:t>
            </a:r>
          </a:p>
        </p:txBody>
      </p:sp>
      <p:sp>
        <p:nvSpPr>
          <p:cNvPr id="203" name="CuadroTexto 202">
            <a:extLst>
              <a:ext uri="{FF2B5EF4-FFF2-40B4-BE49-F238E27FC236}">
                <a16:creationId xmlns:a16="http://schemas.microsoft.com/office/drawing/2014/main" id="{E87800D5-01E2-00EA-3C04-1B6DB7CA44C5}"/>
              </a:ext>
            </a:extLst>
          </p:cNvPr>
          <p:cNvSpPr txBox="1"/>
          <p:nvPr/>
        </p:nvSpPr>
        <p:spPr>
          <a:xfrm>
            <a:off x="6839997" y="3140094"/>
            <a:ext cx="32519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Solicitar acompañamiento del centro de formación, a través de la asignación de un instructor de seguimiento.</a:t>
            </a:r>
          </a:p>
        </p:txBody>
      </p:sp>
      <p:sp>
        <p:nvSpPr>
          <p:cNvPr id="209" name="CuadroTexto 208">
            <a:extLst>
              <a:ext uri="{FF2B5EF4-FFF2-40B4-BE49-F238E27FC236}">
                <a16:creationId xmlns:a16="http://schemas.microsoft.com/office/drawing/2014/main" id="{8A3F2CFE-E9D6-D21D-2236-6664A9E087F0}"/>
              </a:ext>
            </a:extLst>
          </p:cNvPr>
          <p:cNvSpPr txBox="1"/>
          <p:nvPr/>
        </p:nvSpPr>
        <p:spPr>
          <a:xfrm>
            <a:off x="3652389" y="6469417"/>
            <a:ext cx="6147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https://youtu.be/VnzzW-i9u3w</a:t>
            </a:r>
          </a:p>
        </p:txBody>
      </p:sp>
      <p:sp>
        <p:nvSpPr>
          <p:cNvPr id="210" name="CuadroTexto 209">
            <a:extLst>
              <a:ext uri="{FF2B5EF4-FFF2-40B4-BE49-F238E27FC236}">
                <a16:creationId xmlns:a16="http://schemas.microsoft.com/office/drawing/2014/main" id="{6A7E45FF-4D20-6586-9928-3C6353AC9125}"/>
              </a:ext>
            </a:extLst>
          </p:cNvPr>
          <p:cNvSpPr txBox="1"/>
          <p:nvPr/>
        </p:nvSpPr>
        <p:spPr>
          <a:xfrm>
            <a:off x="6851708" y="2017808"/>
            <a:ext cx="32519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elección Alternativa Etapa Productiva Proyecto Productivo y Compromiso Aprendiz.</a:t>
            </a:r>
          </a:p>
        </p:txBody>
      </p:sp>
      <p:sp>
        <p:nvSpPr>
          <p:cNvPr id="211" name="Google Shape;953;p41">
            <a:extLst>
              <a:ext uri="{FF2B5EF4-FFF2-40B4-BE49-F238E27FC236}">
                <a16:creationId xmlns:a16="http://schemas.microsoft.com/office/drawing/2014/main" id="{6BA6F80A-968C-663E-F5FF-C9015D2AF64A}"/>
              </a:ext>
            </a:extLst>
          </p:cNvPr>
          <p:cNvSpPr/>
          <p:nvPr/>
        </p:nvSpPr>
        <p:spPr>
          <a:xfrm>
            <a:off x="6400022" y="3449176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212" name="Google Shape;954;p41">
            <a:extLst>
              <a:ext uri="{FF2B5EF4-FFF2-40B4-BE49-F238E27FC236}">
                <a16:creationId xmlns:a16="http://schemas.microsoft.com/office/drawing/2014/main" id="{1F241613-F2F6-F399-D616-52535A023075}"/>
              </a:ext>
            </a:extLst>
          </p:cNvPr>
          <p:cNvSpPr/>
          <p:nvPr/>
        </p:nvSpPr>
        <p:spPr>
          <a:xfrm>
            <a:off x="6521909" y="3609783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405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7F633-A141-7F5B-7313-50889F43D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FABD7C75-F1A8-D65F-8EAC-37CB311A8033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8BE2DDA6-BFEB-2A4E-28A6-2D6349027FD6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5972E26A-A64B-3F8B-3EBB-271647FFB3D0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073D5852-051A-7A56-23CC-1E17CADF79C8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832B6C5-71B4-8AA0-6E2D-2A43FF512BA5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9D01F811-3196-8A3C-5C9C-70573C0DF841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621ED32A-EFBD-FD4B-9F9C-CEBEDBFA4706}"/>
              </a:ext>
            </a:extLst>
          </p:cNvPr>
          <p:cNvGrpSpPr/>
          <p:nvPr/>
        </p:nvGrpSpPr>
        <p:grpSpPr>
          <a:xfrm>
            <a:off x="-103303" y="384855"/>
            <a:ext cx="10568434" cy="6162988"/>
            <a:chOff x="317132" y="454529"/>
            <a:chExt cx="8311535" cy="4527475"/>
          </a:xfrm>
        </p:grpSpPr>
        <p:grpSp>
          <p:nvGrpSpPr>
            <p:cNvPr id="60" name="Google Shape;417;p24">
              <a:extLst>
                <a:ext uri="{FF2B5EF4-FFF2-40B4-BE49-F238E27FC236}">
                  <a16:creationId xmlns:a16="http://schemas.microsoft.com/office/drawing/2014/main" id="{A88189DA-166C-AA59-E3E9-397709E1F154}"/>
                </a:ext>
              </a:extLst>
            </p:cNvPr>
            <p:cNvGrpSpPr/>
            <p:nvPr/>
          </p:nvGrpSpPr>
          <p:grpSpPr>
            <a:xfrm>
              <a:off x="5186592" y="454529"/>
              <a:ext cx="3442075" cy="4472582"/>
              <a:chOff x="5335450" y="305675"/>
              <a:chExt cx="3442075" cy="4435325"/>
            </a:xfrm>
          </p:grpSpPr>
          <p:sp>
            <p:nvSpPr>
              <p:cNvPr id="240" name="Google Shape;418;p24">
                <a:extLst>
                  <a:ext uri="{FF2B5EF4-FFF2-40B4-BE49-F238E27FC236}">
                    <a16:creationId xmlns:a16="http://schemas.microsoft.com/office/drawing/2014/main" id="{3477E221-3AC9-8C6B-DC46-D5778C1F2DFE}"/>
                  </a:ext>
                </a:extLst>
              </p:cNvPr>
              <p:cNvSpPr/>
              <p:nvPr/>
            </p:nvSpPr>
            <p:spPr>
              <a:xfrm>
                <a:off x="5422625" y="366700"/>
                <a:ext cx="3354900" cy="4374300"/>
              </a:xfrm>
              <a:prstGeom prst="rect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419;p24">
                <a:extLst>
                  <a:ext uri="{FF2B5EF4-FFF2-40B4-BE49-F238E27FC236}">
                    <a16:creationId xmlns:a16="http://schemas.microsoft.com/office/drawing/2014/main" id="{832EB1D1-DAF4-2FB9-30A9-180430F5CDC2}"/>
                  </a:ext>
                </a:extLst>
              </p:cNvPr>
              <p:cNvSpPr/>
              <p:nvPr/>
            </p:nvSpPr>
            <p:spPr>
              <a:xfrm>
                <a:off x="5335450" y="305675"/>
                <a:ext cx="226800" cy="215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" name="Google Shape;420;p24">
              <a:extLst>
                <a:ext uri="{FF2B5EF4-FFF2-40B4-BE49-F238E27FC236}">
                  <a16:creationId xmlns:a16="http://schemas.microsoft.com/office/drawing/2014/main" id="{10EB728B-5C27-684F-7455-53E2A226F147}"/>
                </a:ext>
              </a:extLst>
            </p:cNvPr>
            <p:cNvSpPr/>
            <p:nvPr/>
          </p:nvSpPr>
          <p:spPr>
            <a:xfrm>
              <a:off x="5375546" y="569004"/>
              <a:ext cx="3216300" cy="4413000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400">
                <a:buClr>
                  <a:srgbClr val="000000"/>
                </a:buClr>
                <a:buFont typeface="Arial"/>
                <a:buNone/>
              </a:pPr>
              <a:endParaRPr lang="es-CO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62" name="Google Shape;421;p24">
              <a:extLst>
                <a:ext uri="{FF2B5EF4-FFF2-40B4-BE49-F238E27FC236}">
                  <a16:creationId xmlns:a16="http://schemas.microsoft.com/office/drawing/2014/main" id="{C3CD2311-8117-197C-F785-087A486C1BCC}"/>
                </a:ext>
              </a:extLst>
            </p:cNvPr>
            <p:cNvGrpSpPr/>
            <p:nvPr/>
          </p:nvGrpSpPr>
          <p:grpSpPr>
            <a:xfrm>
              <a:off x="1055004" y="514104"/>
              <a:ext cx="3355775" cy="4413000"/>
              <a:chOff x="1055000" y="365250"/>
              <a:chExt cx="3355775" cy="4413000"/>
            </a:xfrm>
          </p:grpSpPr>
          <p:sp>
            <p:nvSpPr>
              <p:cNvPr id="238" name="Google Shape;422;p24">
                <a:extLst>
                  <a:ext uri="{FF2B5EF4-FFF2-40B4-BE49-F238E27FC236}">
                    <a16:creationId xmlns:a16="http://schemas.microsoft.com/office/drawing/2014/main" id="{9ADE36C3-0562-05DB-73CC-BFC585908F71}"/>
                  </a:ext>
                </a:extLst>
              </p:cNvPr>
              <p:cNvSpPr/>
              <p:nvPr/>
            </p:nvSpPr>
            <p:spPr>
              <a:xfrm>
                <a:off x="1055000" y="512400"/>
                <a:ext cx="3216300" cy="4228500"/>
              </a:xfrm>
              <a:prstGeom prst="rect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423;p24">
                <a:extLst>
                  <a:ext uri="{FF2B5EF4-FFF2-40B4-BE49-F238E27FC236}">
                    <a16:creationId xmlns:a16="http://schemas.microsoft.com/office/drawing/2014/main" id="{48C48BEB-8242-5D0B-765B-63A95F5DF7EC}"/>
                  </a:ext>
                </a:extLst>
              </p:cNvPr>
              <p:cNvSpPr/>
              <p:nvPr/>
            </p:nvSpPr>
            <p:spPr>
              <a:xfrm>
                <a:off x="1194475" y="365250"/>
                <a:ext cx="3216300" cy="4413000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" name="Google Shape;424;p24">
              <a:extLst>
                <a:ext uri="{FF2B5EF4-FFF2-40B4-BE49-F238E27FC236}">
                  <a16:creationId xmlns:a16="http://schemas.microsoft.com/office/drawing/2014/main" id="{E0DEB6C1-DEC1-3DEE-A6D8-16B38B78344B}"/>
                </a:ext>
              </a:extLst>
            </p:cNvPr>
            <p:cNvSpPr txBox="1">
              <a:spLocks/>
            </p:cNvSpPr>
            <p:nvPr/>
          </p:nvSpPr>
          <p:spPr>
            <a:xfrm>
              <a:off x="1227437" y="1119543"/>
              <a:ext cx="2967183" cy="14121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MX" sz="1600" i="0" u="none" strike="noStrike" kern="0" cap="none" spc="0" normalizeH="0" baseline="0" noProof="0" dirty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La monitoria es el conjunto de actividades, mediante las cuales los aprendices seleccionados apoyan los procesos de formación a través de actividades complementarias, para garantizar mayores niveles de calidad en todos los elementos que confluyen en el proceso de aprendizaje.</a:t>
              </a:r>
              <a:endParaRPr kumimoji="0" lang="es-ES" sz="1600" i="0" u="none" strike="noStrike" kern="0" cap="none" spc="0" normalizeH="0" baseline="0" noProof="0" dirty="0">
                <a:ln>
                  <a:noFill/>
                </a:ln>
                <a:solidFill>
                  <a:srgbClr val="1E2128"/>
                </a:solidFill>
                <a:effectLst/>
                <a:uLnTx/>
                <a:uFillTx/>
                <a:latin typeface="Roboto Light"/>
                <a:sym typeface="Roboto Light"/>
              </a:endParaRPr>
            </a:p>
          </p:txBody>
        </p:sp>
        <p:sp>
          <p:nvSpPr>
            <p:cNvPr id="192" name="Google Shape;425;p24">
              <a:extLst>
                <a:ext uri="{FF2B5EF4-FFF2-40B4-BE49-F238E27FC236}">
                  <a16:creationId xmlns:a16="http://schemas.microsoft.com/office/drawing/2014/main" id="{0FDE9BC4-B3E6-B327-7F35-A3A5DEEDD655}"/>
                </a:ext>
              </a:extLst>
            </p:cNvPr>
            <p:cNvSpPr txBox="1">
              <a:spLocks/>
            </p:cNvSpPr>
            <p:nvPr/>
          </p:nvSpPr>
          <p:spPr>
            <a:xfrm>
              <a:off x="1464753" y="667076"/>
              <a:ext cx="2614400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defRPr sz="2400" b="0" i="0" u="none" strike="noStrike" cap="none">
                  <a:solidFill>
                    <a:srgbClr val="000000"/>
                  </a:solidFill>
                  <a:latin typeface="Amatic SC"/>
                  <a:ea typeface="Amatic SC"/>
                  <a:cs typeface="Amatic SC"/>
                  <a:sym typeface="Amatic SC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tabLst/>
                <a:defRPr/>
              </a:pPr>
              <a:r>
                <a:rPr lang="es-CO" sz="3200" kern="0" dirty="0">
                  <a:solidFill>
                    <a:srgbClr val="1E2128"/>
                  </a:solidFill>
                  <a:latin typeface="Bahnschrift SemiLight Condensed" panose="020B0502040204020203" pitchFamily="34" charset="0"/>
                </a:rPr>
                <a:t>Monitoria</a:t>
              </a:r>
              <a:endParaRPr kumimoji="0" lang="es-CO" sz="3200" b="0" i="0" u="none" strike="noStrike" kern="0" cap="none" spc="0" normalizeH="0" baseline="0" noProof="0" dirty="0">
                <a:ln>
                  <a:noFill/>
                </a:ln>
                <a:solidFill>
                  <a:srgbClr val="1E2128"/>
                </a:solidFill>
                <a:effectLst/>
                <a:uLnTx/>
                <a:uFillTx/>
                <a:latin typeface="Bahnschrift SemiLight Condensed" panose="020B0502040204020203" pitchFamily="34" charset="0"/>
                <a:sym typeface="Amatic SC"/>
              </a:endParaRPr>
            </a:p>
          </p:txBody>
        </p:sp>
        <p:sp>
          <p:nvSpPr>
            <p:cNvPr id="193" name="Google Shape;427;p24">
              <a:extLst>
                <a:ext uri="{FF2B5EF4-FFF2-40B4-BE49-F238E27FC236}">
                  <a16:creationId xmlns:a16="http://schemas.microsoft.com/office/drawing/2014/main" id="{6CC2AA16-F2E3-1A0A-B672-6642BA687497}"/>
                </a:ext>
              </a:extLst>
            </p:cNvPr>
            <p:cNvSpPr txBox="1">
              <a:spLocks/>
            </p:cNvSpPr>
            <p:nvPr/>
          </p:nvSpPr>
          <p:spPr>
            <a:xfrm>
              <a:off x="5581189" y="535896"/>
              <a:ext cx="2842858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defRPr sz="2400" b="0" i="0" u="none" strike="noStrike" cap="none">
                  <a:solidFill>
                    <a:srgbClr val="000000"/>
                  </a:solidFill>
                  <a:latin typeface="Amatic SC"/>
                  <a:ea typeface="Amatic SC"/>
                  <a:cs typeface="Amatic SC"/>
                  <a:sym typeface="Amatic SC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s-CO" sz="3200" b="1" dirty="0">
                  <a:solidFill>
                    <a:schemeClr val="bg1"/>
                  </a:solidFill>
                  <a:latin typeface="Bahnschrift SemiLight Condensed" panose="020B0502040204020203" pitchFamily="34" charset="0"/>
                </a:rPr>
                <a:t>Documentos Requeridos</a:t>
              </a:r>
            </a:p>
          </p:txBody>
        </p:sp>
        <p:grpSp>
          <p:nvGrpSpPr>
            <p:cNvPr id="194" name="Google Shape;952;p41">
              <a:extLst>
                <a:ext uri="{FF2B5EF4-FFF2-40B4-BE49-F238E27FC236}">
                  <a16:creationId xmlns:a16="http://schemas.microsoft.com/office/drawing/2014/main" id="{7492DD31-35AE-D24C-F2BE-C072067EA71B}"/>
                </a:ext>
              </a:extLst>
            </p:cNvPr>
            <p:cNvGrpSpPr/>
            <p:nvPr/>
          </p:nvGrpSpPr>
          <p:grpSpPr>
            <a:xfrm>
              <a:off x="5408251" y="1398408"/>
              <a:ext cx="339253" cy="292529"/>
              <a:chOff x="840595" y="3325683"/>
              <a:chExt cx="481825" cy="415465"/>
            </a:xfrm>
            <a:solidFill>
              <a:srgbClr val="FF9966"/>
            </a:solidFill>
          </p:grpSpPr>
          <p:sp>
            <p:nvSpPr>
              <p:cNvPr id="236" name="Google Shape;953;p41">
                <a:extLst>
                  <a:ext uri="{FF2B5EF4-FFF2-40B4-BE49-F238E27FC236}">
                    <a16:creationId xmlns:a16="http://schemas.microsoft.com/office/drawing/2014/main" id="{489C193E-570B-28B4-5189-5D2F6B1FB58C}"/>
                  </a:ext>
                </a:extLst>
              </p:cNvPr>
              <p:cNvSpPr/>
              <p:nvPr/>
            </p:nvSpPr>
            <p:spPr>
              <a:xfrm>
                <a:off x="840595" y="3325683"/>
                <a:ext cx="481825" cy="41546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37" name="Google Shape;954;p41">
                <a:extLst>
                  <a:ext uri="{FF2B5EF4-FFF2-40B4-BE49-F238E27FC236}">
                    <a16:creationId xmlns:a16="http://schemas.microsoft.com/office/drawing/2014/main" id="{CC93A9A9-DD47-5C1A-5E54-8D4CF873B2F9}"/>
                  </a:ext>
                </a:extLst>
              </p:cNvPr>
              <p:cNvSpPr/>
              <p:nvPr/>
            </p:nvSpPr>
            <p:spPr>
              <a:xfrm>
                <a:off x="1003597" y="3465738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grpSp>
          <p:nvGrpSpPr>
            <p:cNvPr id="195" name="Google Shape;952;p41">
              <a:extLst>
                <a:ext uri="{FF2B5EF4-FFF2-40B4-BE49-F238E27FC236}">
                  <a16:creationId xmlns:a16="http://schemas.microsoft.com/office/drawing/2014/main" id="{67586423-CD0A-8B15-C68E-9BEC36FD4356}"/>
                </a:ext>
              </a:extLst>
            </p:cNvPr>
            <p:cNvGrpSpPr/>
            <p:nvPr/>
          </p:nvGrpSpPr>
          <p:grpSpPr>
            <a:xfrm>
              <a:off x="1506953" y="3739085"/>
              <a:ext cx="339253" cy="339253"/>
              <a:chOff x="1624995" y="6116474"/>
              <a:chExt cx="481825" cy="481825"/>
            </a:xfrm>
            <a:solidFill>
              <a:srgbClr val="02906B"/>
            </a:solidFill>
          </p:grpSpPr>
          <p:sp>
            <p:nvSpPr>
              <p:cNvPr id="234" name="Google Shape;953;p41">
                <a:extLst>
                  <a:ext uri="{FF2B5EF4-FFF2-40B4-BE49-F238E27FC236}">
                    <a16:creationId xmlns:a16="http://schemas.microsoft.com/office/drawing/2014/main" id="{0B7864A3-D5F4-2268-D550-B351F4DD00A9}"/>
                  </a:ext>
                </a:extLst>
              </p:cNvPr>
              <p:cNvSpPr/>
              <p:nvPr/>
            </p:nvSpPr>
            <p:spPr>
              <a:xfrm>
                <a:off x="1624995" y="6116474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35" name="Google Shape;954;p41">
                <a:extLst>
                  <a:ext uri="{FF2B5EF4-FFF2-40B4-BE49-F238E27FC236}">
                    <a16:creationId xmlns:a16="http://schemas.microsoft.com/office/drawing/2014/main" id="{FBCBA00C-0AEC-DC43-9761-3EB26DF3F904}"/>
                  </a:ext>
                </a:extLst>
              </p:cNvPr>
              <p:cNvSpPr/>
              <p:nvPr/>
            </p:nvSpPr>
            <p:spPr>
              <a:xfrm>
                <a:off x="1769808" y="6299134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grpSp>
          <p:nvGrpSpPr>
            <p:cNvPr id="196" name="Google Shape;254;p21">
              <a:extLst>
                <a:ext uri="{FF2B5EF4-FFF2-40B4-BE49-F238E27FC236}">
                  <a16:creationId xmlns:a16="http://schemas.microsoft.com/office/drawing/2014/main" id="{C907258F-0AE8-DCD2-8F7E-1EF8AA5D5556}"/>
                </a:ext>
              </a:extLst>
            </p:cNvPr>
            <p:cNvGrpSpPr/>
            <p:nvPr/>
          </p:nvGrpSpPr>
          <p:grpSpPr>
            <a:xfrm>
              <a:off x="322969" y="4062681"/>
              <a:ext cx="1088987" cy="896743"/>
              <a:chOff x="7605998" y="3886472"/>
              <a:chExt cx="1302190" cy="896743"/>
            </a:xfrm>
          </p:grpSpPr>
          <p:sp>
            <p:nvSpPr>
              <p:cNvPr id="222" name="Google Shape;255;p21">
                <a:extLst>
                  <a:ext uri="{FF2B5EF4-FFF2-40B4-BE49-F238E27FC236}">
                    <a16:creationId xmlns:a16="http://schemas.microsoft.com/office/drawing/2014/main" id="{5D0BBF63-8FD7-A5AE-2828-3EC8FEC0C276}"/>
                  </a:ext>
                </a:extLst>
              </p:cNvPr>
              <p:cNvSpPr/>
              <p:nvPr/>
            </p:nvSpPr>
            <p:spPr>
              <a:xfrm>
                <a:off x="7751571" y="4471035"/>
                <a:ext cx="1156617" cy="312180"/>
              </a:xfrm>
              <a:custGeom>
                <a:avLst/>
                <a:gdLst/>
                <a:ahLst/>
                <a:cxnLst/>
                <a:rect l="l" t="t" r="r" b="b"/>
                <a:pathLst>
                  <a:path w="23923" h="6457" extrusionOk="0">
                    <a:moveTo>
                      <a:pt x="1" y="0"/>
                    </a:moveTo>
                    <a:lnTo>
                      <a:pt x="620" y="6456"/>
                    </a:lnTo>
                    <a:lnTo>
                      <a:pt x="23923" y="5757"/>
                    </a:lnTo>
                    <a:lnTo>
                      <a:pt x="22803" y="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56;p21">
                <a:extLst>
                  <a:ext uri="{FF2B5EF4-FFF2-40B4-BE49-F238E27FC236}">
                    <a16:creationId xmlns:a16="http://schemas.microsoft.com/office/drawing/2014/main" id="{C17BB797-5860-3667-0EEC-AD0F3F1D5647}"/>
                  </a:ext>
                </a:extLst>
              </p:cNvPr>
              <p:cNvSpPr/>
              <p:nvPr/>
            </p:nvSpPr>
            <p:spPr>
              <a:xfrm>
                <a:off x="8003459" y="4592773"/>
                <a:ext cx="689822" cy="57969"/>
              </a:xfrm>
              <a:custGeom>
                <a:avLst/>
                <a:gdLst/>
                <a:ahLst/>
                <a:cxnLst/>
                <a:rect l="l" t="t" r="r" b="b"/>
                <a:pathLst>
                  <a:path w="14268" h="1199" extrusionOk="0">
                    <a:moveTo>
                      <a:pt x="3" y="1"/>
                    </a:moveTo>
                    <a:lnTo>
                      <a:pt x="1" y="1170"/>
                    </a:lnTo>
                    <a:lnTo>
                      <a:pt x="14265" y="1198"/>
                    </a:lnTo>
                    <a:lnTo>
                      <a:pt x="14267" y="29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57;p21">
                <a:extLst>
                  <a:ext uri="{FF2B5EF4-FFF2-40B4-BE49-F238E27FC236}">
                    <a16:creationId xmlns:a16="http://schemas.microsoft.com/office/drawing/2014/main" id="{9F0859BC-AA67-7579-E937-573E8F497B63}"/>
                  </a:ext>
                </a:extLst>
              </p:cNvPr>
              <p:cNvSpPr/>
              <p:nvPr/>
            </p:nvSpPr>
            <p:spPr>
              <a:xfrm>
                <a:off x="7606627" y="4182355"/>
                <a:ext cx="1153620" cy="312422"/>
              </a:xfrm>
              <a:custGeom>
                <a:avLst/>
                <a:gdLst/>
                <a:ahLst/>
                <a:cxnLst/>
                <a:rect l="l" t="t" r="r" b="b"/>
                <a:pathLst>
                  <a:path w="23861" h="6462" extrusionOk="0">
                    <a:moveTo>
                      <a:pt x="1" y="1"/>
                    </a:moveTo>
                    <a:lnTo>
                      <a:pt x="553" y="6462"/>
                    </a:lnTo>
                    <a:lnTo>
                      <a:pt x="23861" y="6010"/>
                    </a:lnTo>
                    <a:lnTo>
                      <a:pt x="22800" y="2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58;p21">
                <a:extLst>
                  <a:ext uri="{FF2B5EF4-FFF2-40B4-BE49-F238E27FC236}">
                    <a16:creationId xmlns:a16="http://schemas.microsoft.com/office/drawing/2014/main" id="{383DF1F4-129C-70BA-3C3E-9593DCE0268D}"/>
                  </a:ext>
                </a:extLst>
              </p:cNvPr>
              <p:cNvSpPr/>
              <p:nvPr/>
            </p:nvSpPr>
            <p:spPr>
              <a:xfrm>
                <a:off x="7605998" y="4219147"/>
                <a:ext cx="1147286" cy="254936"/>
              </a:xfrm>
              <a:custGeom>
                <a:avLst/>
                <a:gdLst/>
                <a:ahLst/>
                <a:cxnLst/>
                <a:rect l="l" t="t" r="r" b="b"/>
                <a:pathLst>
                  <a:path w="23730" h="5273" extrusionOk="0">
                    <a:moveTo>
                      <a:pt x="22904" y="1"/>
                    </a:moveTo>
                    <a:lnTo>
                      <a:pt x="3" y="153"/>
                    </a:lnTo>
                    <a:lnTo>
                      <a:pt x="1" y="445"/>
                    </a:lnTo>
                    <a:cubicBezTo>
                      <a:pt x="1" y="378"/>
                      <a:pt x="5" y="347"/>
                      <a:pt x="11" y="347"/>
                    </a:cubicBezTo>
                    <a:cubicBezTo>
                      <a:pt x="84" y="347"/>
                      <a:pt x="530" y="5272"/>
                      <a:pt x="530" y="5272"/>
                    </a:cubicBezTo>
                    <a:lnTo>
                      <a:pt x="23729" y="4452"/>
                    </a:lnTo>
                    <a:lnTo>
                      <a:pt x="22904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59;p21">
                <a:extLst>
                  <a:ext uri="{FF2B5EF4-FFF2-40B4-BE49-F238E27FC236}">
                    <a16:creationId xmlns:a16="http://schemas.microsoft.com/office/drawing/2014/main" id="{45E34708-AAC2-30F6-C212-3E5986493020}"/>
                  </a:ext>
                </a:extLst>
              </p:cNvPr>
              <p:cNvSpPr/>
              <p:nvPr/>
            </p:nvSpPr>
            <p:spPr>
              <a:xfrm>
                <a:off x="7662371" y="4367959"/>
                <a:ext cx="1048222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21681" h="680" extrusionOk="0">
                    <a:moveTo>
                      <a:pt x="333" y="0"/>
                    </a:moveTo>
                    <a:cubicBezTo>
                      <a:pt x="116" y="0"/>
                      <a:pt x="1" y="5"/>
                      <a:pt x="1" y="17"/>
                    </a:cubicBezTo>
                    <a:cubicBezTo>
                      <a:pt x="1" y="35"/>
                      <a:pt x="305" y="63"/>
                      <a:pt x="850" y="107"/>
                    </a:cubicBezTo>
                    <a:cubicBezTo>
                      <a:pt x="1397" y="148"/>
                      <a:pt x="2192" y="197"/>
                      <a:pt x="3170" y="251"/>
                    </a:cubicBezTo>
                    <a:cubicBezTo>
                      <a:pt x="5131" y="357"/>
                      <a:pt x="7840" y="476"/>
                      <a:pt x="10833" y="558"/>
                    </a:cubicBezTo>
                    <a:cubicBezTo>
                      <a:pt x="13829" y="641"/>
                      <a:pt x="16538" y="677"/>
                      <a:pt x="18502" y="680"/>
                    </a:cubicBezTo>
                    <a:cubicBezTo>
                      <a:pt x="19482" y="680"/>
                      <a:pt x="20277" y="675"/>
                      <a:pt x="20827" y="664"/>
                    </a:cubicBezTo>
                    <a:cubicBezTo>
                      <a:pt x="21376" y="654"/>
                      <a:pt x="21678" y="638"/>
                      <a:pt x="21678" y="620"/>
                    </a:cubicBezTo>
                    <a:cubicBezTo>
                      <a:pt x="21681" y="605"/>
                      <a:pt x="21374" y="582"/>
                      <a:pt x="20827" y="564"/>
                    </a:cubicBezTo>
                    <a:cubicBezTo>
                      <a:pt x="20277" y="546"/>
                      <a:pt x="19485" y="522"/>
                      <a:pt x="18504" y="499"/>
                    </a:cubicBezTo>
                    <a:lnTo>
                      <a:pt x="10841" y="306"/>
                    </a:lnTo>
                    <a:lnTo>
                      <a:pt x="3177" y="71"/>
                    </a:lnTo>
                    <a:cubicBezTo>
                      <a:pt x="2197" y="40"/>
                      <a:pt x="1405" y="17"/>
                      <a:pt x="855" y="6"/>
                    </a:cubicBezTo>
                    <a:cubicBezTo>
                      <a:pt x="643" y="2"/>
                      <a:pt x="468" y="0"/>
                      <a:pt x="333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60;p21">
                <a:extLst>
                  <a:ext uri="{FF2B5EF4-FFF2-40B4-BE49-F238E27FC236}">
                    <a16:creationId xmlns:a16="http://schemas.microsoft.com/office/drawing/2014/main" id="{4D39D5A0-5EB4-A30C-693E-9D0E9C7CCC5B}"/>
                  </a:ext>
                </a:extLst>
              </p:cNvPr>
              <p:cNvSpPr/>
              <p:nvPr/>
            </p:nvSpPr>
            <p:spPr>
              <a:xfrm>
                <a:off x="7658020" y="4303416"/>
                <a:ext cx="1018392" cy="29637"/>
              </a:xfrm>
              <a:custGeom>
                <a:avLst/>
                <a:gdLst/>
                <a:ahLst/>
                <a:cxnLst/>
                <a:rect l="l" t="t" r="r" b="b"/>
                <a:pathLst>
                  <a:path w="21064" h="613" extrusionOk="0">
                    <a:moveTo>
                      <a:pt x="13177" y="1"/>
                    </a:moveTo>
                    <a:cubicBezTo>
                      <a:pt x="12331" y="1"/>
                      <a:pt x="11443" y="7"/>
                      <a:pt x="10528" y="23"/>
                    </a:cubicBezTo>
                    <a:cubicBezTo>
                      <a:pt x="7615" y="72"/>
                      <a:pt x="4981" y="196"/>
                      <a:pt x="3079" y="322"/>
                    </a:cubicBezTo>
                    <a:cubicBezTo>
                      <a:pt x="2127" y="387"/>
                      <a:pt x="1358" y="448"/>
                      <a:pt x="826" y="497"/>
                    </a:cubicBezTo>
                    <a:cubicBezTo>
                      <a:pt x="295" y="546"/>
                      <a:pt x="1" y="585"/>
                      <a:pt x="3" y="601"/>
                    </a:cubicBezTo>
                    <a:cubicBezTo>
                      <a:pt x="4" y="609"/>
                      <a:pt x="65" y="613"/>
                      <a:pt x="179" y="613"/>
                    </a:cubicBezTo>
                    <a:cubicBezTo>
                      <a:pt x="319" y="613"/>
                      <a:pt x="539" y="607"/>
                      <a:pt x="832" y="596"/>
                    </a:cubicBezTo>
                    <a:lnTo>
                      <a:pt x="3089" y="503"/>
                    </a:lnTo>
                    <a:cubicBezTo>
                      <a:pt x="4994" y="423"/>
                      <a:pt x="7626" y="325"/>
                      <a:pt x="10531" y="278"/>
                    </a:cubicBezTo>
                    <a:cubicBezTo>
                      <a:pt x="12100" y="252"/>
                      <a:pt x="13589" y="243"/>
                      <a:pt x="14927" y="243"/>
                    </a:cubicBezTo>
                    <a:cubicBezTo>
                      <a:pt x="16069" y="243"/>
                      <a:pt x="17100" y="249"/>
                      <a:pt x="17978" y="257"/>
                    </a:cubicBezTo>
                    <a:lnTo>
                      <a:pt x="20236" y="276"/>
                    </a:lnTo>
                    <a:cubicBezTo>
                      <a:pt x="20320" y="276"/>
                      <a:pt x="20398" y="276"/>
                      <a:pt x="20470" y="276"/>
                    </a:cubicBezTo>
                    <a:cubicBezTo>
                      <a:pt x="20854" y="276"/>
                      <a:pt x="21064" y="270"/>
                      <a:pt x="21064" y="255"/>
                    </a:cubicBezTo>
                    <a:cubicBezTo>
                      <a:pt x="21064" y="237"/>
                      <a:pt x="20772" y="211"/>
                      <a:pt x="20238" y="178"/>
                    </a:cubicBezTo>
                    <a:cubicBezTo>
                      <a:pt x="19704" y="144"/>
                      <a:pt x="18935" y="110"/>
                      <a:pt x="17980" y="77"/>
                    </a:cubicBezTo>
                    <a:cubicBezTo>
                      <a:pt x="16674" y="33"/>
                      <a:pt x="15024" y="1"/>
                      <a:pt x="1317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61;p21">
                <a:extLst>
                  <a:ext uri="{FF2B5EF4-FFF2-40B4-BE49-F238E27FC236}">
                    <a16:creationId xmlns:a16="http://schemas.microsoft.com/office/drawing/2014/main" id="{F1F24B23-1132-EB81-DD62-C8746249680C}"/>
                  </a:ext>
                </a:extLst>
              </p:cNvPr>
              <p:cNvSpPr/>
              <p:nvPr/>
            </p:nvSpPr>
            <p:spPr>
              <a:xfrm>
                <a:off x="7658551" y="4254296"/>
                <a:ext cx="1038214" cy="44093"/>
              </a:xfrm>
              <a:custGeom>
                <a:avLst/>
                <a:gdLst/>
                <a:ahLst/>
                <a:cxnLst/>
                <a:rect l="l" t="t" r="r" b="b"/>
                <a:pathLst>
                  <a:path w="21474" h="912" extrusionOk="0">
                    <a:moveTo>
                      <a:pt x="8327" y="0"/>
                    </a:moveTo>
                    <a:cubicBezTo>
                      <a:pt x="7716" y="0"/>
                      <a:pt x="7125" y="5"/>
                      <a:pt x="6559" y="14"/>
                    </a:cubicBezTo>
                    <a:cubicBezTo>
                      <a:pt x="5917" y="30"/>
                      <a:pt x="5305" y="40"/>
                      <a:pt x="4732" y="66"/>
                    </a:cubicBezTo>
                    <a:cubicBezTo>
                      <a:pt x="4159" y="84"/>
                      <a:pt x="3628" y="112"/>
                      <a:pt x="3140" y="136"/>
                    </a:cubicBezTo>
                    <a:cubicBezTo>
                      <a:pt x="2655" y="159"/>
                      <a:pt x="2216" y="192"/>
                      <a:pt x="1829" y="218"/>
                    </a:cubicBezTo>
                    <a:cubicBezTo>
                      <a:pt x="1445" y="244"/>
                      <a:pt x="1112" y="272"/>
                      <a:pt x="841" y="298"/>
                    </a:cubicBezTo>
                    <a:cubicBezTo>
                      <a:pt x="299" y="347"/>
                      <a:pt x="0" y="383"/>
                      <a:pt x="3" y="401"/>
                    </a:cubicBezTo>
                    <a:cubicBezTo>
                      <a:pt x="3" y="408"/>
                      <a:pt x="62" y="412"/>
                      <a:pt x="175" y="412"/>
                    </a:cubicBezTo>
                    <a:cubicBezTo>
                      <a:pt x="317" y="412"/>
                      <a:pt x="545" y="406"/>
                      <a:pt x="849" y="396"/>
                    </a:cubicBezTo>
                    <a:lnTo>
                      <a:pt x="1840" y="360"/>
                    </a:lnTo>
                    <a:cubicBezTo>
                      <a:pt x="2224" y="350"/>
                      <a:pt x="2665" y="332"/>
                      <a:pt x="3151" y="316"/>
                    </a:cubicBezTo>
                    <a:cubicBezTo>
                      <a:pt x="3636" y="301"/>
                      <a:pt x="4167" y="285"/>
                      <a:pt x="4740" y="275"/>
                    </a:cubicBezTo>
                    <a:cubicBezTo>
                      <a:pt x="5310" y="262"/>
                      <a:pt x="5922" y="257"/>
                      <a:pt x="6564" y="249"/>
                    </a:cubicBezTo>
                    <a:cubicBezTo>
                      <a:pt x="6892" y="247"/>
                      <a:pt x="7227" y="246"/>
                      <a:pt x="7570" y="246"/>
                    </a:cubicBezTo>
                    <a:cubicBezTo>
                      <a:pt x="8574" y="246"/>
                      <a:pt x="9640" y="256"/>
                      <a:pt x="10744" y="283"/>
                    </a:cubicBezTo>
                    <a:cubicBezTo>
                      <a:pt x="12228" y="316"/>
                      <a:pt x="13640" y="378"/>
                      <a:pt x="14922" y="445"/>
                    </a:cubicBezTo>
                    <a:cubicBezTo>
                      <a:pt x="15564" y="484"/>
                      <a:pt x="16173" y="517"/>
                      <a:pt x="16744" y="559"/>
                    </a:cubicBezTo>
                    <a:cubicBezTo>
                      <a:pt x="17314" y="595"/>
                      <a:pt x="17843" y="639"/>
                      <a:pt x="18328" y="672"/>
                    </a:cubicBezTo>
                    <a:cubicBezTo>
                      <a:pt x="18813" y="708"/>
                      <a:pt x="19252" y="747"/>
                      <a:pt x="19636" y="778"/>
                    </a:cubicBezTo>
                    <a:lnTo>
                      <a:pt x="20624" y="861"/>
                    </a:lnTo>
                    <a:cubicBezTo>
                      <a:pt x="21026" y="893"/>
                      <a:pt x="21295" y="911"/>
                      <a:pt x="21409" y="911"/>
                    </a:cubicBezTo>
                    <a:cubicBezTo>
                      <a:pt x="21449" y="911"/>
                      <a:pt x="21470" y="909"/>
                      <a:pt x="21471" y="905"/>
                    </a:cubicBezTo>
                    <a:cubicBezTo>
                      <a:pt x="21473" y="889"/>
                      <a:pt x="21174" y="837"/>
                      <a:pt x="20635" y="763"/>
                    </a:cubicBezTo>
                    <a:cubicBezTo>
                      <a:pt x="20364" y="724"/>
                      <a:pt x="20034" y="680"/>
                      <a:pt x="19649" y="636"/>
                    </a:cubicBezTo>
                    <a:cubicBezTo>
                      <a:pt x="19265" y="592"/>
                      <a:pt x="18829" y="543"/>
                      <a:pt x="18343" y="494"/>
                    </a:cubicBezTo>
                    <a:cubicBezTo>
                      <a:pt x="17858" y="445"/>
                      <a:pt x="17329" y="394"/>
                      <a:pt x="16757" y="347"/>
                    </a:cubicBezTo>
                    <a:cubicBezTo>
                      <a:pt x="16186" y="298"/>
                      <a:pt x="15577" y="257"/>
                      <a:pt x="14935" y="210"/>
                    </a:cubicBezTo>
                    <a:cubicBezTo>
                      <a:pt x="13650" y="130"/>
                      <a:pt x="12236" y="61"/>
                      <a:pt x="10750" y="27"/>
                    </a:cubicBezTo>
                    <a:cubicBezTo>
                      <a:pt x="9917" y="8"/>
                      <a:pt x="9106" y="0"/>
                      <a:pt x="8327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62;p21">
                <a:extLst>
                  <a:ext uri="{FF2B5EF4-FFF2-40B4-BE49-F238E27FC236}">
                    <a16:creationId xmlns:a16="http://schemas.microsoft.com/office/drawing/2014/main" id="{95414D18-BC69-B4A2-7283-B0300399E9BB}"/>
                  </a:ext>
                </a:extLst>
              </p:cNvPr>
              <p:cNvSpPr/>
              <p:nvPr/>
            </p:nvSpPr>
            <p:spPr>
              <a:xfrm>
                <a:off x="7625240" y="3886472"/>
                <a:ext cx="1147721" cy="312760"/>
              </a:xfrm>
              <a:custGeom>
                <a:avLst/>
                <a:gdLst/>
                <a:ahLst/>
                <a:cxnLst/>
                <a:rect l="l" t="t" r="r" b="b"/>
                <a:pathLst>
                  <a:path w="23739" h="6469" extrusionOk="0">
                    <a:moveTo>
                      <a:pt x="0" y="0"/>
                    </a:moveTo>
                    <a:lnTo>
                      <a:pt x="426" y="6469"/>
                    </a:lnTo>
                    <a:lnTo>
                      <a:pt x="23739" y="6464"/>
                    </a:lnTo>
                    <a:lnTo>
                      <a:pt x="22789" y="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63;p21">
                <a:extLst>
                  <a:ext uri="{FF2B5EF4-FFF2-40B4-BE49-F238E27FC236}">
                    <a16:creationId xmlns:a16="http://schemas.microsoft.com/office/drawing/2014/main" id="{E994FF80-DF13-1753-ACE0-C4520A9C582C}"/>
                  </a:ext>
                </a:extLst>
              </p:cNvPr>
              <p:cNvSpPr/>
              <p:nvPr/>
            </p:nvSpPr>
            <p:spPr>
              <a:xfrm>
                <a:off x="7623355" y="3930467"/>
                <a:ext cx="1143273" cy="248071"/>
              </a:xfrm>
              <a:custGeom>
                <a:avLst/>
                <a:gdLst/>
                <a:ahLst/>
                <a:cxnLst/>
                <a:rect l="l" t="t" r="r" b="b"/>
                <a:pathLst>
                  <a:path w="23647" h="5131" extrusionOk="0">
                    <a:moveTo>
                      <a:pt x="1" y="276"/>
                    </a:moveTo>
                    <a:cubicBezTo>
                      <a:pt x="1" y="281"/>
                      <a:pt x="1" y="287"/>
                      <a:pt x="0" y="292"/>
                    </a:cubicBezTo>
                    <a:lnTo>
                      <a:pt x="1" y="276"/>
                    </a:lnTo>
                    <a:close/>
                    <a:moveTo>
                      <a:pt x="11" y="1"/>
                    </a:moveTo>
                    <a:lnTo>
                      <a:pt x="1" y="276"/>
                    </a:lnTo>
                    <a:lnTo>
                      <a:pt x="1" y="276"/>
                    </a:lnTo>
                    <a:cubicBezTo>
                      <a:pt x="3" y="221"/>
                      <a:pt x="7" y="195"/>
                      <a:pt x="12" y="195"/>
                    </a:cubicBezTo>
                    <a:cubicBezTo>
                      <a:pt x="86" y="195"/>
                      <a:pt x="436" y="5131"/>
                      <a:pt x="436" y="5131"/>
                    </a:cubicBezTo>
                    <a:lnTo>
                      <a:pt x="23646" y="4754"/>
                    </a:lnTo>
                    <a:lnTo>
                      <a:pt x="22908" y="287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64;p21">
                <a:extLst>
                  <a:ext uri="{FF2B5EF4-FFF2-40B4-BE49-F238E27FC236}">
                    <a16:creationId xmlns:a16="http://schemas.microsoft.com/office/drawing/2014/main" id="{116CE71C-B586-BE11-DDAE-C3F6659ECBC7}"/>
                  </a:ext>
                </a:extLst>
              </p:cNvPr>
              <p:cNvSpPr/>
              <p:nvPr/>
            </p:nvSpPr>
            <p:spPr>
              <a:xfrm>
                <a:off x="7677262" y="4073188"/>
                <a:ext cx="104754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1667" h="1059" extrusionOk="0">
                    <a:moveTo>
                      <a:pt x="158" y="0"/>
                    </a:moveTo>
                    <a:cubicBezTo>
                      <a:pt x="56" y="0"/>
                      <a:pt x="3" y="4"/>
                      <a:pt x="3" y="11"/>
                    </a:cubicBezTo>
                    <a:cubicBezTo>
                      <a:pt x="0" y="29"/>
                      <a:pt x="302" y="65"/>
                      <a:pt x="849" y="117"/>
                    </a:cubicBezTo>
                    <a:cubicBezTo>
                      <a:pt x="1396" y="171"/>
                      <a:pt x="2186" y="236"/>
                      <a:pt x="3166" y="308"/>
                    </a:cubicBezTo>
                    <a:cubicBezTo>
                      <a:pt x="5122" y="452"/>
                      <a:pt x="7831" y="623"/>
                      <a:pt x="10822" y="762"/>
                    </a:cubicBezTo>
                    <a:cubicBezTo>
                      <a:pt x="13812" y="904"/>
                      <a:pt x="16524" y="989"/>
                      <a:pt x="18485" y="1030"/>
                    </a:cubicBezTo>
                    <a:cubicBezTo>
                      <a:pt x="19469" y="1051"/>
                      <a:pt x="20261" y="1059"/>
                      <a:pt x="20810" y="1059"/>
                    </a:cubicBezTo>
                    <a:cubicBezTo>
                      <a:pt x="21360" y="1059"/>
                      <a:pt x="21664" y="1051"/>
                      <a:pt x="21664" y="1033"/>
                    </a:cubicBezTo>
                    <a:cubicBezTo>
                      <a:pt x="21667" y="1017"/>
                      <a:pt x="21365" y="992"/>
                      <a:pt x="20815" y="961"/>
                    </a:cubicBezTo>
                    <a:cubicBezTo>
                      <a:pt x="20268" y="930"/>
                      <a:pt x="19474" y="894"/>
                      <a:pt x="18493" y="850"/>
                    </a:cubicBezTo>
                    <a:lnTo>
                      <a:pt x="10835" y="509"/>
                    </a:lnTo>
                    <a:lnTo>
                      <a:pt x="3176" y="127"/>
                    </a:lnTo>
                    <a:cubicBezTo>
                      <a:pt x="2196" y="78"/>
                      <a:pt x="1404" y="39"/>
                      <a:pt x="854" y="19"/>
                    </a:cubicBezTo>
                    <a:cubicBezTo>
                      <a:pt x="536" y="7"/>
                      <a:pt x="300" y="0"/>
                      <a:pt x="158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65;p21">
                <a:extLst>
                  <a:ext uri="{FF2B5EF4-FFF2-40B4-BE49-F238E27FC236}">
                    <a16:creationId xmlns:a16="http://schemas.microsoft.com/office/drawing/2014/main" id="{82237A5D-A562-9B15-6CAC-AF983A4A22BA}"/>
                  </a:ext>
                </a:extLst>
              </p:cNvPr>
              <p:cNvSpPr/>
              <p:nvPr/>
            </p:nvSpPr>
            <p:spPr>
              <a:xfrm>
                <a:off x="7673636" y="4019136"/>
                <a:ext cx="1018488" cy="21805"/>
              </a:xfrm>
              <a:custGeom>
                <a:avLst/>
                <a:gdLst/>
                <a:ahLst/>
                <a:cxnLst/>
                <a:rect l="l" t="t" r="r" b="b"/>
                <a:pathLst>
                  <a:path w="21066" h="451" extrusionOk="0">
                    <a:moveTo>
                      <a:pt x="10107" y="1"/>
                    </a:moveTo>
                    <a:cubicBezTo>
                      <a:pt x="7364" y="1"/>
                      <a:pt x="4891" y="70"/>
                      <a:pt x="3081" y="156"/>
                    </a:cubicBezTo>
                    <a:cubicBezTo>
                      <a:pt x="2129" y="203"/>
                      <a:pt x="1357" y="249"/>
                      <a:pt x="826" y="288"/>
                    </a:cubicBezTo>
                    <a:cubicBezTo>
                      <a:pt x="294" y="329"/>
                      <a:pt x="0" y="360"/>
                      <a:pt x="3" y="378"/>
                    </a:cubicBezTo>
                    <a:cubicBezTo>
                      <a:pt x="3" y="388"/>
                      <a:pt x="125" y="394"/>
                      <a:pt x="356" y="394"/>
                    </a:cubicBezTo>
                    <a:cubicBezTo>
                      <a:pt x="483" y="394"/>
                      <a:pt x="642" y="392"/>
                      <a:pt x="831" y="389"/>
                    </a:cubicBezTo>
                    <a:lnTo>
                      <a:pt x="3089" y="337"/>
                    </a:lnTo>
                    <a:cubicBezTo>
                      <a:pt x="4852" y="296"/>
                      <a:pt x="7240" y="254"/>
                      <a:pt x="9892" y="254"/>
                    </a:cubicBezTo>
                    <a:cubicBezTo>
                      <a:pt x="10105" y="254"/>
                      <a:pt x="10320" y="254"/>
                      <a:pt x="10536" y="254"/>
                    </a:cubicBezTo>
                    <a:cubicBezTo>
                      <a:pt x="13441" y="265"/>
                      <a:pt x="16073" y="324"/>
                      <a:pt x="17980" y="378"/>
                    </a:cubicBezTo>
                    <a:lnTo>
                      <a:pt x="20238" y="443"/>
                    </a:lnTo>
                    <a:cubicBezTo>
                      <a:pt x="20467" y="448"/>
                      <a:pt x="20653" y="451"/>
                      <a:pt x="20790" y="451"/>
                    </a:cubicBezTo>
                    <a:cubicBezTo>
                      <a:pt x="20970" y="451"/>
                      <a:pt x="21066" y="446"/>
                      <a:pt x="21066" y="438"/>
                    </a:cubicBezTo>
                    <a:cubicBezTo>
                      <a:pt x="21066" y="420"/>
                      <a:pt x="20772" y="386"/>
                      <a:pt x="20240" y="342"/>
                    </a:cubicBezTo>
                    <a:cubicBezTo>
                      <a:pt x="19709" y="298"/>
                      <a:pt x="18937" y="249"/>
                      <a:pt x="17985" y="198"/>
                    </a:cubicBezTo>
                    <a:cubicBezTo>
                      <a:pt x="16081" y="97"/>
                      <a:pt x="13446" y="7"/>
                      <a:pt x="10536" y="2"/>
                    </a:cubicBezTo>
                    <a:cubicBezTo>
                      <a:pt x="10392" y="1"/>
                      <a:pt x="10249" y="1"/>
                      <a:pt x="1010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66;p21">
                <a:extLst>
                  <a:ext uri="{FF2B5EF4-FFF2-40B4-BE49-F238E27FC236}">
                    <a16:creationId xmlns:a16="http://schemas.microsoft.com/office/drawing/2014/main" id="{619C7B7F-8877-C92F-DFFC-32DF52726758}"/>
                  </a:ext>
                </a:extLst>
              </p:cNvPr>
              <p:cNvSpPr/>
              <p:nvPr/>
            </p:nvSpPr>
            <p:spPr>
              <a:xfrm>
                <a:off x="7675376" y="3966148"/>
                <a:ext cx="1037344" cy="57098"/>
              </a:xfrm>
              <a:custGeom>
                <a:avLst/>
                <a:gdLst/>
                <a:ahLst/>
                <a:cxnLst/>
                <a:rect l="l" t="t" r="r" b="b"/>
                <a:pathLst>
                  <a:path w="21456" h="1181" extrusionOk="0">
                    <a:moveTo>
                      <a:pt x="6565" y="1"/>
                    </a:moveTo>
                    <a:cubicBezTo>
                      <a:pt x="5922" y="1"/>
                      <a:pt x="5308" y="3"/>
                      <a:pt x="4738" y="16"/>
                    </a:cubicBezTo>
                    <a:cubicBezTo>
                      <a:pt x="4165" y="24"/>
                      <a:pt x="3631" y="42"/>
                      <a:pt x="3146" y="55"/>
                    </a:cubicBezTo>
                    <a:cubicBezTo>
                      <a:pt x="2658" y="71"/>
                      <a:pt x="2219" y="94"/>
                      <a:pt x="1832" y="112"/>
                    </a:cubicBezTo>
                    <a:cubicBezTo>
                      <a:pt x="1445" y="130"/>
                      <a:pt x="1112" y="153"/>
                      <a:pt x="842" y="174"/>
                    </a:cubicBezTo>
                    <a:cubicBezTo>
                      <a:pt x="300" y="212"/>
                      <a:pt x="0" y="241"/>
                      <a:pt x="0" y="259"/>
                    </a:cubicBezTo>
                    <a:cubicBezTo>
                      <a:pt x="0" y="271"/>
                      <a:pt x="130" y="276"/>
                      <a:pt x="372" y="276"/>
                    </a:cubicBezTo>
                    <a:cubicBezTo>
                      <a:pt x="500" y="276"/>
                      <a:pt x="659" y="274"/>
                      <a:pt x="847" y="272"/>
                    </a:cubicBezTo>
                    <a:lnTo>
                      <a:pt x="1838" y="254"/>
                    </a:lnTo>
                    <a:cubicBezTo>
                      <a:pt x="2225" y="249"/>
                      <a:pt x="2663" y="241"/>
                      <a:pt x="3148" y="236"/>
                    </a:cubicBezTo>
                    <a:cubicBezTo>
                      <a:pt x="3636" y="231"/>
                      <a:pt x="4168" y="225"/>
                      <a:pt x="4738" y="225"/>
                    </a:cubicBezTo>
                    <a:cubicBezTo>
                      <a:pt x="4816" y="225"/>
                      <a:pt x="4895" y="225"/>
                      <a:pt x="4975" y="225"/>
                    </a:cubicBezTo>
                    <a:cubicBezTo>
                      <a:pt x="5478" y="225"/>
                      <a:pt x="6010" y="231"/>
                      <a:pt x="6565" y="236"/>
                    </a:cubicBezTo>
                    <a:cubicBezTo>
                      <a:pt x="7850" y="251"/>
                      <a:pt x="9261" y="282"/>
                      <a:pt x="10742" y="347"/>
                    </a:cubicBezTo>
                    <a:cubicBezTo>
                      <a:pt x="12226" y="411"/>
                      <a:pt x="13635" y="499"/>
                      <a:pt x="14917" y="592"/>
                    </a:cubicBezTo>
                    <a:cubicBezTo>
                      <a:pt x="15557" y="643"/>
                      <a:pt x="16166" y="687"/>
                      <a:pt x="16734" y="739"/>
                    </a:cubicBezTo>
                    <a:cubicBezTo>
                      <a:pt x="17304" y="788"/>
                      <a:pt x="17833" y="842"/>
                      <a:pt x="18318" y="886"/>
                    </a:cubicBezTo>
                    <a:cubicBezTo>
                      <a:pt x="18803" y="927"/>
                      <a:pt x="19239" y="976"/>
                      <a:pt x="19624" y="1015"/>
                    </a:cubicBezTo>
                    <a:lnTo>
                      <a:pt x="20609" y="1116"/>
                    </a:lnTo>
                    <a:cubicBezTo>
                      <a:pt x="21029" y="1158"/>
                      <a:pt x="21303" y="1181"/>
                      <a:pt x="21407" y="1181"/>
                    </a:cubicBezTo>
                    <a:cubicBezTo>
                      <a:pt x="21437" y="1181"/>
                      <a:pt x="21452" y="1179"/>
                      <a:pt x="21453" y="1175"/>
                    </a:cubicBezTo>
                    <a:cubicBezTo>
                      <a:pt x="21456" y="1157"/>
                      <a:pt x="21159" y="1103"/>
                      <a:pt x="20622" y="1018"/>
                    </a:cubicBezTo>
                    <a:cubicBezTo>
                      <a:pt x="20354" y="974"/>
                      <a:pt x="20024" y="925"/>
                      <a:pt x="19639" y="873"/>
                    </a:cubicBezTo>
                    <a:cubicBezTo>
                      <a:pt x="19257" y="821"/>
                      <a:pt x="18821" y="765"/>
                      <a:pt x="18339" y="705"/>
                    </a:cubicBezTo>
                    <a:cubicBezTo>
                      <a:pt x="17854" y="649"/>
                      <a:pt x="17325" y="587"/>
                      <a:pt x="16754" y="530"/>
                    </a:cubicBezTo>
                    <a:cubicBezTo>
                      <a:pt x="16184" y="468"/>
                      <a:pt x="15575" y="414"/>
                      <a:pt x="14935" y="357"/>
                    </a:cubicBezTo>
                    <a:cubicBezTo>
                      <a:pt x="13653" y="251"/>
                      <a:pt x="12239" y="156"/>
                      <a:pt x="10755" y="94"/>
                    </a:cubicBezTo>
                    <a:cubicBezTo>
                      <a:pt x="9269" y="32"/>
                      <a:pt x="7852" y="3"/>
                      <a:pt x="6565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434;p24">
              <a:extLst>
                <a:ext uri="{FF2B5EF4-FFF2-40B4-BE49-F238E27FC236}">
                  <a16:creationId xmlns:a16="http://schemas.microsoft.com/office/drawing/2014/main" id="{EE079121-7DB0-2389-6D5F-6015B606BDDB}"/>
                </a:ext>
              </a:extLst>
            </p:cNvPr>
            <p:cNvGrpSpPr/>
            <p:nvPr/>
          </p:nvGrpSpPr>
          <p:grpSpPr>
            <a:xfrm>
              <a:off x="4370046" y="2317552"/>
              <a:ext cx="1219900" cy="2615726"/>
              <a:chOff x="4446034" y="2066733"/>
              <a:chExt cx="1291236" cy="2776337"/>
            </a:xfrm>
          </p:grpSpPr>
          <p:sp>
            <p:nvSpPr>
              <p:cNvPr id="214" name="Google Shape;435;p24">
                <a:extLst>
                  <a:ext uri="{FF2B5EF4-FFF2-40B4-BE49-F238E27FC236}">
                    <a16:creationId xmlns:a16="http://schemas.microsoft.com/office/drawing/2014/main" id="{0C45762F-3711-A480-1484-51D8013A161D}"/>
                  </a:ext>
                </a:extLst>
              </p:cNvPr>
              <p:cNvSpPr/>
              <p:nvPr/>
            </p:nvSpPr>
            <p:spPr>
              <a:xfrm>
                <a:off x="4547238" y="4688270"/>
                <a:ext cx="776400" cy="154800"/>
              </a:xfrm>
              <a:prstGeom prst="ellipse">
                <a:avLst/>
              </a:prstGeom>
              <a:solidFill>
                <a:srgbClr val="E4CE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914400">
                  <a:buClr>
                    <a:srgbClr val="000000"/>
                  </a:buClr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215" name="Google Shape;436;p24">
                <a:extLst>
                  <a:ext uri="{FF2B5EF4-FFF2-40B4-BE49-F238E27FC236}">
                    <a16:creationId xmlns:a16="http://schemas.microsoft.com/office/drawing/2014/main" id="{78C58F4C-8C43-BC1B-5F5C-0BC6B3F37A27}"/>
                  </a:ext>
                </a:extLst>
              </p:cNvPr>
              <p:cNvGrpSpPr/>
              <p:nvPr/>
            </p:nvGrpSpPr>
            <p:grpSpPr>
              <a:xfrm>
                <a:off x="4446034" y="2066733"/>
                <a:ext cx="1291236" cy="2626838"/>
                <a:chOff x="3801263" y="1012744"/>
                <a:chExt cx="2125491" cy="4324013"/>
              </a:xfrm>
            </p:grpSpPr>
            <p:sp>
              <p:nvSpPr>
                <p:cNvPr id="216" name="Google Shape;437;p24">
                  <a:extLst>
                    <a:ext uri="{FF2B5EF4-FFF2-40B4-BE49-F238E27FC236}">
                      <a16:creationId xmlns:a16="http://schemas.microsoft.com/office/drawing/2014/main" id="{164E6228-14AC-5621-CA7C-500D67F11BD9}"/>
                    </a:ext>
                  </a:extLst>
                </p:cNvPr>
                <p:cNvSpPr/>
                <p:nvPr/>
              </p:nvSpPr>
              <p:spPr>
                <a:xfrm>
                  <a:off x="4129005" y="1379823"/>
                  <a:ext cx="918425" cy="3846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37" h="153848" extrusionOk="0">
                      <a:moveTo>
                        <a:pt x="36720" y="0"/>
                      </a:moveTo>
                      <a:cubicBezTo>
                        <a:pt x="36704" y="0"/>
                        <a:pt x="36633" y="120"/>
                        <a:pt x="36513" y="360"/>
                      </a:cubicBezTo>
                      <a:lnTo>
                        <a:pt x="35975" y="1449"/>
                      </a:lnTo>
                      <a:cubicBezTo>
                        <a:pt x="35491" y="2484"/>
                        <a:pt x="34830" y="3893"/>
                        <a:pt x="33997" y="5671"/>
                      </a:cubicBezTo>
                      <a:cubicBezTo>
                        <a:pt x="32304" y="9351"/>
                        <a:pt x="29860" y="14675"/>
                        <a:pt x="26958" y="21313"/>
                      </a:cubicBezTo>
                      <a:cubicBezTo>
                        <a:pt x="21207" y="34588"/>
                        <a:pt x="13310" y="53067"/>
                        <a:pt x="7495" y="74446"/>
                      </a:cubicBezTo>
                      <a:cubicBezTo>
                        <a:pt x="4585" y="85125"/>
                        <a:pt x="2597" y="95517"/>
                        <a:pt x="1462" y="105043"/>
                      </a:cubicBezTo>
                      <a:cubicBezTo>
                        <a:pt x="336" y="114569"/>
                        <a:pt x="1" y="123219"/>
                        <a:pt x="75" y="130469"/>
                      </a:cubicBezTo>
                      <a:cubicBezTo>
                        <a:pt x="134" y="137721"/>
                        <a:pt x="605" y="143576"/>
                        <a:pt x="1007" y="147607"/>
                      </a:cubicBezTo>
                      <a:cubicBezTo>
                        <a:pt x="1207" y="149625"/>
                        <a:pt x="1404" y="151185"/>
                        <a:pt x="1556" y="152242"/>
                      </a:cubicBezTo>
                      <a:cubicBezTo>
                        <a:pt x="1628" y="152724"/>
                        <a:pt x="1686" y="153118"/>
                        <a:pt x="1734" y="153440"/>
                      </a:cubicBezTo>
                      <a:cubicBezTo>
                        <a:pt x="1779" y="153712"/>
                        <a:pt x="1809" y="153847"/>
                        <a:pt x="1825" y="153847"/>
                      </a:cubicBezTo>
                      <a:cubicBezTo>
                        <a:pt x="1841" y="153845"/>
                        <a:pt x="1841" y="153704"/>
                        <a:pt x="1825" y="153429"/>
                      </a:cubicBezTo>
                      <a:cubicBezTo>
                        <a:pt x="1803" y="153105"/>
                        <a:pt x="1771" y="152708"/>
                        <a:pt x="1737" y="152221"/>
                      </a:cubicBezTo>
                      <a:cubicBezTo>
                        <a:pt x="1641" y="151081"/>
                        <a:pt x="1516" y="149534"/>
                        <a:pt x="1353" y="147577"/>
                      </a:cubicBezTo>
                      <a:cubicBezTo>
                        <a:pt x="1060" y="143544"/>
                        <a:pt x="688" y="137697"/>
                        <a:pt x="709" y="130466"/>
                      </a:cubicBezTo>
                      <a:cubicBezTo>
                        <a:pt x="722" y="122000"/>
                        <a:pt x="1247" y="113541"/>
                        <a:pt x="2282" y="105141"/>
                      </a:cubicBezTo>
                      <a:cubicBezTo>
                        <a:pt x="3457" y="95661"/>
                        <a:pt x="5459" y="85322"/>
                        <a:pt x="8361" y="74678"/>
                      </a:cubicBezTo>
                      <a:cubicBezTo>
                        <a:pt x="14154" y="53379"/>
                        <a:pt x="21942" y="34894"/>
                        <a:pt x="27541" y="21563"/>
                      </a:cubicBezTo>
                      <a:cubicBezTo>
                        <a:pt x="30376" y="14968"/>
                        <a:pt x="32682" y="9606"/>
                        <a:pt x="34314" y="5812"/>
                      </a:cubicBezTo>
                      <a:cubicBezTo>
                        <a:pt x="35083" y="4002"/>
                        <a:pt x="35693" y="2572"/>
                        <a:pt x="36140" y="1521"/>
                      </a:cubicBezTo>
                      <a:lnTo>
                        <a:pt x="36596" y="397"/>
                      </a:lnTo>
                      <a:cubicBezTo>
                        <a:pt x="36691" y="141"/>
                        <a:pt x="36737" y="6"/>
                        <a:pt x="36721" y="0"/>
                      </a:cubicBezTo>
                      <a:cubicBezTo>
                        <a:pt x="36720" y="0"/>
                        <a:pt x="36720" y="0"/>
                        <a:pt x="36720" y="0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" name="Google Shape;438;p24">
                  <a:extLst>
                    <a:ext uri="{FF2B5EF4-FFF2-40B4-BE49-F238E27FC236}">
                      <a16:creationId xmlns:a16="http://schemas.microsoft.com/office/drawing/2014/main" id="{A7311BA6-3550-81F9-8669-73D602C3D5B1}"/>
                    </a:ext>
                  </a:extLst>
                </p:cNvPr>
                <p:cNvSpPr/>
                <p:nvPr/>
              </p:nvSpPr>
              <p:spPr>
                <a:xfrm>
                  <a:off x="4483897" y="1012744"/>
                  <a:ext cx="1003875" cy="144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55" h="57714" extrusionOk="0">
                      <a:moveTo>
                        <a:pt x="26553" y="1"/>
                      </a:moveTo>
                      <a:cubicBezTo>
                        <a:pt x="24747" y="1"/>
                        <a:pt x="22940" y="539"/>
                        <a:pt x="21486" y="1616"/>
                      </a:cubicBezTo>
                      <a:cubicBezTo>
                        <a:pt x="18608" y="3746"/>
                        <a:pt x="17333" y="7816"/>
                        <a:pt x="18488" y="11208"/>
                      </a:cubicBezTo>
                      <a:cubicBezTo>
                        <a:pt x="15269" y="11690"/>
                        <a:pt x="12399" y="14033"/>
                        <a:pt x="11281" y="17092"/>
                      </a:cubicBezTo>
                      <a:cubicBezTo>
                        <a:pt x="10165" y="20149"/>
                        <a:pt x="10850" y="23791"/>
                        <a:pt x="13001" y="26235"/>
                      </a:cubicBezTo>
                      <a:cubicBezTo>
                        <a:pt x="12446" y="25973"/>
                        <a:pt x="11861" y="25853"/>
                        <a:pt x="11275" y="25853"/>
                      </a:cubicBezTo>
                      <a:cubicBezTo>
                        <a:pt x="9019" y="25853"/>
                        <a:pt x="6735" y="27623"/>
                        <a:pt x="5975" y="29858"/>
                      </a:cubicBezTo>
                      <a:cubicBezTo>
                        <a:pt x="5014" y="32675"/>
                        <a:pt x="5908" y="35809"/>
                        <a:pt x="7325" y="38423"/>
                      </a:cubicBezTo>
                      <a:cubicBezTo>
                        <a:pt x="7251" y="38421"/>
                        <a:pt x="7177" y="38419"/>
                        <a:pt x="7103" y="38419"/>
                      </a:cubicBezTo>
                      <a:cubicBezTo>
                        <a:pt x="4234" y="38419"/>
                        <a:pt x="1478" y="40521"/>
                        <a:pt x="748" y="43301"/>
                      </a:cubicBezTo>
                      <a:cubicBezTo>
                        <a:pt x="0" y="46155"/>
                        <a:pt x="1465" y="49430"/>
                        <a:pt x="4087" y="50777"/>
                      </a:cubicBezTo>
                      <a:cubicBezTo>
                        <a:pt x="3392" y="52002"/>
                        <a:pt x="3595" y="53668"/>
                        <a:pt x="4558" y="54693"/>
                      </a:cubicBezTo>
                      <a:cubicBezTo>
                        <a:pt x="5186" y="55362"/>
                        <a:pt x="6105" y="55723"/>
                        <a:pt x="7018" y="55723"/>
                      </a:cubicBezTo>
                      <a:cubicBezTo>
                        <a:pt x="7508" y="55723"/>
                        <a:pt x="7996" y="55620"/>
                        <a:pt x="8438" y="55404"/>
                      </a:cubicBezTo>
                      <a:lnTo>
                        <a:pt x="8438" y="55404"/>
                      </a:lnTo>
                      <a:lnTo>
                        <a:pt x="8312" y="56427"/>
                      </a:lnTo>
                      <a:cubicBezTo>
                        <a:pt x="9447" y="57286"/>
                        <a:pt x="10866" y="57713"/>
                        <a:pt x="12287" y="57713"/>
                      </a:cubicBezTo>
                      <a:cubicBezTo>
                        <a:pt x="13763" y="57713"/>
                        <a:pt x="15240" y="57251"/>
                        <a:pt x="16398" y="56331"/>
                      </a:cubicBezTo>
                      <a:cubicBezTo>
                        <a:pt x="18669" y="54523"/>
                        <a:pt x="19500" y="51123"/>
                        <a:pt x="18315" y="48471"/>
                      </a:cubicBezTo>
                      <a:lnTo>
                        <a:pt x="18315" y="48471"/>
                      </a:lnTo>
                      <a:cubicBezTo>
                        <a:pt x="18805" y="48625"/>
                        <a:pt x="19313" y="48699"/>
                        <a:pt x="19822" y="48699"/>
                      </a:cubicBezTo>
                      <a:cubicBezTo>
                        <a:pt x="21787" y="48699"/>
                        <a:pt x="23761" y="47609"/>
                        <a:pt x="24691" y="45865"/>
                      </a:cubicBezTo>
                      <a:cubicBezTo>
                        <a:pt x="25863" y="43666"/>
                        <a:pt x="25245" y="40673"/>
                        <a:pt x="23299" y="39118"/>
                      </a:cubicBezTo>
                      <a:lnTo>
                        <a:pt x="23299" y="39118"/>
                      </a:lnTo>
                      <a:cubicBezTo>
                        <a:pt x="23800" y="39213"/>
                        <a:pt x="24307" y="39260"/>
                        <a:pt x="24814" y="39260"/>
                      </a:cubicBezTo>
                      <a:cubicBezTo>
                        <a:pt x="27854" y="39260"/>
                        <a:pt x="30889" y="37606"/>
                        <a:pt x="32436" y="34973"/>
                      </a:cubicBezTo>
                      <a:cubicBezTo>
                        <a:pt x="34239" y="31901"/>
                        <a:pt x="33890" y="27710"/>
                        <a:pt x="31603" y="24976"/>
                      </a:cubicBezTo>
                      <a:cubicBezTo>
                        <a:pt x="34662" y="24723"/>
                        <a:pt x="37474" y="22537"/>
                        <a:pt x="38475" y="19637"/>
                      </a:cubicBezTo>
                      <a:cubicBezTo>
                        <a:pt x="39478" y="16738"/>
                        <a:pt x="38616" y="13282"/>
                        <a:pt x="36369" y="11192"/>
                      </a:cubicBezTo>
                      <a:cubicBezTo>
                        <a:pt x="38951" y="9965"/>
                        <a:pt x="40155" y="6464"/>
                        <a:pt x="38874" y="3908"/>
                      </a:cubicBezTo>
                      <a:cubicBezTo>
                        <a:pt x="37961" y="2088"/>
                        <a:pt x="35915" y="991"/>
                        <a:pt x="33898" y="991"/>
                      </a:cubicBezTo>
                      <a:cubicBezTo>
                        <a:pt x="33080" y="991"/>
                        <a:pt x="32267" y="1171"/>
                        <a:pt x="31537" y="1557"/>
                      </a:cubicBezTo>
                      <a:cubicBezTo>
                        <a:pt x="30098" y="519"/>
                        <a:pt x="28326" y="1"/>
                        <a:pt x="26553" y="1"/>
                      </a:cubicBezTo>
                      <a:close/>
                    </a:path>
                  </a:pathLst>
                </a:cu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" name="Google Shape;439;p24">
                  <a:extLst>
                    <a:ext uri="{FF2B5EF4-FFF2-40B4-BE49-F238E27FC236}">
                      <a16:creationId xmlns:a16="http://schemas.microsoft.com/office/drawing/2014/main" id="{E166CEBF-16B3-8E72-7748-4C8A27C8FE48}"/>
                    </a:ext>
                  </a:extLst>
                </p:cNvPr>
                <p:cNvSpPr/>
                <p:nvPr/>
              </p:nvSpPr>
              <p:spPr>
                <a:xfrm>
                  <a:off x="4516554" y="2957485"/>
                  <a:ext cx="612174" cy="214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87" h="85649" extrusionOk="0">
                      <a:moveTo>
                        <a:pt x="24462" y="0"/>
                      </a:moveTo>
                      <a:cubicBezTo>
                        <a:pt x="24422" y="0"/>
                        <a:pt x="24198" y="229"/>
                        <a:pt x="23808" y="664"/>
                      </a:cubicBezTo>
                      <a:lnTo>
                        <a:pt x="22059" y="2685"/>
                      </a:lnTo>
                      <a:cubicBezTo>
                        <a:pt x="21127" y="3742"/>
                        <a:pt x="20251" y="4850"/>
                        <a:pt x="19434" y="5997"/>
                      </a:cubicBezTo>
                      <a:cubicBezTo>
                        <a:pt x="18467" y="7334"/>
                        <a:pt x="17293" y="8809"/>
                        <a:pt x="16212" y="10582"/>
                      </a:cubicBezTo>
                      <a:cubicBezTo>
                        <a:pt x="15648" y="11460"/>
                        <a:pt x="15059" y="12374"/>
                        <a:pt x="14447" y="13324"/>
                      </a:cubicBezTo>
                      <a:cubicBezTo>
                        <a:pt x="13840" y="14283"/>
                        <a:pt x="13300" y="15334"/>
                        <a:pt x="12690" y="16394"/>
                      </a:cubicBezTo>
                      <a:cubicBezTo>
                        <a:pt x="11439" y="18497"/>
                        <a:pt x="10344" y="20869"/>
                        <a:pt x="9141" y="23340"/>
                      </a:cubicBezTo>
                      <a:cubicBezTo>
                        <a:pt x="6894" y="28356"/>
                        <a:pt x="4783" y="34038"/>
                        <a:pt x="3174" y="40180"/>
                      </a:cubicBezTo>
                      <a:cubicBezTo>
                        <a:pt x="1630" y="46341"/>
                        <a:pt x="752" y="52339"/>
                        <a:pt x="312" y="57818"/>
                      </a:cubicBezTo>
                      <a:cubicBezTo>
                        <a:pt x="179" y="60563"/>
                        <a:pt x="1" y="63172"/>
                        <a:pt x="86" y="65616"/>
                      </a:cubicBezTo>
                      <a:cubicBezTo>
                        <a:pt x="113" y="66839"/>
                        <a:pt x="81" y="68021"/>
                        <a:pt x="153" y="69152"/>
                      </a:cubicBezTo>
                      <a:cubicBezTo>
                        <a:pt x="233" y="70281"/>
                        <a:pt x="310" y="71365"/>
                        <a:pt x="382" y="72406"/>
                      </a:cubicBezTo>
                      <a:cubicBezTo>
                        <a:pt x="477" y="74482"/>
                        <a:pt x="800" y="76338"/>
                        <a:pt x="1005" y="77973"/>
                      </a:cubicBezTo>
                      <a:cubicBezTo>
                        <a:pt x="1170" y="79373"/>
                        <a:pt x="1407" y="80766"/>
                        <a:pt x="1715" y="82142"/>
                      </a:cubicBezTo>
                      <a:cubicBezTo>
                        <a:pt x="1942" y="83194"/>
                        <a:pt x="2128" y="84056"/>
                        <a:pt x="2277" y="84751"/>
                      </a:cubicBezTo>
                      <a:cubicBezTo>
                        <a:pt x="2414" y="85342"/>
                        <a:pt x="2502" y="85648"/>
                        <a:pt x="2532" y="85648"/>
                      </a:cubicBezTo>
                      <a:cubicBezTo>
                        <a:pt x="2532" y="85648"/>
                        <a:pt x="2533" y="85648"/>
                        <a:pt x="2533" y="85648"/>
                      </a:cubicBezTo>
                      <a:cubicBezTo>
                        <a:pt x="2562" y="85643"/>
                        <a:pt x="2535" y="85321"/>
                        <a:pt x="2456" y="84717"/>
                      </a:cubicBezTo>
                      <a:cubicBezTo>
                        <a:pt x="2349" y="84014"/>
                        <a:pt x="2219" y="83143"/>
                        <a:pt x="2059" y="82081"/>
                      </a:cubicBezTo>
                      <a:cubicBezTo>
                        <a:pt x="1862" y="80944"/>
                        <a:pt x="1644" y="79546"/>
                        <a:pt x="1502" y="77911"/>
                      </a:cubicBezTo>
                      <a:cubicBezTo>
                        <a:pt x="1345" y="76277"/>
                        <a:pt x="1068" y="74429"/>
                        <a:pt x="1015" y="72363"/>
                      </a:cubicBezTo>
                      <a:cubicBezTo>
                        <a:pt x="959" y="71327"/>
                        <a:pt x="903" y="70249"/>
                        <a:pt x="845" y="69128"/>
                      </a:cubicBezTo>
                      <a:cubicBezTo>
                        <a:pt x="792" y="68002"/>
                        <a:pt x="840" y="66831"/>
                        <a:pt x="832" y="65616"/>
                      </a:cubicBezTo>
                      <a:cubicBezTo>
                        <a:pt x="778" y="63191"/>
                        <a:pt x="983" y="60603"/>
                        <a:pt x="1138" y="57882"/>
                      </a:cubicBezTo>
                      <a:cubicBezTo>
                        <a:pt x="1620" y="52451"/>
                        <a:pt x="2514" y="46511"/>
                        <a:pt x="4045" y="40403"/>
                      </a:cubicBezTo>
                      <a:cubicBezTo>
                        <a:pt x="5637" y="34315"/>
                        <a:pt x="7709" y="28673"/>
                        <a:pt x="9894" y="23681"/>
                      </a:cubicBezTo>
                      <a:cubicBezTo>
                        <a:pt x="11068" y="21221"/>
                        <a:pt x="12131" y="18854"/>
                        <a:pt x="13342" y="16751"/>
                      </a:cubicBezTo>
                      <a:cubicBezTo>
                        <a:pt x="13933" y="15694"/>
                        <a:pt x="14455" y="14642"/>
                        <a:pt x="15043" y="13681"/>
                      </a:cubicBezTo>
                      <a:cubicBezTo>
                        <a:pt x="15635" y="12725"/>
                        <a:pt x="16202" y="11807"/>
                        <a:pt x="16745" y="10925"/>
                      </a:cubicBezTo>
                      <a:cubicBezTo>
                        <a:pt x="17788" y="9141"/>
                        <a:pt x="18917" y="7651"/>
                        <a:pt x="19841" y="6295"/>
                      </a:cubicBezTo>
                      <a:cubicBezTo>
                        <a:pt x="20752" y="4927"/>
                        <a:pt x="21614" y="3806"/>
                        <a:pt x="22333" y="2903"/>
                      </a:cubicBezTo>
                      <a:lnTo>
                        <a:pt x="23947" y="782"/>
                      </a:lnTo>
                      <a:cubicBezTo>
                        <a:pt x="24309" y="289"/>
                        <a:pt x="24487" y="23"/>
                        <a:pt x="24466" y="1"/>
                      </a:cubicBezTo>
                      <a:cubicBezTo>
                        <a:pt x="24465" y="1"/>
                        <a:pt x="24463" y="0"/>
                        <a:pt x="24462" y="0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" name="Google Shape;440;p24">
                  <a:extLst>
                    <a:ext uri="{FF2B5EF4-FFF2-40B4-BE49-F238E27FC236}">
                      <a16:creationId xmlns:a16="http://schemas.microsoft.com/office/drawing/2014/main" id="{D2F700BC-8B9F-D772-D5BB-20662B8A8F66}"/>
                    </a:ext>
                  </a:extLst>
                </p:cNvPr>
                <p:cNvSpPr/>
                <p:nvPr/>
              </p:nvSpPr>
              <p:spPr>
                <a:xfrm>
                  <a:off x="4384329" y="1851676"/>
                  <a:ext cx="1542425" cy="288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97" h="115377" extrusionOk="0">
                      <a:moveTo>
                        <a:pt x="61675" y="1"/>
                      </a:moveTo>
                      <a:cubicBezTo>
                        <a:pt x="61608" y="1"/>
                        <a:pt x="61168" y="197"/>
                        <a:pt x="60387" y="573"/>
                      </a:cubicBezTo>
                      <a:cubicBezTo>
                        <a:pt x="59561" y="994"/>
                        <a:pt x="58302" y="1542"/>
                        <a:pt x="56769" y="2413"/>
                      </a:cubicBezTo>
                      <a:cubicBezTo>
                        <a:pt x="53656" y="4064"/>
                        <a:pt x="49271" y="6702"/>
                        <a:pt x="44197" y="10456"/>
                      </a:cubicBezTo>
                      <a:cubicBezTo>
                        <a:pt x="34058" y="17873"/>
                        <a:pt x="21353" y="30496"/>
                        <a:pt x="12418" y="47671"/>
                      </a:cubicBezTo>
                      <a:cubicBezTo>
                        <a:pt x="3470" y="64852"/>
                        <a:pt x="424" y="82501"/>
                        <a:pt x="163" y="95059"/>
                      </a:cubicBezTo>
                      <a:cubicBezTo>
                        <a:pt x="1" y="101369"/>
                        <a:pt x="355" y="106473"/>
                        <a:pt x="789" y="109971"/>
                      </a:cubicBezTo>
                      <a:cubicBezTo>
                        <a:pt x="957" y="111726"/>
                        <a:pt x="1228" y="113070"/>
                        <a:pt x="1359" y="113989"/>
                      </a:cubicBezTo>
                      <a:cubicBezTo>
                        <a:pt x="1507" y="114897"/>
                        <a:pt x="1600" y="115376"/>
                        <a:pt x="1632" y="115376"/>
                      </a:cubicBezTo>
                      <a:cubicBezTo>
                        <a:pt x="1632" y="115376"/>
                        <a:pt x="1633" y="115376"/>
                        <a:pt x="1633" y="115376"/>
                      </a:cubicBezTo>
                      <a:cubicBezTo>
                        <a:pt x="1662" y="115371"/>
                        <a:pt x="1628" y="114886"/>
                        <a:pt x="1537" y="113962"/>
                      </a:cubicBezTo>
                      <a:cubicBezTo>
                        <a:pt x="1465" y="113041"/>
                        <a:pt x="1249" y="111691"/>
                        <a:pt x="1135" y="109937"/>
                      </a:cubicBezTo>
                      <a:cubicBezTo>
                        <a:pt x="810" y="106441"/>
                        <a:pt x="555" y="101353"/>
                        <a:pt x="797" y="95083"/>
                      </a:cubicBezTo>
                      <a:cubicBezTo>
                        <a:pt x="1217" y="82597"/>
                        <a:pt x="4343" y="65120"/>
                        <a:pt x="13212" y="48086"/>
                      </a:cubicBezTo>
                      <a:cubicBezTo>
                        <a:pt x="22075" y="31055"/>
                        <a:pt x="34596" y="18470"/>
                        <a:pt x="44580" y="10962"/>
                      </a:cubicBezTo>
                      <a:cubicBezTo>
                        <a:pt x="49575" y="7165"/>
                        <a:pt x="53890" y="4458"/>
                        <a:pt x="56942" y="2716"/>
                      </a:cubicBezTo>
                      <a:cubicBezTo>
                        <a:pt x="58443" y="1803"/>
                        <a:pt x="59671" y="1204"/>
                        <a:pt x="60469" y="736"/>
                      </a:cubicBezTo>
                      <a:cubicBezTo>
                        <a:pt x="61279" y="283"/>
                        <a:pt x="61697" y="30"/>
                        <a:pt x="61683" y="3"/>
                      </a:cubicBezTo>
                      <a:cubicBezTo>
                        <a:pt x="61682" y="1"/>
                        <a:pt x="61679" y="1"/>
                        <a:pt x="61675" y="1"/>
                      </a:cubicBezTo>
                      <a:close/>
                    </a:path>
                  </a:pathLst>
                </a:custGeom>
                <a:solidFill>
                  <a:srgbClr val="DEB38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" name="Google Shape;441;p24">
                  <a:extLst>
                    <a:ext uri="{FF2B5EF4-FFF2-40B4-BE49-F238E27FC236}">
                      <a16:creationId xmlns:a16="http://schemas.microsoft.com/office/drawing/2014/main" id="{C59ABE77-994E-1AD8-8620-A084E1F8A312}"/>
                    </a:ext>
                  </a:extLst>
                </p:cNvPr>
                <p:cNvSpPr/>
                <p:nvPr/>
              </p:nvSpPr>
              <p:spPr>
                <a:xfrm>
                  <a:off x="3801263" y="3479107"/>
                  <a:ext cx="1147600" cy="185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04" h="74306" extrusionOk="0">
                      <a:moveTo>
                        <a:pt x="11952" y="1"/>
                      </a:moveTo>
                      <a:lnTo>
                        <a:pt x="11952" y="1"/>
                      </a:lnTo>
                      <a:cubicBezTo>
                        <a:pt x="12378" y="1124"/>
                        <a:pt x="12514" y="3989"/>
                        <a:pt x="12522" y="7048"/>
                      </a:cubicBezTo>
                      <a:cubicBezTo>
                        <a:pt x="12535" y="12224"/>
                        <a:pt x="11470" y="17344"/>
                        <a:pt x="9471" y="22115"/>
                      </a:cubicBezTo>
                      <a:cubicBezTo>
                        <a:pt x="1" y="44694"/>
                        <a:pt x="17211" y="74306"/>
                        <a:pt x="17211" y="74306"/>
                      </a:cubicBezTo>
                      <a:lnTo>
                        <a:pt x="35927" y="74306"/>
                      </a:lnTo>
                      <a:cubicBezTo>
                        <a:pt x="45903" y="56888"/>
                        <a:pt x="35177" y="36361"/>
                        <a:pt x="31460" y="29596"/>
                      </a:cubicBezTo>
                      <a:cubicBezTo>
                        <a:pt x="27740" y="22831"/>
                        <a:pt x="38603" y="17453"/>
                        <a:pt x="38603" y="17453"/>
                      </a:cubicBezTo>
                      <a:lnTo>
                        <a:pt x="11952" y="1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1" name="Google Shape;442;p24">
                  <a:extLst>
                    <a:ext uri="{FF2B5EF4-FFF2-40B4-BE49-F238E27FC236}">
                      <a16:creationId xmlns:a16="http://schemas.microsoft.com/office/drawing/2014/main" id="{A74C1FD7-2117-8FB1-4156-601028B2BECB}"/>
                    </a:ext>
                  </a:extLst>
                </p:cNvPr>
                <p:cNvSpPr/>
                <p:nvPr/>
              </p:nvSpPr>
              <p:spPr>
                <a:xfrm rot="1101497">
                  <a:off x="4722120" y="2465980"/>
                  <a:ext cx="711731" cy="1022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55" h="57714" extrusionOk="0">
                      <a:moveTo>
                        <a:pt x="26553" y="1"/>
                      </a:moveTo>
                      <a:cubicBezTo>
                        <a:pt x="24747" y="1"/>
                        <a:pt x="22940" y="539"/>
                        <a:pt x="21486" y="1616"/>
                      </a:cubicBezTo>
                      <a:cubicBezTo>
                        <a:pt x="18608" y="3746"/>
                        <a:pt x="17333" y="7816"/>
                        <a:pt x="18488" y="11208"/>
                      </a:cubicBezTo>
                      <a:cubicBezTo>
                        <a:pt x="15269" y="11690"/>
                        <a:pt x="12399" y="14033"/>
                        <a:pt x="11281" y="17092"/>
                      </a:cubicBezTo>
                      <a:cubicBezTo>
                        <a:pt x="10165" y="20149"/>
                        <a:pt x="10850" y="23791"/>
                        <a:pt x="13001" y="26235"/>
                      </a:cubicBezTo>
                      <a:cubicBezTo>
                        <a:pt x="12446" y="25973"/>
                        <a:pt x="11861" y="25853"/>
                        <a:pt x="11275" y="25853"/>
                      </a:cubicBezTo>
                      <a:cubicBezTo>
                        <a:pt x="9019" y="25853"/>
                        <a:pt x="6735" y="27623"/>
                        <a:pt x="5975" y="29858"/>
                      </a:cubicBezTo>
                      <a:cubicBezTo>
                        <a:pt x="5014" y="32675"/>
                        <a:pt x="5908" y="35809"/>
                        <a:pt x="7325" y="38423"/>
                      </a:cubicBezTo>
                      <a:cubicBezTo>
                        <a:pt x="7251" y="38421"/>
                        <a:pt x="7177" y="38419"/>
                        <a:pt x="7103" y="38419"/>
                      </a:cubicBezTo>
                      <a:cubicBezTo>
                        <a:pt x="4234" y="38419"/>
                        <a:pt x="1478" y="40521"/>
                        <a:pt x="748" y="43301"/>
                      </a:cubicBezTo>
                      <a:cubicBezTo>
                        <a:pt x="0" y="46155"/>
                        <a:pt x="1465" y="49430"/>
                        <a:pt x="4087" y="50777"/>
                      </a:cubicBezTo>
                      <a:cubicBezTo>
                        <a:pt x="3392" y="52002"/>
                        <a:pt x="3595" y="53668"/>
                        <a:pt x="4558" y="54693"/>
                      </a:cubicBezTo>
                      <a:cubicBezTo>
                        <a:pt x="5186" y="55362"/>
                        <a:pt x="6105" y="55723"/>
                        <a:pt x="7018" y="55723"/>
                      </a:cubicBezTo>
                      <a:cubicBezTo>
                        <a:pt x="7508" y="55723"/>
                        <a:pt x="7996" y="55620"/>
                        <a:pt x="8438" y="55404"/>
                      </a:cubicBezTo>
                      <a:lnTo>
                        <a:pt x="8438" y="55404"/>
                      </a:lnTo>
                      <a:lnTo>
                        <a:pt x="8312" y="56427"/>
                      </a:lnTo>
                      <a:cubicBezTo>
                        <a:pt x="9447" y="57286"/>
                        <a:pt x="10866" y="57713"/>
                        <a:pt x="12287" y="57713"/>
                      </a:cubicBezTo>
                      <a:cubicBezTo>
                        <a:pt x="13763" y="57713"/>
                        <a:pt x="15240" y="57251"/>
                        <a:pt x="16398" y="56331"/>
                      </a:cubicBezTo>
                      <a:cubicBezTo>
                        <a:pt x="18669" y="54523"/>
                        <a:pt x="19500" y="51123"/>
                        <a:pt x="18315" y="48471"/>
                      </a:cubicBezTo>
                      <a:lnTo>
                        <a:pt x="18315" y="48471"/>
                      </a:lnTo>
                      <a:cubicBezTo>
                        <a:pt x="18805" y="48625"/>
                        <a:pt x="19313" y="48699"/>
                        <a:pt x="19822" y="48699"/>
                      </a:cubicBezTo>
                      <a:cubicBezTo>
                        <a:pt x="21787" y="48699"/>
                        <a:pt x="23761" y="47609"/>
                        <a:pt x="24691" y="45865"/>
                      </a:cubicBezTo>
                      <a:cubicBezTo>
                        <a:pt x="25863" y="43666"/>
                        <a:pt x="25245" y="40673"/>
                        <a:pt x="23299" y="39118"/>
                      </a:cubicBezTo>
                      <a:lnTo>
                        <a:pt x="23299" y="39118"/>
                      </a:lnTo>
                      <a:cubicBezTo>
                        <a:pt x="23800" y="39213"/>
                        <a:pt x="24307" y="39260"/>
                        <a:pt x="24814" y="39260"/>
                      </a:cubicBezTo>
                      <a:cubicBezTo>
                        <a:pt x="27854" y="39260"/>
                        <a:pt x="30889" y="37606"/>
                        <a:pt x="32436" y="34973"/>
                      </a:cubicBezTo>
                      <a:cubicBezTo>
                        <a:pt x="34239" y="31901"/>
                        <a:pt x="33890" y="27710"/>
                        <a:pt x="31603" y="24976"/>
                      </a:cubicBezTo>
                      <a:cubicBezTo>
                        <a:pt x="34662" y="24723"/>
                        <a:pt x="37474" y="22537"/>
                        <a:pt x="38475" y="19637"/>
                      </a:cubicBezTo>
                      <a:cubicBezTo>
                        <a:pt x="39478" y="16738"/>
                        <a:pt x="38616" y="13282"/>
                        <a:pt x="36369" y="11192"/>
                      </a:cubicBezTo>
                      <a:cubicBezTo>
                        <a:pt x="38951" y="9965"/>
                        <a:pt x="40155" y="6464"/>
                        <a:pt x="38874" y="3908"/>
                      </a:cubicBezTo>
                      <a:cubicBezTo>
                        <a:pt x="37961" y="2088"/>
                        <a:pt x="35915" y="991"/>
                        <a:pt x="33898" y="991"/>
                      </a:cubicBezTo>
                      <a:cubicBezTo>
                        <a:pt x="33080" y="991"/>
                        <a:pt x="32267" y="1171"/>
                        <a:pt x="31537" y="1557"/>
                      </a:cubicBezTo>
                      <a:cubicBezTo>
                        <a:pt x="30098" y="519"/>
                        <a:pt x="28326" y="1"/>
                        <a:pt x="26553" y="1"/>
                      </a:cubicBezTo>
                      <a:close/>
                    </a:path>
                  </a:pathLst>
                </a:cu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defTabSz="914400">
                    <a:buClr>
                      <a:srgbClr val="000000"/>
                    </a:buClr>
                    <a:buFont typeface="Arial"/>
                    <a:buNone/>
                  </a:pPr>
                  <a:endParaRPr sz="1400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8" name="Google Shape;254;p21">
              <a:extLst>
                <a:ext uri="{FF2B5EF4-FFF2-40B4-BE49-F238E27FC236}">
                  <a16:creationId xmlns:a16="http://schemas.microsoft.com/office/drawing/2014/main" id="{88A1CC0F-E56D-4F00-994E-E01C7989EABC}"/>
                </a:ext>
              </a:extLst>
            </p:cNvPr>
            <p:cNvGrpSpPr/>
            <p:nvPr/>
          </p:nvGrpSpPr>
          <p:grpSpPr>
            <a:xfrm rot="336413">
              <a:off x="317132" y="3290144"/>
              <a:ext cx="880718" cy="806639"/>
              <a:chOff x="7605998" y="3886472"/>
              <a:chExt cx="1302190" cy="896743"/>
            </a:xfrm>
          </p:grpSpPr>
          <p:sp>
            <p:nvSpPr>
              <p:cNvPr id="199" name="Google Shape;255;p21">
                <a:extLst>
                  <a:ext uri="{FF2B5EF4-FFF2-40B4-BE49-F238E27FC236}">
                    <a16:creationId xmlns:a16="http://schemas.microsoft.com/office/drawing/2014/main" id="{527E1A65-CC7A-3B6B-D960-39D3AFE5A6D6}"/>
                  </a:ext>
                </a:extLst>
              </p:cNvPr>
              <p:cNvSpPr/>
              <p:nvPr/>
            </p:nvSpPr>
            <p:spPr>
              <a:xfrm>
                <a:off x="7751571" y="4471035"/>
                <a:ext cx="1156617" cy="312180"/>
              </a:xfrm>
              <a:custGeom>
                <a:avLst/>
                <a:gdLst/>
                <a:ahLst/>
                <a:cxnLst/>
                <a:rect l="l" t="t" r="r" b="b"/>
                <a:pathLst>
                  <a:path w="23923" h="6457" extrusionOk="0">
                    <a:moveTo>
                      <a:pt x="1" y="0"/>
                    </a:moveTo>
                    <a:lnTo>
                      <a:pt x="620" y="6456"/>
                    </a:lnTo>
                    <a:lnTo>
                      <a:pt x="23923" y="5757"/>
                    </a:lnTo>
                    <a:lnTo>
                      <a:pt x="22803" y="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56;p21">
                <a:extLst>
                  <a:ext uri="{FF2B5EF4-FFF2-40B4-BE49-F238E27FC236}">
                    <a16:creationId xmlns:a16="http://schemas.microsoft.com/office/drawing/2014/main" id="{1FE13580-12A2-E857-3018-F0DC17CCF4E6}"/>
                  </a:ext>
                </a:extLst>
              </p:cNvPr>
              <p:cNvSpPr/>
              <p:nvPr/>
            </p:nvSpPr>
            <p:spPr>
              <a:xfrm>
                <a:off x="8003459" y="4592773"/>
                <a:ext cx="689822" cy="57969"/>
              </a:xfrm>
              <a:custGeom>
                <a:avLst/>
                <a:gdLst/>
                <a:ahLst/>
                <a:cxnLst/>
                <a:rect l="l" t="t" r="r" b="b"/>
                <a:pathLst>
                  <a:path w="14268" h="1199" extrusionOk="0">
                    <a:moveTo>
                      <a:pt x="3" y="1"/>
                    </a:moveTo>
                    <a:lnTo>
                      <a:pt x="1" y="1170"/>
                    </a:lnTo>
                    <a:lnTo>
                      <a:pt x="14265" y="1198"/>
                    </a:lnTo>
                    <a:lnTo>
                      <a:pt x="14267" y="29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57;p21">
                <a:extLst>
                  <a:ext uri="{FF2B5EF4-FFF2-40B4-BE49-F238E27FC236}">
                    <a16:creationId xmlns:a16="http://schemas.microsoft.com/office/drawing/2014/main" id="{08747D28-7CB0-83C2-F034-03E17E76541A}"/>
                  </a:ext>
                </a:extLst>
              </p:cNvPr>
              <p:cNvSpPr/>
              <p:nvPr/>
            </p:nvSpPr>
            <p:spPr>
              <a:xfrm>
                <a:off x="7606627" y="4182355"/>
                <a:ext cx="1153620" cy="312422"/>
              </a:xfrm>
              <a:custGeom>
                <a:avLst/>
                <a:gdLst/>
                <a:ahLst/>
                <a:cxnLst/>
                <a:rect l="l" t="t" r="r" b="b"/>
                <a:pathLst>
                  <a:path w="23861" h="6462" extrusionOk="0">
                    <a:moveTo>
                      <a:pt x="1" y="1"/>
                    </a:moveTo>
                    <a:lnTo>
                      <a:pt x="553" y="6462"/>
                    </a:lnTo>
                    <a:lnTo>
                      <a:pt x="23861" y="6010"/>
                    </a:lnTo>
                    <a:lnTo>
                      <a:pt x="22800" y="2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58;p21">
                <a:extLst>
                  <a:ext uri="{FF2B5EF4-FFF2-40B4-BE49-F238E27FC236}">
                    <a16:creationId xmlns:a16="http://schemas.microsoft.com/office/drawing/2014/main" id="{B2CEAFB4-C1FC-5C44-E558-4BE5F8BFF7F6}"/>
                  </a:ext>
                </a:extLst>
              </p:cNvPr>
              <p:cNvSpPr/>
              <p:nvPr/>
            </p:nvSpPr>
            <p:spPr>
              <a:xfrm>
                <a:off x="7605998" y="4219147"/>
                <a:ext cx="1147286" cy="254936"/>
              </a:xfrm>
              <a:custGeom>
                <a:avLst/>
                <a:gdLst/>
                <a:ahLst/>
                <a:cxnLst/>
                <a:rect l="l" t="t" r="r" b="b"/>
                <a:pathLst>
                  <a:path w="23730" h="5273" extrusionOk="0">
                    <a:moveTo>
                      <a:pt x="22904" y="1"/>
                    </a:moveTo>
                    <a:lnTo>
                      <a:pt x="3" y="153"/>
                    </a:lnTo>
                    <a:lnTo>
                      <a:pt x="1" y="445"/>
                    </a:lnTo>
                    <a:cubicBezTo>
                      <a:pt x="1" y="378"/>
                      <a:pt x="5" y="347"/>
                      <a:pt x="11" y="347"/>
                    </a:cubicBezTo>
                    <a:cubicBezTo>
                      <a:pt x="84" y="347"/>
                      <a:pt x="530" y="5272"/>
                      <a:pt x="530" y="5272"/>
                    </a:cubicBezTo>
                    <a:lnTo>
                      <a:pt x="23729" y="4452"/>
                    </a:lnTo>
                    <a:lnTo>
                      <a:pt x="22904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59;p21">
                <a:extLst>
                  <a:ext uri="{FF2B5EF4-FFF2-40B4-BE49-F238E27FC236}">
                    <a16:creationId xmlns:a16="http://schemas.microsoft.com/office/drawing/2014/main" id="{133D7F34-3AA6-6C71-D68D-29D4815D54B4}"/>
                  </a:ext>
                </a:extLst>
              </p:cNvPr>
              <p:cNvSpPr/>
              <p:nvPr/>
            </p:nvSpPr>
            <p:spPr>
              <a:xfrm>
                <a:off x="7662371" y="4367959"/>
                <a:ext cx="1048222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21681" h="680" extrusionOk="0">
                    <a:moveTo>
                      <a:pt x="333" y="0"/>
                    </a:moveTo>
                    <a:cubicBezTo>
                      <a:pt x="116" y="0"/>
                      <a:pt x="1" y="5"/>
                      <a:pt x="1" y="17"/>
                    </a:cubicBezTo>
                    <a:cubicBezTo>
                      <a:pt x="1" y="35"/>
                      <a:pt x="305" y="63"/>
                      <a:pt x="850" y="107"/>
                    </a:cubicBezTo>
                    <a:cubicBezTo>
                      <a:pt x="1397" y="148"/>
                      <a:pt x="2192" y="197"/>
                      <a:pt x="3170" y="251"/>
                    </a:cubicBezTo>
                    <a:cubicBezTo>
                      <a:pt x="5131" y="357"/>
                      <a:pt x="7840" y="476"/>
                      <a:pt x="10833" y="558"/>
                    </a:cubicBezTo>
                    <a:cubicBezTo>
                      <a:pt x="13829" y="641"/>
                      <a:pt x="16538" y="677"/>
                      <a:pt x="18502" y="680"/>
                    </a:cubicBezTo>
                    <a:cubicBezTo>
                      <a:pt x="19482" y="680"/>
                      <a:pt x="20277" y="675"/>
                      <a:pt x="20827" y="664"/>
                    </a:cubicBezTo>
                    <a:cubicBezTo>
                      <a:pt x="21376" y="654"/>
                      <a:pt x="21678" y="638"/>
                      <a:pt x="21678" y="620"/>
                    </a:cubicBezTo>
                    <a:cubicBezTo>
                      <a:pt x="21681" y="605"/>
                      <a:pt x="21374" y="582"/>
                      <a:pt x="20827" y="564"/>
                    </a:cubicBezTo>
                    <a:cubicBezTo>
                      <a:pt x="20277" y="546"/>
                      <a:pt x="19485" y="522"/>
                      <a:pt x="18504" y="499"/>
                    </a:cubicBezTo>
                    <a:lnTo>
                      <a:pt x="10841" y="306"/>
                    </a:lnTo>
                    <a:lnTo>
                      <a:pt x="3177" y="71"/>
                    </a:lnTo>
                    <a:cubicBezTo>
                      <a:pt x="2197" y="40"/>
                      <a:pt x="1405" y="17"/>
                      <a:pt x="855" y="6"/>
                    </a:cubicBezTo>
                    <a:cubicBezTo>
                      <a:pt x="643" y="2"/>
                      <a:pt x="468" y="0"/>
                      <a:pt x="333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60;p21">
                <a:extLst>
                  <a:ext uri="{FF2B5EF4-FFF2-40B4-BE49-F238E27FC236}">
                    <a16:creationId xmlns:a16="http://schemas.microsoft.com/office/drawing/2014/main" id="{1F039A9B-707B-36DB-E7BA-46D980E32429}"/>
                  </a:ext>
                </a:extLst>
              </p:cNvPr>
              <p:cNvSpPr/>
              <p:nvPr/>
            </p:nvSpPr>
            <p:spPr>
              <a:xfrm>
                <a:off x="7658020" y="4303416"/>
                <a:ext cx="1018392" cy="29637"/>
              </a:xfrm>
              <a:custGeom>
                <a:avLst/>
                <a:gdLst/>
                <a:ahLst/>
                <a:cxnLst/>
                <a:rect l="l" t="t" r="r" b="b"/>
                <a:pathLst>
                  <a:path w="21064" h="613" extrusionOk="0">
                    <a:moveTo>
                      <a:pt x="13177" y="1"/>
                    </a:moveTo>
                    <a:cubicBezTo>
                      <a:pt x="12331" y="1"/>
                      <a:pt x="11443" y="7"/>
                      <a:pt x="10528" y="23"/>
                    </a:cubicBezTo>
                    <a:cubicBezTo>
                      <a:pt x="7615" y="72"/>
                      <a:pt x="4981" y="196"/>
                      <a:pt x="3079" y="322"/>
                    </a:cubicBezTo>
                    <a:cubicBezTo>
                      <a:pt x="2127" y="387"/>
                      <a:pt x="1358" y="448"/>
                      <a:pt x="826" y="497"/>
                    </a:cubicBezTo>
                    <a:cubicBezTo>
                      <a:pt x="295" y="546"/>
                      <a:pt x="1" y="585"/>
                      <a:pt x="3" y="601"/>
                    </a:cubicBezTo>
                    <a:cubicBezTo>
                      <a:pt x="4" y="609"/>
                      <a:pt x="65" y="613"/>
                      <a:pt x="179" y="613"/>
                    </a:cubicBezTo>
                    <a:cubicBezTo>
                      <a:pt x="319" y="613"/>
                      <a:pt x="539" y="607"/>
                      <a:pt x="832" y="596"/>
                    </a:cubicBezTo>
                    <a:lnTo>
                      <a:pt x="3089" y="503"/>
                    </a:lnTo>
                    <a:cubicBezTo>
                      <a:pt x="4994" y="423"/>
                      <a:pt x="7626" y="325"/>
                      <a:pt x="10531" y="278"/>
                    </a:cubicBezTo>
                    <a:cubicBezTo>
                      <a:pt x="12100" y="252"/>
                      <a:pt x="13589" y="243"/>
                      <a:pt x="14927" y="243"/>
                    </a:cubicBezTo>
                    <a:cubicBezTo>
                      <a:pt x="16069" y="243"/>
                      <a:pt x="17100" y="249"/>
                      <a:pt x="17978" y="257"/>
                    </a:cubicBezTo>
                    <a:lnTo>
                      <a:pt x="20236" y="276"/>
                    </a:lnTo>
                    <a:cubicBezTo>
                      <a:pt x="20320" y="276"/>
                      <a:pt x="20398" y="276"/>
                      <a:pt x="20470" y="276"/>
                    </a:cubicBezTo>
                    <a:cubicBezTo>
                      <a:pt x="20854" y="276"/>
                      <a:pt x="21064" y="270"/>
                      <a:pt x="21064" y="255"/>
                    </a:cubicBezTo>
                    <a:cubicBezTo>
                      <a:pt x="21064" y="237"/>
                      <a:pt x="20772" y="211"/>
                      <a:pt x="20238" y="178"/>
                    </a:cubicBezTo>
                    <a:cubicBezTo>
                      <a:pt x="19704" y="144"/>
                      <a:pt x="18935" y="110"/>
                      <a:pt x="17980" y="77"/>
                    </a:cubicBezTo>
                    <a:cubicBezTo>
                      <a:pt x="16674" y="33"/>
                      <a:pt x="15024" y="1"/>
                      <a:pt x="1317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61;p21">
                <a:extLst>
                  <a:ext uri="{FF2B5EF4-FFF2-40B4-BE49-F238E27FC236}">
                    <a16:creationId xmlns:a16="http://schemas.microsoft.com/office/drawing/2014/main" id="{5C2C71F7-EB28-FA6E-4425-B243FD0508A0}"/>
                  </a:ext>
                </a:extLst>
              </p:cNvPr>
              <p:cNvSpPr/>
              <p:nvPr/>
            </p:nvSpPr>
            <p:spPr>
              <a:xfrm>
                <a:off x="7658551" y="4254296"/>
                <a:ext cx="1038214" cy="44093"/>
              </a:xfrm>
              <a:custGeom>
                <a:avLst/>
                <a:gdLst/>
                <a:ahLst/>
                <a:cxnLst/>
                <a:rect l="l" t="t" r="r" b="b"/>
                <a:pathLst>
                  <a:path w="21474" h="912" extrusionOk="0">
                    <a:moveTo>
                      <a:pt x="8327" y="0"/>
                    </a:moveTo>
                    <a:cubicBezTo>
                      <a:pt x="7716" y="0"/>
                      <a:pt x="7125" y="5"/>
                      <a:pt x="6559" y="14"/>
                    </a:cubicBezTo>
                    <a:cubicBezTo>
                      <a:pt x="5917" y="30"/>
                      <a:pt x="5305" y="40"/>
                      <a:pt x="4732" y="66"/>
                    </a:cubicBezTo>
                    <a:cubicBezTo>
                      <a:pt x="4159" y="84"/>
                      <a:pt x="3628" y="112"/>
                      <a:pt x="3140" y="136"/>
                    </a:cubicBezTo>
                    <a:cubicBezTo>
                      <a:pt x="2655" y="159"/>
                      <a:pt x="2216" y="192"/>
                      <a:pt x="1829" y="218"/>
                    </a:cubicBezTo>
                    <a:cubicBezTo>
                      <a:pt x="1445" y="244"/>
                      <a:pt x="1112" y="272"/>
                      <a:pt x="841" y="298"/>
                    </a:cubicBezTo>
                    <a:cubicBezTo>
                      <a:pt x="299" y="347"/>
                      <a:pt x="0" y="383"/>
                      <a:pt x="3" y="401"/>
                    </a:cubicBezTo>
                    <a:cubicBezTo>
                      <a:pt x="3" y="408"/>
                      <a:pt x="62" y="412"/>
                      <a:pt x="175" y="412"/>
                    </a:cubicBezTo>
                    <a:cubicBezTo>
                      <a:pt x="317" y="412"/>
                      <a:pt x="545" y="406"/>
                      <a:pt x="849" y="396"/>
                    </a:cubicBezTo>
                    <a:lnTo>
                      <a:pt x="1840" y="360"/>
                    </a:lnTo>
                    <a:cubicBezTo>
                      <a:pt x="2224" y="350"/>
                      <a:pt x="2665" y="332"/>
                      <a:pt x="3151" y="316"/>
                    </a:cubicBezTo>
                    <a:cubicBezTo>
                      <a:pt x="3636" y="301"/>
                      <a:pt x="4167" y="285"/>
                      <a:pt x="4740" y="275"/>
                    </a:cubicBezTo>
                    <a:cubicBezTo>
                      <a:pt x="5310" y="262"/>
                      <a:pt x="5922" y="257"/>
                      <a:pt x="6564" y="249"/>
                    </a:cubicBezTo>
                    <a:cubicBezTo>
                      <a:pt x="6892" y="247"/>
                      <a:pt x="7227" y="246"/>
                      <a:pt x="7570" y="246"/>
                    </a:cubicBezTo>
                    <a:cubicBezTo>
                      <a:pt x="8574" y="246"/>
                      <a:pt x="9640" y="256"/>
                      <a:pt x="10744" y="283"/>
                    </a:cubicBezTo>
                    <a:cubicBezTo>
                      <a:pt x="12228" y="316"/>
                      <a:pt x="13640" y="378"/>
                      <a:pt x="14922" y="445"/>
                    </a:cubicBezTo>
                    <a:cubicBezTo>
                      <a:pt x="15564" y="484"/>
                      <a:pt x="16173" y="517"/>
                      <a:pt x="16744" y="559"/>
                    </a:cubicBezTo>
                    <a:cubicBezTo>
                      <a:pt x="17314" y="595"/>
                      <a:pt x="17843" y="639"/>
                      <a:pt x="18328" y="672"/>
                    </a:cubicBezTo>
                    <a:cubicBezTo>
                      <a:pt x="18813" y="708"/>
                      <a:pt x="19252" y="747"/>
                      <a:pt x="19636" y="778"/>
                    </a:cubicBezTo>
                    <a:lnTo>
                      <a:pt x="20624" y="861"/>
                    </a:lnTo>
                    <a:cubicBezTo>
                      <a:pt x="21026" y="893"/>
                      <a:pt x="21295" y="911"/>
                      <a:pt x="21409" y="911"/>
                    </a:cubicBezTo>
                    <a:cubicBezTo>
                      <a:pt x="21449" y="911"/>
                      <a:pt x="21470" y="909"/>
                      <a:pt x="21471" y="905"/>
                    </a:cubicBezTo>
                    <a:cubicBezTo>
                      <a:pt x="21473" y="889"/>
                      <a:pt x="21174" y="837"/>
                      <a:pt x="20635" y="763"/>
                    </a:cubicBezTo>
                    <a:cubicBezTo>
                      <a:pt x="20364" y="724"/>
                      <a:pt x="20034" y="680"/>
                      <a:pt x="19649" y="636"/>
                    </a:cubicBezTo>
                    <a:cubicBezTo>
                      <a:pt x="19265" y="592"/>
                      <a:pt x="18829" y="543"/>
                      <a:pt x="18343" y="494"/>
                    </a:cubicBezTo>
                    <a:cubicBezTo>
                      <a:pt x="17858" y="445"/>
                      <a:pt x="17329" y="394"/>
                      <a:pt x="16757" y="347"/>
                    </a:cubicBezTo>
                    <a:cubicBezTo>
                      <a:pt x="16186" y="298"/>
                      <a:pt x="15577" y="257"/>
                      <a:pt x="14935" y="210"/>
                    </a:cubicBezTo>
                    <a:cubicBezTo>
                      <a:pt x="13650" y="130"/>
                      <a:pt x="12236" y="61"/>
                      <a:pt x="10750" y="27"/>
                    </a:cubicBezTo>
                    <a:cubicBezTo>
                      <a:pt x="9917" y="8"/>
                      <a:pt x="9106" y="0"/>
                      <a:pt x="8327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62;p21">
                <a:extLst>
                  <a:ext uri="{FF2B5EF4-FFF2-40B4-BE49-F238E27FC236}">
                    <a16:creationId xmlns:a16="http://schemas.microsoft.com/office/drawing/2014/main" id="{3EEF021E-CC68-6F88-7FA1-EC610210C2BE}"/>
                  </a:ext>
                </a:extLst>
              </p:cNvPr>
              <p:cNvSpPr/>
              <p:nvPr/>
            </p:nvSpPr>
            <p:spPr>
              <a:xfrm>
                <a:off x="7625240" y="3886472"/>
                <a:ext cx="1147721" cy="312760"/>
              </a:xfrm>
              <a:custGeom>
                <a:avLst/>
                <a:gdLst/>
                <a:ahLst/>
                <a:cxnLst/>
                <a:rect l="l" t="t" r="r" b="b"/>
                <a:pathLst>
                  <a:path w="23739" h="6469" extrusionOk="0">
                    <a:moveTo>
                      <a:pt x="0" y="0"/>
                    </a:moveTo>
                    <a:lnTo>
                      <a:pt x="426" y="6469"/>
                    </a:lnTo>
                    <a:lnTo>
                      <a:pt x="23739" y="6464"/>
                    </a:lnTo>
                    <a:lnTo>
                      <a:pt x="22789" y="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63;p21">
                <a:extLst>
                  <a:ext uri="{FF2B5EF4-FFF2-40B4-BE49-F238E27FC236}">
                    <a16:creationId xmlns:a16="http://schemas.microsoft.com/office/drawing/2014/main" id="{EDB8A84C-F343-FB40-905D-D0216DE8C983}"/>
                  </a:ext>
                </a:extLst>
              </p:cNvPr>
              <p:cNvSpPr/>
              <p:nvPr/>
            </p:nvSpPr>
            <p:spPr>
              <a:xfrm>
                <a:off x="7623355" y="3930467"/>
                <a:ext cx="1143273" cy="248071"/>
              </a:xfrm>
              <a:custGeom>
                <a:avLst/>
                <a:gdLst/>
                <a:ahLst/>
                <a:cxnLst/>
                <a:rect l="l" t="t" r="r" b="b"/>
                <a:pathLst>
                  <a:path w="23647" h="5131" extrusionOk="0">
                    <a:moveTo>
                      <a:pt x="1" y="276"/>
                    </a:moveTo>
                    <a:cubicBezTo>
                      <a:pt x="1" y="281"/>
                      <a:pt x="1" y="287"/>
                      <a:pt x="0" y="292"/>
                    </a:cubicBezTo>
                    <a:lnTo>
                      <a:pt x="1" y="276"/>
                    </a:lnTo>
                    <a:close/>
                    <a:moveTo>
                      <a:pt x="11" y="1"/>
                    </a:moveTo>
                    <a:lnTo>
                      <a:pt x="1" y="276"/>
                    </a:lnTo>
                    <a:lnTo>
                      <a:pt x="1" y="276"/>
                    </a:lnTo>
                    <a:cubicBezTo>
                      <a:pt x="3" y="221"/>
                      <a:pt x="7" y="195"/>
                      <a:pt x="12" y="195"/>
                    </a:cubicBezTo>
                    <a:cubicBezTo>
                      <a:pt x="86" y="195"/>
                      <a:pt x="436" y="5131"/>
                      <a:pt x="436" y="5131"/>
                    </a:cubicBezTo>
                    <a:lnTo>
                      <a:pt x="23646" y="4754"/>
                    </a:lnTo>
                    <a:lnTo>
                      <a:pt x="22908" y="287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64;p21">
                <a:extLst>
                  <a:ext uri="{FF2B5EF4-FFF2-40B4-BE49-F238E27FC236}">
                    <a16:creationId xmlns:a16="http://schemas.microsoft.com/office/drawing/2014/main" id="{86DA111F-2BEF-3568-001A-11353581FA8A}"/>
                  </a:ext>
                </a:extLst>
              </p:cNvPr>
              <p:cNvSpPr/>
              <p:nvPr/>
            </p:nvSpPr>
            <p:spPr>
              <a:xfrm>
                <a:off x="7677262" y="4073188"/>
                <a:ext cx="104754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1667" h="1059" extrusionOk="0">
                    <a:moveTo>
                      <a:pt x="158" y="0"/>
                    </a:moveTo>
                    <a:cubicBezTo>
                      <a:pt x="56" y="0"/>
                      <a:pt x="3" y="4"/>
                      <a:pt x="3" y="11"/>
                    </a:cubicBezTo>
                    <a:cubicBezTo>
                      <a:pt x="0" y="29"/>
                      <a:pt x="302" y="65"/>
                      <a:pt x="849" y="117"/>
                    </a:cubicBezTo>
                    <a:cubicBezTo>
                      <a:pt x="1396" y="171"/>
                      <a:pt x="2186" y="236"/>
                      <a:pt x="3166" y="308"/>
                    </a:cubicBezTo>
                    <a:cubicBezTo>
                      <a:pt x="5122" y="452"/>
                      <a:pt x="7831" y="623"/>
                      <a:pt x="10822" y="762"/>
                    </a:cubicBezTo>
                    <a:cubicBezTo>
                      <a:pt x="13812" y="904"/>
                      <a:pt x="16524" y="989"/>
                      <a:pt x="18485" y="1030"/>
                    </a:cubicBezTo>
                    <a:cubicBezTo>
                      <a:pt x="19469" y="1051"/>
                      <a:pt x="20261" y="1059"/>
                      <a:pt x="20810" y="1059"/>
                    </a:cubicBezTo>
                    <a:cubicBezTo>
                      <a:pt x="21360" y="1059"/>
                      <a:pt x="21664" y="1051"/>
                      <a:pt x="21664" y="1033"/>
                    </a:cubicBezTo>
                    <a:cubicBezTo>
                      <a:pt x="21667" y="1017"/>
                      <a:pt x="21365" y="992"/>
                      <a:pt x="20815" y="961"/>
                    </a:cubicBezTo>
                    <a:cubicBezTo>
                      <a:pt x="20268" y="930"/>
                      <a:pt x="19474" y="894"/>
                      <a:pt x="18493" y="850"/>
                    </a:cubicBezTo>
                    <a:lnTo>
                      <a:pt x="10835" y="509"/>
                    </a:lnTo>
                    <a:lnTo>
                      <a:pt x="3176" y="127"/>
                    </a:lnTo>
                    <a:cubicBezTo>
                      <a:pt x="2196" y="78"/>
                      <a:pt x="1404" y="39"/>
                      <a:pt x="854" y="19"/>
                    </a:cubicBezTo>
                    <a:cubicBezTo>
                      <a:pt x="536" y="7"/>
                      <a:pt x="300" y="0"/>
                      <a:pt x="158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65;p21">
                <a:extLst>
                  <a:ext uri="{FF2B5EF4-FFF2-40B4-BE49-F238E27FC236}">
                    <a16:creationId xmlns:a16="http://schemas.microsoft.com/office/drawing/2014/main" id="{C99A3636-673C-C722-76C8-A771DFA482A0}"/>
                  </a:ext>
                </a:extLst>
              </p:cNvPr>
              <p:cNvSpPr/>
              <p:nvPr/>
            </p:nvSpPr>
            <p:spPr>
              <a:xfrm>
                <a:off x="7673636" y="4019136"/>
                <a:ext cx="1018488" cy="21805"/>
              </a:xfrm>
              <a:custGeom>
                <a:avLst/>
                <a:gdLst/>
                <a:ahLst/>
                <a:cxnLst/>
                <a:rect l="l" t="t" r="r" b="b"/>
                <a:pathLst>
                  <a:path w="21066" h="451" extrusionOk="0">
                    <a:moveTo>
                      <a:pt x="10107" y="1"/>
                    </a:moveTo>
                    <a:cubicBezTo>
                      <a:pt x="7364" y="1"/>
                      <a:pt x="4891" y="70"/>
                      <a:pt x="3081" y="156"/>
                    </a:cubicBezTo>
                    <a:cubicBezTo>
                      <a:pt x="2129" y="203"/>
                      <a:pt x="1357" y="249"/>
                      <a:pt x="826" y="288"/>
                    </a:cubicBezTo>
                    <a:cubicBezTo>
                      <a:pt x="294" y="329"/>
                      <a:pt x="0" y="360"/>
                      <a:pt x="3" y="378"/>
                    </a:cubicBezTo>
                    <a:cubicBezTo>
                      <a:pt x="3" y="388"/>
                      <a:pt x="125" y="394"/>
                      <a:pt x="356" y="394"/>
                    </a:cubicBezTo>
                    <a:cubicBezTo>
                      <a:pt x="483" y="394"/>
                      <a:pt x="642" y="392"/>
                      <a:pt x="831" y="389"/>
                    </a:cubicBezTo>
                    <a:lnTo>
                      <a:pt x="3089" y="337"/>
                    </a:lnTo>
                    <a:cubicBezTo>
                      <a:pt x="4852" y="296"/>
                      <a:pt x="7240" y="254"/>
                      <a:pt x="9892" y="254"/>
                    </a:cubicBezTo>
                    <a:cubicBezTo>
                      <a:pt x="10105" y="254"/>
                      <a:pt x="10320" y="254"/>
                      <a:pt x="10536" y="254"/>
                    </a:cubicBezTo>
                    <a:cubicBezTo>
                      <a:pt x="13441" y="265"/>
                      <a:pt x="16073" y="324"/>
                      <a:pt x="17980" y="378"/>
                    </a:cubicBezTo>
                    <a:lnTo>
                      <a:pt x="20238" y="443"/>
                    </a:lnTo>
                    <a:cubicBezTo>
                      <a:pt x="20467" y="448"/>
                      <a:pt x="20653" y="451"/>
                      <a:pt x="20790" y="451"/>
                    </a:cubicBezTo>
                    <a:cubicBezTo>
                      <a:pt x="20970" y="451"/>
                      <a:pt x="21066" y="446"/>
                      <a:pt x="21066" y="438"/>
                    </a:cubicBezTo>
                    <a:cubicBezTo>
                      <a:pt x="21066" y="420"/>
                      <a:pt x="20772" y="386"/>
                      <a:pt x="20240" y="342"/>
                    </a:cubicBezTo>
                    <a:cubicBezTo>
                      <a:pt x="19709" y="298"/>
                      <a:pt x="18937" y="249"/>
                      <a:pt x="17985" y="198"/>
                    </a:cubicBezTo>
                    <a:cubicBezTo>
                      <a:pt x="16081" y="97"/>
                      <a:pt x="13446" y="7"/>
                      <a:pt x="10536" y="2"/>
                    </a:cubicBezTo>
                    <a:cubicBezTo>
                      <a:pt x="10392" y="1"/>
                      <a:pt x="10249" y="1"/>
                      <a:pt x="1010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66;p21">
                <a:extLst>
                  <a:ext uri="{FF2B5EF4-FFF2-40B4-BE49-F238E27FC236}">
                    <a16:creationId xmlns:a16="http://schemas.microsoft.com/office/drawing/2014/main" id="{06B75191-139E-40D2-7E1A-A2CEDEDDCD86}"/>
                  </a:ext>
                </a:extLst>
              </p:cNvPr>
              <p:cNvSpPr/>
              <p:nvPr/>
            </p:nvSpPr>
            <p:spPr>
              <a:xfrm>
                <a:off x="7675376" y="3966148"/>
                <a:ext cx="1037344" cy="57098"/>
              </a:xfrm>
              <a:custGeom>
                <a:avLst/>
                <a:gdLst/>
                <a:ahLst/>
                <a:cxnLst/>
                <a:rect l="l" t="t" r="r" b="b"/>
                <a:pathLst>
                  <a:path w="21456" h="1181" extrusionOk="0">
                    <a:moveTo>
                      <a:pt x="6565" y="1"/>
                    </a:moveTo>
                    <a:cubicBezTo>
                      <a:pt x="5922" y="1"/>
                      <a:pt x="5308" y="3"/>
                      <a:pt x="4738" y="16"/>
                    </a:cubicBezTo>
                    <a:cubicBezTo>
                      <a:pt x="4165" y="24"/>
                      <a:pt x="3631" y="42"/>
                      <a:pt x="3146" y="55"/>
                    </a:cubicBezTo>
                    <a:cubicBezTo>
                      <a:pt x="2658" y="71"/>
                      <a:pt x="2219" y="94"/>
                      <a:pt x="1832" y="112"/>
                    </a:cubicBezTo>
                    <a:cubicBezTo>
                      <a:pt x="1445" y="130"/>
                      <a:pt x="1112" y="153"/>
                      <a:pt x="842" y="174"/>
                    </a:cubicBezTo>
                    <a:cubicBezTo>
                      <a:pt x="300" y="212"/>
                      <a:pt x="0" y="241"/>
                      <a:pt x="0" y="259"/>
                    </a:cubicBezTo>
                    <a:cubicBezTo>
                      <a:pt x="0" y="271"/>
                      <a:pt x="130" y="276"/>
                      <a:pt x="372" y="276"/>
                    </a:cubicBezTo>
                    <a:cubicBezTo>
                      <a:pt x="500" y="276"/>
                      <a:pt x="659" y="274"/>
                      <a:pt x="847" y="272"/>
                    </a:cubicBezTo>
                    <a:lnTo>
                      <a:pt x="1838" y="254"/>
                    </a:lnTo>
                    <a:cubicBezTo>
                      <a:pt x="2225" y="249"/>
                      <a:pt x="2663" y="241"/>
                      <a:pt x="3148" y="236"/>
                    </a:cubicBezTo>
                    <a:cubicBezTo>
                      <a:pt x="3636" y="231"/>
                      <a:pt x="4168" y="225"/>
                      <a:pt x="4738" y="225"/>
                    </a:cubicBezTo>
                    <a:cubicBezTo>
                      <a:pt x="4816" y="225"/>
                      <a:pt x="4895" y="225"/>
                      <a:pt x="4975" y="225"/>
                    </a:cubicBezTo>
                    <a:cubicBezTo>
                      <a:pt x="5478" y="225"/>
                      <a:pt x="6010" y="231"/>
                      <a:pt x="6565" y="236"/>
                    </a:cubicBezTo>
                    <a:cubicBezTo>
                      <a:pt x="7850" y="251"/>
                      <a:pt x="9261" y="282"/>
                      <a:pt x="10742" y="347"/>
                    </a:cubicBezTo>
                    <a:cubicBezTo>
                      <a:pt x="12226" y="411"/>
                      <a:pt x="13635" y="499"/>
                      <a:pt x="14917" y="592"/>
                    </a:cubicBezTo>
                    <a:cubicBezTo>
                      <a:pt x="15557" y="643"/>
                      <a:pt x="16166" y="687"/>
                      <a:pt x="16734" y="739"/>
                    </a:cubicBezTo>
                    <a:cubicBezTo>
                      <a:pt x="17304" y="788"/>
                      <a:pt x="17833" y="842"/>
                      <a:pt x="18318" y="886"/>
                    </a:cubicBezTo>
                    <a:cubicBezTo>
                      <a:pt x="18803" y="927"/>
                      <a:pt x="19239" y="976"/>
                      <a:pt x="19624" y="1015"/>
                    </a:cubicBezTo>
                    <a:lnTo>
                      <a:pt x="20609" y="1116"/>
                    </a:lnTo>
                    <a:cubicBezTo>
                      <a:pt x="21029" y="1158"/>
                      <a:pt x="21303" y="1181"/>
                      <a:pt x="21407" y="1181"/>
                    </a:cubicBezTo>
                    <a:cubicBezTo>
                      <a:pt x="21437" y="1181"/>
                      <a:pt x="21452" y="1179"/>
                      <a:pt x="21453" y="1175"/>
                    </a:cubicBezTo>
                    <a:cubicBezTo>
                      <a:pt x="21456" y="1157"/>
                      <a:pt x="21159" y="1103"/>
                      <a:pt x="20622" y="1018"/>
                    </a:cubicBezTo>
                    <a:cubicBezTo>
                      <a:pt x="20354" y="974"/>
                      <a:pt x="20024" y="925"/>
                      <a:pt x="19639" y="873"/>
                    </a:cubicBezTo>
                    <a:cubicBezTo>
                      <a:pt x="19257" y="821"/>
                      <a:pt x="18821" y="765"/>
                      <a:pt x="18339" y="705"/>
                    </a:cubicBezTo>
                    <a:cubicBezTo>
                      <a:pt x="17854" y="649"/>
                      <a:pt x="17325" y="587"/>
                      <a:pt x="16754" y="530"/>
                    </a:cubicBezTo>
                    <a:cubicBezTo>
                      <a:pt x="16184" y="468"/>
                      <a:pt x="15575" y="414"/>
                      <a:pt x="14935" y="357"/>
                    </a:cubicBezTo>
                    <a:cubicBezTo>
                      <a:pt x="13653" y="251"/>
                      <a:pt x="12239" y="156"/>
                      <a:pt x="10755" y="94"/>
                    </a:cubicBezTo>
                    <a:cubicBezTo>
                      <a:pt x="9269" y="32"/>
                      <a:pt x="7852" y="3"/>
                      <a:pt x="6565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2" name="Google Shape;426;p24">
            <a:extLst>
              <a:ext uri="{FF2B5EF4-FFF2-40B4-BE49-F238E27FC236}">
                <a16:creationId xmlns:a16="http://schemas.microsoft.com/office/drawing/2014/main" id="{AFE9CFA2-695F-7C89-ECF2-360058A7F507}"/>
              </a:ext>
            </a:extLst>
          </p:cNvPr>
          <p:cNvSpPr txBox="1">
            <a:spLocks/>
          </p:cNvSpPr>
          <p:nvPr/>
        </p:nvSpPr>
        <p:spPr>
          <a:xfrm>
            <a:off x="1742344" y="5616852"/>
            <a:ext cx="3037249" cy="6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algn="l"/>
            <a:r>
              <a:rPr lang="es-CO" sz="1600" kern="0" dirty="0">
                <a:solidFill>
                  <a:srgbClr val="1E2128"/>
                </a:solidFill>
              </a:rPr>
              <a:t>Convocatoria a través de la </a:t>
            </a:r>
          </a:p>
          <a:p>
            <a:pPr algn="l"/>
            <a:r>
              <a:rPr lang="es-CO" sz="1600" kern="0" dirty="0">
                <a:solidFill>
                  <a:srgbClr val="1E2128"/>
                </a:solidFill>
              </a:rPr>
              <a:t>Oficina de Bienestar al</a:t>
            </a:r>
          </a:p>
          <a:p>
            <a:pPr algn="l"/>
            <a:r>
              <a:rPr lang="es-CO" sz="1600" kern="0" dirty="0">
                <a:solidFill>
                  <a:srgbClr val="1E2128"/>
                </a:solidFill>
              </a:rPr>
              <a:t>aprendiz.</a:t>
            </a:r>
          </a:p>
        </p:txBody>
      </p:sp>
      <p:sp>
        <p:nvSpPr>
          <p:cNvPr id="243" name="Google Shape;953;p41">
            <a:extLst>
              <a:ext uri="{FF2B5EF4-FFF2-40B4-BE49-F238E27FC236}">
                <a16:creationId xmlns:a16="http://schemas.microsoft.com/office/drawing/2014/main" id="{0B11B57A-0544-37B1-C046-66DF4753A23B}"/>
              </a:ext>
            </a:extLst>
          </p:cNvPr>
          <p:cNvSpPr/>
          <p:nvPr/>
        </p:nvSpPr>
        <p:spPr>
          <a:xfrm>
            <a:off x="1310971" y="5824390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029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244" name="Google Shape;954;p41">
            <a:extLst>
              <a:ext uri="{FF2B5EF4-FFF2-40B4-BE49-F238E27FC236}">
                <a16:creationId xmlns:a16="http://schemas.microsoft.com/office/drawing/2014/main" id="{F2A87E09-25C9-A0C0-04AB-7B032CB96887}"/>
              </a:ext>
            </a:extLst>
          </p:cNvPr>
          <p:cNvSpPr/>
          <p:nvPr/>
        </p:nvSpPr>
        <p:spPr>
          <a:xfrm>
            <a:off x="1433263" y="6000515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029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247" name="Google Shape;953;p41">
            <a:extLst>
              <a:ext uri="{FF2B5EF4-FFF2-40B4-BE49-F238E27FC236}">
                <a16:creationId xmlns:a16="http://schemas.microsoft.com/office/drawing/2014/main" id="{C2EAFFAE-B5F7-7375-2794-0768DAB09082}"/>
              </a:ext>
            </a:extLst>
          </p:cNvPr>
          <p:cNvSpPr/>
          <p:nvPr/>
        </p:nvSpPr>
        <p:spPr>
          <a:xfrm>
            <a:off x="6361860" y="2889020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248" name="Google Shape;954;p41">
            <a:extLst>
              <a:ext uri="{FF2B5EF4-FFF2-40B4-BE49-F238E27FC236}">
                <a16:creationId xmlns:a16="http://schemas.microsoft.com/office/drawing/2014/main" id="{C0294366-E8EE-675F-9EB7-DBB5D086A75E}"/>
              </a:ext>
            </a:extLst>
          </p:cNvPr>
          <p:cNvSpPr/>
          <p:nvPr/>
        </p:nvSpPr>
        <p:spPr>
          <a:xfrm>
            <a:off x="6485283" y="3059661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2" name="Google Shape;426;p24">
            <a:extLst>
              <a:ext uri="{FF2B5EF4-FFF2-40B4-BE49-F238E27FC236}">
                <a16:creationId xmlns:a16="http://schemas.microsoft.com/office/drawing/2014/main" id="{C8EACD11-3EBA-31EF-9764-109E61182E3E}"/>
              </a:ext>
            </a:extLst>
          </p:cNvPr>
          <p:cNvSpPr txBox="1">
            <a:spLocks/>
          </p:cNvSpPr>
          <p:nvPr/>
        </p:nvSpPr>
        <p:spPr>
          <a:xfrm>
            <a:off x="1376307" y="4831868"/>
            <a:ext cx="3542855" cy="6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s-MX" sz="1600" kern="0" dirty="0">
                <a:solidFill>
                  <a:srgbClr val="1E2128"/>
                </a:solidFill>
              </a:rPr>
              <a:t>El reconocimiento económico mensual es según lo establecido en la normativa vigente.</a:t>
            </a:r>
            <a:endParaRPr lang="es-CO" sz="1600" kern="0" dirty="0">
              <a:solidFill>
                <a:srgbClr val="1E2128"/>
              </a:solidFill>
            </a:endParaRPr>
          </a:p>
        </p:txBody>
      </p:sp>
      <p:sp>
        <p:nvSpPr>
          <p:cNvPr id="3" name="Google Shape;426;p24">
            <a:extLst>
              <a:ext uri="{FF2B5EF4-FFF2-40B4-BE49-F238E27FC236}">
                <a16:creationId xmlns:a16="http://schemas.microsoft.com/office/drawing/2014/main" id="{3150F1C7-AA42-11FE-3794-A3C0ABCCA9FE}"/>
              </a:ext>
            </a:extLst>
          </p:cNvPr>
          <p:cNvSpPr txBox="1">
            <a:spLocks/>
          </p:cNvSpPr>
          <p:nvPr/>
        </p:nvSpPr>
        <p:spPr>
          <a:xfrm>
            <a:off x="1429106" y="3414763"/>
            <a:ext cx="2801457" cy="6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s-CO" sz="1600" kern="0" dirty="0">
                <a:solidFill>
                  <a:srgbClr val="1E2128"/>
                </a:solidFill>
              </a:rPr>
              <a:t>No tener sanciones disciplinarias</a:t>
            </a:r>
          </a:p>
        </p:txBody>
      </p:sp>
      <p:sp>
        <p:nvSpPr>
          <p:cNvPr id="4" name="Google Shape;954;p41">
            <a:extLst>
              <a:ext uri="{FF2B5EF4-FFF2-40B4-BE49-F238E27FC236}">
                <a16:creationId xmlns:a16="http://schemas.microsoft.com/office/drawing/2014/main" id="{CF17EC25-D90C-8D23-C5BE-652B4DD75FD7}"/>
              </a:ext>
            </a:extLst>
          </p:cNvPr>
          <p:cNvSpPr/>
          <p:nvPr/>
        </p:nvSpPr>
        <p:spPr>
          <a:xfrm>
            <a:off x="1476083" y="3678385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029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" name="Google Shape;953;p41">
            <a:extLst>
              <a:ext uri="{FF2B5EF4-FFF2-40B4-BE49-F238E27FC236}">
                <a16:creationId xmlns:a16="http://schemas.microsoft.com/office/drawing/2014/main" id="{957F5F92-A3F8-32F0-F8D1-22B14E04A9DC}"/>
              </a:ext>
            </a:extLst>
          </p:cNvPr>
          <p:cNvSpPr/>
          <p:nvPr/>
        </p:nvSpPr>
        <p:spPr>
          <a:xfrm>
            <a:off x="1330602" y="3515005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029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253" name="CuadroTexto 252">
            <a:extLst>
              <a:ext uri="{FF2B5EF4-FFF2-40B4-BE49-F238E27FC236}">
                <a16:creationId xmlns:a16="http://schemas.microsoft.com/office/drawing/2014/main" id="{105FC064-BE1A-4B6B-A57D-DC04843D43FF}"/>
              </a:ext>
            </a:extLst>
          </p:cNvPr>
          <p:cNvSpPr txBox="1"/>
          <p:nvPr/>
        </p:nvSpPr>
        <p:spPr>
          <a:xfrm>
            <a:off x="6850077" y="2681519"/>
            <a:ext cx="29856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Cumplir con los requisitos y proceso de selección definidos por el centro de formación y haber aprobado todas las competencias de la etapa lectiva.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  <a:sym typeface="Roboto Light"/>
            </a:endParaRPr>
          </a:p>
        </p:txBody>
      </p:sp>
      <p:sp>
        <p:nvSpPr>
          <p:cNvPr id="254" name="Google Shape;953;p41">
            <a:extLst>
              <a:ext uri="{FF2B5EF4-FFF2-40B4-BE49-F238E27FC236}">
                <a16:creationId xmlns:a16="http://schemas.microsoft.com/office/drawing/2014/main" id="{1371C21B-FDDD-6583-DDC0-473BF20F7405}"/>
              </a:ext>
            </a:extLst>
          </p:cNvPr>
          <p:cNvSpPr/>
          <p:nvPr/>
        </p:nvSpPr>
        <p:spPr>
          <a:xfrm>
            <a:off x="6433338" y="4943075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255" name="Google Shape;954;p41">
            <a:extLst>
              <a:ext uri="{FF2B5EF4-FFF2-40B4-BE49-F238E27FC236}">
                <a16:creationId xmlns:a16="http://schemas.microsoft.com/office/drawing/2014/main" id="{7FA67DB6-5928-08D7-5048-E1B7E4BC87F1}"/>
              </a:ext>
            </a:extLst>
          </p:cNvPr>
          <p:cNvSpPr/>
          <p:nvPr/>
        </p:nvSpPr>
        <p:spPr>
          <a:xfrm>
            <a:off x="6565244" y="5115946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FF9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256" name="Google Shape;426;p24">
            <a:extLst>
              <a:ext uri="{FF2B5EF4-FFF2-40B4-BE49-F238E27FC236}">
                <a16:creationId xmlns:a16="http://schemas.microsoft.com/office/drawing/2014/main" id="{0A6A748B-D7C2-CFB3-CE69-C0A533FE94F4}"/>
              </a:ext>
            </a:extLst>
          </p:cNvPr>
          <p:cNvSpPr txBox="1">
            <a:spLocks/>
          </p:cNvSpPr>
          <p:nvPr/>
        </p:nvSpPr>
        <p:spPr>
          <a:xfrm>
            <a:off x="1345162" y="3999217"/>
            <a:ext cx="3606860" cy="6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s-ES" sz="1600" kern="0" dirty="0">
                <a:solidFill>
                  <a:srgbClr val="1E2128"/>
                </a:solidFill>
              </a:rPr>
              <a:t>se asigna por tres meses como mínimo y seis meses como máximo</a:t>
            </a:r>
            <a:endParaRPr lang="es-CO" sz="1600" kern="0" dirty="0">
              <a:solidFill>
                <a:srgbClr val="1E2128"/>
              </a:solidFill>
            </a:endParaRPr>
          </a:p>
        </p:txBody>
      </p:sp>
      <p:sp>
        <p:nvSpPr>
          <p:cNvPr id="257" name="Google Shape;954;p41">
            <a:extLst>
              <a:ext uri="{FF2B5EF4-FFF2-40B4-BE49-F238E27FC236}">
                <a16:creationId xmlns:a16="http://schemas.microsoft.com/office/drawing/2014/main" id="{270652E5-3E64-9FF4-210E-FEDE30BD4B08}"/>
              </a:ext>
            </a:extLst>
          </p:cNvPr>
          <p:cNvSpPr/>
          <p:nvPr/>
        </p:nvSpPr>
        <p:spPr>
          <a:xfrm>
            <a:off x="1479876" y="4291206"/>
            <a:ext cx="170195" cy="120525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rgbClr val="029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258" name="Google Shape;953;p41">
            <a:extLst>
              <a:ext uri="{FF2B5EF4-FFF2-40B4-BE49-F238E27FC236}">
                <a16:creationId xmlns:a16="http://schemas.microsoft.com/office/drawing/2014/main" id="{51B42DF6-1E7B-3D02-FACE-CDE5243173D6}"/>
              </a:ext>
            </a:extLst>
          </p:cNvPr>
          <p:cNvSpPr/>
          <p:nvPr/>
        </p:nvSpPr>
        <p:spPr>
          <a:xfrm>
            <a:off x="1334395" y="4127826"/>
            <a:ext cx="431373" cy="461805"/>
          </a:xfrm>
          <a:custGeom>
            <a:avLst/>
            <a:gdLst/>
            <a:ahLst/>
            <a:cxnLst/>
            <a:rect l="l" t="t" r="r" b="b"/>
            <a:pathLst>
              <a:path w="19273" h="19273" extrusionOk="0">
                <a:moveTo>
                  <a:pt x="12728" y="5990"/>
                </a:moveTo>
                <a:cubicBezTo>
                  <a:pt x="13161" y="5990"/>
                  <a:pt x="13595" y="6156"/>
                  <a:pt x="13925" y="6487"/>
                </a:cubicBezTo>
                <a:cubicBezTo>
                  <a:pt x="14587" y="7149"/>
                  <a:pt x="14587" y="8221"/>
                  <a:pt x="13928" y="8884"/>
                </a:cubicBezTo>
                <a:lnTo>
                  <a:pt x="10028" y="12780"/>
                </a:lnTo>
                <a:cubicBezTo>
                  <a:pt x="9709" y="13100"/>
                  <a:pt x="9278" y="13280"/>
                  <a:pt x="8830" y="13280"/>
                </a:cubicBezTo>
                <a:lnTo>
                  <a:pt x="8815" y="13280"/>
                </a:lnTo>
                <a:cubicBezTo>
                  <a:pt x="8811" y="13280"/>
                  <a:pt x="8807" y="13280"/>
                  <a:pt x="8804" y="13280"/>
                </a:cubicBezTo>
                <a:cubicBezTo>
                  <a:pt x="8362" y="13280"/>
                  <a:pt x="7936" y="13103"/>
                  <a:pt x="7622" y="12789"/>
                </a:cubicBezTo>
                <a:lnTo>
                  <a:pt x="5346" y="10528"/>
                </a:lnTo>
                <a:cubicBezTo>
                  <a:pt x="4632" y="9877"/>
                  <a:pt x="4605" y="8760"/>
                  <a:pt x="5288" y="8077"/>
                </a:cubicBezTo>
                <a:cubicBezTo>
                  <a:pt x="5620" y="7745"/>
                  <a:pt x="6053" y="7581"/>
                  <a:pt x="6485" y="7581"/>
                </a:cubicBezTo>
                <a:cubicBezTo>
                  <a:pt x="6944" y="7581"/>
                  <a:pt x="7402" y="7766"/>
                  <a:pt x="7737" y="8134"/>
                </a:cubicBezTo>
                <a:lnTo>
                  <a:pt x="8812" y="9206"/>
                </a:lnTo>
                <a:lnTo>
                  <a:pt x="11531" y="6487"/>
                </a:lnTo>
                <a:cubicBezTo>
                  <a:pt x="11861" y="6156"/>
                  <a:pt x="12294" y="5990"/>
                  <a:pt x="12728" y="5990"/>
                </a:cubicBezTo>
                <a:close/>
                <a:moveTo>
                  <a:pt x="9637" y="1"/>
                </a:moveTo>
                <a:cubicBezTo>
                  <a:pt x="7095" y="1"/>
                  <a:pt x="4686" y="1012"/>
                  <a:pt x="2849" y="2849"/>
                </a:cubicBezTo>
                <a:cubicBezTo>
                  <a:pt x="1013" y="4686"/>
                  <a:pt x="1" y="7098"/>
                  <a:pt x="1" y="9637"/>
                </a:cubicBezTo>
                <a:cubicBezTo>
                  <a:pt x="1" y="12175"/>
                  <a:pt x="1013" y="14587"/>
                  <a:pt x="2849" y="16424"/>
                </a:cubicBezTo>
                <a:cubicBezTo>
                  <a:pt x="4686" y="18261"/>
                  <a:pt x="7095" y="19273"/>
                  <a:pt x="9637" y="19273"/>
                </a:cubicBezTo>
                <a:cubicBezTo>
                  <a:pt x="12175" y="19273"/>
                  <a:pt x="14584" y="18261"/>
                  <a:pt x="16421" y="16424"/>
                </a:cubicBezTo>
                <a:cubicBezTo>
                  <a:pt x="18258" y="14587"/>
                  <a:pt x="19273" y="12175"/>
                  <a:pt x="19273" y="9637"/>
                </a:cubicBezTo>
                <a:cubicBezTo>
                  <a:pt x="19273" y="7098"/>
                  <a:pt x="18258" y="4686"/>
                  <a:pt x="16421" y="2849"/>
                </a:cubicBezTo>
                <a:cubicBezTo>
                  <a:pt x="14584" y="1012"/>
                  <a:pt x="12175" y="1"/>
                  <a:pt x="9637" y="1"/>
                </a:cubicBezTo>
                <a:close/>
              </a:path>
            </a:pathLst>
          </a:custGeom>
          <a:solidFill>
            <a:srgbClr val="0290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5D74"/>
              </a:solidFill>
            </a:endParaRP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E7223612-D80B-778E-F270-F32CBFD2C193}"/>
              </a:ext>
            </a:extLst>
          </p:cNvPr>
          <p:cNvSpPr txBox="1"/>
          <p:nvPr/>
        </p:nvSpPr>
        <p:spPr>
          <a:xfrm>
            <a:off x="6834819" y="1228639"/>
            <a:ext cx="34197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</a:p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</a:rPr>
              <a:t>GFPI-F-165V3Formato Selección Modificación Alternativa</a:t>
            </a:r>
          </a:p>
        </p:txBody>
      </p:sp>
      <p:sp>
        <p:nvSpPr>
          <p:cNvPr id="261" name="CuadroTexto 260">
            <a:extLst>
              <a:ext uri="{FF2B5EF4-FFF2-40B4-BE49-F238E27FC236}">
                <a16:creationId xmlns:a16="http://schemas.microsoft.com/office/drawing/2014/main" id="{73E71881-2CCA-5221-CD5F-650F5EBC4994}"/>
              </a:ext>
            </a:extLst>
          </p:cNvPr>
          <p:cNvSpPr txBox="1"/>
          <p:nvPr/>
        </p:nvSpPr>
        <p:spPr>
          <a:xfrm>
            <a:off x="6850077" y="4338263"/>
            <a:ext cx="31089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Contar con la aprobación previa de la coordinación académica, analizando la relación de las competencias del programa de formación, con las actividades que realizará el aprendiz en su </a:t>
            </a:r>
            <a:r>
              <a:rPr lang="es-ES" sz="1600" dirty="0" err="1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monitoría</a:t>
            </a: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4019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98FA2-EFC5-053D-528D-D7F7509A1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upo 58">
            <a:extLst>
              <a:ext uri="{FF2B5EF4-FFF2-40B4-BE49-F238E27FC236}">
                <a16:creationId xmlns:a16="http://schemas.microsoft.com/office/drawing/2014/main" id="{5B673A36-55F6-BAD0-9D49-726D51A097B7}"/>
              </a:ext>
            </a:extLst>
          </p:cNvPr>
          <p:cNvGrpSpPr/>
          <p:nvPr/>
        </p:nvGrpSpPr>
        <p:grpSpPr>
          <a:xfrm>
            <a:off x="313977" y="219079"/>
            <a:ext cx="10338683" cy="6564003"/>
            <a:chOff x="463843" y="131265"/>
            <a:chExt cx="8551570" cy="5019314"/>
          </a:xfrm>
        </p:grpSpPr>
        <p:sp>
          <p:nvSpPr>
            <p:cNvPr id="60" name="Google Shape;686;p29">
              <a:extLst>
                <a:ext uri="{FF2B5EF4-FFF2-40B4-BE49-F238E27FC236}">
                  <a16:creationId xmlns:a16="http://schemas.microsoft.com/office/drawing/2014/main" id="{1AA0F49E-26FF-A2D1-BEE3-12152FA9C84B}"/>
                </a:ext>
              </a:extLst>
            </p:cNvPr>
            <p:cNvSpPr/>
            <p:nvPr/>
          </p:nvSpPr>
          <p:spPr>
            <a:xfrm>
              <a:off x="678162" y="1807041"/>
              <a:ext cx="4615820" cy="218481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123DA51B-B4DE-E0F2-8CB4-79D34C0C38A1}"/>
                </a:ext>
              </a:extLst>
            </p:cNvPr>
            <p:cNvSpPr/>
            <p:nvPr/>
          </p:nvSpPr>
          <p:spPr>
            <a:xfrm>
              <a:off x="8172055" y="254000"/>
              <a:ext cx="843358" cy="7199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3B2869D4-6B63-4AC3-9452-ED62596040AD}"/>
                </a:ext>
              </a:extLst>
            </p:cNvPr>
            <p:cNvSpPr txBox="1"/>
            <p:nvPr/>
          </p:nvSpPr>
          <p:spPr>
            <a:xfrm>
              <a:off x="1135079" y="131265"/>
              <a:ext cx="7205863" cy="917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>
                  <a:solidFill>
                    <a:schemeClr val="tx1">
                      <a:lumMod val="50000"/>
                      <a:lumOff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Light Condensed" panose="020B0502040204020203" pitchFamily="34" charset="0"/>
                </a:rPr>
                <a:t>AUTORIZACION ALTERNATIVAS DIFERENTES A </a:t>
              </a:r>
            </a:p>
            <a:p>
              <a:pPr algn="ctr"/>
              <a:r>
                <a:rPr lang="es-ES" sz="3600">
                  <a:solidFill>
                    <a:schemeClr val="tx1">
                      <a:lumMod val="50000"/>
                      <a:lumOff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Light Condensed" panose="020B0502040204020203" pitchFamily="34" charset="0"/>
                </a:rPr>
                <a:t>CONTRATO DE APRENDIZAJE</a:t>
              </a:r>
              <a:endParaRPr lang="es-CO" sz="36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endParaRP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5AF89A1A-86CF-719B-BC8D-EC3FFF5D01FB}"/>
                </a:ext>
              </a:extLst>
            </p:cNvPr>
            <p:cNvSpPr txBox="1"/>
            <p:nvPr/>
          </p:nvSpPr>
          <p:spPr>
            <a:xfrm>
              <a:off x="463843" y="1027265"/>
              <a:ext cx="8300446" cy="776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s-CO" sz="2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Light"/>
                  <a:cs typeface="Arial" panose="020B0604020202020204" pitchFamily="34" charset="0"/>
                </a:rPr>
                <a:t>Cuando el Aprendiz opta por una alternativa diferente a </a:t>
              </a:r>
              <a:r>
                <a:rPr lang="es-CO" sz="2000" b="1" u="sng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Light"/>
                  <a:cs typeface="Arial" panose="020B0604020202020204" pitchFamily="34" charset="0"/>
                </a:rPr>
                <a:t>Contrato de Aprendizaje</a:t>
              </a:r>
              <a:r>
                <a:rPr lang="es-CO" sz="2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Light"/>
                  <a:cs typeface="Arial" panose="020B0604020202020204" pitchFamily="34" charset="0"/>
                </a:rPr>
                <a:t>, esta debe ser autorizada por Coordinación Académica, del Centro de Servicios Financiero- Regional Distrito Capital.</a:t>
              </a:r>
            </a:p>
          </p:txBody>
        </p:sp>
        <p:sp>
          <p:nvSpPr>
            <p:cNvPr id="64" name="AutoShape 16">
              <a:extLst>
                <a:ext uri="{FF2B5EF4-FFF2-40B4-BE49-F238E27FC236}">
                  <a16:creationId xmlns:a16="http://schemas.microsoft.com/office/drawing/2014/main" id="{84DA3736-9784-DCEA-2748-84ADD0081C2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27608" y="1921594"/>
              <a:ext cx="247650" cy="247650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2B9595"/>
            </a:solidFill>
            <a:ln w="9525" algn="ctr">
              <a:noFill/>
              <a:round/>
              <a:headEnd/>
              <a:tailEnd/>
            </a:ln>
            <a:effectLst>
              <a:outerShdw dist="28398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es-CO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5" name="12 Conector recto">
              <a:extLst>
                <a:ext uri="{FF2B5EF4-FFF2-40B4-BE49-F238E27FC236}">
                  <a16:creationId xmlns:a16="http://schemas.microsoft.com/office/drawing/2014/main" id="{9C21246A-12BB-414B-5E4B-2DAB85F612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801" y="2138229"/>
              <a:ext cx="2072360" cy="226"/>
            </a:xfrm>
            <a:prstGeom prst="line">
              <a:avLst/>
            </a:prstGeom>
            <a:ln w="12700">
              <a:solidFill>
                <a:srgbClr val="2B9595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13 CuadroTexto">
              <a:extLst>
                <a:ext uri="{FF2B5EF4-FFF2-40B4-BE49-F238E27FC236}">
                  <a16:creationId xmlns:a16="http://schemas.microsoft.com/office/drawing/2014/main" id="{AADB5303-B1BC-8144-6FF2-0232FB18CDF2}"/>
                </a:ext>
              </a:extLst>
            </p:cNvPr>
            <p:cNvSpPr txBox="1"/>
            <p:nvPr/>
          </p:nvSpPr>
          <p:spPr>
            <a:xfrm>
              <a:off x="983385" y="1990860"/>
              <a:ext cx="1401088" cy="279316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algn="l"/>
              <a:r>
                <a:rPr lang="es-CO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Pasantía</a:t>
              </a:r>
              <a:endPara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endParaRPr>
            </a:p>
            <a:p>
              <a:pPr algn="l"/>
              <a:endPara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endParaRPr>
            </a:p>
          </p:txBody>
        </p:sp>
        <p:sp>
          <p:nvSpPr>
            <p:cNvPr id="67" name="AutoShape 16">
              <a:extLst>
                <a:ext uri="{FF2B5EF4-FFF2-40B4-BE49-F238E27FC236}">
                  <a16:creationId xmlns:a16="http://schemas.microsoft.com/office/drawing/2014/main" id="{0AC44DAA-4B4E-FFAD-B315-9ABEE18D149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46923" y="2669828"/>
              <a:ext cx="247650" cy="247650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9525" algn="ctr">
              <a:noFill/>
              <a:round/>
              <a:headEnd/>
              <a:tailEnd/>
            </a:ln>
            <a:effectLst>
              <a:outerShdw dist="28398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es-CO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8" name="16 Conector recto">
              <a:extLst>
                <a:ext uri="{FF2B5EF4-FFF2-40B4-BE49-F238E27FC236}">
                  <a16:creationId xmlns:a16="http://schemas.microsoft.com/office/drawing/2014/main" id="{68113D75-22BA-2DE2-D639-A5F333CA60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5526" y="2918605"/>
              <a:ext cx="2011708" cy="226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17 CuadroTexto">
              <a:extLst>
                <a:ext uri="{FF2B5EF4-FFF2-40B4-BE49-F238E27FC236}">
                  <a16:creationId xmlns:a16="http://schemas.microsoft.com/office/drawing/2014/main" id="{943E2DEE-8490-4F72-84D4-3A80CB04664A}"/>
                </a:ext>
              </a:extLst>
            </p:cNvPr>
            <p:cNvSpPr txBox="1"/>
            <p:nvPr/>
          </p:nvSpPr>
          <p:spPr>
            <a:xfrm>
              <a:off x="983667" y="2657059"/>
              <a:ext cx="2211296" cy="261121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algn="l"/>
              <a:r>
                <a:rPr lang="es-CO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Vínculo Laboral</a:t>
              </a:r>
              <a:endPara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endParaRPr>
            </a:p>
          </p:txBody>
        </p:sp>
        <p:sp>
          <p:nvSpPr>
            <p:cNvPr id="70" name="AutoShape 16">
              <a:extLst>
                <a:ext uri="{FF2B5EF4-FFF2-40B4-BE49-F238E27FC236}">
                  <a16:creationId xmlns:a16="http://schemas.microsoft.com/office/drawing/2014/main" id="{DA7EBD74-07FD-B95A-FFCE-D875F8D19F8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54545" y="3017621"/>
              <a:ext cx="247650" cy="247650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72AF2F"/>
            </a:solidFill>
            <a:ln w="9525" algn="ctr">
              <a:noFill/>
              <a:round/>
              <a:headEnd/>
              <a:tailEnd/>
            </a:ln>
            <a:effectLst>
              <a:outerShdw dist="28398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es-CO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71" name="20 Conector recto">
              <a:extLst>
                <a:ext uri="{FF2B5EF4-FFF2-40B4-BE49-F238E27FC236}">
                  <a16:creationId xmlns:a16="http://schemas.microsoft.com/office/drawing/2014/main" id="{EDE02595-587E-4E35-0433-84FB8AD661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329" y="3308887"/>
              <a:ext cx="2188808" cy="8430"/>
            </a:xfrm>
            <a:prstGeom prst="line">
              <a:avLst/>
            </a:prstGeom>
            <a:ln w="12700">
              <a:solidFill>
                <a:srgbClr val="72AF2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21 CuadroTexto">
              <a:extLst>
                <a:ext uri="{FF2B5EF4-FFF2-40B4-BE49-F238E27FC236}">
                  <a16:creationId xmlns:a16="http://schemas.microsoft.com/office/drawing/2014/main" id="{758AD2D6-E293-5B65-35D1-5772D3E38FF8}"/>
                </a:ext>
              </a:extLst>
            </p:cNvPr>
            <p:cNvSpPr txBox="1"/>
            <p:nvPr/>
          </p:nvSpPr>
          <p:spPr>
            <a:xfrm>
              <a:off x="986056" y="3031581"/>
              <a:ext cx="2427232" cy="278186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algn="l"/>
              <a:r>
                <a:rPr lang="es-CO" sz="2400" b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Proyecto</a:t>
              </a:r>
              <a:r>
                <a:rPr lang="es-CO" b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s-CO" sz="2400" b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Productivo</a:t>
              </a:r>
              <a:endParaRPr lang="es-CO" b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73" name="Picture 30" descr="1">
              <a:extLst>
                <a:ext uri="{FF2B5EF4-FFF2-40B4-BE49-F238E27FC236}">
                  <a16:creationId xmlns:a16="http://schemas.microsoft.com/office/drawing/2014/main" id="{CE05DEE8-39E1-C770-5C68-8DD37984A4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-6000" contrast="24000"/>
            </a:blip>
            <a:srcRect l="42606" t="64474" r="19473"/>
            <a:stretch>
              <a:fillRect/>
            </a:stretch>
          </p:blipFill>
          <p:spPr bwMode="auto">
            <a:xfrm>
              <a:off x="3534536" y="2813293"/>
              <a:ext cx="223762" cy="268156"/>
            </a:xfrm>
            <a:prstGeom prst="rect">
              <a:avLst/>
            </a:prstGeom>
            <a:noFill/>
          </p:spPr>
        </p:pic>
        <p:pic>
          <p:nvPicPr>
            <p:cNvPr id="74" name="Picture 30" descr="1">
              <a:extLst>
                <a:ext uri="{FF2B5EF4-FFF2-40B4-BE49-F238E27FC236}">
                  <a16:creationId xmlns:a16="http://schemas.microsoft.com/office/drawing/2014/main" id="{6D8749C8-62C0-2975-C584-5940F33A70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-6000" contrast="24000"/>
            </a:blip>
            <a:srcRect l="42606" t="64474" r="19473"/>
            <a:stretch>
              <a:fillRect/>
            </a:stretch>
          </p:blipFill>
          <p:spPr bwMode="auto">
            <a:xfrm>
              <a:off x="4912692" y="3608328"/>
              <a:ext cx="223762" cy="268156"/>
            </a:xfrm>
            <a:prstGeom prst="rect">
              <a:avLst/>
            </a:prstGeom>
            <a:noFill/>
          </p:spPr>
        </p:pic>
        <p:grpSp>
          <p:nvGrpSpPr>
            <p:cNvPr id="75" name="Google Shape;643;p29">
              <a:extLst>
                <a:ext uri="{FF2B5EF4-FFF2-40B4-BE49-F238E27FC236}">
                  <a16:creationId xmlns:a16="http://schemas.microsoft.com/office/drawing/2014/main" id="{02A15F76-DB89-69AA-22F2-E66AE2A89D79}"/>
                </a:ext>
              </a:extLst>
            </p:cNvPr>
            <p:cNvGrpSpPr/>
            <p:nvPr/>
          </p:nvGrpSpPr>
          <p:grpSpPr>
            <a:xfrm>
              <a:off x="5255156" y="1489236"/>
              <a:ext cx="3642789" cy="3661343"/>
              <a:chOff x="4923439" y="1076541"/>
              <a:chExt cx="3753942" cy="4066958"/>
            </a:xfrm>
          </p:grpSpPr>
          <p:grpSp>
            <p:nvGrpSpPr>
              <p:cNvPr id="76" name="Google Shape;644;p29">
                <a:extLst>
                  <a:ext uri="{FF2B5EF4-FFF2-40B4-BE49-F238E27FC236}">
                    <a16:creationId xmlns:a16="http://schemas.microsoft.com/office/drawing/2014/main" id="{82D05932-2F08-3762-BFC5-EA8886BBFA01}"/>
                  </a:ext>
                </a:extLst>
              </p:cNvPr>
              <p:cNvGrpSpPr/>
              <p:nvPr/>
            </p:nvGrpSpPr>
            <p:grpSpPr>
              <a:xfrm>
                <a:off x="4923439" y="1076541"/>
                <a:ext cx="3753942" cy="4066958"/>
                <a:chOff x="1408750" y="238125"/>
                <a:chExt cx="5152975" cy="5238225"/>
              </a:xfrm>
            </p:grpSpPr>
            <p:sp>
              <p:nvSpPr>
                <p:cNvPr id="103" name="Google Shape;645;p29">
                  <a:extLst>
                    <a:ext uri="{FF2B5EF4-FFF2-40B4-BE49-F238E27FC236}">
                      <a16:creationId xmlns:a16="http://schemas.microsoft.com/office/drawing/2014/main" id="{66680D6A-0564-BE38-7C62-8A0BDAF9DFCD}"/>
                    </a:ext>
                  </a:extLst>
                </p:cNvPr>
                <p:cNvSpPr/>
                <p:nvPr/>
              </p:nvSpPr>
              <p:spPr>
                <a:xfrm>
                  <a:off x="1408750" y="2955775"/>
                  <a:ext cx="2264475" cy="141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79" h="56581" extrusionOk="0">
                      <a:moveTo>
                        <a:pt x="45411" y="1"/>
                      </a:moveTo>
                      <a:cubicBezTo>
                        <a:pt x="45399" y="1"/>
                        <a:pt x="45388" y="1"/>
                        <a:pt x="45377" y="2"/>
                      </a:cubicBezTo>
                      <a:lnTo>
                        <a:pt x="908" y="2041"/>
                      </a:lnTo>
                      <a:cubicBezTo>
                        <a:pt x="301" y="2069"/>
                        <a:pt x="0" y="2792"/>
                        <a:pt x="409" y="3243"/>
                      </a:cubicBezTo>
                      <a:lnTo>
                        <a:pt x="48545" y="56345"/>
                      </a:lnTo>
                      <a:cubicBezTo>
                        <a:pt x="48683" y="56496"/>
                        <a:pt x="48876" y="56581"/>
                        <a:pt x="49077" y="56581"/>
                      </a:cubicBezTo>
                      <a:cubicBezTo>
                        <a:pt x="49126" y="56581"/>
                        <a:pt x="49176" y="56576"/>
                        <a:pt x="49225" y="56565"/>
                      </a:cubicBezTo>
                      <a:lnTo>
                        <a:pt x="89816" y="48083"/>
                      </a:lnTo>
                      <a:cubicBezTo>
                        <a:pt x="90368" y="47969"/>
                        <a:pt x="90579" y="47292"/>
                        <a:pt x="90191" y="46884"/>
                      </a:cubicBezTo>
                      <a:lnTo>
                        <a:pt x="45931" y="226"/>
                      </a:lnTo>
                      <a:cubicBezTo>
                        <a:pt x="45795" y="82"/>
                        <a:pt x="45607" y="1"/>
                        <a:pt x="45411" y="1"/>
                      </a:cubicBezTo>
                      <a:close/>
                    </a:path>
                  </a:pathLst>
                </a:custGeom>
                <a:solidFill>
                  <a:srgbClr val="47786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646;p29">
                  <a:extLst>
                    <a:ext uri="{FF2B5EF4-FFF2-40B4-BE49-F238E27FC236}">
                      <a16:creationId xmlns:a16="http://schemas.microsoft.com/office/drawing/2014/main" id="{C4C18B6B-26CE-3879-5525-0287D3D4F60F}"/>
                    </a:ext>
                  </a:extLst>
                </p:cNvPr>
                <p:cNvSpPr/>
                <p:nvPr/>
              </p:nvSpPr>
              <p:spPr>
                <a:xfrm>
                  <a:off x="1532050" y="2972425"/>
                  <a:ext cx="2048325" cy="1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33" h="51899" extrusionOk="0">
                      <a:moveTo>
                        <a:pt x="40166" y="0"/>
                      </a:moveTo>
                      <a:cubicBezTo>
                        <a:pt x="40157" y="0"/>
                        <a:pt x="40148" y="1"/>
                        <a:pt x="40139" y="1"/>
                      </a:cubicBezTo>
                      <a:lnTo>
                        <a:pt x="768" y="1820"/>
                      </a:lnTo>
                      <a:cubicBezTo>
                        <a:pt x="254" y="1844"/>
                        <a:pt x="0" y="2456"/>
                        <a:pt x="345" y="2837"/>
                      </a:cubicBezTo>
                      <a:lnTo>
                        <a:pt x="45629" y="51699"/>
                      </a:lnTo>
                      <a:cubicBezTo>
                        <a:pt x="45746" y="51828"/>
                        <a:pt x="45910" y="51898"/>
                        <a:pt x="46080" y="51898"/>
                      </a:cubicBezTo>
                      <a:cubicBezTo>
                        <a:pt x="46121" y="51898"/>
                        <a:pt x="46163" y="51894"/>
                        <a:pt x="46205" y="51886"/>
                      </a:cubicBezTo>
                      <a:lnTo>
                        <a:pt x="81288" y="45077"/>
                      </a:lnTo>
                      <a:cubicBezTo>
                        <a:pt x="81755" y="44979"/>
                        <a:pt x="81933" y="44408"/>
                        <a:pt x="81606" y="44063"/>
                      </a:cubicBezTo>
                      <a:lnTo>
                        <a:pt x="40607" y="190"/>
                      </a:lnTo>
                      <a:cubicBezTo>
                        <a:pt x="40493" y="68"/>
                        <a:pt x="40333" y="0"/>
                        <a:pt x="4016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647;p29">
                  <a:extLst>
                    <a:ext uri="{FF2B5EF4-FFF2-40B4-BE49-F238E27FC236}">
                      <a16:creationId xmlns:a16="http://schemas.microsoft.com/office/drawing/2014/main" id="{7B0F82F5-3D0B-1BEF-9696-543FD241D813}"/>
                    </a:ext>
                  </a:extLst>
                </p:cNvPr>
                <p:cNvSpPr/>
                <p:nvPr/>
              </p:nvSpPr>
              <p:spPr>
                <a:xfrm>
                  <a:off x="1813150" y="3130000"/>
                  <a:ext cx="764900" cy="6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96" h="2787" extrusionOk="0">
                      <a:moveTo>
                        <a:pt x="29004" y="0"/>
                      </a:moveTo>
                      <a:cubicBezTo>
                        <a:pt x="26965" y="0"/>
                        <a:pt x="24931" y="74"/>
                        <a:pt x="22900" y="177"/>
                      </a:cubicBezTo>
                      <a:cubicBezTo>
                        <a:pt x="20341" y="300"/>
                        <a:pt x="17789" y="501"/>
                        <a:pt x="15238" y="719"/>
                      </a:cubicBezTo>
                      <a:cubicBezTo>
                        <a:pt x="12689" y="963"/>
                        <a:pt x="10142" y="1221"/>
                        <a:pt x="7602" y="1558"/>
                      </a:cubicBezTo>
                      <a:cubicBezTo>
                        <a:pt x="5062" y="1887"/>
                        <a:pt x="2525" y="2263"/>
                        <a:pt x="0" y="2772"/>
                      </a:cubicBezTo>
                      <a:cubicBezTo>
                        <a:pt x="513" y="2782"/>
                        <a:pt x="1024" y="2787"/>
                        <a:pt x="1535" y="2787"/>
                      </a:cubicBezTo>
                      <a:cubicBezTo>
                        <a:pt x="3595" y="2787"/>
                        <a:pt x="5647" y="2713"/>
                        <a:pt x="7696" y="2609"/>
                      </a:cubicBezTo>
                      <a:cubicBezTo>
                        <a:pt x="10256" y="2487"/>
                        <a:pt x="12808" y="2286"/>
                        <a:pt x="15359" y="2069"/>
                      </a:cubicBezTo>
                      <a:cubicBezTo>
                        <a:pt x="17907" y="1828"/>
                        <a:pt x="20455" y="1569"/>
                        <a:pt x="22995" y="1232"/>
                      </a:cubicBezTo>
                      <a:cubicBezTo>
                        <a:pt x="25535" y="903"/>
                        <a:pt x="28072" y="527"/>
                        <a:pt x="30596" y="16"/>
                      </a:cubicBezTo>
                      <a:cubicBezTo>
                        <a:pt x="30065" y="5"/>
                        <a:pt x="29534" y="0"/>
                        <a:pt x="29004" y="0"/>
                      </a:cubicBezTo>
                      <a:close/>
                    </a:path>
                  </a:pathLst>
                </a:custGeom>
                <a:solidFill>
                  <a:srgbClr val="191E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648;p29">
                  <a:extLst>
                    <a:ext uri="{FF2B5EF4-FFF2-40B4-BE49-F238E27FC236}">
                      <a16:creationId xmlns:a16="http://schemas.microsoft.com/office/drawing/2014/main" id="{F42AF6E9-2841-7E2C-0FCD-E723DE1E10E0}"/>
                    </a:ext>
                  </a:extLst>
                </p:cNvPr>
                <p:cNvSpPr/>
                <p:nvPr/>
              </p:nvSpPr>
              <p:spPr>
                <a:xfrm>
                  <a:off x="1918875" y="3234850"/>
                  <a:ext cx="744650" cy="6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86" h="2723" extrusionOk="0">
                      <a:moveTo>
                        <a:pt x="28036" y="0"/>
                      </a:moveTo>
                      <a:cubicBezTo>
                        <a:pt x="26116" y="0"/>
                        <a:pt x="24203" y="68"/>
                        <a:pt x="22291" y="164"/>
                      </a:cubicBezTo>
                      <a:cubicBezTo>
                        <a:pt x="19800" y="281"/>
                        <a:pt x="17315" y="475"/>
                        <a:pt x="14832" y="687"/>
                      </a:cubicBezTo>
                      <a:cubicBezTo>
                        <a:pt x="12352" y="924"/>
                        <a:pt x="9872" y="1177"/>
                        <a:pt x="7400" y="1507"/>
                      </a:cubicBezTo>
                      <a:cubicBezTo>
                        <a:pt x="4926" y="1831"/>
                        <a:pt x="2458" y="2200"/>
                        <a:pt x="0" y="2704"/>
                      </a:cubicBezTo>
                      <a:cubicBezTo>
                        <a:pt x="563" y="2717"/>
                        <a:pt x="1126" y="2722"/>
                        <a:pt x="1687" y="2722"/>
                      </a:cubicBezTo>
                      <a:cubicBezTo>
                        <a:pt x="3628" y="2722"/>
                        <a:pt x="5562" y="2654"/>
                        <a:pt x="7494" y="2558"/>
                      </a:cubicBezTo>
                      <a:cubicBezTo>
                        <a:pt x="9986" y="2442"/>
                        <a:pt x="12470" y="2247"/>
                        <a:pt x="14953" y="2036"/>
                      </a:cubicBezTo>
                      <a:cubicBezTo>
                        <a:pt x="17435" y="1801"/>
                        <a:pt x="19914" y="1549"/>
                        <a:pt x="22387" y="1218"/>
                      </a:cubicBezTo>
                      <a:cubicBezTo>
                        <a:pt x="24860" y="895"/>
                        <a:pt x="27329" y="525"/>
                        <a:pt x="29785" y="20"/>
                      </a:cubicBezTo>
                      <a:cubicBezTo>
                        <a:pt x="29201" y="7"/>
                        <a:pt x="28618" y="0"/>
                        <a:pt x="28036" y="0"/>
                      </a:cubicBezTo>
                      <a:close/>
                    </a:path>
                  </a:pathLst>
                </a:custGeom>
                <a:solidFill>
                  <a:srgbClr val="191E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" name="Google Shape;649;p29">
                  <a:extLst>
                    <a:ext uri="{FF2B5EF4-FFF2-40B4-BE49-F238E27FC236}">
                      <a16:creationId xmlns:a16="http://schemas.microsoft.com/office/drawing/2014/main" id="{4AE33237-D8F8-281D-E5CA-3C809E4D78E0}"/>
                    </a:ext>
                  </a:extLst>
                </p:cNvPr>
                <p:cNvSpPr/>
                <p:nvPr/>
              </p:nvSpPr>
              <p:spPr>
                <a:xfrm>
                  <a:off x="2024600" y="3338350"/>
                  <a:ext cx="740475" cy="6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19" h="2709" extrusionOk="0">
                      <a:moveTo>
                        <a:pt x="27851" y="0"/>
                      </a:moveTo>
                      <a:cubicBezTo>
                        <a:pt x="25951" y="0"/>
                        <a:pt x="24058" y="66"/>
                        <a:pt x="22167" y="161"/>
                      </a:cubicBezTo>
                      <a:cubicBezTo>
                        <a:pt x="19689" y="275"/>
                        <a:pt x="17218" y="468"/>
                        <a:pt x="14749" y="679"/>
                      </a:cubicBezTo>
                      <a:cubicBezTo>
                        <a:pt x="12283" y="915"/>
                        <a:pt x="9816" y="1167"/>
                        <a:pt x="7358" y="1496"/>
                      </a:cubicBezTo>
                      <a:cubicBezTo>
                        <a:pt x="4898" y="1818"/>
                        <a:pt x="2444" y="2187"/>
                        <a:pt x="1" y="2689"/>
                      </a:cubicBezTo>
                      <a:cubicBezTo>
                        <a:pt x="580" y="2702"/>
                        <a:pt x="1158" y="2708"/>
                        <a:pt x="1736" y="2708"/>
                      </a:cubicBezTo>
                      <a:cubicBezTo>
                        <a:pt x="3646" y="2708"/>
                        <a:pt x="5551" y="2642"/>
                        <a:pt x="7453" y="2547"/>
                      </a:cubicBezTo>
                      <a:cubicBezTo>
                        <a:pt x="9930" y="2432"/>
                        <a:pt x="12401" y="2239"/>
                        <a:pt x="14871" y="2030"/>
                      </a:cubicBezTo>
                      <a:cubicBezTo>
                        <a:pt x="17337" y="1796"/>
                        <a:pt x="19803" y="1544"/>
                        <a:pt x="22262" y="1214"/>
                      </a:cubicBezTo>
                      <a:cubicBezTo>
                        <a:pt x="24722" y="893"/>
                        <a:pt x="27175" y="524"/>
                        <a:pt x="29618" y="20"/>
                      </a:cubicBezTo>
                      <a:cubicBezTo>
                        <a:pt x="29029" y="7"/>
                        <a:pt x="28439" y="0"/>
                        <a:pt x="27851" y="0"/>
                      </a:cubicBezTo>
                      <a:close/>
                    </a:path>
                  </a:pathLst>
                </a:custGeom>
                <a:solidFill>
                  <a:srgbClr val="191E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650;p29">
                  <a:extLst>
                    <a:ext uri="{FF2B5EF4-FFF2-40B4-BE49-F238E27FC236}">
                      <a16:creationId xmlns:a16="http://schemas.microsoft.com/office/drawing/2014/main" id="{B1F5BA1C-30B5-1B19-CC4D-7DFA8780BEB0}"/>
                    </a:ext>
                  </a:extLst>
                </p:cNvPr>
                <p:cNvSpPr/>
                <p:nvPr/>
              </p:nvSpPr>
              <p:spPr>
                <a:xfrm>
                  <a:off x="2113350" y="3440900"/>
                  <a:ext cx="747050" cy="6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82" h="2731" extrusionOk="0">
                      <a:moveTo>
                        <a:pt x="28169" y="0"/>
                      </a:moveTo>
                      <a:cubicBezTo>
                        <a:pt x="26229" y="0"/>
                        <a:pt x="24295" y="68"/>
                        <a:pt x="22364" y="165"/>
                      </a:cubicBezTo>
                      <a:cubicBezTo>
                        <a:pt x="19864" y="283"/>
                        <a:pt x="17372" y="478"/>
                        <a:pt x="14880" y="690"/>
                      </a:cubicBezTo>
                      <a:cubicBezTo>
                        <a:pt x="12392" y="929"/>
                        <a:pt x="9904" y="1182"/>
                        <a:pt x="7424" y="1514"/>
                      </a:cubicBezTo>
                      <a:cubicBezTo>
                        <a:pt x="4943" y="1838"/>
                        <a:pt x="2465" y="2209"/>
                        <a:pt x="1" y="2713"/>
                      </a:cubicBezTo>
                      <a:cubicBezTo>
                        <a:pt x="560" y="2725"/>
                        <a:pt x="1119" y="2731"/>
                        <a:pt x="1677" y="2731"/>
                      </a:cubicBezTo>
                      <a:cubicBezTo>
                        <a:pt x="3629" y="2731"/>
                        <a:pt x="5575" y="2662"/>
                        <a:pt x="7518" y="2563"/>
                      </a:cubicBezTo>
                      <a:cubicBezTo>
                        <a:pt x="10019" y="2447"/>
                        <a:pt x="12510" y="2252"/>
                        <a:pt x="15002" y="2041"/>
                      </a:cubicBezTo>
                      <a:cubicBezTo>
                        <a:pt x="17491" y="1805"/>
                        <a:pt x="19979" y="1551"/>
                        <a:pt x="22459" y="1219"/>
                      </a:cubicBezTo>
                      <a:cubicBezTo>
                        <a:pt x="24939" y="896"/>
                        <a:pt x="27417" y="525"/>
                        <a:pt x="29881" y="19"/>
                      </a:cubicBezTo>
                      <a:cubicBezTo>
                        <a:pt x="29310" y="6"/>
                        <a:pt x="28739" y="0"/>
                        <a:pt x="28169" y="0"/>
                      </a:cubicBezTo>
                      <a:close/>
                    </a:path>
                  </a:pathLst>
                </a:custGeom>
                <a:solidFill>
                  <a:srgbClr val="191E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" name="Google Shape;651;p29">
                  <a:extLst>
                    <a:ext uri="{FF2B5EF4-FFF2-40B4-BE49-F238E27FC236}">
                      <a16:creationId xmlns:a16="http://schemas.microsoft.com/office/drawing/2014/main" id="{33858648-C91F-6976-CA8F-F1A653CCAB4E}"/>
                    </a:ext>
                  </a:extLst>
                </p:cNvPr>
                <p:cNvSpPr/>
                <p:nvPr/>
              </p:nvSpPr>
              <p:spPr>
                <a:xfrm>
                  <a:off x="2219100" y="3543225"/>
                  <a:ext cx="756675" cy="6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67" h="2761" extrusionOk="0">
                      <a:moveTo>
                        <a:pt x="28620" y="1"/>
                      </a:moveTo>
                      <a:cubicBezTo>
                        <a:pt x="26625" y="1"/>
                        <a:pt x="24637" y="72"/>
                        <a:pt x="22652" y="173"/>
                      </a:cubicBezTo>
                      <a:cubicBezTo>
                        <a:pt x="20121" y="292"/>
                        <a:pt x="17596" y="491"/>
                        <a:pt x="15073" y="706"/>
                      </a:cubicBezTo>
                      <a:cubicBezTo>
                        <a:pt x="12551" y="947"/>
                        <a:pt x="10032" y="1203"/>
                        <a:pt x="7519" y="1538"/>
                      </a:cubicBezTo>
                      <a:cubicBezTo>
                        <a:pt x="5006" y="1865"/>
                        <a:pt x="2497" y="2238"/>
                        <a:pt x="0" y="2745"/>
                      </a:cubicBezTo>
                      <a:cubicBezTo>
                        <a:pt x="539" y="2756"/>
                        <a:pt x="1076" y="2761"/>
                        <a:pt x="1614" y="2761"/>
                      </a:cubicBezTo>
                      <a:cubicBezTo>
                        <a:pt x="3619" y="2761"/>
                        <a:pt x="5617" y="2689"/>
                        <a:pt x="7614" y="2589"/>
                      </a:cubicBezTo>
                      <a:cubicBezTo>
                        <a:pt x="10146" y="2468"/>
                        <a:pt x="12671" y="2270"/>
                        <a:pt x="15194" y="2056"/>
                      </a:cubicBezTo>
                      <a:cubicBezTo>
                        <a:pt x="17715" y="1817"/>
                        <a:pt x="20235" y="1561"/>
                        <a:pt x="22748" y="1227"/>
                      </a:cubicBezTo>
                      <a:cubicBezTo>
                        <a:pt x="25260" y="901"/>
                        <a:pt x="27770" y="526"/>
                        <a:pt x="30267" y="18"/>
                      </a:cubicBezTo>
                      <a:cubicBezTo>
                        <a:pt x="29717" y="6"/>
                        <a:pt x="29168" y="1"/>
                        <a:pt x="28620" y="1"/>
                      </a:cubicBezTo>
                      <a:close/>
                    </a:path>
                  </a:pathLst>
                </a:custGeom>
                <a:solidFill>
                  <a:srgbClr val="191E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" name="Google Shape;652;p29">
                  <a:extLst>
                    <a:ext uri="{FF2B5EF4-FFF2-40B4-BE49-F238E27FC236}">
                      <a16:creationId xmlns:a16="http://schemas.microsoft.com/office/drawing/2014/main" id="{CC3D294B-B27A-93ED-4648-76BCC36729C0}"/>
                    </a:ext>
                  </a:extLst>
                </p:cNvPr>
                <p:cNvSpPr/>
                <p:nvPr/>
              </p:nvSpPr>
              <p:spPr>
                <a:xfrm>
                  <a:off x="2324825" y="3647450"/>
                  <a:ext cx="743875" cy="6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55" h="2720" extrusionOk="0">
                      <a:moveTo>
                        <a:pt x="28004" y="1"/>
                      </a:moveTo>
                      <a:cubicBezTo>
                        <a:pt x="26087" y="1"/>
                        <a:pt x="24176" y="68"/>
                        <a:pt x="22268" y="164"/>
                      </a:cubicBezTo>
                      <a:cubicBezTo>
                        <a:pt x="19779" y="280"/>
                        <a:pt x="17296" y="474"/>
                        <a:pt x="14816" y="685"/>
                      </a:cubicBezTo>
                      <a:cubicBezTo>
                        <a:pt x="12338" y="922"/>
                        <a:pt x="9861" y="1175"/>
                        <a:pt x="7391" y="1505"/>
                      </a:cubicBezTo>
                      <a:cubicBezTo>
                        <a:pt x="4921" y="1828"/>
                        <a:pt x="2455" y="2198"/>
                        <a:pt x="0" y="2701"/>
                      </a:cubicBezTo>
                      <a:cubicBezTo>
                        <a:pt x="570" y="2714"/>
                        <a:pt x="1139" y="2720"/>
                        <a:pt x="1707" y="2720"/>
                      </a:cubicBezTo>
                      <a:cubicBezTo>
                        <a:pt x="3638" y="2720"/>
                        <a:pt x="5563" y="2652"/>
                        <a:pt x="7485" y="2556"/>
                      </a:cubicBezTo>
                      <a:cubicBezTo>
                        <a:pt x="9975" y="2441"/>
                        <a:pt x="12457" y="2247"/>
                        <a:pt x="14938" y="2036"/>
                      </a:cubicBezTo>
                      <a:cubicBezTo>
                        <a:pt x="17416" y="1801"/>
                        <a:pt x="19894" y="1549"/>
                        <a:pt x="22363" y="1218"/>
                      </a:cubicBezTo>
                      <a:cubicBezTo>
                        <a:pt x="24833" y="896"/>
                        <a:pt x="27300" y="526"/>
                        <a:pt x="29754" y="21"/>
                      </a:cubicBezTo>
                      <a:cubicBezTo>
                        <a:pt x="29170" y="7"/>
                        <a:pt x="28587" y="1"/>
                        <a:pt x="28004" y="1"/>
                      </a:cubicBezTo>
                      <a:close/>
                    </a:path>
                  </a:pathLst>
                </a:custGeom>
                <a:solidFill>
                  <a:srgbClr val="191E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" name="Google Shape;653;p29">
                  <a:extLst>
                    <a:ext uri="{FF2B5EF4-FFF2-40B4-BE49-F238E27FC236}">
                      <a16:creationId xmlns:a16="http://schemas.microsoft.com/office/drawing/2014/main" id="{637B3D44-C297-E69F-099A-9A3409701FBB}"/>
                    </a:ext>
                  </a:extLst>
                </p:cNvPr>
                <p:cNvSpPr/>
                <p:nvPr/>
              </p:nvSpPr>
              <p:spPr>
                <a:xfrm>
                  <a:off x="2430550" y="3750375"/>
                  <a:ext cx="746350" cy="6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54" h="2728" extrusionOk="0">
                      <a:moveTo>
                        <a:pt x="28120" y="1"/>
                      </a:moveTo>
                      <a:cubicBezTo>
                        <a:pt x="26189" y="1"/>
                        <a:pt x="24264" y="68"/>
                        <a:pt x="22341" y="165"/>
                      </a:cubicBezTo>
                      <a:cubicBezTo>
                        <a:pt x="19844" y="282"/>
                        <a:pt x="17355" y="478"/>
                        <a:pt x="14865" y="690"/>
                      </a:cubicBezTo>
                      <a:cubicBezTo>
                        <a:pt x="12379" y="927"/>
                        <a:pt x="9894" y="1181"/>
                        <a:pt x="7416" y="1512"/>
                      </a:cubicBezTo>
                      <a:cubicBezTo>
                        <a:pt x="4936" y="1835"/>
                        <a:pt x="2462" y="2206"/>
                        <a:pt x="0" y="2709"/>
                      </a:cubicBezTo>
                      <a:cubicBezTo>
                        <a:pt x="567" y="2722"/>
                        <a:pt x="1133" y="2728"/>
                        <a:pt x="1698" y="2728"/>
                      </a:cubicBezTo>
                      <a:cubicBezTo>
                        <a:pt x="3640" y="2728"/>
                        <a:pt x="5576" y="2659"/>
                        <a:pt x="7511" y="2562"/>
                      </a:cubicBezTo>
                      <a:cubicBezTo>
                        <a:pt x="10008" y="2446"/>
                        <a:pt x="12499" y="2250"/>
                        <a:pt x="14987" y="2040"/>
                      </a:cubicBezTo>
                      <a:cubicBezTo>
                        <a:pt x="17473" y="1804"/>
                        <a:pt x="19958" y="1551"/>
                        <a:pt x="22437" y="1219"/>
                      </a:cubicBezTo>
                      <a:cubicBezTo>
                        <a:pt x="24916" y="896"/>
                        <a:pt x="27390" y="525"/>
                        <a:pt x="29853" y="20"/>
                      </a:cubicBezTo>
                      <a:cubicBezTo>
                        <a:pt x="29275" y="7"/>
                        <a:pt x="28697" y="1"/>
                        <a:pt x="28120" y="1"/>
                      </a:cubicBezTo>
                      <a:close/>
                    </a:path>
                  </a:pathLst>
                </a:custGeom>
                <a:solidFill>
                  <a:srgbClr val="191E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" name="Google Shape;654;p29">
                  <a:extLst>
                    <a:ext uri="{FF2B5EF4-FFF2-40B4-BE49-F238E27FC236}">
                      <a16:creationId xmlns:a16="http://schemas.microsoft.com/office/drawing/2014/main" id="{4804E55E-8655-BE7B-5259-47C7F2F0710E}"/>
                    </a:ext>
                  </a:extLst>
                </p:cNvPr>
                <p:cNvSpPr/>
                <p:nvPr/>
              </p:nvSpPr>
              <p:spPr>
                <a:xfrm>
                  <a:off x="2536250" y="3857800"/>
                  <a:ext cx="712450" cy="6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98" h="2568" extrusionOk="0">
                      <a:moveTo>
                        <a:pt x="26345" y="0"/>
                      </a:moveTo>
                      <a:cubicBezTo>
                        <a:pt x="24668" y="0"/>
                        <a:pt x="22996" y="54"/>
                        <a:pt x="21327" y="131"/>
                      </a:cubicBezTo>
                      <a:cubicBezTo>
                        <a:pt x="18943" y="232"/>
                        <a:pt x="16565" y="412"/>
                        <a:pt x="14190" y="610"/>
                      </a:cubicBezTo>
                      <a:cubicBezTo>
                        <a:pt x="11817" y="831"/>
                        <a:pt x="9444" y="1070"/>
                        <a:pt x="7079" y="1386"/>
                      </a:cubicBezTo>
                      <a:cubicBezTo>
                        <a:pt x="4712" y="1695"/>
                        <a:pt x="2351" y="2049"/>
                        <a:pt x="0" y="2538"/>
                      </a:cubicBezTo>
                      <a:cubicBezTo>
                        <a:pt x="701" y="2559"/>
                        <a:pt x="1400" y="2568"/>
                        <a:pt x="2099" y="2568"/>
                      </a:cubicBezTo>
                      <a:cubicBezTo>
                        <a:pt x="3794" y="2568"/>
                        <a:pt x="5484" y="2514"/>
                        <a:pt x="7171" y="2436"/>
                      </a:cubicBezTo>
                      <a:cubicBezTo>
                        <a:pt x="9555" y="2336"/>
                        <a:pt x="11932" y="2155"/>
                        <a:pt x="14308" y="1960"/>
                      </a:cubicBezTo>
                      <a:cubicBezTo>
                        <a:pt x="16681" y="1740"/>
                        <a:pt x="19055" y="1501"/>
                        <a:pt x="21420" y="1185"/>
                      </a:cubicBezTo>
                      <a:cubicBezTo>
                        <a:pt x="23786" y="878"/>
                        <a:pt x="26148" y="522"/>
                        <a:pt x="28498" y="32"/>
                      </a:cubicBezTo>
                      <a:cubicBezTo>
                        <a:pt x="27779" y="10"/>
                        <a:pt x="27062" y="0"/>
                        <a:pt x="26345" y="0"/>
                      </a:cubicBezTo>
                      <a:close/>
                    </a:path>
                  </a:pathLst>
                </a:custGeom>
                <a:solidFill>
                  <a:srgbClr val="191E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" name="Google Shape;655;p29">
                  <a:extLst>
                    <a:ext uri="{FF2B5EF4-FFF2-40B4-BE49-F238E27FC236}">
                      <a16:creationId xmlns:a16="http://schemas.microsoft.com/office/drawing/2014/main" id="{51465AFC-7E0C-1B1B-7009-4A9F4D5090CC}"/>
                    </a:ext>
                  </a:extLst>
                </p:cNvPr>
                <p:cNvSpPr/>
                <p:nvPr/>
              </p:nvSpPr>
              <p:spPr>
                <a:xfrm>
                  <a:off x="1729750" y="2934175"/>
                  <a:ext cx="623325" cy="14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33" h="5951" extrusionOk="0">
                      <a:moveTo>
                        <a:pt x="22240" y="0"/>
                      </a:moveTo>
                      <a:lnTo>
                        <a:pt x="0" y="1134"/>
                      </a:lnTo>
                      <a:lnTo>
                        <a:pt x="2975" y="5950"/>
                      </a:lnTo>
                      <a:lnTo>
                        <a:pt x="24932" y="4180"/>
                      </a:lnTo>
                      <a:lnTo>
                        <a:pt x="22240" y="0"/>
                      </a:lnTo>
                      <a:close/>
                    </a:path>
                  </a:pathLst>
                </a:custGeom>
                <a:solidFill>
                  <a:srgbClr val="B351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656;p29">
                  <a:extLst>
                    <a:ext uri="{FF2B5EF4-FFF2-40B4-BE49-F238E27FC236}">
                      <a16:creationId xmlns:a16="http://schemas.microsoft.com/office/drawing/2014/main" id="{4A41AF5D-5E37-481F-A7CF-5AE71EDAD4A0}"/>
                    </a:ext>
                  </a:extLst>
                </p:cNvPr>
                <p:cNvSpPr/>
                <p:nvPr/>
              </p:nvSpPr>
              <p:spPr>
                <a:xfrm>
                  <a:off x="2896675" y="3590800"/>
                  <a:ext cx="713625" cy="45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45" h="18217" extrusionOk="0">
                      <a:moveTo>
                        <a:pt x="12701" y="0"/>
                      </a:moveTo>
                      <a:cubicBezTo>
                        <a:pt x="11495" y="0"/>
                        <a:pt x="10466" y="60"/>
                        <a:pt x="9845" y="85"/>
                      </a:cubicBezTo>
                      <a:cubicBezTo>
                        <a:pt x="9763" y="88"/>
                        <a:pt x="9670" y="90"/>
                        <a:pt x="9568" y="90"/>
                      </a:cubicBezTo>
                      <a:cubicBezTo>
                        <a:pt x="8851" y="90"/>
                        <a:pt x="7677" y="19"/>
                        <a:pt x="6414" y="19"/>
                      </a:cubicBezTo>
                      <a:cubicBezTo>
                        <a:pt x="4002" y="19"/>
                        <a:pt x="1267" y="278"/>
                        <a:pt x="780" y="1785"/>
                      </a:cubicBezTo>
                      <a:cubicBezTo>
                        <a:pt x="0" y="4192"/>
                        <a:pt x="13742" y="5397"/>
                        <a:pt x="14095" y="5467"/>
                      </a:cubicBezTo>
                      <a:cubicBezTo>
                        <a:pt x="14450" y="5538"/>
                        <a:pt x="25995" y="18217"/>
                        <a:pt x="25995" y="18217"/>
                      </a:cubicBezTo>
                      <a:cubicBezTo>
                        <a:pt x="25995" y="18217"/>
                        <a:pt x="28545" y="15242"/>
                        <a:pt x="28545" y="12267"/>
                      </a:cubicBezTo>
                      <a:cubicBezTo>
                        <a:pt x="28545" y="9292"/>
                        <a:pt x="22808" y="2775"/>
                        <a:pt x="19762" y="1217"/>
                      </a:cubicBezTo>
                      <a:cubicBezTo>
                        <a:pt x="17783" y="205"/>
                        <a:pt x="14937" y="0"/>
                        <a:pt x="12701" y="0"/>
                      </a:cubicBezTo>
                      <a:close/>
                    </a:path>
                  </a:pathLst>
                </a:custGeom>
                <a:solidFill>
                  <a:srgbClr val="EAC1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657;p29">
                  <a:extLst>
                    <a:ext uri="{FF2B5EF4-FFF2-40B4-BE49-F238E27FC236}">
                      <a16:creationId xmlns:a16="http://schemas.microsoft.com/office/drawing/2014/main" id="{D28D60C3-0E69-99C5-869A-310526F0A008}"/>
                    </a:ext>
                  </a:extLst>
                </p:cNvPr>
                <p:cNvSpPr/>
                <p:nvPr/>
              </p:nvSpPr>
              <p:spPr>
                <a:xfrm>
                  <a:off x="3447350" y="3897475"/>
                  <a:ext cx="757425" cy="85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97" h="34045" extrusionOk="0">
                      <a:moveTo>
                        <a:pt x="6518" y="0"/>
                      </a:moveTo>
                      <a:lnTo>
                        <a:pt x="0" y="17023"/>
                      </a:lnTo>
                      <a:lnTo>
                        <a:pt x="26227" y="34045"/>
                      </a:lnTo>
                      <a:lnTo>
                        <a:pt x="30297" y="14897"/>
                      </a:lnTo>
                      <a:lnTo>
                        <a:pt x="6518" y="0"/>
                      </a:lnTo>
                      <a:close/>
                    </a:path>
                  </a:pathLst>
                </a:custGeom>
                <a:solidFill>
                  <a:srgbClr val="B07D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658;p29">
                  <a:extLst>
                    <a:ext uri="{FF2B5EF4-FFF2-40B4-BE49-F238E27FC236}">
                      <a16:creationId xmlns:a16="http://schemas.microsoft.com/office/drawing/2014/main" id="{CB77458C-0567-7852-7636-D101EC20CDDA}"/>
                    </a:ext>
                  </a:extLst>
                </p:cNvPr>
                <p:cNvSpPr/>
                <p:nvPr/>
              </p:nvSpPr>
              <p:spPr>
                <a:xfrm>
                  <a:off x="4329100" y="2024975"/>
                  <a:ext cx="1273950" cy="158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958" h="63219" extrusionOk="0">
                      <a:moveTo>
                        <a:pt x="29578" y="1"/>
                      </a:moveTo>
                      <a:lnTo>
                        <a:pt x="0" y="17028"/>
                      </a:lnTo>
                      <a:cubicBezTo>
                        <a:pt x="0" y="17028"/>
                        <a:pt x="6331" y="51970"/>
                        <a:pt x="7914" y="60110"/>
                      </a:cubicBezTo>
                      <a:cubicBezTo>
                        <a:pt x="8324" y="62217"/>
                        <a:pt x="9893" y="63218"/>
                        <a:pt x="12387" y="63218"/>
                      </a:cubicBezTo>
                      <a:cubicBezTo>
                        <a:pt x="19522" y="63218"/>
                        <a:pt x="34221" y="55024"/>
                        <a:pt x="50958" y="41118"/>
                      </a:cubicBezTo>
                      <a:cubicBezTo>
                        <a:pt x="41550" y="32527"/>
                        <a:pt x="29578" y="1"/>
                        <a:pt x="29578" y="1"/>
                      </a:cubicBezTo>
                      <a:close/>
                    </a:path>
                  </a:pathLst>
                </a:custGeom>
                <a:solidFill>
                  <a:srgbClr val="EAC1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659;p29">
                  <a:extLst>
                    <a:ext uri="{FF2B5EF4-FFF2-40B4-BE49-F238E27FC236}">
                      <a16:creationId xmlns:a16="http://schemas.microsoft.com/office/drawing/2014/main" id="{2658CAE7-8636-BA0E-C6C9-D84B6CEA7F33}"/>
                    </a:ext>
                  </a:extLst>
                </p:cNvPr>
                <p:cNvSpPr/>
                <p:nvPr/>
              </p:nvSpPr>
              <p:spPr>
                <a:xfrm>
                  <a:off x="3799275" y="2669750"/>
                  <a:ext cx="2762450" cy="280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8" h="112221" extrusionOk="0">
                      <a:moveTo>
                        <a:pt x="71459" y="1"/>
                      </a:moveTo>
                      <a:cubicBezTo>
                        <a:pt x="71458" y="1"/>
                        <a:pt x="71458" y="1"/>
                        <a:pt x="71457" y="1"/>
                      </a:cubicBezTo>
                      <a:cubicBezTo>
                        <a:pt x="71457" y="1"/>
                        <a:pt x="6444" y="14394"/>
                        <a:pt x="3223" y="33669"/>
                      </a:cubicBezTo>
                      <a:cubicBezTo>
                        <a:pt x="1" y="52942"/>
                        <a:pt x="11020" y="112187"/>
                        <a:pt x="11020" y="112187"/>
                      </a:cubicBezTo>
                      <a:lnTo>
                        <a:pt x="91736" y="112220"/>
                      </a:lnTo>
                      <a:cubicBezTo>
                        <a:pt x="91736" y="112220"/>
                        <a:pt x="110497" y="1"/>
                        <a:pt x="71459" y="1"/>
                      </a:cubicBezTo>
                      <a:close/>
                    </a:path>
                  </a:pathLst>
                </a:custGeom>
                <a:solidFill>
                  <a:srgbClr val="CC914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660;p29">
                  <a:extLst>
                    <a:ext uri="{FF2B5EF4-FFF2-40B4-BE49-F238E27FC236}">
                      <a16:creationId xmlns:a16="http://schemas.microsoft.com/office/drawing/2014/main" id="{D2C0F8A7-CE8E-C3AC-E357-BDEE4557508D}"/>
                    </a:ext>
                  </a:extLst>
                </p:cNvPr>
                <p:cNvSpPr/>
                <p:nvPr/>
              </p:nvSpPr>
              <p:spPr>
                <a:xfrm>
                  <a:off x="4204750" y="2498975"/>
                  <a:ext cx="1263525" cy="66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41" h="26516" extrusionOk="0">
                      <a:moveTo>
                        <a:pt x="46574" y="1"/>
                      </a:moveTo>
                      <a:lnTo>
                        <a:pt x="4240" y="19191"/>
                      </a:lnTo>
                      <a:lnTo>
                        <a:pt x="1" y="26515"/>
                      </a:lnTo>
                      <a:lnTo>
                        <a:pt x="50541" y="7955"/>
                      </a:lnTo>
                      <a:lnTo>
                        <a:pt x="46574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661;p29">
                  <a:extLst>
                    <a:ext uri="{FF2B5EF4-FFF2-40B4-BE49-F238E27FC236}">
                      <a16:creationId xmlns:a16="http://schemas.microsoft.com/office/drawing/2014/main" id="{DA2E345F-0269-E660-CDE7-4080E1D69314}"/>
                    </a:ext>
                  </a:extLst>
                </p:cNvPr>
                <p:cNvSpPr/>
                <p:nvPr/>
              </p:nvSpPr>
              <p:spPr>
                <a:xfrm>
                  <a:off x="2746150" y="3001200"/>
                  <a:ext cx="150725" cy="51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9" h="20411" extrusionOk="0">
                      <a:moveTo>
                        <a:pt x="3585" y="1"/>
                      </a:moveTo>
                      <a:lnTo>
                        <a:pt x="1" y="18144"/>
                      </a:lnTo>
                      <a:lnTo>
                        <a:pt x="1666" y="20411"/>
                      </a:lnTo>
                      <a:lnTo>
                        <a:pt x="6029" y="587"/>
                      </a:lnTo>
                      <a:lnTo>
                        <a:pt x="358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662;p29">
                  <a:extLst>
                    <a:ext uri="{FF2B5EF4-FFF2-40B4-BE49-F238E27FC236}">
                      <a16:creationId xmlns:a16="http://schemas.microsoft.com/office/drawing/2014/main" id="{F0193104-720C-716D-15B5-0A0FB5811409}"/>
                    </a:ext>
                  </a:extLst>
                </p:cNvPr>
                <p:cNvSpPr/>
                <p:nvPr/>
              </p:nvSpPr>
              <p:spPr>
                <a:xfrm>
                  <a:off x="2383175" y="3333575"/>
                  <a:ext cx="703000" cy="8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20" h="32709" extrusionOk="0">
                      <a:moveTo>
                        <a:pt x="10317" y="1"/>
                      </a:moveTo>
                      <a:cubicBezTo>
                        <a:pt x="10204" y="1"/>
                        <a:pt x="10094" y="11"/>
                        <a:pt x="9987" y="32"/>
                      </a:cubicBezTo>
                      <a:cubicBezTo>
                        <a:pt x="7508" y="528"/>
                        <a:pt x="8783" y="4141"/>
                        <a:pt x="9987" y="6124"/>
                      </a:cubicBezTo>
                      <a:cubicBezTo>
                        <a:pt x="9704" y="6047"/>
                        <a:pt x="9437" y="6011"/>
                        <a:pt x="9187" y="6011"/>
                      </a:cubicBezTo>
                      <a:cubicBezTo>
                        <a:pt x="6684" y="6011"/>
                        <a:pt x="5841" y="9588"/>
                        <a:pt x="6871" y="10941"/>
                      </a:cubicBezTo>
                      <a:cubicBezTo>
                        <a:pt x="4604" y="14764"/>
                        <a:pt x="1" y="24327"/>
                        <a:pt x="13528" y="30914"/>
                      </a:cubicBezTo>
                      <a:cubicBezTo>
                        <a:pt x="16155" y="32193"/>
                        <a:pt x="18311" y="32708"/>
                        <a:pt x="20082" y="32708"/>
                      </a:cubicBezTo>
                      <a:cubicBezTo>
                        <a:pt x="27429" y="32708"/>
                        <a:pt x="28120" y="23831"/>
                        <a:pt x="28120" y="23831"/>
                      </a:cubicBezTo>
                      <a:cubicBezTo>
                        <a:pt x="28120" y="23831"/>
                        <a:pt x="27695" y="12357"/>
                        <a:pt x="27128" y="10941"/>
                      </a:cubicBezTo>
                      <a:cubicBezTo>
                        <a:pt x="26560" y="9524"/>
                        <a:pt x="25073" y="5769"/>
                        <a:pt x="24011" y="5557"/>
                      </a:cubicBezTo>
                      <a:cubicBezTo>
                        <a:pt x="22949" y="5344"/>
                        <a:pt x="16575" y="5024"/>
                        <a:pt x="16575" y="5024"/>
                      </a:cubicBezTo>
                      <a:cubicBezTo>
                        <a:pt x="16575" y="5024"/>
                        <a:pt x="12814" y="1"/>
                        <a:pt x="10317" y="1"/>
                      </a:cubicBezTo>
                      <a:close/>
                    </a:path>
                  </a:pathLst>
                </a:custGeom>
                <a:solidFill>
                  <a:srgbClr val="F5C8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663;p29">
                  <a:extLst>
                    <a:ext uri="{FF2B5EF4-FFF2-40B4-BE49-F238E27FC236}">
                      <a16:creationId xmlns:a16="http://schemas.microsoft.com/office/drawing/2014/main" id="{546485AE-D11F-4996-BEA9-AC03BAD40AA9}"/>
                    </a:ext>
                  </a:extLst>
                </p:cNvPr>
                <p:cNvSpPr/>
                <p:nvPr/>
              </p:nvSpPr>
              <p:spPr>
                <a:xfrm>
                  <a:off x="2797500" y="3459150"/>
                  <a:ext cx="137650" cy="9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06" h="3760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31" y="583"/>
                        <a:pt x="591" y="1048"/>
                        <a:pt x="976" y="1475"/>
                      </a:cubicBezTo>
                      <a:cubicBezTo>
                        <a:pt x="1365" y="1893"/>
                        <a:pt x="1801" y="2265"/>
                        <a:pt x="2274" y="2585"/>
                      </a:cubicBezTo>
                      <a:cubicBezTo>
                        <a:pt x="2745" y="2902"/>
                        <a:pt x="3247" y="3174"/>
                        <a:pt x="3783" y="3381"/>
                      </a:cubicBezTo>
                      <a:cubicBezTo>
                        <a:pt x="4320" y="3584"/>
                        <a:pt x="4882" y="3740"/>
                        <a:pt x="5506" y="3760"/>
                      </a:cubicBezTo>
                      <a:cubicBezTo>
                        <a:pt x="5155" y="3241"/>
                        <a:pt x="4749" y="2848"/>
                        <a:pt x="4337" y="2469"/>
                      </a:cubicBezTo>
                      <a:cubicBezTo>
                        <a:pt x="3919" y="2102"/>
                        <a:pt x="3488" y="1764"/>
                        <a:pt x="3035" y="1462"/>
                      </a:cubicBezTo>
                      <a:cubicBezTo>
                        <a:pt x="2581" y="1155"/>
                        <a:pt x="2108" y="876"/>
                        <a:pt x="1618" y="629"/>
                      </a:cubicBezTo>
                      <a:cubicBezTo>
                        <a:pt x="1116" y="383"/>
                        <a:pt x="602" y="157"/>
                        <a:pt x="0" y="1"/>
                      </a:cubicBezTo>
                      <a:close/>
                    </a:path>
                  </a:pathLst>
                </a:custGeom>
                <a:solidFill>
                  <a:srgbClr val="191E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664;p29">
                  <a:extLst>
                    <a:ext uri="{FF2B5EF4-FFF2-40B4-BE49-F238E27FC236}">
                      <a16:creationId xmlns:a16="http://schemas.microsoft.com/office/drawing/2014/main" id="{0C652329-F1A5-9CA5-3E76-D4A4797068A2}"/>
                    </a:ext>
                  </a:extLst>
                </p:cNvPr>
                <p:cNvSpPr/>
                <p:nvPr/>
              </p:nvSpPr>
              <p:spPr>
                <a:xfrm>
                  <a:off x="2787775" y="3324050"/>
                  <a:ext cx="1919475" cy="2152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779" h="86092" extrusionOk="0">
                      <a:moveTo>
                        <a:pt x="54758" y="1"/>
                      </a:moveTo>
                      <a:cubicBezTo>
                        <a:pt x="51635" y="1"/>
                        <a:pt x="48439" y="1465"/>
                        <a:pt x="45730" y="3153"/>
                      </a:cubicBezTo>
                      <a:cubicBezTo>
                        <a:pt x="38841" y="7445"/>
                        <a:pt x="33295" y="37834"/>
                        <a:pt x="33295" y="37834"/>
                      </a:cubicBezTo>
                      <a:cubicBezTo>
                        <a:pt x="33295" y="37834"/>
                        <a:pt x="28362" y="30530"/>
                        <a:pt x="12932" y="18999"/>
                      </a:cubicBezTo>
                      <a:cubicBezTo>
                        <a:pt x="4030" y="21033"/>
                        <a:pt x="1" y="33090"/>
                        <a:pt x="1" y="33090"/>
                      </a:cubicBezTo>
                      <a:cubicBezTo>
                        <a:pt x="1" y="33090"/>
                        <a:pt x="21183" y="79816"/>
                        <a:pt x="51480" y="86015"/>
                      </a:cubicBezTo>
                      <a:cubicBezTo>
                        <a:pt x="51727" y="86066"/>
                        <a:pt x="51985" y="86091"/>
                        <a:pt x="52253" y="86091"/>
                      </a:cubicBezTo>
                      <a:cubicBezTo>
                        <a:pt x="60213" y="86091"/>
                        <a:pt x="76778" y="63708"/>
                        <a:pt x="66627" y="15031"/>
                      </a:cubicBezTo>
                      <a:cubicBezTo>
                        <a:pt x="64221" y="3489"/>
                        <a:pt x="59577" y="1"/>
                        <a:pt x="54758" y="1"/>
                      </a:cubicBezTo>
                      <a:close/>
                    </a:path>
                  </a:pathLst>
                </a:custGeom>
                <a:solidFill>
                  <a:srgbClr val="CC914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" name="Google Shape;665;p29">
                  <a:extLst>
                    <a:ext uri="{FF2B5EF4-FFF2-40B4-BE49-F238E27FC236}">
                      <a16:creationId xmlns:a16="http://schemas.microsoft.com/office/drawing/2014/main" id="{750322C9-AA34-B347-3199-43535FF98BB2}"/>
                    </a:ext>
                  </a:extLst>
                </p:cNvPr>
                <p:cNvSpPr/>
                <p:nvPr/>
              </p:nvSpPr>
              <p:spPr>
                <a:xfrm>
                  <a:off x="4074750" y="3985775"/>
                  <a:ext cx="457275" cy="14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1" h="59547" extrusionOk="0">
                      <a:moveTo>
                        <a:pt x="15689" y="1"/>
                      </a:moveTo>
                      <a:lnTo>
                        <a:pt x="15689" y="1"/>
                      </a:lnTo>
                      <a:cubicBezTo>
                        <a:pt x="16009" y="2770"/>
                        <a:pt x="16291" y="5539"/>
                        <a:pt x="16468" y="8316"/>
                      </a:cubicBezTo>
                      <a:cubicBezTo>
                        <a:pt x="16669" y="11090"/>
                        <a:pt x="16808" y="13864"/>
                        <a:pt x="16886" y="16638"/>
                      </a:cubicBezTo>
                      <a:cubicBezTo>
                        <a:pt x="17019" y="22184"/>
                        <a:pt x="16918" y="27739"/>
                        <a:pt x="16259" y="33223"/>
                      </a:cubicBezTo>
                      <a:cubicBezTo>
                        <a:pt x="15942" y="35965"/>
                        <a:pt x="15484" y="38691"/>
                        <a:pt x="14804" y="41354"/>
                      </a:cubicBezTo>
                      <a:cubicBezTo>
                        <a:pt x="14150" y="44024"/>
                        <a:pt x="13243" y="46626"/>
                        <a:pt x="12035" y="49080"/>
                      </a:cubicBezTo>
                      <a:cubicBezTo>
                        <a:pt x="10819" y="51524"/>
                        <a:pt x="9244" y="53808"/>
                        <a:pt x="7205" y="55637"/>
                      </a:cubicBezTo>
                      <a:cubicBezTo>
                        <a:pt x="5195" y="57500"/>
                        <a:pt x="2687" y="58800"/>
                        <a:pt x="1" y="59546"/>
                      </a:cubicBezTo>
                      <a:cubicBezTo>
                        <a:pt x="2757" y="59100"/>
                        <a:pt x="5406" y="57902"/>
                        <a:pt x="7635" y="56144"/>
                      </a:cubicBezTo>
                      <a:cubicBezTo>
                        <a:pt x="9859" y="54369"/>
                        <a:pt x="11629" y="52063"/>
                        <a:pt x="12973" y="49570"/>
                      </a:cubicBezTo>
                      <a:cubicBezTo>
                        <a:pt x="15686" y="44556"/>
                        <a:pt x="16913" y="38939"/>
                        <a:pt x="17606" y="33382"/>
                      </a:cubicBezTo>
                      <a:cubicBezTo>
                        <a:pt x="18249" y="27797"/>
                        <a:pt x="18291" y="22172"/>
                        <a:pt x="17941" y="16591"/>
                      </a:cubicBezTo>
                      <a:cubicBezTo>
                        <a:pt x="17593" y="11010"/>
                        <a:pt x="16867" y="5454"/>
                        <a:pt x="15689" y="1"/>
                      </a:cubicBezTo>
                      <a:close/>
                    </a:path>
                  </a:pathLst>
                </a:custGeom>
                <a:solidFill>
                  <a:srgbClr val="191E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666;p29">
                  <a:extLst>
                    <a:ext uri="{FF2B5EF4-FFF2-40B4-BE49-F238E27FC236}">
                      <a16:creationId xmlns:a16="http://schemas.microsoft.com/office/drawing/2014/main" id="{CBD98AAF-41C0-A449-ED4A-46FE5790DFE9}"/>
                    </a:ext>
                  </a:extLst>
                </p:cNvPr>
                <p:cNvSpPr/>
                <p:nvPr/>
              </p:nvSpPr>
              <p:spPr>
                <a:xfrm>
                  <a:off x="3615325" y="4263725"/>
                  <a:ext cx="89825" cy="50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3" h="20078" extrusionOk="0">
                      <a:moveTo>
                        <a:pt x="201" y="1"/>
                      </a:moveTo>
                      <a:cubicBezTo>
                        <a:pt x="16" y="1719"/>
                        <a:pt x="1" y="3438"/>
                        <a:pt x="59" y="5150"/>
                      </a:cubicBezTo>
                      <a:cubicBezTo>
                        <a:pt x="111" y="6864"/>
                        <a:pt x="273" y="8572"/>
                        <a:pt x="486" y="10276"/>
                      </a:cubicBezTo>
                      <a:cubicBezTo>
                        <a:pt x="728" y="11975"/>
                        <a:pt x="1038" y="13673"/>
                        <a:pt x="1498" y="15339"/>
                      </a:cubicBezTo>
                      <a:cubicBezTo>
                        <a:pt x="1959" y="16991"/>
                        <a:pt x="2542" y="18685"/>
                        <a:pt x="3592" y="20078"/>
                      </a:cubicBezTo>
                      <a:cubicBezTo>
                        <a:pt x="3056" y="18440"/>
                        <a:pt x="2799" y="16786"/>
                        <a:pt x="2532" y="15116"/>
                      </a:cubicBezTo>
                      <a:cubicBezTo>
                        <a:pt x="2292" y="13445"/>
                        <a:pt x="2046" y="11774"/>
                        <a:pt x="1829" y="10094"/>
                      </a:cubicBezTo>
                      <a:cubicBezTo>
                        <a:pt x="1592" y="8416"/>
                        <a:pt x="1375" y="6735"/>
                        <a:pt x="1109" y="5054"/>
                      </a:cubicBezTo>
                      <a:cubicBezTo>
                        <a:pt x="854" y="3370"/>
                        <a:pt x="576" y="1687"/>
                        <a:pt x="201" y="1"/>
                      </a:cubicBezTo>
                      <a:close/>
                    </a:path>
                  </a:pathLst>
                </a:custGeom>
                <a:solidFill>
                  <a:srgbClr val="191E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667;p29">
                  <a:extLst>
                    <a:ext uri="{FF2B5EF4-FFF2-40B4-BE49-F238E27FC236}">
                      <a16:creationId xmlns:a16="http://schemas.microsoft.com/office/drawing/2014/main" id="{6430DC27-B265-46C0-9A11-74F4CBCF6A87}"/>
                    </a:ext>
                  </a:extLst>
                </p:cNvPr>
                <p:cNvSpPr/>
                <p:nvPr/>
              </p:nvSpPr>
              <p:spPr>
                <a:xfrm>
                  <a:off x="3809075" y="950275"/>
                  <a:ext cx="1435700" cy="179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428" h="71672" extrusionOk="0">
                      <a:moveTo>
                        <a:pt x="28715" y="1"/>
                      </a:moveTo>
                      <a:cubicBezTo>
                        <a:pt x="12856" y="1"/>
                        <a:pt x="1" y="15488"/>
                        <a:pt x="1" y="34592"/>
                      </a:cubicBezTo>
                      <a:cubicBezTo>
                        <a:pt x="1" y="53697"/>
                        <a:pt x="2230" y="71671"/>
                        <a:pt x="18088" y="71671"/>
                      </a:cubicBezTo>
                      <a:cubicBezTo>
                        <a:pt x="28715" y="71671"/>
                        <a:pt x="57428" y="53697"/>
                        <a:pt x="57428" y="34592"/>
                      </a:cubicBezTo>
                      <a:cubicBezTo>
                        <a:pt x="57428" y="15488"/>
                        <a:pt x="44572" y="1"/>
                        <a:pt x="28715" y="1"/>
                      </a:cubicBezTo>
                      <a:close/>
                    </a:path>
                  </a:pathLst>
                </a:custGeom>
                <a:solidFill>
                  <a:srgbClr val="F5C8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668;p29">
                  <a:extLst>
                    <a:ext uri="{FF2B5EF4-FFF2-40B4-BE49-F238E27FC236}">
                      <a16:creationId xmlns:a16="http://schemas.microsoft.com/office/drawing/2014/main" id="{8F3637C4-E8A0-152D-8168-79206362993D}"/>
                    </a:ext>
                  </a:extLst>
                </p:cNvPr>
                <p:cNvSpPr/>
                <p:nvPr/>
              </p:nvSpPr>
              <p:spPr>
                <a:xfrm>
                  <a:off x="4631425" y="238125"/>
                  <a:ext cx="813950" cy="7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58" h="28487" extrusionOk="0">
                      <a:moveTo>
                        <a:pt x="16279" y="0"/>
                      </a:moveTo>
                      <a:cubicBezTo>
                        <a:pt x="11962" y="0"/>
                        <a:pt x="7821" y="1500"/>
                        <a:pt x="4768" y="4172"/>
                      </a:cubicBezTo>
                      <a:cubicBezTo>
                        <a:pt x="1716" y="6843"/>
                        <a:pt x="0" y="10466"/>
                        <a:pt x="0" y="14243"/>
                      </a:cubicBezTo>
                      <a:cubicBezTo>
                        <a:pt x="0" y="18021"/>
                        <a:pt x="1716" y="21644"/>
                        <a:pt x="4768" y="24315"/>
                      </a:cubicBezTo>
                      <a:cubicBezTo>
                        <a:pt x="7821" y="26987"/>
                        <a:pt x="11962" y="28487"/>
                        <a:pt x="16279" y="28487"/>
                      </a:cubicBezTo>
                      <a:cubicBezTo>
                        <a:pt x="20596" y="28487"/>
                        <a:pt x="24736" y="26987"/>
                        <a:pt x="27789" y="24315"/>
                      </a:cubicBezTo>
                      <a:cubicBezTo>
                        <a:pt x="30842" y="21644"/>
                        <a:pt x="32557" y="18021"/>
                        <a:pt x="32557" y="14243"/>
                      </a:cubicBezTo>
                      <a:cubicBezTo>
                        <a:pt x="32557" y="10466"/>
                        <a:pt x="30842" y="6843"/>
                        <a:pt x="27789" y="4172"/>
                      </a:cubicBezTo>
                      <a:cubicBezTo>
                        <a:pt x="24736" y="1500"/>
                        <a:pt x="20596" y="0"/>
                        <a:pt x="16279" y="0"/>
                      </a:cubicBezTo>
                      <a:close/>
                    </a:path>
                  </a:pathLst>
                </a:custGeom>
                <a:solidFill>
                  <a:srgbClr val="47786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669;p29">
                  <a:extLst>
                    <a:ext uri="{FF2B5EF4-FFF2-40B4-BE49-F238E27FC236}">
                      <a16:creationId xmlns:a16="http://schemas.microsoft.com/office/drawing/2014/main" id="{6348D5C6-1253-08FD-DFBE-D11936DDB8FF}"/>
                    </a:ext>
                  </a:extLst>
                </p:cNvPr>
                <p:cNvSpPr/>
                <p:nvPr/>
              </p:nvSpPr>
              <p:spPr>
                <a:xfrm>
                  <a:off x="3578025" y="630325"/>
                  <a:ext cx="2054475" cy="179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79" h="71999" extrusionOk="0">
                      <a:moveTo>
                        <a:pt x="54684" y="0"/>
                      </a:moveTo>
                      <a:cubicBezTo>
                        <a:pt x="52231" y="0"/>
                        <a:pt x="49634" y="535"/>
                        <a:pt x="46908" y="1720"/>
                      </a:cubicBezTo>
                      <a:cubicBezTo>
                        <a:pt x="45858" y="1682"/>
                        <a:pt x="44832" y="1663"/>
                        <a:pt x="43829" y="1663"/>
                      </a:cubicBezTo>
                      <a:cubicBezTo>
                        <a:pt x="1" y="1663"/>
                        <a:pt x="1543" y="37629"/>
                        <a:pt x="9833" y="40392"/>
                      </a:cubicBezTo>
                      <a:cubicBezTo>
                        <a:pt x="23711" y="38543"/>
                        <a:pt x="23892" y="28609"/>
                        <a:pt x="23480" y="24980"/>
                      </a:cubicBezTo>
                      <a:lnTo>
                        <a:pt x="23480" y="24980"/>
                      </a:lnTo>
                      <a:cubicBezTo>
                        <a:pt x="25994" y="39701"/>
                        <a:pt x="29679" y="43770"/>
                        <a:pt x="33237" y="43770"/>
                      </a:cubicBezTo>
                      <a:cubicBezTo>
                        <a:pt x="37407" y="43770"/>
                        <a:pt x="41402" y="38182"/>
                        <a:pt x="43135" y="37603"/>
                      </a:cubicBezTo>
                      <a:lnTo>
                        <a:pt x="43135" y="37603"/>
                      </a:lnTo>
                      <a:cubicBezTo>
                        <a:pt x="45487" y="45714"/>
                        <a:pt x="40188" y="71998"/>
                        <a:pt x="55659" y="71998"/>
                      </a:cubicBezTo>
                      <a:cubicBezTo>
                        <a:pt x="58231" y="71998"/>
                        <a:pt x="61377" y="71272"/>
                        <a:pt x="65227" y="69615"/>
                      </a:cubicBezTo>
                      <a:cubicBezTo>
                        <a:pt x="76123" y="63389"/>
                        <a:pt x="82178" y="50183"/>
                        <a:pt x="80883" y="34446"/>
                      </a:cubicBezTo>
                      <a:cubicBezTo>
                        <a:pt x="79766" y="20881"/>
                        <a:pt x="70013" y="0"/>
                        <a:pt x="54684" y="0"/>
                      </a:cubicBezTo>
                      <a:close/>
                    </a:path>
                  </a:pathLst>
                </a:custGeom>
                <a:solidFill>
                  <a:srgbClr val="47786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670;p29">
                  <a:extLst>
                    <a:ext uri="{FF2B5EF4-FFF2-40B4-BE49-F238E27FC236}">
                      <a16:creationId xmlns:a16="http://schemas.microsoft.com/office/drawing/2014/main" id="{0AFF45E1-FB98-52CA-3318-EEBD1A1B7CF0}"/>
                    </a:ext>
                  </a:extLst>
                </p:cNvPr>
                <p:cNvSpPr/>
                <p:nvPr/>
              </p:nvSpPr>
              <p:spPr>
                <a:xfrm>
                  <a:off x="4750725" y="630175"/>
                  <a:ext cx="584275" cy="20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71" h="8310" extrusionOk="0">
                      <a:moveTo>
                        <a:pt x="6743" y="0"/>
                      </a:moveTo>
                      <a:cubicBezTo>
                        <a:pt x="6576" y="0"/>
                        <a:pt x="6409" y="3"/>
                        <a:pt x="6242" y="9"/>
                      </a:cubicBezTo>
                      <a:cubicBezTo>
                        <a:pt x="4058" y="86"/>
                        <a:pt x="1827" y="556"/>
                        <a:pt x="0" y="1726"/>
                      </a:cubicBezTo>
                      <a:cubicBezTo>
                        <a:pt x="1619" y="1214"/>
                        <a:pt x="3279" y="1026"/>
                        <a:pt x="4923" y="1026"/>
                      </a:cubicBezTo>
                      <a:cubicBezTo>
                        <a:pt x="5358" y="1026"/>
                        <a:pt x="5793" y="1039"/>
                        <a:pt x="6226" y="1063"/>
                      </a:cubicBezTo>
                      <a:cubicBezTo>
                        <a:pt x="8295" y="1202"/>
                        <a:pt x="10325" y="1658"/>
                        <a:pt x="12282" y="2334"/>
                      </a:cubicBezTo>
                      <a:lnTo>
                        <a:pt x="13749" y="2855"/>
                      </a:lnTo>
                      <a:lnTo>
                        <a:pt x="15172" y="3501"/>
                      </a:lnTo>
                      <a:lnTo>
                        <a:pt x="15891" y="3813"/>
                      </a:lnTo>
                      <a:lnTo>
                        <a:pt x="16580" y="4186"/>
                      </a:lnTo>
                      <a:cubicBezTo>
                        <a:pt x="17039" y="4438"/>
                        <a:pt x="17505" y="4680"/>
                        <a:pt x="17974" y="4919"/>
                      </a:cubicBezTo>
                      <a:lnTo>
                        <a:pt x="20692" y="6548"/>
                      </a:lnTo>
                      <a:cubicBezTo>
                        <a:pt x="21567" y="7145"/>
                        <a:pt x="22446" y="7747"/>
                        <a:pt x="23370" y="8310"/>
                      </a:cubicBezTo>
                      <a:cubicBezTo>
                        <a:pt x="22644" y="7520"/>
                        <a:pt x="21869" y="6772"/>
                        <a:pt x="21093" y="6017"/>
                      </a:cubicBezTo>
                      <a:cubicBezTo>
                        <a:pt x="20255" y="5344"/>
                        <a:pt x="19422" y="4644"/>
                        <a:pt x="18535" y="4022"/>
                      </a:cubicBezTo>
                      <a:cubicBezTo>
                        <a:pt x="16726" y="2830"/>
                        <a:pt x="14817" y="1730"/>
                        <a:pt x="12721" y="1051"/>
                      </a:cubicBezTo>
                      <a:cubicBezTo>
                        <a:pt x="10800" y="414"/>
                        <a:pt x="8779" y="0"/>
                        <a:pt x="6743" y="0"/>
                      </a:cubicBezTo>
                      <a:close/>
                    </a:path>
                  </a:pathLst>
                </a:custGeom>
                <a:solidFill>
                  <a:srgbClr val="1E212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671;p29">
                  <a:extLst>
                    <a:ext uri="{FF2B5EF4-FFF2-40B4-BE49-F238E27FC236}">
                      <a16:creationId xmlns:a16="http://schemas.microsoft.com/office/drawing/2014/main" id="{47DEA7E5-7B73-0C52-9AFD-ADBB013EA28E}"/>
                    </a:ext>
                  </a:extLst>
                </p:cNvPr>
                <p:cNvSpPr/>
                <p:nvPr/>
              </p:nvSpPr>
              <p:spPr>
                <a:xfrm>
                  <a:off x="3670900" y="1815075"/>
                  <a:ext cx="176725" cy="50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9" h="20124" extrusionOk="0">
                      <a:moveTo>
                        <a:pt x="5528" y="0"/>
                      </a:moveTo>
                      <a:lnTo>
                        <a:pt x="1354" y="12107"/>
                      </a:lnTo>
                      <a:cubicBezTo>
                        <a:pt x="1" y="16033"/>
                        <a:pt x="2916" y="20123"/>
                        <a:pt x="7069" y="20123"/>
                      </a:cubicBezTo>
                      <a:lnTo>
                        <a:pt x="5528" y="0"/>
                      </a:lnTo>
                      <a:close/>
                    </a:path>
                  </a:pathLst>
                </a:custGeom>
                <a:solidFill>
                  <a:srgbClr val="F5C8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672;p29">
                  <a:extLst>
                    <a:ext uri="{FF2B5EF4-FFF2-40B4-BE49-F238E27FC236}">
                      <a16:creationId xmlns:a16="http://schemas.microsoft.com/office/drawing/2014/main" id="{BD414156-BE03-B3D0-3E83-6E0E0E2BD315}"/>
                    </a:ext>
                  </a:extLst>
                </p:cNvPr>
                <p:cNvSpPr/>
                <p:nvPr/>
              </p:nvSpPr>
              <p:spPr>
                <a:xfrm>
                  <a:off x="3652425" y="1501850"/>
                  <a:ext cx="168825" cy="45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3" h="18217" extrusionOk="0">
                      <a:moveTo>
                        <a:pt x="2568" y="1459"/>
                      </a:moveTo>
                      <a:lnTo>
                        <a:pt x="2568" y="1459"/>
                      </a:lnTo>
                      <a:cubicBezTo>
                        <a:pt x="3107" y="2038"/>
                        <a:pt x="4200" y="4533"/>
                        <a:pt x="4897" y="8932"/>
                      </a:cubicBezTo>
                      <a:cubicBezTo>
                        <a:pt x="5594" y="13330"/>
                        <a:pt x="5327" y="16040"/>
                        <a:pt x="4993" y="16758"/>
                      </a:cubicBezTo>
                      <a:cubicBezTo>
                        <a:pt x="4454" y="16179"/>
                        <a:pt x="3361" y="13683"/>
                        <a:pt x="2664" y="9285"/>
                      </a:cubicBezTo>
                      <a:cubicBezTo>
                        <a:pt x="1966" y="4888"/>
                        <a:pt x="2234" y="2177"/>
                        <a:pt x="2568" y="1459"/>
                      </a:cubicBezTo>
                      <a:close/>
                      <a:moveTo>
                        <a:pt x="2503" y="0"/>
                      </a:moveTo>
                      <a:cubicBezTo>
                        <a:pt x="2449" y="0"/>
                        <a:pt x="2393" y="4"/>
                        <a:pt x="2338" y="13"/>
                      </a:cubicBezTo>
                      <a:cubicBezTo>
                        <a:pt x="1" y="385"/>
                        <a:pt x="1083" y="7980"/>
                        <a:pt x="1325" y="9498"/>
                      </a:cubicBezTo>
                      <a:cubicBezTo>
                        <a:pt x="1560" y="10981"/>
                        <a:pt x="2822" y="18217"/>
                        <a:pt x="5057" y="18217"/>
                      </a:cubicBezTo>
                      <a:cubicBezTo>
                        <a:pt x="5112" y="18217"/>
                        <a:pt x="5166" y="18212"/>
                        <a:pt x="5221" y="18202"/>
                      </a:cubicBezTo>
                      <a:cubicBezTo>
                        <a:pt x="6098" y="18064"/>
                        <a:pt x="6556" y="17015"/>
                        <a:pt x="6665" y="14900"/>
                      </a:cubicBezTo>
                      <a:cubicBezTo>
                        <a:pt x="6752" y="13210"/>
                        <a:pt x="6601" y="11015"/>
                        <a:pt x="6236" y="8719"/>
                      </a:cubicBezTo>
                      <a:cubicBezTo>
                        <a:pt x="6001" y="7237"/>
                        <a:pt x="4738" y="0"/>
                        <a:pt x="2503" y="0"/>
                      </a:cubicBezTo>
                      <a:close/>
                    </a:path>
                  </a:pathLst>
                </a:custGeom>
                <a:solidFill>
                  <a:srgbClr val="191E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" name="Google Shape;673;p29">
                  <a:extLst>
                    <a:ext uri="{FF2B5EF4-FFF2-40B4-BE49-F238E27FC236}">
                      <a16:creationId xmlns:a16="http://schemas.microsoft.com/office/drawing/2014/main" id="{66AFE0CE-EB56-35AA-06E2-96C67F57EB92}"/>
                    </a:ext>
                  </a:extLst>
                </p:cNvPr>
                <p:cNvSpPr/>
                <p:nvPr/>
              </p:nvSpPr>
              <p:spPr>
                <a:xfrm>
                  <a:off x="3788950" y="1581350"/>
                  <a:ext cx="789675" cy="1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87" h="6303" extrusionOk="0">
                      <a:moveTo>
                        <a:pt x="31375" y="0"/>
                      </a:moveTo>
                      <a:lnTo>
                        <a:pt x="1" y="4963"/>
                      </a:lnTo>
                      <a:lnTo>
                        <a:pt x="213" y="6303"/>
                      </a:lnTo>
                      <a:lnTo>
                        <a:pt x="31587" y="1340"/>
                      </a:lnTo>
                      <a:lnTo>
                        <a:pt x="31375" y="0"/>
                      </a:lnTo>
                      <a:close/>
                    </a:path>
                  </a:pathLst>
                </a:custGeom>
                <a:solidFill>
                  <a:srgbClr val="191E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" name="Google Shape;674;p29">
                  <a:extLst>
                    <a:ext uri="{FF2B5EF4-FFF2-40B4-BE49-F238E27FC236}">
                      <a16:creationId xmlns:a16="http://schemas.microsoft.com/office/drawing/2014/main" id="{A399FC3A-A445-C89C-FFEF-EAAC19B95246}"/>
                    </a:ext>
                  </a:extLst>
                </p:cNvPr>
                <p:cNvSpPr/>
                <p:nvPr/>
              </p:nvSpPr>
              <p:spPr>
                <a:xfrm>
                  <a:off x="4377200" y="1334575"/>
                  <a:ext cx="404200" cy="62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8" h="24949" extrusionOk="0">
                      <a:moveTo>
                        <a:pt x="6248" y="1"/>
                      </a:moveTo>
                      <a:cubicBezTo>
                        <a:pt x="5968" y="1"/>
                        <a:pt x="5689" y="31"/>
                        <a:pt x="5413" y="92"/>
                      </a:cubicBezTo>
                      <a:cubicBezTo>
                        <a:pt x="1763" y="906"/>
                        <a:pt x="0" y="6929"/>
                        <a:pt x="1475" y="13547"/>
                      </a:cubicBezTo>
                      <a:cubicBezTo>
                        <a:pt x="2853" y="19727"/>
                        <a:pt x="3383" y="24948"/>
                        <a:pt x="6421" y="24948"/>
                      </a:cubicBezTo>
                      <a:cubicBezTo>
                        <a:pt x="6636" y="24948"/>
                        <a:pt x="6863" y="24922"/>
                        <a:pt x="7104" y="24868"/>
                      </a:cubicBezTo>
                      <a:cubicBezTo>
                        <a:pt x="10755" y="24056"/>
                        <a:pt x="16168" y="17217"/>
                        <a:pt x="14693" y="10601"/>
                      </a:cubicBezTo>
                      <a:cubicBezTo>
                        <a:pt x="13330" y="4484"/>
                        <a:pt x="9676" y="1"/>
                        <a:pt x="6248" y="1"/>
                      </a:cubicBezTo>
                      <a:close/>
                    </a:path>
                  </a:pathLst>
                </a:custGeom>
                <a:solidFill>
                  <a:srgbClr val="F5C8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7" name="Google Shape;675;p29">
                <a:extLst>
                  <a:ext uri="{FF2B5EF4-FFF2-40B4-BE49-F238E27FC236}">
                    <a16:creationId xmlns:a16="http://schemas.microsoft.com/office/drawing/2014/main" id="{9BEC2343-CFAB-82B6-45A3-064BBA3269C0}"/>
                  </a:ext>
                </a:extLst>
              </p:cNvPr>
              <p:cNvSpPr/>
              <p:nvPr/>
            </p:nvSpPr>
            <p:spPr>
              <a:xfrm>
                <a:off x="7839350" y="3248825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676;p29">
                <a:extLst>
                  <a:ext uri="{FF2B5EF4-FFF2-40B4-BE49-F238E27FC236}">
                    <a16:creationId xmlns:a16="http://schemas.microsoft.com/office/drawing/2014/main" id="{3DAE2F2E-C9F8-48A3-0F2C-DA3FE97AB897}"/>
                  </a:ext>
                </a:extLst>
              </p:cNvPr>
              <p:cNvSpPr/>
              <p:nvPr/>
            </p:nvSpPr>
            <p:spPr>
              <a:xfrm>
                <a:off x="7086875" y="3363125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677;p29">
                <a:extLst>
                  <a:ext uri="{FF2B5EF4-FFF2-40B4-BE49-F238E27FC236}">
                    <a16:creationId xmlns:a16="http://schemas.microsoft.com/office/drawing/2014/main" id="{84438984-2F2E-E06E-EEBD-99FAF7BFEC09}"/>
                  </a:ext>
                </a:extLst>
              </p:cNvPr>
              <p:cNvSpPr/>
              <p:nvPr/>
            </p:nvSpPr>
            <p:spPr>
              <a:xfrm>
                <a:off x="7429775" y="3715550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678;p29">
                <a:extLst>
                  <a:ext uri="{FF2B5EF4-FFF2-40B4-BE49-F238E27FC236}">
                    <a16:creationId xmlns:a16="http://schemas.microsoft.com/office/drawing/2014/main" id="{97A3F284-A676-A2CD-DB15-F1EDD73CCA69}"/>
                  </a:ext>
                </a:extLst>
              </p:cNvPr>
              <p:cNvSpPr/>
              <p:nvPr/>
            </p:nvSpPr>
            <p:spPr>
              <a:xfrm>
                <a:off x="7839350" y="3715550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679;p29">
                <a:extLst>
                  <a:ext uri="{FF2B5EF4-FFF2-40B4-BE49-F238E27FC236}">
                    <a16:creationId xmlns:a16="http://schemas.microsoft.com/office/drawing/2014/main" id="{A7AED970-74F4-AB39-27D7-AC2ED11C2E34}"/>
                  </a:ext>
                </a:extLst>
              </p:cNvPr>
              <p:cNvSpPr/>
              <p:nvPr/>
            </p:nvSpPr>
            <p:spPr>
              <a:xfrm>
                <a:off x="6777663" y="3934625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680;p29">
                <a:extLst>
                  <a:ext uri="{FF2B5EF4-FFF2-40B4-BE49-F238E27FC236}">
                    <a16:creationId xmlns:a16="http://schemas.microsoft.com/office/drawing/2014/main" id="{ECCF0938-1A3B-F44E-3567-D4195086D728}"/>
                  </a:ext>
                </a:extLst>
              </p:cNvPr>
              <p:cNvSpPr/>
              <p:nvPr/>
            </p:nvSpPr>
            <p:spPr>
              <a:xfrm>
                <a:off x="7429775" y="4401350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681;p29">
                <a:extLst>
                  <a:ext uri="{FF2B5EF4-FFF2-40B4-BE49-F238E27FC236}">
                    <a16:creationId xmlns:a16="http://schemas.microsoft.com/office/drawing/2014/main" id="{1C2E056E-EB7A-7115-EC71-460CF530D43D}"/>
                  </a:ext>
                </a:extLst>
              </p:cNvPr>
              <p:cNvSpPr/>
              <p:nvPr/>
            </p:nvSpPr>
            <p:spPr>
              <a:xfrm>
                <a:off x="7953650" y="4658525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682;p29">
                <a:extLst>
                  <a:ext uri="{FF2B5EF4-FFF2-40B4-BE49-F238E27FC236}">
                    <a16:creationId xmlns:a16="http://schemas.microsoft.com/office/drawing/2014/main" id="{D14DA8BC-640D-557E-8FA0-039A373C9BC5}"/>
                  </a:ext>
                </a:extLst>
              </p:cNvPr>
              <p:cNvSpPr/>
              <p:nvPr/>
            </p:nvSpPr>
            <p:spPr>
              <a:xfrm>
                <a:off x="7363100" y="4772825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683;p29">
                <a:extLst>
                  <a:ext uri="{FF2B5EF4-FFF2-40B4-BE49-F238E27FC236}">
                    <a16:creationId xmlns:a16="http://schemas.microsoft.com/office/drawing/2014/main" id="{868B073E-DA2F-1031-FB50-13136043CE55}"/>
                  </a:ext>
                </a:extLst>
              </p:cNvPr>
              <p:cNvSpPr/>
              <p:nvPr/>
            </p:nvSpPr>
            <p:spPr>
              <a:xfrm>
                <a:off x="6891963" y="4515650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684;p29">
                <a:extLst>
                  <a:ext uri="{FF2B5EF4-FFF2-40B4-BE49-F238E27FC236}">
                    <a16:creationId xmlns:a16="http://schemas.microsoft.com/office/drawing/2014/main" id="{75578E59-19C5-F574-3489-C94D27708A75}"/>
                  </a:ext>
                </a:extLst>
              </p:cNvPr>
              <p:cNvSpPr/>
              <p:nvPr/>
            </p:nvSpPr>
            <p:spPr>
              <a:xfrm>
                <a:off x="6196638" y="4163225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3" name="Google Shape;336;p22">
            <a:extLst>
              <a:ext uri="{FF2B5EF4-FFF2-40B4-BE49-F238E27FC236}">
                <a16:creationId xmlns:a16="http://schemas.microsoft.com/office/drawing/2014/main" id="{E1682EC1-FD1F-A3F5-E8F1-B0E2A0DCA022}"/>
              </a:ext>
            </a:extLst>
          </p:cNvPr>
          <p:cNvSpPr/>
          <p:nvPr/>
        </p:nvSpPr>
        <p:spPr>
          <a:xfrm>
            <a:off x="10927397" y="1310529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A552625-4C65-0990-911C-624B130F2AD8}"/>
              </a:ext>
            </a:extLst>
          </p:cNvPr>
          <p:cNvSpPr txBox="1"/>
          <p:nvPr/>
        </p:nvSpPr>
        <p:spPr>
          <a:xfrm>
            <a:off x="965886" y="2963562"/>
            <a:ext cx="44525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Contrato de vinculo formativo</a:t>
            </a:r>
            <a:endParaRPr lang="es-ES" sz="2400" b="1" dirty="0">
              <a:solidFill>
                <a:schemeClr val="tx1">
                  <a:lumMod val="65000"/>
                  <a:lumOff val="3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4" name="AutoShape 16">
            <a:extLst>
              <a:ext uri="{FF2B5EF4-FFF2-40B4-BE49-F238E27FC236}">
                <a16:creationId xmlns:a16="http://schemas.microsoft.com/office/drawing/2014/main" id="{C91FD2E1-76E0-BDE9-D830-225FA78A916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1994" y="3021699"/>
            <a:ext cx="299404" cy="323864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2B9595"/>
          </a:solidFill>
          <a:ln w="9525" algn="ctr">
            <a:noFill/>
            <a:round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CO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" name="12 Conector recto">
            <a:extLst>
              <a:ext uri="{FF2B5EF4-FFF2-40B4-BE49-F238E27FC236}">
                <a16:creationId xmlns:a16="http://schemas.microsoft.com/office/drawing/2014/main" id="{C30EF95D-F857-CBA6-7E77-B33EC5616FEA}"/>
              </a:ext>
            </a:extLst>
          </p:cNvPr>
          <p:cNvCxnSpPr>
            <a:cxnSpLocks/>
          </p:cNvCxnSpPr>
          <p:nvPr/>
        </p:nvCxnSpPr>
        <p:spPr>
          <a:xfrm flipV="1">
            <a:off x="968969" y="3346192"/>
            <a:ext cx="2505443" cy="296"/>
          </a:xfrm>
          <a:prstGeom prst="line">
            <a:avLst/>
          </a:prstGeom>
          <a:ln w="12700">
            <a:solidFill>
              <a:srgbClr val="2B959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E41E9B9-4D4E-4A91-C047-FB1184401072}"/>
              </a:ext>
            </a:extLst>
          </p:cNvPr>
          <p:cNvSpPr txBox="1"/>
          <p:nvPr/>
        </p:nvSpPr>
        <p:spPr>
          <a:xfrm>
            <a:off x="965887" y="4477265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Monitoria</a:t>
            </a:r>
          </a:p>
        </p:txBody>
      </p:sp>
      <p:sp>
        <p:nvSpPr>
          <p:cNvPr id="9" name="AutoShape 16">
            <a:extLst>
              <a:ext uri="{FF2B5EF4-FFF2-40B4-BE49-F238E27FC236}">
                <a16:creationId xmlns:a16="http://schemas.microsoft.com/office/drawing/2014/main" id="{C171906A-7DBC-ABBE-2FBC-9686AA10B7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0669" y="4546926"/>
            <a:ext cx="299404" cy="323864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72AF2F"/>
          </a:solidFill>
          <a:ln w="9525" algn="ctr">
            <a:noFill/>
            <a:round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CO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1" name="20 Conector recto">
            <a:extLst>
              <a:ext uri="{FF2B5EF4-FFF2-40B4-BE49-F238E27FC236}">
                <a16:creationId xmlns:a16="http://schemas.microsoft.com/office/drawing/2014/main" id="{CAF0E682-E7DB-D4BA-B986-A08BA0C0D004}"/>
              </a:ext>
            </a:extLst>
          </p:cNvPr>
          <p:cNvCxnSpPr>
            <a:cxnSpLocks/>
          </p:cNvCxnSpPr>
          <p:nvPr/>
        </p:nvCxnSpPr>
        <p:spPr>
          <a:xfrm flipV="1">
            <a:off x="1007753" y="4877119"/>
            <a:ext cx="2646227" cy="11024"/>
          </a:xfrm>
          <a:prstGeom prst="line">
            <a:avLst/>
          </a:prstGeom>
          <a:ln w="12700">
            <a:solidFill>
              <a:srgbClr val="72AF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910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1B3EC4-DE33-B6EE-2EE3-AE905A6AE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F83442A3-FBEF-9CB2-503C-BCA87ECD1869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C0220DE3-B241-5C22-ED7E-A410A632F0E7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1051EC25-CDFB-6F76-ECAB-736A312D38DE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96298A92-F7D0-0FF2-64ED-A42CFA55174F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BD8D4DB-44A8-77F1-FC5D-D09F9EAE36A7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7FBC7229-B43E-627A-FE74-1332041B2E8D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28AC945C-6E2C-13AB-981E-2A967730097E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2BF929D7-2BD0-354C-047F-FEE098884BA7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6EC50F5E-D44A-D459-0DEF-41B4EC605835}"/>
              </a:ext>
            </a:extLst>
          </p:cNvPr>
          <p:cNvGrpSpPr/>
          <p:nvPr/>
        </p:nvGrpSpPr>
        <p:grpSpPr>
          <a:xfrm>
            <a:off x="753398" y="144226"/>
            <a:ext cx="10789472" cy="6213051"/>
            <a:chOff x="108649" y="62787"/>
            <a:chExt cx="9192078" cy="5425003"/>
          </a:xfrm>
        </p:grpSpPr>
        <p:sp>
          <p:nvSpPr>
            <p:cNvPr id="3" name="Google Shape;336;p22">
              <a:extLst>
                <a:ext uri="{FF2B5EF4-FFF2-40B4-BE49-F238E27FC236}">
                  <a16:creationId xmlns:a16="http://schemas.microsoft.com/office/drawing/2014/main" id="{5B1D2407-68B3-A494-5401-E1E92E9D8AD4}"/>
                </a:ext>
              </a:extLst>
            </p:cNvPr>
            <p:cNvSpPr/>
            <p:nvPr/>
          </p:nvSpPr>
          <p:spPr>
            <a:xfrm>
              <a:off x="108649" y="842156"/>
              <a:ext cx="8886824" cy="3907516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706;p30">
              <a:extLst>
                <a:ext uri="{FF2B5EF4-FFF2-40B4-BE49-F238E27FC236}">
                  <a16:creationId xmlns:a16="http://schemas.microsoft.com/office/drawing/2014/main" id="{80A876DB-DFD1-7CB5-09C6-D20D2D607BC8}"/>
                </a:ext>
              </a:extLst>
            </p:cNvPr>
            <p:cNvGrpSpPr/>
            <p:nvPr/>
          </p:nvGrpSpPr>
          <p:grpSpPr>
            <a:xfrm rot="222939">
              <a:off x="2081045" y="2783672"/>
              <a:ext cx="7219682" cy="2704118"/>
              <a:chOff x="238125" y="1519675"/>
              <a:chExt cx="7143075" cy="2675425"/>
            </a:xfrm>
          </p:grpSpPr>
          <p:sp>
            <p:nvSpPr>
              <p:cNvPr id="16" name="Google Shape;707;p30">
                <a:extLst>
                  <a:ext uri="{FF2B5EF4-FFF2-40B4-BE49-F238E27FC236}">
                    <a16:creationId xmlns:a16="http://schemas.microsoft.com/office/drawing/2014/main" id="{D4716EDC-96FA-9F3F-AA74-376907DEA272}"/>
                  </a:ext>
                </a:extLst>
              </p:cNvPr>
              <p:cNvSpPr/>
              <p:nvPr/>
            </p:nvSpPr>
            <p:spPr>
              <a:xfrm>
                <a:off x="1177575" y="3188825"/>
                <a:ext cx="1560100" cy="1006275"/>
              </a:xfrm>
              <a:custGeom>
                <a:avLst/>
                <a:gdLst/>
                <a:ahLst/>
                <a:cxnLst/>
                <a:rect l="l" t="t" r="r" b="b"/>
                <a:pathLst>
                  <a:path w="62404" h="40251" extrusionOk="0">
                    <a:moveTo>
                      <a:pt x="39113" y="0"/>
                    </a:moveTo>
                    <a:lnTo>
                      <a:pt x="34383" y="19271"/>
                    </a:lnTo>
                    <a:lnTo>
                      <a:pt x="6918" y="6818"/>
                    </a:lnTo>
                    <a:lnTo>
                      <a:pt x="1" y="21861"/>
                    </a:lnTo>
                    <a:cubicBezTo>
                      <a:pt x="1" y="21861"/>
                      <a:pt x="23600" y="40250"/>
                      <a:pt x="40043" y="40250"/>
                    </a:cubicBezTo>
                    <a:cubicBezTo>
                      <a:pt x="44650" y="40250"/>
                      <a:pt x="48696" y="38806"/>
                      <a:pt x="51503" y="35109"/>
                    </a:cubicBezTo>
                    <a:cubicBezTo>
                      <a:pt x="58579" y="25789"/>
                      <a:pt x="62404" y="5119"/>
                      <a:pt x="62404" y="5119"/>
                    </a:cubicBezTo>
                    <a:lnTo>
                      <a:pt x="39113" y="0"/>
                    </a:lnTo>
                    <a:close/>
                  </a:path>
                </a:pathLst>
              </a:custGeom>
              <a:solidFill>
                <a:srgbClr val="C771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708;p30">
                <a:extLst>
                  <a:ext uri="{FF2B5EF4-FFF2-40B4-BE49-F238E27FC236}">
                    <a16:creationId xmlns:a16="http://schemas.microsoft.com/office/drawing/2014/main" id="{F585C57E-3849-C683-765D-7D38E86B2A3D}"/>
                  </a:ext>
                </a:extLst>
              </p:cNvPr>
              <p:cNvSpPr/>
              <p:nvPr/>
            </p:nvSpPr>
            <p:spPr>
              <a:xfrm>
                <a:off x="913900" y="3241050"/>
                <a:ext cx="466700" cy="494850"/>
              </a:xfrm>
              <a:custGeom>
                <a:avLst/>
                <a:gdLst/>
                <a:ahLst/>
                <a:cxnLst/>
                <a:rect l="l" t="t" r="r" b="b"/>
                <a:pathLst>
                  <a:path w="18668" h="19794" extrusionOk="0">
                    <a:moveTo>
                      <a:pt x="2062" y="1"/>
                    </a:moveTo>
                    <a:cubicBezTo>
                      <a:pt x="1895" y="1"/>
                      <a:pt x="1762" y="33"/>
                      <a:pt x="1672" y="104"/>
                    </a:cubicBezTo>
                    <a:cubicBezTo>
                      <a:pt x="454" y="1062"/>
                      <a:pt x="860" y="2333"/>
                      <a:pt x="1956" y="3792"/>
                    </a:cubicBezTo>
                    <a:cubicBezTo>
                      <a:pt x="1956" y="3792"/>
                      <a:pt x="458" y="4690"/>
                      <a:pt x="1131" y="6071"/>
                    </a:cubicBezTo>
                    <a:cubicBezTo>
                      <a:pt x="1131" y="6071"/>
                      <a:pt x="0" y="7798"/>
                      <a:pt x="496" y="8991"/>
                    </a:cubicBezTo>
                    <a:cubicBezTo>
                      <a:pt x="915" y="9996"/>
                      <a:pt x="3568" y="15311"/>
                      <a:pt x="10808" y="19794"/>
                    </a:cubicBezTo>
                    <a:lnTo>
                      <a:pt x="16221" y="8707"/>
                    </a:lnTo>
                    <a:cubicBezTo>
                      <a:pt x="16221" y="8707"/>
                      <a:pt x="18668" y="5506"/>
                      <a:pt x="17488" y="2980"/>
                    </a:cubicBezTo>
                    <a:cubicBezTo>
                      <a:pt x="16924" y="1776"/>
                      <a:pt x="15485" y="1147"/>
                      <a:pt x="15485" y="1147"/>
                    </a:cubicBezTo>
                    <a:lnTo>
                      <a:pt x="15198" y="1341"/>
                    </a:lnTo>
                    <a:cubicBezTo>
                      <a:pt x="13802" y="2279"/>
                      <a:pt x="12182" y="2774"/>
                      <a:pt x="10565" y="2774"/>
                    </a:cubicBezTo>
                    <a:cubicBezTo>
                      <a:pt x="9533" y="2774"/>
                      <a:pt x="8503" y="2573"/>
                      <a:pt x="7533" y="2155"/>
                    </a:cubicBezTo>
                    <a:lnTo>
                      <a:pt x="7463" y="2123"/>
                    </a:lnTo>
                    <a:cubicBezTo>
                      <a:pt x="5460" y="1245"/>
                      <a:pt x="3097" y="1"/>
                      <a:pt x="2062" y="1"/>
                    </a:cubicBezTo>
                    <a:close/>
                  </a:path>
                </a:pathLst>
              </a:custGeom>
              <a:solidFill>
                <a:srgbClr val="C771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709;p30">
                <a:extLst>
                  <a:ext uri="{FF2B5EF4-FFF2-40B4-BE49-F238E27FC236}">
                    <a16:creationId xmlns:a16="http://schemas.microsoft.com/office/drawing/2014/main" id="{2A3E2182-A2B4-2D12-3D27-B76BEA51CDAA}"/>
                  </a:ext>
                </a:extLst>
              </p:cNvPr>
              <p:cNvSpPr/>
              <p:nvPr/>
            </p:nvSpPr>
            <p:spPr>
              <a:xfrm>
                <a:off x="954150" y="3330625"/>
                <a:ext cx="191125" cy="106475"/>
              </a:xfrm>
              <a:custGeom>
                <a:avLst/>
                <a:gdLst/>
                <a:ahLst/>
                <a:cxnLst/>
                <a:rect l="l" t="t" r="r" b="b"/>
                <a:pathLst>
                  <a:path w="7645" h="4259" extrusionOk="0">
                    <a:moveTo>
                      <a:pt x="145" y="1"/>
                    </a:moveTo>
                    <a:cubicBezTo>
                      <a:pt x="70" y="1"/>
                      <a:pt x="0" y="92"/>
                      <a:pt x="48" y="164"/>
                    </a:cubicBezTo>
                    <a:cubicBezTo>
                      <a:pt x="1550" y="2307"/>
                      <a:pt x="4812" y="3980"/>
                      <a:pt x="7387" y="4258"/>
                    </a:cubicBezTo>
                    <a:cubicBezTo>
                      <a:pt x="7395" y="4259"/>
                      <a:pt x="7403" y="4259"/>
                      <a:pt x="7411" y="4259"/>
                    </a:cubicBezTo>
                    <a:cubicBezTo>
                      <a:pt x="7630" y="4259"/>
                      <a:pt x="7644" y="3918"/>
                      <a:pt x="7441" y="3851"/>
                    </a:cubicBezTo>
                    <a:cubicBezTo>
                      <a:pt x="6042" y="3387"/>
                      <a:pt x="4677" y="3068"/>
                      <a:pt x="3379" y="2319"/>
                    </a:cubicBezTo>
                    <a:cubicBezTo>
                      <a:pt x="2236" y="1658"/>
                      <a:pt x="1275" y="764"/>
                      <a:pt x="196" y="17"/>
                    </a:cubicBezTo>
                    <a:cubicBezTo>
                      <a:pt x="180" y="6"/>
                      <a:pt x="162" y="1"/>
                      <a:pt x="145" y="1"/>
                    </a:cubicBezTo>
                    <a:close/>
                  </a:path>
                </a:pathLst>
              </a:custGeom>
              <a:solidFill>
                <a:srgbClr val="9B53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710;p30">
                <a:extLst>
                  <a:ext uri="{FF2B5EF4-FFF2-40B4-BE49-F238E27FC236}">
                    <a16:creationId xmlns:a16="http://schemas.microsoft.com/office/drawing/2014/main" id="{BB99D513-2A31-F249-BF04-6433C7FF1B56}"/>
                  </a:ext>
                </a:extLst>
              </p:cNvPr>
              <p:cNvSpPr/>
              <p:nvPr/>
            </p:nvSpPr>
            <p:spPr>
              <a:xfrm>
                <a:off x="934400" y="3393450"/>
                <a:ext cx="178525" cy="119950"/>
              </a:xfrm>
              <a:custGeom>
                <a:avLst/>
                <a:gdLst/>
                <a:ahLst/>
                <a:cxnLst/>
                <a:rect l="l" t="t" r="r" b="b"/>
                <a:pathLst>
                  <a:path w="7141" h="4798" extrusionOk="0">
                    <a:moveTo>
                      <a:pt x="201" y="1"/>
                    </a:moveTo>
                    <a:cubicBezTo>
                      <a:pt x="100" y="1"/>
                      <a:pt x="1" y="83"/>
                      <a:pt x="40" y="203"/>
                    </a:cubicBezTo>
                    <a:cubicBezTo>
                      <a:pt x="945" y="2963"/>
                      <a:pt x="4012" y="4639"/>
                      <a:pt x="6785" y="4797"/>
                    </a:cubicBezTo>
                    <a:cubicBezTo>
                      <a:pt x="6790" y="4798"/>
                      <a:pt x="6794" y="4798"/>
                      <a:pt x="6798" y="4798"/>
                    </a:cubicBezTo>
                    <a:cubicBezTo>
                      <a:pt x="7073" y="4798"/>
                      <a:pt x="7140" y="4333"/>
                      <a:pt x="6855" y="4290"/>
                    </a:cubicBezTo>
                    <a:cubicBezTo>
                      <a:pt x="3968" y="3854"/>
                      <a:pt x="1878" y="2574"/>
                      <a:pt x="339" y="76"/>
                    </a:cubicBezTo>
                    <a:cubicBezTo>
                      <a:pt x="307" y="24"/>
                      <a:pt x="254" y="1"/>
                      <a:pt x="201" y="1"/>
                    </a:cubicBezTo>
                    <a:close/>
                  </a:path>
                </a:pathLst>
              </a:custGeom>
              <a:solidFill>
                <a:srgbClr val="9B53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711;p30">
                <a:extLst>
                  <a:ext uri="{FF2B5EF4-FFF2-40B4-BE49-F238E27FC236}">
                    <a16:creationId xmlns:a16="http://schemas.microsoft.com/office/drawing/2014/main" id="{5E6FC06D-6024-09E1-99AF-7A0E25E253B9}"/>
                  </a:ext>
                </a:extLst>
              </p:cNvPr>
              <p:cNvSpPr/>
              <p:nvPr/>
            </p:nvSpPr>
            <p:spPr>
              <a:xfrm>
                <a:off x="5468275" y="1519675"/>
                <a:ext cx="759025" cy="301925"/>
              </a:xfrm>
              <a:custGeom>
                <a:avLst/>
                <a:gdLst/>
                <a:ahLst/>
                <a:cxnLst/>
                <a:rect l="l" t="t" r="r" b="b"/>
                <a:pathLst>
                  <a:path w="30361" h="12077" extrusionOk="0">
                    <a:moveTo>
                      <a:pt x="30360" y="0"/>
                    </a:moveTo>
                    <a:lnTo>
                      <a:pt x="1" y="239"/>
                    </a:lnTo>
                    <a:lnTo>
                      <a:pt x="1289" y="12077"/>
                    </a:lnTo>
                    <a:lnTo>
                      <a:pt x="19693" y="11932"/>
                    </a:lnTo>
                    <a:lnTo>
                      <a:pt x="19080" y="6012"/>
                    </a:lnTo>
                    <a:lnTo>
                      <a:pt x="19080" y="6012"/>
                    </a:lnTo>
                    <a:cubicBezTo>
                      <a:pt x="19172" y="6013"/>
                      <a:pt x="19263" y="6013"/>
                      <a:pt x="19354" y="6013"/>
                    </a:cubicBezTo>
                    <a:cubicBezTo>
                      <a:pt x="26532" y="6013"/>
                      <a:pt x="29902" y="3838"/>
                      <a:pt x="30360" y="0"/>
                    </a:cubicBezTo>
                    <a:close/>
                  </a:path>
                </a:pathLst>
              </a:custGeom>
              <a:solidFill>
                <a:srgbClr val="6D39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712;p30">
                <a:extLst>
                  <a:ext uri="{FF2B5EF4-FFF2-40B4-BE49-F238E27FC236}">
                    <a16:creationId xmlns:a16="http://schemas.microsoft.com/office/drawing/2014/main" id="{1456A028-5A18-46CA-BD51-EEB1829C6E69}"/>
                  </a:ext>
                </a:extLst>
              </p:cNvPr>
              <p:cNvSpPr/>
              <p:nvPr/>
            </p:nvSpPr>
            <p:spPr>
              <a:xfrm>
                <a:off x="5972750" y="1591850"/>
                <a:ext cx="50125" cy="72800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2912" extrusionOk="0">
                    <a:moveTo>
                      <a:pt x="135" y="0"/>
                    </a:moveTo>
                    <a:cubicBezTo>
                      <a:pt x="132" y="0"/>
                      <a:pt x="129" y="0"/>
                      <a:pt x="126" y="1"/>
                    </a:cubicBezTo>
                    <a:cubicBezTo>
                      <a:pt x="1" y="22"/>
                      <a:pt x="67" y="855"/>
                      <a:pt x="601" y="1709"/>
                    </a:cubicBezTo>
                    <a:cubicBezTo>
                      <a:pt x="1077" y="2484"/>
                      <a:pt x="1706" y="2912"/>
                      <a:pt x="1878" y="2912"/>
                    </a:cubicBezTo>
                    <a:cubicBezTo>
                      <a:pt x="1897" y="2912"/>
                      <a:pt x="1910" y="2907"/>
                      <a:pt x="1917" y="2897"/>
                    </a:cubicBezTo>
                    <a:cubicBezTo>
                      <a:pt x="2005" y="2789"/>
                      <a:pt x="1485" y="2238"/>
                      <a:pt x="1007" y="1458"/>
                    </a:cubicBezTo>
                    <a:cubicBezTo>
                      <a:pt x="532" y="699"/>
                      <a:pt x="270" y="0"/>
                      <a:pt x="135" y="0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713;p30">
                <a:extLst>
                  <a:ext uri="{FF2B5EF4-FFF2-40B4-BE49-F238E27FC236}">
                    <a16:creationId xmlns:a16="http://schemas.microsoft.com/office/drawing/2014/main" id="{51D4352F-964F-A737-483E-80B2C9277D20}"/>
                  </a:ext>
                </a:extLst>
              </p:cNvPr>
              <p:cNvSpPr/>
              <p:nvPr/>
            </p:nvSpPr>
            <p:spPr>
              <a:xfrm>
                <a:off x="5893150" y="1606825"/>
                <a:ext cx="55750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2230" h="2734" extrusionOk="0">
                    <a:moveTo>
                      <a:pt x="136" y="1"/>
                    </a:moveTo>
                    <a:cubicBezTo>
                      <a:pt x="133" y="1"/>
                      <a:pt x="129" y="1"/>
                      <a:pt x="126" y="2"/>
                    </a:cubicBezTo>
                    <a:cubicBezTo>
                      <a:pt x="1" y="25"/>
                      <a:pt x="99" y="868"/>
                      <a:pt x="712" y="1680"/>
                    </a:cubicBezTo>
                    <a:cubicBezTo>
                      <a:pt x="1241" y="2392"/>
                      <a:pt x="1905" y="2734"/>
                      <a:pt x="2102" y="2734"/>
                    </a:cubicBezTo>
                    <a:cubicBezTo>
                      <a:pt x="2131" y="2734"/>
                      <a:pt x="2150" y="2726"/>
                      <a:pt x="2157" y="2712"/>
                    </a:cubicBezTo>
                    <a:cubicBezTo>
                      <a:pt x="2230" y="2594"/>
                      <a:pt x="1636" y="2124"/>
                      <a:pt x="1095" y="1392"/>
                    </a:cubicBezTo>
                    <a:cubicBezTo>
                      <a:pt x="558" y="687"/>
                      <a:pt x="273" y="1"/>
                      <a:pt x="136" y="1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714;p30">
                <a:extLst>
                  <a:ext uri="{FF2B5EF4-FFF2-40B4-BE49-F238E27FC236}">
                    <a16:creationId xmlns:a16="http://schemas.microsoft.com/office/drawing/2014/main" id="{91067DDA-256F-EE0C-704E-399B3FE59B2F}"/>
                  </a:ext>
                </a:extLst>
              </p:cNvPr>
              <p:cNvSpPr/>
              <p:nvPr/>
            </p:nvSpPr>
            <p:spPr>
              <a:xfrm>
                <a:off x="5838850" y="1688975"/>
                <a:ext cx="104325" cy="26125"/>
              </a:xfrm>
              <a:custGeom>
                <a:avLst/>
                <a:gdLst/>
                <a:ahLst/>
                <a:cxnLst/>
                <a:rect l="l" t="t" r="r" b="b"/>
                <a:pathLst>
                  <a:path w="4173" h="1045" extrusionOk="0">
                    <a:moveTo>
                      <a:pt x="137" y="1"/>
                    </a:moveTo>
                    <a:cubicBezTo>
                      <a:pt x="113" y="1"/>
                      <a:pt x="97" y="6"/>
                      <a:pt x="88" y="18"/>
                    </a:cubicBezTo>
                    <a:cubicBezTo>
                      <a:pt x="1" y="107"/>
                      <a:pt x="769" y="830"/>
                      <a:pt x="2006" y="1002"/>
                    </a:cubicBezTo>
                    <a:cubicBezTo>
                      <a:pt x="2203" y="1032"/>
                      <a:pt x="2392" y="1044"/>
                      <a:pt x="2571" y="1044"/>
                    </a:cubicBezTo>
                    <a:cubicBezTo>
                      <a:pt x="3516" y="1044"/>
                      <a:pt x="4173" y="693"/>
                      <a:pt x="4122" y="600"/>
                    </a:cubicBezTo>
                    <a:cubicBezTo>
                      <a:pt x="4111" y="567"/>
                      <a:pt x="4047" y="556"/>
                      <a:pt x="3940" y="556"/>
                    </a:cubicBezTo>
                    <a:cubicBezTo>
                      <a:pt x="3742" y="556"/>
                      <a:pt x="3397" y="593"/>
                      <a:pt x="2970" y="593"/>
                    </a:cubicBezTo>
                    <a:cubicBezTo>
                      <a:pt x="2699" y="593"/>
                      <a:pt x="2395" y="578"/>
                      <a:pt x="2074" y="529"/>
                    </a:cubicBezTo>
                    <a:cubicBezTo>
                      <a:pt x="1088" y="395"/>
                      <a:pt x="341" y="1"/>
                      <a:pt x="137" y="1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715;p30">
                <a:extLst>
                  <a:ext uri="{FF2B5EF4-FFF2-40B4-BE49-F238E27FC236}">
                    <a16:creationId xmlns:a16="http://schemas.microsoft.com/office/drawing/2014/main" id="{42C1AE64-2DDC-9235-8159-FE83C8CCB3FE}"/>
                  </a:ext>
                </a:extLst>
              </p:cNvPr>
              <p:cNvSpPr/>
              <p:nvPr/>
            </p:nvSpPr>
            <p:spPr>
              <a:xfrm>
                <a:off x="5481900" y="1552175"/>
                <a:ext cx="73092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29237" h="533" extrusionOk="0">
                    <a:moveTo>
                      <a:pt x="20932" y="1"/>
                    </a:moveTo>
                    <a:cubicBezTo>
                      <a:pt x="19020" y="1"/>
                      <a:pt x="16878" y="9"/>
                      <a:pt x="14616" y="27"/>
                    </a:cubicBezTo>
                    <a:cubicBezTo>
                      <a:pt x="6544" y="90"/>
                      <a:pt x="0" y="249"/>
                      <a:pt x="2" y="382"/>
                    </a:cubicBezTo>
                    <a:cubicBezTo>
                      <a:pt x="3" y="477"/>
                      <a:pt x="3386" y="533"/>
                      <a:pt x="8287" y="533"/>
                    </a:cubicBezTo>
                    <a:cubicBezTo>
                      <a:pt x="10203" y="533"/>
                      <a:pt x="12351" y="524"/>
                      <a:pt x="14619" y="506"/>
                    </a:cubicBezTo>
                    <a:cubicBezTo>
                      <a:pt x="22694" y="443"/>
                      <a:pt x="29236" y="284"/>
                      <a:pt x="29235" y="151"/>
                    </a:cubicBezTo>
                    <a:cubicBezTo>
                      <a:pt x="29234" y="56"/>
                      <a:pt x="25842" y="1"/>
                      <a:pt x="20932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716;p30">
                <a:extLst>
                  <a:ext uri="{FF2B5EF4-FFF2-40B4-BE49-F238E27FC236}">
                    <a16:creationId xmlns:a16="http://schemas.microsoft.com/office/drawing/2014/main" id="{14360E97-C151-1457-0711-9F1B2F01E491}"/>
                  </a:ext>
                </a:extLst>
              </p:cNvPr>
              <p:cNvSpPr/>
              <p:nvPr/>
            </p:nvSpPr>
            <p:spPr>
              <a:xfrm>
                <a:off x="5479800" y="1557975"/>
                <a:ext cx="249175" cy="158800"/>
              </a:xfrm>
              <a:custGeom>
                <a:avLst/>
                <a:gdLst/>
                <a:ahLst/>
                <a:cxnLst/>
                <a:rect l="l" t="t" r="r" b="b"/>
                <a:pathLst>
                  <a:path w="9967" h="6352" extrusionOk="0">
                    <a:moveTo>
                      <a:pt x="9914" y="1"/>
                    </a:moveTo>
                    <a:cubicBezTo>
                      <a:pt x="9829" y="1"/>
                      <a:pt x="9538" y="627"/>
                      <a:pt x="8909" y="1503"/>
                    </a:cubicBezTo>
                    <a:cubicBezTo>
                      <a:pt x="8266" y="2402"/>
                      <a:pt x="7208" y="3528"/>
                      <a:pt x="5785" y="4427"/>
                    </a:cubicBezTo>
                    <a:cubicBezTo>
                      <a:pt x="4356" y="5320"/>
                      <a:pt x="2883" y="5784"/>
                      <a:pt x="1796" y="5973"/>
                    </a:cubicBezTo>
                    <a:cubicBezTo>
                      <a:pt x="707" y="6167"/>
                      <a:pt x="7" y="6151"/>
                      <a:pt x="4" y="6233"/>
                    </a:cubicBezTo>
                    <a:cubicBezTo>
                      <a:pt x="1" y="6269"/>
                      <a:pt x="367" y="6352"/>
                      <a:pt x="1003" y="6352"/>
                    </a:cubicBezTo>
                    <a:cubicBezTo>
                      <a:pt x="1246" y="6352"/>
                      <a:pt x="1528" y="6340"/>
                      <a:pt x="1843" y="6309"/>
                    </a:cubicBezTo>
                    <a:cubicBezTo>
                      <a:pt x="2981" y="6201"/>
                      <a:pt x="4547" y="5768"/>
                      <a:pt x="6040" y="4834"/>
                    </a:cubicBezTo>
                    <a:cubicBezTo>
                      <a:pt x="7529" y="3892"/>
                      <a:pt x="8600" y="2669"/>
                      <a:pt x="9190" y="1692"/>
                    </a:cubicBezTo>
                    <a:cubicBezTo>
                      <a:pt x="9785" y="711"/>
                      <a:pt x="9966" y="19"/>
                      <a:pt x="9920" y="2"/>
                    </a:cubicBezTo>
                    <a:cubicBezTo>
                      <a:pt x="9918" y="1"/>
                      <a:pt x="9916" y="1"/>
                      <a:pt x="9914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717;p30">
                <a:extLst>
                  <a:ext uri="{FF2B5EF4-FFF2-40B4-BE49-F238E27FC236}">
                    <a16:creationId xmlns:a16="http://schemas.microsoft.com/office/drawing/2014/main" id="{17C8370B-CE83-F9F3-5557-AC72DA4ED7DF}"/>
                  </a:ext>
                </a:extLst>
              </p:cNvPr>
              <p:cNvSpPr/>
              <p:nvPr/>
            </p:nvSpPr>
            <p:spPr>
              <a:xfrm>
                <a:off x="5538900" y="1708000"/>
                <a:ext cx="30375" cy="108350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334" extrusionOk="0">
                    <a:moveTo>
                      <a:pt x="136" y="1"/>
                    </a:moveTo>
                    <a:cubicBezTo>
                      <a:pt x="133" y="1"/>
                      <a:pt x="130" y="1"/>
                      <a:pt x="128" y="2"/>
                    </a:cubicBezTo>
                    <a:cubicBezTo>
                      <a:pt x="1" y="46"/>
                      <a:pt x="223" y="1010"/>
                      <a:pt x="480" y="2194"/>
                    </a:cubicBezTo>
                    <a:cubicBezTo>
                      <a:pt x="739" y="3369"/>
                      <a:pt x="938" y="4334"/>
                      <a:pt x="1072" y="4334"/>
                    </a:cubicBezTo>
                    <a:cubicBezTo>
                      <a:pt x="1073" y="4334"/>
                      <a:pt x="1074" y="4334"/>
                      <a:pt x="1075" y="4334"/>
                    </a:cubicBezTo>
                    <a:cubicBezTo>
                      <a:pt x="1204" y="4322"/>
                      <a:pt x="1214" y="3306"/>
                      <a:pt x="947" y="2092"/>
                    </a:cubicBezTo>
                    <a:cubicBezTo>
                      <a:pt x="690" y="904"/>
                      <a:pt x="269" y="1"/>
                      <a:pt x="136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718;p30">
                <a:extLst>
                  <a:ext uri="{FF2B5EF4-FFF2-40B4-BE49-F238E27FC236}">
                    <a16:creationId xmlns:a16="http://schemas.microsoft.com/office/drawing/2014/main" id="{91DB4E43-F4AD-8BA0-CBF3-E5991D1D7508}"/>
                  </a:ext>
                </a:extLst>
              </p:cNvPr>
              <p:cNvSpPr/>
              <p:nvPr/>
            </p:nvSpPr>
            <p:spPr>
              <a:xfrm>
                <a:off x="6041725" y="1557475"/>
                <a:ext cx="72175" cy="89925"/>
              </a:xfrm>
              <a:custGeom>
                <a:avLst/>
                <a:gdLst/>
                <a:ahLst/>
                <a:cxnLst/>
                <a:rect l="l" t="t" r="r" b="b"/>
                <a:pathLst>
                  <a:path w="2887" h="3597" extrusionOk="0">
                    <a:moveTo>
                      <a:pt x="164" y="1"/>
                    </a:moveTo>
                    <a:cubicBezTo>
                      <a:pt x="104" y="1"/>
                      <a:pt x="0" y="273"/>
                      <a:pt x="14" y="734"/>
                    </a:cubicBezTo>
                    <a:cubicBezTo>
                      <a:pt x="26" y="1196"/>
                      <a:pt x="192" y="1854"/>
                      <a:pt x="632" y="2436"/>
                    </a:cubicBezTo>
                    <a:cubicBezTo>
                      <a:pt x="1072" y="3017"/>
                      <a:pt x="1659" y="3356"/>
                      <a:pt x="2101" y="3493"/>
                    </a:cubicBezTo>
                    <a:cubicBezTo>
                      <a:pt x="2337" y="3569"/>
                      <a:pt x="2531" y="3596"/>
                      <a:pt x="2662" y="3596"/>
                    </a:cubicBezTo>
                    <a:cubicBezTo>
                      <a:pt x="2778" y="3596"/>
                      <a:pt x="2845" y="3575"/>
                      <a:pt x="2849" y="3546"/>
                    </a:cubicBezTo>
                    <a:cubicBezTo>
                      <a:pt x="2887" y="3415"/>
                      <a:pt x="1779" y="3167"/>
                      <a:pt x="1014" y="2147"/>
                    </a:cubicBezTo>
                    <a:cubicBezTo>
                      <a:pt x="240" y="1133"/>
                      <a:pt x="304" y="1"/>
                      <a:pt x="166" y="1"/>
                    </a:cubicBezTo>
                    <a:cubicBezTo>
                      <a:pt x="165" y="1"/>
                      <a:pt x="165" y="1"/>
                      <a:pt x="164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719;p30">
                <a:extLst>
                  <a:ext uri="{FF2B5EF4-FFF2-40B4-BE49-F238E27FC236}">
                    <a16:creationId xmlns:a16="http://schemas.microsoft.com/office/drawing/2014/main" id="{8543C16E-21A1-9CD2-382A-29E8623E45BB}"/>
                  </a:ext>
                </a:extLst>
              </p:cNvPr>
              <p:cNvSpPr/>
              <p:nvPr/>
            </p:nvSpPr>
            <p:spPr>
              <a:xfrm>
                <a:off x="7048425" y="3208575"/>
                <a:ext cx="332775" cy="758075"/>
              </a:xfrm>
              <a:custGeom>
                <a:avLst/>
                <a:gdLst/>
                <a:ahLst/>
                <a:cxnLst/>
                <a:rect l="l" t="t" r="r" b="b"/>
                <a:pathLst>
                  <a:path w="13311" h="30323" extrusionOk="0">
                    <a:moveTo>
                      <a:pt x="11772" y="1"/>
                    </a:moveTo>
                    <a:lnTo>
                      <a:pt x="1" y="1795"/>
                    </a:lnTo>
                    <a:lnTo>
                      <a:pt x="933" y="20175"/>
                    </a:lnTo>
                    <a:lnTo>
                      <a:pt x="6821" y="19309"/>
                    </a:lnTo>
                    <a:cubicBezTo>
                      <a:pt x="7080" y="26671"/>
                      <a:pt x="9407" y="30024"/>
                      <a:pt x="13311" y="30322"/>
                    </a:cubicBezTo>
                    <a:lnTo>
                      <a:pt x="11772" y="1"/>
                    </a:lnTo>
                    <a:close/>
                  </a:path>
                </a:pathLst>
              </a:custGeom>
              <a:solidFill>
                <a:srgbClr val="6D39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720;p30">
                <a:extLst>
                  <a:ext uri="{FF2B5EF4-FFF2-40B4-BE49-F238E27FC236}">
                    <a16:creationId xmlns:a16="http://schemas.microsoft.com/office/drawing/2014/main" id="{7B02A687-C4C2-6BAE-5FAD-6DEBBD671C64}"/>
                  </a:ext>
                </a:extLst>
              </p:cNvPr>
              <p:cNvSpPr/>
              <p:nvPr/>
            </p:nvSpPr>
            <p:spPr>
              <a:xfrm>
                <a:off x="7225250" y="3717375"/>
                <a:ext cx="74000" cy="492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970" extrusionOk="0">
                    <a:moveTo>
                      <a:pt x="2772" y="0"/>
                    </a:moveTo>
                    <a:cubicBezTo>
                      <a:pt x="2493" y="0"/>
                      <a:pt x="1864" y="163"/>
                      <a:pt x="1235" y="594"/>
                    </a:cubicBezTo>
                    <a:cubicBezTo>
                      <a:pt x="401" y="1158"/>
                      <a:pt x="1" y="1891"/>
                      <a:pt x="106" y="1962"/>
                    </a:cubicBezTo>
                    <a:cubicBezTo>
                      <a:pt x="114" y="1967"/>
                      <a:pt x="123" y="1970"/>
                      <a:pt x="135" y="1970"/>
                    </a:cubicBezTo>
                    <a:cubicBezTo>
                      <a:pt x="290" y="1970"/>
                      <a:pt x="797" y="1466"/>
                      <a:pt x="1504" y="990"/>
                    </a:cubicBezTo>
                    <a:cubicBezTo>
                      <a:pt x="2257" y="472"/>
                      <a:pt x="2960" y="178"/>
                      <a:pt x="2922" y="47"/>
                    </a:cubicBezTo>
                    <a:cubicBezTo>
                      <a:pt x="2915" y="17"/>
                      <a:pt x="2862" y="0"/>
                      <a:pt x="2772" y="0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721;p30">
                <a:extLst>
                  <a:ext uri="{FF2B5EF4-FFF2-40B4-BE49-F238E27FC236}">
                    <a16:creationId xmlns:a16="http://schemas.microsoft.com/office/drawing/2014/main" id="{FC56181A-A18A-8224-8A57-EA1BD0A2E8AE}"/>
                  </a:ext>
                </a:extLst>
              </p:cNvPr>
              <p:cNvSpPr/>
              <p:nvPr/>
            </p:nvSpPr>
            <p:spPr>
              <a:xfrm>
                <a:off x="7211500" y="3638625"/>
                <a:ext cx="69475" cy="5482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193" extrusionOk="0">
                    <a:moveTo>
                      <a:pt x="2613" y="0"/>
                    </a:moveTo>
                    <a:cubicBezTo>
                      <a:pt x="2348" y="0"/>
                      <a:pt x="1699" y="192"/>
                      <a:pt x="1086" y="699"/>
                    </a:cubicBezTo>
                    <a:cubicBezTo>
                      <a:pt x="297" y="1341"/>
                      <a:pt x="1" y="2137"/>
                      <a:pt x="115" y="2187"/>
                    </a:cubicBezTo>
                    <a:cubicBezTo>
                      <a:pt x="122" y="2191"/>
                      <a:pt x="129" y="2192"/>
                      <a:pt x="136" y="2192"/>
                    </a:cubicBezTo>
                    <a:cubicBezTo>
                      <a:pt x="282" y="2192"/>
                      <a:pt x="717" y="1611"/>
                      <a:pt x="1388" y="1069"/>
                    </a:cubicBezTo>
                    <a:cubicBezTo>
                      <a:pt x="2088" y="489"/>
                      <a:pt x="2778" y="174"/>
                      <a:pt x="2736" y="41"/>
                    </a:cubicBezTo>
                    <a:cubicBezTo>
                      <a:pt x="2730" y="15"/>
                      <a:pt x="2686" y="0"/>
                      <a:pt x="2613" y="0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722;p30">
                <a:extLst>
                  <a:ext uri="{FF2B5EF4-FFF2-40B4-BE49-F238E27FC236}">
                    <a16:creationId xmlns:a16="http://schemas.microsoft.com/office/drawing/2014/main" id="{CB3BE8D5-5FF0-2675-F69B-E60B2C1640A0}"/>
                  </a:ext>
                </a:extLst>
              </p:cNvPr>
              <p:cNvSpPr/>
              <p:nvPr/>
            </p:nvSpPr>
            <p:spPr>
              <a:xfrm>
                <a:off x="7169375" y="3587850"/>
                <a:ext cx="28650" cy="101650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4066" extrusionOk="0">
                    <a:moveTo>
                      <a:pt x="1009" y="0"/>
                    </a:moveTo>
                    <a:cubicBezTo>
                      <a:pt x="869" y="0"/>
                      <a:pt x="240" y="781"/>
                      <a:pt x="126" y="1965"/>
                    </a:cubicBezTo>
                    <a:cubicBezTo>
                      <a:pt x="0" y="3167"/>
                      <a:pt x="478" y="4066"/>
                      <a:pt x="608" y="4066"/>
                    </a:cubicBezTo>
                    <a:cubicBezTo>
                      <a:pt x="613" y="4066"/>
                      <a:pt x="617" y="4065"/>
                      <a:pt x="620" y="4063"/>
                    </a:cubicBezTo>
                    <a:cubicBezTo>
                      <a:pt x="752" y="4013"/>
                      <a:pt x="481" y="3118"/>
                      <a:pt x="602" y="2012"/>
                    </a:cubicBezTo>
                    <a:cubicBezTo>
                      <a:pt x="703" y="906"/>
                      <a:pt x="1146" y="82"/>
                      <a:pt x="1027" y="6"/>
                    </a:cubicBezTo>
                    <a:cubicBezTo>
                      <a:pt x="1022" y="2"/>
                      <a:pt x="1016" y="0"/>
                      <a:pt x="1009" y="0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723;p30">
                <a:extLst>
                  <a:ext uri="{FF2B5EF4-FFF2-40B4-BE49-F238E27FC236}">
                    <a16:creationId xmlns:a16="http://schemas.microsoft.com/office/drawing/2014/main" id="{4A05996F-2792-6F33-CA5E-D90FC0D2DD4C}"/>
                  </a:ext>
                </a:extLst>
              </p:cNvPr>
              <p:cNvSpPr/>
              <p:nvPr/>
            </p:nvSpPr>
            <p:spPr>
              <a:xfrm>
                <a:off x="7303950" y="3223725"/>
                <a:ext cx="43675" cy="729950"/>
              </a:xfrm>
              <a:custGeom>
                <a:avLst/>
                <a:gdLst/>
                <a:ahLst/>
                <a:cxnLst/>
                <a:rect l="l" t="t" r="r" b="b"/>
                <a:pathLst>
                  <a:path w="1747" h="29198" extrusionOk="0">
                    <a:moveTo>
                      <a:pt x="132" y="1"/>
                    </a:moveTo>
                    <a:cubicBezTo>
                      <a:pt x="132" y="1"/>
                      <a:pt x="132" y="1"/>
                      <a:pt x="132" y="1"/>
                    </a:cubicBezTo>
                    <a:cubicBezTo>
                      <a:pt x="1" y="8"/>
                      <a:pt x="224" y="6548"/>
                      <a:pt x="634" y="14611"/>
                    </a:cubicBezTo>
                    <a:cubicBezTo>
                      <a:pt x="1043" y="22670"/>
                      <a:pt x="1481" y="29198"/>
                      <a:pt x="1613" y="29198"/>
                    </a:cubicBezTo>
                    <a:cubicBezTo>
                      <a:pt x="1613" y="29198"/>
                      <a:pt x="1613" y="29198"/>
                      <a:pt x="1613" y="29198"/>
                    </a:cubicBezTo>
                    <a:cubicBezTo>
                      <a:pt x="1746" y="29192"/>
                      <a:pt x="1521" y="22648"/>
                      <a:pt x="1112" y="14586"/>
                    </a:cubicBezTo>
                    <a:cubicBezTo>
                      <a:pt x="704" y="6529"/>
                      <a:pt x="266" y="1"/>
                      <a:pt x="132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724;p30">
                <a:extLst>
                  <a:ext uri="{FF2B5EF4-FFF2-40B4-BE49-F238E27FC236}">
                    <a16:creationId xmlns:a16="http://schemas.microsoft.com/office/drawing/2014/main" id="{F2F581F8-0AD4-04F5-0178-CDB11625FEDC}"/>
                  </a:ext>
                </a:extLst>
              </p:cNvPr>
              <p:cNvSpPr/>
              <p:nvPr/>
            </p:nvSpPr>
            <p:spPr>
              <a:xfrm>
                <a:off x="7151275" y="3228225"/>
                <a:ext cx="170950" cy="241225"/>
              </a:xfrm>
              <a:custGeom>
                <a:avLst/>
                <a:gdLst/>
                <a:ahLst/>
                <a:cxnLst/>
                <a:rect l="l" t="t" r="r" b="b"/>
                <a:pathLst>
                  <a:path w="6838" h="9649" extrusionOk="0">
                    <a:moveTo>
                      <a:pt x="157" y="1"/>
                    </a:moveTo>
                    <a:lnTo>
                      <a:pt x="157" y="1"/>
                    </a:lnTo>
                    <a:cubicBezTo>
                      <a:pt x="107" y="1"/>
                      <a:pt x="1" y="709"/>
                      <a:pt x="162" y="1841"/>
                    </a:cubicBezTo>
                    <a:cubicBezTo>
                      <a:pt x="318" y="2973"/>
                      <a:pt x="818" y="4519"/>
                      <a:pt x="1816" y="5970"/>
                    </a:cubicBezTo>
                    <a:cubicBezTo>
                      <a:pt x="2819" y="7418"/>
                      <a:pt x="4087" y="8435"/>
                      <a:pt x="5089" y="8982"/>
                    </a:cubicBezTo>
                    <a:cubicBezTo>
                      <a:pt x="5979" y="9473"/>
                      <a:pt x="6630" y="9648"/>
                      <a:pt x="6777" y="9648"/>
                    </a:cubicBezTo>
                    <a:cubicBezTo>
                      <a:pt x="6797" y="9648"/>
                      <a:pt x="6807" y="9645"/>
                      <a:pt x="6809" y="9640"/>
                    </a:cubicBezTo>
                    <a:cubicBezTo>
                      <a:pt x="6838" y="9564"/>
                      <a:pt x="6191" y="9301"/>
                      <a:pt x="5266" y="8694"/>
                    </a:cubicBezTo>
                    <a:cubicBezTo>
                      <a:pt x="4341" y="8091"/>
                      <a:pt x="3170" y="7083"/>
                      <a:pt x="2210" y="5698"/>
                    </a:cubicBezTo>
                    <a:cubicBezTo>
                      <a:pt x="1258" y="4311"/>
                      <a:pt x="730" y="2859"/>
                      <a:pt x="495" y="1779"/>
                    </a:cubicBezTo>
                    <a:cubicBezTo>
                      <a:pt x="256" y="700"/>
                      <a:pt x="239" y="1"/>
                      <a:pt x="158" y="1"/>
                    </a:cubicBezTo>
                    <a:cubicBezTo>
                      <a:pt x="158" y="1"/>
                      <a:pt x="157" y="1"/>
                      <a:pt x="157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725;p30">
                <a:extLst>
                  <a:ext uri="{FF2B5EF4-FFF2-40B4-BE49-F238E27FC236}">
                    <a16:creationId xmlns:a16="http://schemas.microsoft.com/office/drawing/2014/main" id="{08EC5749-5DEA-C495-5FA7-B4385D3CB105}"/>
                  </a:ext>
                </a:extLst>
              </p:cNvPr>
              <p:cNvSpPr/>
              <p:nvPr/>
            </p:nvSpPr>
            <p:spPr>
              <a:xfrm>
                <a:off x="7056000" y="3289325"/>
                <a:ext cx="108875" cy="30875"/>
              </a:xfrm>
              <a:custGeom>
                <a:avLst/>
                <a:gdLst/>
                <a:ahLst/>
                <a:cxnLst/>
                <a:rect l="l" t="t" r="r" b="b"/>
                <a:pathLst>
                  <a:path w="4355" h="1235" extrusionOk="0">
                    <a:moveTo>
                      <a:pt x="4200" y="0"/>
                    </a:moveTo>
                    <a:cubicBezTo>
                      <a:pt x="3915" y="0"/>
                      <a:pt x="3097" y="224"/>
                      <a:pt x="2131" y="478"/>
                    </a:cubicBezTo>
                    <a:cubicBezTo>
                      <a:pt x="960" y="789"/>
                      <a:pt x="0" y="1031"/>
                      <a:pt x="20" y="1164"/>
                    </a:cubicBezTo>
                    <a:cubicBezTo>
                      <a:pt x="25" y="1209"/>
                      <a:pt x="154" y="1234"/>
                      <a:pt x="369" y="1234"/>
                    </a:cubicBezTo>
                    <a:cubicBezTo>
                      <a:pt x="770" y="1234"/>
                      <a:pt x="1472" y="1148"/>
                      <a:pt x="2253" y="940"/>
                    </a:cubicBezTo>
                    <a:cubicBezTo>
                      <a:pt x="3455" y="625"/>
                      <a:pt x="4354" y="152"/>
                      <a:pt x="4306" y="32"/>
                    </a:cubicBezTo>
                    <a:cubicBezTo>
                      <a:pt x="4297" y="10"/>
                      <a:pt x="4261" y="0"/>
                      <a:pt x="4200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726;p30">
                <a:extLst>
                  <a:ext uri="{FF2B5EF4-FFF2-40B4-BE49-F238E27FC236}">
                    <a16:creationId xmlns:a16="http://schemas.microsoft.com/office/drawing/2014/main" id="{A3D0FC3E-54EC-CB43-5011-D53E06F88BCC}"/>
                  </a:ext>
                </a:extLst>
              </p:cNvPr>
              <p:cNvSpPr/>
              <p:nvPr/>
            </p:nvSpPr>
            <p:spPr>
              <a:xfrm>
                <a:off x="7247400" y="3783800"/>
                <a:ext cx="88400" cy="74050"/>
              </a:xfrm>
              <a:custGeom>
                <a:avLst/>
                <a:gdLst/>
                <a:ahLst/>
                <a:cxnLst/>
                <a:rect l="l" t="t" r="r" b="b"/>
                <a:pathLst>
                  <a:path w="3536" h="2962" extrusionOk="0">
                    <a:moveTo>
                      <a:pt x="2977" y="1"/>
                    </a:moveTo>
                    <a:cubicBezTo>
                      <a:pt x="2919" y="1"/>
                      <a:pt x="2856" y="3"/>
                      <a:pt x="2790" y="7"/>
                    </a:cubicBezTo>
                    <a:cubicBezTo>
                      <a:pt x="2329" y="39"/>
                      <a:pt x="1678" y="234"/>
                      <a:pt x="1116" y="698"/>
                    </a:cubicBezTo>
                    <a:cubicBezTo>
                      <a:pt x="555" y="1162"/>
                      <a:pt x="241" y="1764"/>
                      <a:pt x="123" y="2211"/>
                    </a:cubicBezTo>
                    <a:cubicBezTo>
                      <a:pt x="0" y="2663"/>
                      <a:pt x="41" y="2953"/>
                      <a:pt x="102" y="2961"/>
                    </a:cubicBezTo>
                    <a:cubicBezTo>
                      <a:pt x="103" y="2961"/>
                      <a:pt x="105" y="2961"/>
                      <a:pt x="107" y="2961"/>
                    </a:cubicBezTo>
                    <a:cubicBezTo>
                      <a:pt x="240" y="2961"/>
                      <a:pt x="448" y="1864"/>
                      <a:pt x="1421" y="1067"/>
                    </a:cubicBezTo>
                    <a:cubicBezTo>
                      <a:pt x="2402" y="251"/>
                      <a:pt x="3535" y="266"/>
                      <a:pt x="3529" y="128"/>
                    </a:cubicBezTo>
                    <a:cubicBezTo>
                      <a:pt x="3533" y="78"/>
                      <a:pt x="3329" y="1"/>
                      <a:pt x="2977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727;p30">
                <a:extLst>
                  <a:ext uri="{FF2B5EF4-FFF2-40B4-BE49-F238E27FC236}">
                    <a16:creationId xmlns:a16="http://schemas.microsoft.com/office/drawing/2014/main" id="{8F05563B-AF83-78EA-6E94-397E99D6E9D9}"/>
                  </a:ext>
                </a:extLst>
              </p:cNvPr>
              <p:cNvSpPr/>
              <p:nvPr/>
            </p:nvSpPr>
            <p:spPr>
              <a:xfrm>
                <a:off x="3358000" y="1787200"/>
                <a:ext cx="2681282" cy="2036025"/>
              </a:xfrm>
              <a:custGeom>
                <a:avLst/>
                <a:gdLst/>
                <a:ahLst/>
                <a:cxnLst/>
                <a:rect l="l" t="t" r="r" b="b"/>
                <a:pathLst>
                  <a:path w="105854" h="81441" extrusionOk="0">
                    <a:moveTo>
                      <a:pt x="105853" y="1"/>
                    </a:moveTo>
                    <a:lnTo>
                      <a:pt x="79170" y="1810"/>
                    </a:lnTo>
                    <a:lnTo>
                      <a:pt x="72865" y="44339"/>
                    </a:lnTo>
                    <a:cubicBezTo>
                      <a:pt x="72440" y="47211"/>
                      <a:pt x="69975" y="49323"/>
                      <a:pt x="67092" y="49323"/>
                    </a:cubicBezTo>
                    <a:cubicBezTo>
                      <a:pt x="67029" y="49323"/>
                      <a:pt x="66966" y="49322"/>
                      <a:pt x="66902" y="49320"/>
                    </a:cubicBezTo>
                    <a:lnTo>
                      <a:pt x="0" y="50263"/>
                    </a:lnTo>
                    <a:lnTo>
                      <a:pt x="899" y="61654"/>
                    </a:lnTo>
                    <a:lnTo>
                      <a:pt x="13094" y="81440"/>
                    </a:lnTo>
                    <a:lnTo>
                      <a:pt x="77864" y="78143"/>
                    </a:lnTo>
                    <a:cubicBezTo>
                      <a:pt x="89660" y="77541"/>
                      <a:pt x="99261" y="68441"/>
                      <a:pt x="100496" y="56694"/>
                    </a:cubicBezTo>
                    <a:lnTo>
                      <a:pt x="105853" y="1"/>
                    </a:lnTo>
                    <a:close/>
                  </a:path>
                </a:pathLst>
              </a:custGeom>
              <a:solidFill>
                <a:srgbClr val="6D39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728;p30">
                <a:extLst>
                  <a:ext uri="{FF2B5EF4-FFF2-40B4-BE49-F238E27FC236}">
                    <a16:creationId xmlns:a16="http://schemas.microsoft.com/office/drawing/2014/main" id="{80A143DC-19A2-DADB-FAF4-09F19DAF1208}"/>
                  </a:ext>
                </a:extLst>
              </p:cNvPr>
              <p:cNvSpPr/>
              <p:nvPr/>
            </p:nvSpPr>
            <p:spPr>
              <a:xfrm>
                <a:off x="3394775" y="3206875"/>
                <a:ext cx="3753350" cy="767800"/>
              </a:xfrm>
              <a:custGeom>
                <a:avLst/>
                <a:gdLst/>
                <a:ahLst/>
                <a:cxnLst/>
                <a:rect l="l" t="t" r="r" b="b"/>
                <a:pathLst>
                  <a:path w="150134" h="30712" extrusionOk="0">
                    <a:moveTo>
                      <a:pt x="150134" y="1"/>
                    </a:moveTo>
                    <a:lnTo>
                      <a:pt x="1" y="289"/>
                    </a:lnTo>
                    <a:lnTo>
                      <a:pt x="755" y="30712"/>
                    </a:lnTo>
                    <a:lnTo>
                      <a:pt x="148408" y="27426"/>
                    </a:lnTo>
                    <a:lnTo>
                      <a:pt x="150134" y="1"/>
                    </a:lnTo>
                    <a:close/>
                  </a:path>
                </a:pathLst>
              </a:custGeom>
              <a:solidFill>
                <a:srgbClr val="E660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729;p30">
                <a:extLst>
                  <a:ext uri="{FF2B5EF4-FFF2-40B4-BE49-F238E27FC236}">
                    <a16:creationId xmlns:a16="http://schemas.microsoft.com/office/drawing/2014/main" id="{E43661EA-F373-7E82-2EFB-B7D5B10229EA}"/>
                  </a:ext>
                </a:extLst>
              </p:cNvPr>
              <p:cNvSpPr/>
              <p:nvPr/>
            </p:nvSpPr>
            <p:spPr>
              <a:xfrm>
                <a:off x="652975" y="3118800"/>
                <a:ext cx="1560100" cy="1006250"/>
              </a:xfrm>
              <a:custGeom>
                <a:avLst/>
                <a:gdLst/>
                <a:ahLst/>
                <a:cxnLst/>
                <a:rect l="l" t="t" r="r" b="b"/>
                <a:pathLst>
                  <a:path w="62404" h="40250" extrusionOk="0">
                    <a:moveTo>
                      <a:pt x="39111" y="1"/>
                    </a:moveTo>
                    <a:lnTo>
                      <a:pt x="34381" y="19272"/>
                    </a:lnTo>
                    <a:lnTo>
                      <a:pt x="6917" y="6818"/>
                    </a:lnTo>
                    <a:lnTo>
                      <a:pt x="0" y="21862"/>
                    </a:lnTo>
                    <a:cubicBezTo>
                      <a:pt x="0" y="21862"/>
                      <a:pt x="23599" y="40250"/>
                      <a:pt x="40041" y="40250"/>
                    </a:cubicBezTo>
                    <a:cubicBezTo>
                      <a:pt x="44648" y="40250"/>
                      <a:pt x="48694" y="38806"/>
                      <a:pt x="51501" y="35109"/>
                    </a:cubicBezTo>
                    <a:cubicBezTo>
                      <a:pt x="58577" y="25790"/>
                      <a:pt x="62403" y="5120"/>
                      <a:pt x="62403" y="5120"/>
                    </a:cubicBezTo>
                    <a:lnTo>
                      <a:pt x="39111" y="1"/>
                    </a:lnTo>
                    <a:close/>
                  </a:path>
                </a:pathLst>
              </a:custGeom>
              <a:solidFill>
                <a:srgbClr val="EAC1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730;p30">
                <a:extLst>
                  <a:ext uri="{FF2B5EF4-FFF2-40B4-BE49-F238E27FC236}">
                    <a16:creationId xmlns:a16="http://schemas.microsoft.com/office/drawing/2014/main" id="{13FDF6D5-AC98-2307-21B7-9527C2C222DE}"/>
                  </a:ext>
                </a:extLst>
              </p:cNvPr>
              <p:cNvSpPr/>
              <p:nvPr/>
            </p:nvSpPr>
            <p:spPr>
              <a:xfrm>
                <a:off x="389250" y="3171050"/>
                <a:ext cx="466700" cy="494850"/>
              </a:xfrm>
              <a:custGeom>
                <a:avLst/>
                <a:gdLst/>
                <a:ahLst/>
                <a:cxnLst/>
                <a:rect l="l" t="t" r="r" b="b"/>
                <a:pathLst>
                  <a:path w="18668" h="19794" extrusionOk="0">
                    <a:moveTo>
                      <a:pt x="2062" y="0"/>
                    </a:moveTo>
                    <a:cubicBezTo>
                      <a:pt x="1895" y="0"/>
                      <a:pt x="1763" y="33"/>
                      <a:pt x="1672" y="104"/>
                    </a:cubicBezTo>
                    <a:cubicBezTo>
                      <a:pt x="454" y="1060"/>
                      <a:pt x="860" y="2333"/>
                      <a:pt x="1956" y="3790"/>
                    </a:cubicBezTo>
                    <a:cubicBezTo>
                      <a:pt x="1956" y="3790"/>
                      <a:pt x="458" y="4689"/>
                      <a:pt x="1132" y="6069"/>
                    </a:cubicBezTo>
                    <a:cubicBezTo>
                      <a:pt x="1132" y="6069"/>
                      <a:pt x="0" y="7796"/>
                      <a:pt x="496" y="8990"/>
                    </a:cubicBezTo>
                    <a:cubicBezTo>
                      <a:pt x="915" y="9995"/>
                      <a:pt x="3568" y="15309"/>
                      <a:pt x="10809" y="19793"/>
                    </a:cubicBezTo>
                    <a:lnTo>
                      <a:pt x="16221" y="8706"/>
                    </a:lnTo>
                    <a:cubicBezTo>
                      <a:pt x="16221" y="8706"/>
                      <a:pt x="18668" y="5504"/>
                      <a:pt x="17488" y="2980"/>
                    </a:cubicBezTo>
                    <a:cubicBezTo>
                      <a:pt x="16924" y="1774"/>
                      <a:pt x="15485" y="1145"/>
                      <a:pt x="15485" y="1145"/>
                    </a:cubicBezTo>
                    <a:lnTo>
                      <a:pt x="15198" y="1339"/>
                    </a:lnTo>
                    <a:cubicBezTo>
                      <a:pt x="13802" y="2277"/>
                      <a:pt x="12182" y="2772"/>
                      <a:pt x="10565" y="2772"/>
                    </a:cubicBezTo>
                    <a:cubicBezTo>
                      <a:pt x="9533" y="2772"/>
                      <a:pt x="8503" y="2571"/>
                      <a:pt x="7533" y="2153"/>
                    </a:cubicBezTo>
                    <a:lnTo>
                      <a:pt x="7463" y="2123"/>
                    </a:lnTo>
                    <a:cubicBezTo>
                      <a:pt x="5460" y="1244"/>
                      <a:pt x="3097" y="0"/>
                      <a:pt x="2062" y="0"/>
                    </a:cubicBezTo>
                    <a:close/>
                  </a:path>
                </a:pathLst>
              </a:custGeom>
              <a:solidFill>
                <a:srgbClr val="EAC1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731;p30">
                <a:extLst>
                  <a:ext uri="{FF2B5EF4-FFF2-40B4-BE49-F238E27FC236}">
                    <a16:creationId xmlns:a16="http://schemas.microsoft.com/office/drawing/2014/main" id="{0ACB7944-EC51-4B91-66AF-BFE1495C9E3E}"/>
                  </a:ext>
                </a:extLst>
              </p:cNvPr>
              <p:cNvSpPr/>
              <p:nvPr/>
            </p:nvSpPr>
            <p:spPr>
              <a:xfrm>
                <a:off x="433025" y="3263325"/>
                <a:ext cx="181175" cy="98575"/>
              </a:xfrm>
              <a:custGeom>
                <a:avLst/>
                <a:gdLst/>
                <a:ahLst/>
                <a:cxnLst/>
                <a:rect l="l" t="t" r="r" b="b"/>
                <a:pathLst>
                  <a:path w="7247" h="394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949" y="2008"/>
                      <a:pt x="4506" y="3398"/>
                      <a:pt x="7246" y="3942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AC1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732;p30">
                <a:extLst>
                  <a:ext uri="{FF2B5EF4-FFF2-40B4-BE49-F238E27FC236}">
                    <a16:creationId xmlns:a16="http://schemas.microsoft.com/office/drawing/2014/main" id="{EB318CF5-2298-1819-2CC6-73A1C66FCDDC}"/>
                  </a:ext>
                </a:extLst>
              </p:cNvPr>
              <p:cNvSpPr/>
              <p:nvPr/>
            </p:nvSpPr>
            <p:spPr>
              <a:xfrm>
                <a:off x="414675" y="3327400"/>
                <a:ext cx="164725" cy="109500"/>
              </a:xfrm>
              <a:custGeom>
                <a:avLst/>
                <a:gdLst/>
                <a:ahLst/>
                <a:cxnLst/>
                <a:rect l="l" t="t" r="r" b="b"/>
                <a:pathLst>
                  <a:path w="6589" h="4380" extrusionOk="0">
                    <a:moveTo>
                      <a:pt x="0" y="1"/>
                    </a:moveTo>
                    <a:cubicBezTo>
                      <a:pt x="1102" y="2575"/>
                      <a:pt x="3815" y="4154"/>
                      <a:pt x="6588" y="4379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AC1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733;p30">
                <a:extLst>
                  <a:ext uri="{FF2B5EF4-FFF2-40B4-BE49-F238E27FC236}">
                    <a16:creationId xmlns:a16="http://schemas.microsoft.com/office/drawing/2014/main" id="{A4A44CF1-8C6B-1139-EA81-25E7E6199C38}"/>
                  </a:ext>
                </a:extLst>
              </p:cNvPr>
              <p:cNvSpPr/>
              <p:nvPr/>
            </p:nvSpPr>
            <p:spPr>
              <a:xfrm>
                <a:off x="1276000" y="2604750"/>
                <a:ext cx="2137650" cy="1369900"/>
              </a:xfrm>
              <a:custGeom>
                <a:avLst/>
                <a:gdLst/>
                <a:ahLst/>
                <a:cxnLst/>
                <a:rect l="l" t="t" r="r" b="b"/>
                <a:pathLst>
                  <a:path w="85506" h="54796" extrusionOk="0">
                    <a:moveTo>
                      <a:pt x="43933" y="1"/>
                    </a:moveTo>
                    <a:cubicBezTo>
                      <a:pt x="39512" y="1"/>
                      <a:pt x="33374" y="1162"/>
                      <a:pt x="24174" y="3593"/>
                    </a:cubicBezTo>
                    <a:cubicBezTo>
                      <a:pt x="1" y="9978"/>
                      <a:pt x="12597" y="42422"/>
                      <a:pt x="12597" y="43113"/>
                    </a:cubicBezTo>
                    <a:lnTo>
                      <a:pt x="16632" y="54795"/>
                    </a:lnTo>
                    <a:lnTo>
                      <a:pt x="85506" y="54795"/>
                    </a:lnTo>
                    <a:lnTo>
                      <a:pt x="84765" y="17300"/>
                    </a:lnTo>
                    <a:lnTo>
                      <a:pt x="64338" y="20504"/>
                    </a:lnTo>
                    <a:cubicBezTo>
                      <a:pt x="64338" y="20504"/>
                      <a:pt x="62025" y="15119"/>
                      <a:pt x="57673" y="8769"/>
                    </a:cubicBezTo>
                    <a:cubicBezTo>
                      <a:pt x="53774" y="3077"/>
                      <a:pt x="51127" y="1"/>
                      <a:pt x="43933" y="1"/>
                    </a:cubicBez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734;p30">
                <a:extLst>
                  <a:ext uri="{FF2B5EF4-FFF2-40B4-BE49-F238E27FC236}">
                    <a16:creationId xmlns:a16="http://schemas.microsoft.com/office/drawing/2014/main" id="{26E6E814-3BCC-4C6D-FA32-3860AF1400D4}"/>
                  </a:ext>
                </a:extLst>
              </p:cNvPr>
              <p:cNvSpPr/>
              <p:nvPr/>
            </p:nvSpPr>
            <p:spPr>
              <a:xfrm>
                <a:off x="1681900" y="2172200"/>
                <a:ext cx="542550" cy="769125"/>
              </a:xfrm>
              <a:custGeom>
                <a:avLst/>
                <a:gdLst/>
                <a:ahLst/>
                <a:cxnLst/>
                <a:rect l="l" t="t" r="r" b="b"/>
                <a:pathLst>
                  <a:path w="21702" h="30765" extrusionOk="0">
                    <a:moveTo>
                      <a:pt x="13592" y="1"/>
                    </a:moveTo>
                    <a:lnTo>
                      <a:pt x="1" y="17412"/>
                    </a:lnTo>
                    <a:lnTo>
                      <a:pt x="2633" y="24692"/>
                    </a:lnTo>
                    <a:cubicBezTo>
                      <a:pt x="3981" y="28416"/>
                      <a:pt x="7500" y="30764"/>
                      <a:pt x="11283" y="30764"/>
                    </a:cubicBezTo>
                    <a:cubicBezTo>
                      <a:pt x="12125" y="30764"/>
                      <a:pt x="12979" y="30648"/>
                      <a:pt x="13826" y="30405"/>
                    </a:cubicBezTo>
                    <a:cubicBezTo>
                      <a:pt x="18892" y="28951"/>
                      <a:pt x="21701" y="23548"/>
                      <a:pt x="19986" y="18567"/>
                    </a:cubicBezTo>
                    <a:lnTo>
                      <a:pt x="13592" y="1"/>
                    </a:ln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735;p30">
                <a:extLst>
                  <a:ext uri="{FF2B5EF4-FFF2-40B4-BE49-F238E27FC236}">
                    <a16:creationId xmlns:a16="http://schemas.microsoft.com/office/drawing/2014/main" id="{97AEA1EC-A226-8FD2-6DAB-CA2F2A8EEA0A}"/>
                  </a:ext>
                </a:extLst>
              </p:cNvPr>
              <p:cNvSpPr/>
              <p:nvPr/>
            </p:nvSpPr>
            <p:spPr>
              <a:xfrm>
                <a:off x="1688825" y="2282525"/>
                <a:ext cx="464050" cy="506550"/>
              </a:xfrm>
              <a:custGeom>
                <a:avLst/>
                <a:gdLst/>
                <a:ahLst/>
                <a:cxnLst/>
                <a:rect l="l" t="t" r="r" b="b"/>
                <a:pathLst>
                  <a:path w="18562" h="20262" extrusionOk="0">
                    <a:moveTo>
                      <a:pt x="12884" y="1"/>
                    </a:moveTo>
                    <a:lnTo>
                      <a:pt x="0" y="13852"/>
                    </a:lnTo>
                    <a:lnTo>
                      <a:pt x="2069" y="20261"/>
                    </a:lnTo>
                    <a:cubicBezTo>
                      <a:pt x="2069" y="20261"/>
                      <a:pt x="18562" y="19593"/>
                      <a:pt x="12884" y="1"/>
                    </a:cubicBezTo>
                    <a:close/>
                  </a:path>
                </a:pathLst>
              </a:custGeom>
              <a:solidFill>
                <a:srgbClr val="EAC1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736;p30">
                <a:extLst>
                  <a:ext uri="{FF2B5EF4-FFF2-40B4-BE49-F238E27FC236}">
                    <a16:creationId xmlns:a16="http://schemas.microsoft.com/office/drawing/2014/main" id="{9357D164-2729-5F1F-EB6B-902BB3034ACC}"/>
                  </a:ext>
                </a:extLst>
              </p:cNvPr>
              <p:cNvSpPr/>
              <p:nvPr/>
            </p:nvSpPr>
            <p:spPr>
              <a:xfrm>
                <a:off x="1957650" y="1992100"/>
                <a:ext cx="160125" cy="207375"/>
              </a:xfrm>
              <a:custGeom>
                <a:avLst/>
                <a:gdLst/>
                <a:ahLst/>
                <a:cxnLst/>
                <a:rect l="l" t="t" r="r" b="b"/>
                <a:pathLst>
                  <a:path w="6405" h="8295" extrusionOk="0">
                    <a:moveTo>
                      <a:pt x="3091" y="1"/>
                    </a:moveTo>
                    <a:cubicBezTo>
                      <a:pt x="2626" y="1"/>
                      <a:pt x="2157" y="129"/>
                      <a:pt x="1736" y="331"/>
                    </a:cubicBezTo>
                    <a:cubicBezTo>
                      <a:pt x="1096" y="640"/>
                      <a:pt x="544" y="1107"/>
                      <a:pt x="0" y="1568"/>
                    </a:cubicBezTo>
                    <a:lnTo>
                      <a:pt x="1499" y="8238"/>
                    </a:lnTo>
                    <a:cubicBezTo>
                      <a:pt x="1707" y="8276"/>
                      <a:pt x="1916" y="8295"/>
                      <a:pt x="2124" y="8295"/>
                    </a:cubicBezTo>
                    <a:cubicBezTo>
                      <a:pt x="3549" y="8295"/>
                      <a:pt x="4948" y="7439"/>
                      <a:pt x="5627" y="6160"/>
                    </a:cubicBezTo>
                    <a:cubicBezTo>
                      <a:pt x="6405" y="4693"/>
                      <a:pt x="6243" y="2781"/>
                      <a:pt x="5318" y="1383"/>
                    </a:cubicBezTo>
                    <a:cubicBezTo>
                      <a:pt x="4947" y="822"/>
                      <a:pt x="4440" y="324"/>
                      <a:pt x="3810" y="114"/>
                    </a:cubicBezTo>
                    <a:cubicBezTo>
                      <a:pt x="3576" y="36"/>
                      <a:pt x="3334" y="1"/>
                      <a:pt x="3091" y="1"/>
                    </a:cubicBez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737;p30">
                <a:extLst>
                  <a:ext uri="{FF2B5EF4-FFF2-40B4-BE49-F238E27FC236}">
                    <a16:creationId xmlns:a16="http://schemas.microsoft.com/office/drawing/2014/main" id="{83D27735-037C-E404-09B8-2829795971A1}"/>
                  </a:ext>
                </a:extLst>
              </p:cNvPr>
              <p:cNvSpPr/>
              <p:nvPr/>
            </p:nvSpPr>
            <p:spPr>
              <a:xfrm>
                <a:off x="2003700" y="2018825"/>
                <a:ext cx="88850" cy="130175"/>
              </a:xfrm>
              <a:custGeom>
                <a:avLst/>
                <a:gdLst/>
                <a:ahLst/>
                <a:cxnLst/>
                <a:rect l="l" t="t" r="r" b="b"/>
                <a:pathLst>
                  <a:path w="3554" h="5207" extrusionOk="0">
                    <a:moveTo>
                      <a:pt x="1062" y="0"/>
                    </a:moveTo>
                    <a:cubicBezTo>
                      <a:pt x="1020" y="0"/>
                      <a:pt x="980" y="21"/>
                      <a:pt x="954" y="71"/>
                    </a:cubicBezTo>
                    <a:cubicBezTo>
                      <a:pt x="567" y="825"/>
                      <a:pt x="302" y="1583"/>
                      <a:pt x="85" y="2393"/>
                    </a:cubicBezTo>
                    <a:lnTo>
                      <a:pt x="85" y="2393"/>
                    </a:lnTo>
                    <a:cubicBezTo>
                      <a:pt x="61" y="2463"/>
                      <a:pt x="41" y="2537"/>
                      <a:pt x="26" y="2614"/>
                    </a:cubicBezTo>
                    <a:lnTo>
                      <a:pt x="27" y="2615"/>
                    </a:lnTo>
                    <a:lnTo>
                      <a:pt x="27" y="2615"/>
                    </a:lnTo>
                    <a:cubicBezTo>
                      <a:pt x="1" y="2723"/>
                      <a:pt x="100" y="2812"/>
                      <a:pt x="193" y="2812"/>
                    </a:cubicBezTo>
                    <a:cubicBezTo>
                      <a:pt x="240" y="2812"/>
                      <a:pt x="285" y="2789"/>
                      <a:pt x="310" y="2734"/>
                    </a:cubicBezTo>
                    <a:cubicBezTo>
                      <a:pt x="545" y="2232"/>
                      <a:pt x="902" y="2027"/>
                      <a:pt x="1256" y="2027"/>
                    </a:cubicBezTo>
                    <a:cubicBezTo>
                      <a:pt x="1932" y="2027"/>
                      <a:pt x="2594" y="2779"/>
                      <a:pt x="2350" y="3641"/>
                    </a:cubicBezTo>
                    <a:cubicBezTo>
                      <a:pt x="2189" y="4210"/>
                      <a:pt x="1684" y="4519"/>
                      <a:pt x="1256" y="4875"/>
                    </a:cubicBezTo>
                    <a:cubicBezTo>
                      <a:pt x="1134" y="4977"/>
                      <a:pt x="1226" y="5207"/>
                      <a:pt x="1382" y="5207"/>
                    </a:cubicBezTo>
                    <a:cubicBezTo>
                      <a:pt x="1386" y="5207"/>
                      <a:pt x="1390" y="5207"/>
                      <a:pt x="1394" y="5206"/>
                    </a:cubicBezTo>
                    <a:cubicBezTo>
                      <a:pt x="2829" y="5093"/>
                      <a:pt x="3553" y="3236"/>
                      <a:pt x="2692" y="2111"/>
                    </a:cubicBezTo>
                    <a:cubicBezTo>
                      <a:pt x="2364" y="1683"/>
                      <a:pt x="1879" y="1473"/>
                      <a:pt x="1410" y="1473"/>
                    </a:cubicBezTo>
                    <a:cubicBezTo>
                      <a:pt x="1113" y="1473"/>
                      <a:pt x="823" y="1557"/>
                      <a:pt x="583" y="1725"/>
                    </a:cubicBezTo>
                    <a:lnTo>
                      <a:pt x="583" y="1725"/>
                    </a:lnTo>
                    <a:cubicBezTo>
                      <a:pt x="750" y="1207"/>
                      <a:pt x="960" y="703"/>
                      <a:pt x="1196" y="213"/>
                    </a:cubicBezTo>
                    <a:cubicBezTo>
                      <a:pt x="1249" y="102"/>
                      <a:pt x="1154" y="0"/>
                      <a:pt x="1062" y="0"/>
                    </a:cubicBezTo>
                    <a:close/>
                  </a:path>
                </a:pathLst>
              </a:custGeom>
              <a:solidFill>
                <a:srgbClr val="9B53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738;p30">
                <a:extLst>
                  <a:ext uri="{FF2B5EF4-FFF2-40B4-BE49-F238E27FC236}">
                    <a16:creationId xmlns:a16="http://schemas.microsoft.com/office/drawing/2014/main" id="{D43B5EB2-3F00-3894-2A96-E7456ED24651}"/>
                  </a:ext>
                </a:extLst>
              </p:cNvPr>
              <p:cNvSpPr/>
              <p:nvPr/>
            </p:nvSpPr>
            <p:spPr>
              <a:xfrm>
                <a:off x="1336950" y="1722950"/>
                <a:ext cx="697825" cy="920650"/>
              </a:xfrm>
              <a:custGeom>
                <a:avLst/>
                <a:gdLst/>
                <a:ahLst/>
                <a:cxnLst/>
                <a:rect l="l" t="t" r="r" b="b"/>
                <a:pathLst>
                  <a:path w="27913" h="36826" extrusionOk="0">
                    <a:moveTo>
                      <a:pt x="15841" y="0"/>
                    </a:moveTo>
                    <a:cubicBezTo>
                      <a:pt x="14653" y="0"/>
                      <a:pt x="13319" y="182"/>
                      <a:pt x="11816" y="565"/>
                    </a:cubicBezTo>
                    <a:cubicBezTo>
                      <a:pt x="11816" y="565"/>
                      <a:pt x="0" y="2481"/>
                      <a:pt x="2264" y="18748"/>
                    </a:cubicBezTo>
                    <a:cubicBezTo>
                      <a:pt x="4190" y="32581"/>
                      <a:pt x="8679" y="36826"/>
                      <a:pt x="13699" y="36826"/>
                    </a:cubicBezTo>
                    <a:cubicBezTo>
                      <a:pt x="14822" y="36826"/>
                      <a:pt x="15971" y="36613"/>
                      <a:pt x="17125" y="36248"/>
                    </a:cubicBezTo>
                    <a:cubicBezTo>
                      <a:pt x="24606" y="33880"/>
                      <a:pt x="27913" y="28810"/>
                      <a:pt x="26758" y="20191"/>
                    </a:cubicBezTo>
                    <a:cubicBezTo>
                      <a:pt x="25247" y="8907"/>
                      <a:pt x="24147" y="0"/>
                      <a:pt x="15841" y="0"/>
                    </a:cubicBez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739;p30">
                <a:extLst>
                  <a:ext uri="{FF2B5EF4-FFF2-40B4-BE49-F238E27FC236}">
                    <a16:creationId xmlns:a16="http://schemas.microsoft.com/office/drawing/2014/main" id="{F7CB4F72-9620-92E4-0748-5D9D14625FC6}"/>
                  </a:ext>
                </a:extLst>
              </p:cNvPr>
              <p:cNvSpPr/>
              <p:nvPr/>
            </p:nvSpPr>
            <p:spPr>
              <a:xfrm>
                <a:off x="1578025" y="2031625"/>
                <a:ext cx="138925" cy="288725"/>
              </a:xfrm>
              <a:custGeom>
                <a:avLst/>
                <a:gdLst/>
                <a:ahLst/>
                <a:cxnLst/>
                <a:rect l="l" t="t" r="r" b="b"/>
                <a:pathLst>
                  <a:path w="5557" h="11549" extrusionOk="0">
                    <a:moveTo>
                      <a:pt x="162" y="0"/>
                    </a:moveTo>
                    <a:cubicBezTo>
                      <a:pt x="81" y="0"/>
                      <a:pt x="1" y="67"/>
                      <a:pt x="24" y="172"/>
                    </a:cubicBezTo>
                    <a:lnTo>
                      <a:pt x="24" y="174"/>
                    </a:lnTo>
                    <a:cubicBezTo>
                      <a:pt x="702" y="3407"/>
                      <a:pt x="1589" y="6756"/>
                      <a:pt x="2741" y="9854"/>
                    </a:cubicBezTo>
                    <a:cubicBezTo>
                      <a:pt x="3069" y="10737"/>
                      <a:pt x="3635" y="11549"/>
                      <a:pt x="4434" y="11549"/>
                    </a:cubicBezTo>
                    <a:cubicBezTo>
                      <a:pt x="4697" y="11549"/>
                      <a:pt x="4986" y="11460"/>
                      <a:pt x="5300" y="11258"/>
                    </a:cubicBezTo>
                    <a:cubicBezTo>
                      <a:pt x="5556" y="11092"/>
                      <a:pt x="5403" y="10730"/>
                      <a:pt x="5157" y="10730"/>
                    </a:cubicBezTo>
                    <a:cubicBezTo>
                      <a:pt x="5112" y="10730"/>
                      <a:pt x="5063" y="10742"/>
                      <a:pt x="5014" y="10770"/>
                    </a:cubicBezTo>
                    <a:cubicBezTo>
                      <a:pt x="4891" y="10839"/>
                      <a:pt x="4770" y="10872"/>
                      <a:pt x="4651" y="10872"/>
                    </a:cubicBezTo>
                    <a:cubicBezTo>
                      <a:pt x="3170" y="10872"/>
                      <a:pt x="2048" y="5834"/>
                      <a:pt x="1848" y="5161"/>
                    </a:cubicBezTo>
                    <a:cubicBezTo>
                      <a:pt x="1341" y="3470"/>
                      <a:pt x="861" y="1771"/>
                      <a:pt x="294" y="98"/>
                    </a:cubicBezTo>
                    <a:cubicBezTo>
                      <a:pt x="270" y="30"/>
                      <a:pt x="216" y="0"/>
                      <a:pt x="162" y="0"/>
                    </a:cubicBezTo>
                    <a:close/>
                  </a:path>
                </a:pathLst>
              </a:custGeom>
              <a:solidFill>
                <a:srgbClr val="9B53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740;p30">
                <a:extLst>
                  <a:ext uri="{FF2B5EF4-FFF2-40B4-BE49-F238E27FC236}">
                    <a16:creationId xmlns:a16="http://schemas.microsoft.com/office/drawing/2014/main" id="{2E8EB630-F181-6B62-456E-336442E50986}"/>
                  </a:ext>
                </a:extLst>
              </p:cNvPr>
              <p:cNvSpPr/>
              <p:nvPr/>
            </p:nvSpPr>
            <p:spPr>
              <a:xfrm>
                <a:off x="1662900" y="2126925"/>
                <a:ext cx="5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381" h="2159" extrusionOk="0">
                    <a:moveTo>
                      <a:pt x="1179" y="0"/>
                    </a:moveTo>
                    <a:cubicBezTo>
                      <a:pt x="1073" y="0"/>
                      <a:pt x="965" y="17"/>
                      <a:pt x="859" y="51"/>
                    </a:cubicBezTo>
                    <a:cubicBezTo>
                      <a:pt x="303" y="231"/>
                      <a:pt x="0" y="837"/>
                      <a:pt x="185" y="1404"/>
                    </a:cubicBezTo>
                    <a:cubicBezTo>
                      <a:pt x="333" y="1864"/>
                      <a:pt x="753" y="2158"/>
                      <a:pt x="1203" y="2158"/>
                    </a:cubicBezTo>
                    <a:cubicBezTo>
                      <a:pt x="1309" y="2158"/>
                      <a:pt x="1416" y="2142"/>
                      <a:pt x="1522" y="2108"/>
                    </a:cubicBezTo>
                    <a:cubicBezTo>
                      <a:pt x="2078" y="1928"/>
                      <a:pt x="2381" y="1322"/>
                      <a:pt x="2198" y="754"/>
                    </a:cubicBezTo>
                    <a:cubicBezTo>
                      <a:pt x="2050" y="294"/>
                      <a:pt x="1629" y="0"/>
                      <a:pt x="1179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741;p30">
                <a:extLst>
                  <a:ext uri="{FF2B5EF4-FFF2-40B4-BE49-F238E27FC236}">
                    <a16:creationId xmlns:a16="http://schemas.microsoft.com/office/drawing/2014/main" id="{C45DF915-520F-454D-9E67-0CFA0E9F62CE}"/>
                  </a:ext>
                </a:extLst>
              </p:cNvPr>
              <p:cNvSpPr/>
              <p:nvPr/>
            </p:nvSpPr>
            <p:spPr>
              <a:xfrm>
                <a:off x="1479125" y="2186250"/>
                <a:ext cx="5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381" h="2159" extrusionOk="0">
                    <a:moveTo>
                      <a:pt x="1177" y="1"/>
                    </a:moveTo>
                    <a:cubicBezTo>
                      <a:pt x="1071" y="1"/>
                      <a:pt x="964" y="17"/>
                      <a:pt x="859" y="51"/>
                    </a:cubicBezTo>
                    <a:cubicBezTo>
                      <a:pt x="303" y="231"/>
                      <a:pt x="0" y="837"/>
                      <a:pt x="185" y="1405"/>
                    </a:cubicBezTo>
                    <a:cubicBezTo>
                      <a:pt x="333" y="1865"/>
                      <a:pt x="754" y="2158"/>
                      <a:pt x="1204" y="2158"/>
                    </a:cubicBezTo>
                    <a:cubicBezTo>
                      <a:pt x="1310" y="2158"/>
                      <a:pt x="1418" y="2142"/>
                      <a:pt x="1524" y="2108"/>
                    </a:cubicBezTo>
                    <a:cubicBezTo>
                      <a:pt x="2080" y="1928"/>
                      <a:pt x="2381" y="1322"/>
                      <a:pt x="2198" y="755"/>
                    </a:cubicBezTo>
                    <a:cubicBezTo>
                      <a:pt x="2050" y="295"/>
                      <a:pt x="1628" y="1"/>
                      <a:pt x="1177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742;p30">
                <a:extLst>
                  <a:ext uri="{FF2B5EF4-FFF2-40B4-BE49-F238E27FC236}">
                    <a16:creationId xmlns:a16="http://schemas.microsoft.com/office/drawing/2014/main" id="{5F983529-1513-5430-D6DB-1EB452EC79A6}"/>
                  </a:ext>
                </a:extLst>
              </p:cNvPr>
              <p:cNvSpPr/>
              <p:nvPr/>
            </p:nvSpPr>
            <p:spPr>
              <a:xfrm>
                <a:off x="1450700" y="2076625"/>
                <a:ext cx="106500" cy="54850"/>
              </a:xfrm>
              <a:custGeom>
                <a:avLst/>
                <a:gdLst/>
                <a:ahLst/>
                <a:cxnLst/>
                <a:rect l="l" t="t" r="r" b="b"/>
                <a:pathLst>
                  <a:path w="4260" h="2194" extrusionOk="0">
                    <a:moveTo>
                      <a:pt x="3170" y="1"/>
                    </a:moveTo>
                    <a:cubicBezTo>
                      <a:pt x="1891" y="1"/>
                      <a:pt x="301" y="775"/>
                      <a:pt x="33" y="1956"/>
                    </a:cubicBezTo>
                    <a:cubicBezTo>
                      <a:pt x="0" y="2099"/>
                      <a:pt x="103" y="2193"/>
                      <a:pt x="219" y="2193"/>
                    </a:cubicBezTo>
                    <a:cubicBezTo>
                      <a:pt x="265" y="2193"/>
                      <a:pt x="314" y="2178"/>
                      <a:pt x="356" y="2145"/>
                    </a:cubicBezTo>
                    <a:lnTo>
                      <a:pt x="356" y="2143"/>
                    </a:lnTo>
                    <a:cubicBezTo>
                      <a:pt x="883" y="1728"/>
                      <a:pt x="1239" y="1218"/>
                      <a:pt x="1873" y="925"/>
                    </a:cubicBezTo>
                    <a:cubicBezTo>
                      <a:pt x="2362" y="700"/>
                      <a:pt x="2831" y="657"/>
                      <a:pt x="3324" y="657"/>
                    </a:cubicBezTo>
                    <a:cubicBezTo>
                      <a:pt x="3514" y="657"/>
                      <a:pt x="3708" y="663"/>
                      <a:pt x="3908" y="668"/>
                    </a:cubicBezTo>
                    <a:cubicBezTo>
                      <a:pt x="3911" y="668"/>
                      <a:pt x="3914" y="668"/>
                      <a:pt x="3917" y="668"/>
                    </a:cubicBezTo>
                    <a:cubicBezTo>
                      <a:pt x="4233" y="668"/>
                      <a:pt x="4260" y="226"/>
                      <a:pt x="3980" y="127"/>
                    </a:cubicBezTo>
                    <a:cubicBezTo>
                      <a:pt x="3739" y="41"/>
                      <a:pt x="3463" y="1"/>
                      <a:pt x="3170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743;p30">
                <a:extLst>
                  <a:ext uri="{FF2B5EF4-FFF2-40B4-BE49-F238E27FC236}">
                    <a16:creationId xmlns:a16="http://schemas.microsoft.com/office/drawing/2014/main" id="{F179E98C-3695-7DE2-A642-77478EBEEAD7}"/>
                  </a:ext>
                </a:extLst>
              </p:cNvPr>
              <p:cNvSpPr/>
              <p:nvPr/>
            </p:nvSpPr>
            <p:spPr>
              <a:xfrm>
                <a:off x="1663675" y="1999025"/>
                <a:ext cx="106525" cy="54850"/>
              </a:xfrm>
              <a:custGeom>
                <a:avLst/>
                <a:gdLst/>
                <a:ahLst/>
                <a:cxnLst/>
                <a:rect l="l" t="t" r="r" b="b"/>
                <a:pathLst>
                  <a:path w="4261" h="2194" extrusionOk="0">
                    <a:moveTo>
                      <a:pt x="3171" y="1"/>
                    </a:moveTo>
                    <a:cubicBezTo>
                      <a:pt x="1891" y="1"/>
                      <a:pt x="301" y="774"/>
                      <a:pt x="33" y="1956"/>
                    </a:cubicBezTo>
                    <a:cubicBezTo>
                      <a:pt x="0" y="2099"/>
                      <a:pt x="104" y="2193"/>
                      <a:pt x="220" y="2193"/>
                    </a:cubicBezTo>
                    <a:cubicBezTo>
                      <a:pt x="267" y="2193"/>
                      <a:pt x="315" y="2178"/>
                      <a:pt x="358" y="2144"/>
                    </a:cubicBezTo>
                    <a:lnTo>
                      <a:pt x="356" y="2143"/>
                    </a:lnTo>
                    <a:cubicBezTo>
                      <a:pt x="885" y="1727"/>
                      <a:pt x="1239" y="1217"/>
                      <a:pt x="1874" y="925"/>
                    </a:cubicBezTo>
                    <a:cubicBezTo>
                      <a:pt x="2363" y="700"/>
                      <a:pt x="2831" y="656"/>
                      <a:pt x="3325" y="656"/>
                    </a:cubicBezTo>
                    <a:cubicBezTo>
                      <a:pt x="3514" y="656"/>
                      <a:pt x="3708" y="663"/>
                      <a:pt x="3908" y="668"/>
                    </a:cubicBezTo>
                    <a:cubicBezTo>
                      <a:pt x="3911" y="668"/>
                      <a:pt x="3914" y="668"/>
                      <a:pt x="3917" y="668"/>
                    </a:cubicBezTo>
                    <a:cubicBezTo>
                      <a:pt x="4233" y="668"/>
                      <a:pt x="4260" y="226"/>
                      <a:pt x="3982" y="127"/>
                    </a:cubicBezTo>
                    <a:cubicBezTo>
                      <a:pt x="3741" y="41"/>
                      <a:pt x="3464" y="1"/>
                      <a:pt x="3171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744;p30">
                <a:extLst>
                  <a:ext uri="{FF2B5EF4-FFF2-40B4-BE49-F238E27FC236}">
                    <a16:creationId xmlns:a16="http://schemas.microsoft.com/office/drawing/2014/main" id="{C5D0742B-18D9-7860-F601-A2A1863E624A}"/>
                  </a:ext>
                </a:extLst>
              </p:cNvPr>
              <p:cNvSpPr/>
              <p:nvPr/>
            </p:nvSpPr>
            <p:spPr>
              <a:xfrm>
                <a:off x="1675425" y="2317650"/>
                <a:ext cx="94950" cy="66375"/>
              </a:xfrm>
              <a:custGeom>
                <a:avLst/>
                <a:gdLst/>
                <a:ahLst/>
                <a:cxnLst/>
                <a:rect l="l" t="t" r="r" b="b"/>
                <a:pathLst>
                  <a:path w="3798" h="2655" extrusionOk="0">
                    <a:moveTo>
                      <a:pt x="3287" y="0"/>
                    </a:moveTo>
                    <a:cubicBezTo>
                      <a:pt x="3203" y="0"/>
                      <a:pt x="3124" y="47"/>
                      <a:pt x="3096" y="152"/>
                    </a:cubicBezTo>
                    <a:cubicBezTo>
                      <a:pt x="2928" y="799"/>
                      <a:pt x="2941" y="1395"/>
                      <a:pt x="2316" y="1819"/>
                    </a:cubicBezTo>
                    <a:cubicBezTo>
                      <a:pt x="2021" y="2020"/>
                      <a:pt x="1732" y="2092"/>
                      <a:pt x="1441" y="2092"/>
                    </a:cubicBezTo>
                    <a:cubicBezTo>
                      <a:pt x="1055" y="2092"/>
                      <a:pt x="666" y="1964"/>
                      <a:pt x="255" y="1844"/>
                    </a:cubicBezTo>
                    <a:cubicBezTo>
                      <a:pt x="237" y="1838"/>
                      <a:pt x="220" y="1836"/>
                      <a:pt x="204" y="1836"/>
                    </a:cubicBezTo>
                    <a:cubicBezTo>
                      <a:pt x="65" y="1836"/>
                      <a:pt x="1" y="2016"/>
                      <a:pt x="90" y="2125"/>
                    </a:cubicBezTo>
                    <a:lnTo>
                      <a:pt x="92" y="2125"/>
                    </a:lnTo>
                    <a:cubicBezTo>
                      <a:pt x="398" y="2495"/>
                      <a:pt x="872" y="2655"/>
                      <a:pt x="1355" y="2655"/>
                    </a:cubicBezTo>
                    <a:cubicBezTo>
                      <a:pt x="1782" y="2655"/>
                      <a:pt x="2215" y="2530"/>
                      <a:pt x="2548" y="2317"/>
                    </a:cubicBezTo>
                    <a:cubicBezTo>
                      <a:pt x="3176" y="1912"/>
                      <a:pt x="3797" y="916"/>
                      <a:pt x="3507" y="152"/>
                    </a:cubicBezTo>
                    <a:cubicBezTo>
                      <a:pt x="3471" y="56"/>
                      <a:pt x="3377" y="0"/>
                      <a:pt x="32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745;p30">
                <a:extLst>
                  <a:ext uri="{FF2B5EF4-FFF2-40B4-BE49-F238E27FC236}">
                    <a16:creationId xmlns:a16="http://schemas.microsoft.com/office/drawing/2014/main" id="{A8CB6B1B-35C5-9B73-FDD7-FCE5BADDFD51}"/>
                  </a:ext>
                </a:extLst>
              </p:cNvPr>
              <p:cNvSpPr/>
              <p:nvPr/>
            </p:nvSpPr>
            <p:spPr>
              <a:xfrm>
                <a:off x="1410200" y="1709125"/>
                <a:ext cx="565875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22635" h="14986" extrusionOk="0">
                    <a:moveTo>
                      <a:pt x="13835" y="0"/>
                    </a:moveTo>
                    <a:cubicBezTo>
                      <a:pt x="12938" y="0"/>
                      <a:pt x="12028" y="89"/>
                      <a:pt x="11147" y="193"/>
                    </a:cubicBezTo>
                    <a:cubicBezTo>
                      <a:pt x="8943" y="455"/>
                      <a:pt x="6709" y="787"/>
                      <a:pt x="4701" y="1729"/>
                    </a:cubicBezTo>
                    <a:cubicBezTo>
                      <a:pt x="2692" y="2672"/>
                      <a:pt x="909" y="4314"/>
                      <a:pt x="292" y="6445"/>
                    </a:cubicBezTo>
                    <a:cubicBezTo>
                      <a:pt x="55" y="7271"/>
                      <a:pt x="1" y="8171"/>
                      <a:pt x="300" y="8977"/>
                    </a:cubicBezTo>
                    <a:cubicBezTo>
                      <a:pt x="599" y="9781"/>
                      <a:pt x="1293" y="10464"/>
                      <a:pt x="2139" y="10606"/>
                    </a:cubicBezTo>
                    <a:cubicBezTo>
                      <a:pt x="2235" y="10622"/>
                      <a:pt x="2333" y="10630"/>
                      <a:pt x="2430" y="10630"/>
                    </a:cubicBezTo>
                    <a:cubicBezTo>
                      <a:pt x="3192" y="10630"/>
                      <a:pt x="3961" y="10153"/>
                      <a:pt x="4170" y="9423"/>
                    </a:cubicBezTo>
                    <a:cubicBezTo>
                      <a:pt x="4917" y="10024"/>
                      <a:pt x="5864" y="10311"/>
                      <a:pt x="6818" y="10311"/>
                    </a:cubicBezTo>
                    <a:cubicBezTo>
                      <a:pt x="8226" y="10311"/>
                      <a:pt x="9648" y="9686"/>
                      <a:pt x="10459" y="8526"/>
                    </a:cubicBezTo>
                    <a:cubicBezTo>
                      <a:pt x="10912" y="9330"/>
                      <a:pt x="11822" y="9846"/>
                      <a:pt x="12741" y="9846"/>
                    </a:cubicBezTo>
                    <a:cubicBezTo>
                      <a:pt x="12828" y="9846"/>
                      <a:pt x="12914" y="9842"/>
                      <a:pt x="13001" y="9832"/>
                    </a:cubicBezTo>
                    <a:cubicBezTo>
                      <a:pt x="14004" y="9722"/>
                      <a:pt x="14908" y="8974"/>
                      <a:pt x="15201" y="8008"/>
                    </a:cubicBezTo>
                    <a:cubicBezTo>
                      <a:pt x="16835" y="9140"/>
                      <a:pt x="18056" y="10854"/>
                      <a:pt x="18591" y="12767"/>
                    </a:cubicBezTo>
                    <a:cubicBezTo>
                      <a:pt x="18821" y="13586"/>
                      <a:pt x="19031" y="14572"/>
                      <a:pt x="19818" y="14895"/>
                    </a:cubicBezTo>
                    <a:cubicBezTo>
                      <a:pt x="19969" y="14957"/>
                      <a:pt x="20126" y="14985"/>
                      <a:pt x="20285" y="14985"/>
                    </a:cubicBezTo>
                    <a:cubicBezTo>
                      <a:pt x="20798" y="14985"/>
                      <a:pt x="21320" y="14687"/>
                      <a:pt x="21650" y="14274"/>
                    </a:cubicBezTo>
                    <a:cubicBezTo>
                      <a:pt x="22081" y="13734"/>
                      <a:pt x="22259" y="13041"/>
                      <a:pt x="22427" y="12370"/>
                    </a:cubicBezTo>
                    <a:lnTo>
                      <a:pt x="22428" y="12370"/>
                    </a:lnTo>
                    <a:cubicBezTo>
                      <a:pt x="22634" y="9728"/>
                      <a:pt x="21889" y="6876"/>
                      <a:pt x="20745" y="4487"/>
                    </a:cubicBezTo>
                    <a:cubicBezTo>
                      <a:pt x="20063" y="3065"/>
                      <a:pt x="19116" y="1710"/>
                      <a:pt x="17759" y="909"/>
                    </a:cubicBezTo>
                    <a:cubicBezTo>
                      <a:pt x="16578" y="212"/>
                      <a:pt x="15221" y="0"/>
                      <a:pt x="13835" y="0"/>
                    </a:cubicBezTo>
                    <a:close/>
                  </a:path>
                </a:pathLst>
              </a:custGeom>
              <a:solidFill>
                <a:srgbClr val="361A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746;p30">
                <a:extLst>
                  <a:ext uri="{FF2B5EF4-FFF2-40B4-BE49-F238E27FC236}">
                    <a16:creationId xmlns:a16="http://schemas.microsoft.com/office/drawing/2014/main" id="{CF379254-FFA2-1EC6-C9CC-95B1B76AB913}"/>
                  </a:ext>
                </a:extLst>
              </p:cNvPr>
              <p:cNvSpPr/>
              <p:nvPr/>
            </p:nvSpPr>
            <p:spPr>
              <a:xfrm>
                <a:off x="264025" y="2704800"/>
                <a:ext cx="721500" cy="304175"/>
              </a:xfrm>
              <a:custGeom>
                <a:avLst/>
                <a:gdLst/>
                <a:ahLst/>
                <a:cxnLst/>
                <a:rect l="l" t="t" r="r" b="b"/>
                <a:pathLst>
                  <a:path w="28860" h="12167" extrusionOk="0">
                    <a:moveTo>
                      <a:pt x="26365" y="0"/>
                    </a:moveTo>
                    <a:lnTo>
                      <a:pt x="9765" y="8430"/>
                    </a:lnTo>
                    <a:lnTo>
                      <a:pt x="2837" y="2397"/>
                    </a:lnTo>
                    <a:lnTo>
                      <a:pt x="1" y="4519"/>
                    </a:lnTo>
                    <a:lnTo>
                      <a:pt x="7822" y="12166"/>
                    </a:lnTo>
                    <a:lnTo>
                      <a:pt x="12614" y="12166"/>
                    </a:lnTo>
                    <a:lnTo>
                      <a:pt x="28859" y="1697"/>
                    </a:lnTo>
                    <a:lnTo>
                      <a:pt x="26365" y="0"/>
                    </a:lnTo>
                    <a:close/>
                  </a:path>
                </a:pathLst>
              </a:custGeom>
              <a:solidFill>
                <a:srgbClr val="EAE3D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747;p30">
                <a:extLst>
                  <a:ext uri="{FF2B5EF4-FFF2-40B4-BE49-F238E27FC236}">
                    <a16:creationId xmlns:a16="http://schemas.microsoft.com/office/drawing/2014/main" id="{BB8202EA-88EE-C99A-6BE4-E8C1A8C86467}"/>
                  </a:ext>
                </a:extLst>
              </p:cNvPr>
              <p:cNvSpPr/>
              <p:nvPr/>
            </p:nvSpPr>
            <p:spPr>
              <a:xfrm>
                <a:off x="238125" y="2733425"/>
                <a:ext cx="1148225" cy="905500"/>
              </a:xfrm>
              <a:custGeom>
                <a:avLst/>
                <a:gdLst/>
                <a:ahLst/>
                <a:cxnLst/>
                <a:rect l="l" t="t" r="r" b="b"/>
                <a:pathLst>
                  <a:path w="45929" h="36220" extrusionOk="0">
                    <a:moveTo>
                      <a:pt x="30879" y="1"/>
                    </a:moveTo>
                    <a:lnTo>
                      <a:pt x="11419" y="10767"/>
                    </a:lnTo>
                    <a:lnTo>
                      <a:pt x="7797" y="9984"/>
                    </a:lnTo>
                    <a:lnTo>
                      <a:pt x="0" y="2597"/>
                    </a:lnTo>
                    <a:lnTo>
                      <a:pt x="24055" y="35556"/>
                    </a:lnTo>
                    <a:lnTo>
                      <a:pt x="26712" y="36219"/>
                    </a:lnTo>
                    <a:lnTo>
                      <a:pt x="45929" y="24186"/>
                    </a:lnTo>
                    <a:lnTo>
                      <a:pt x="30879" y="1"/>
                    </a:lnTo>
                    <a:close/>
                  </a:path>
                </a:pathLst>
              </a:custGeom>
              <a:solidFill>
                <a:srgbClr val="6D39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748;p30">
                <a:extLst>
                  <a:ext uri="{FF2B5EF4-FFF2-40B4-BE49-F238E27FC236}">
                    <a16:creationId xmlns:a16="http://schemas.microsoft.com/office/drawing/2014/main" id="{56DA873B-684B-4DD5-F267-6E783DD06AFA}"/>
                  </a:ext>
                </a:extLst>
              </p:cNvPr>
              <p:cNvSpPr/>
              <p:nvPr/>
            </p:nvSpPr>
            <p:spPr>
              <a:xfrm>
                <a:off x="433025" y="2983025"/>
                <a:ext cx="472925" cy="655900"/>
              </a:xfrm>
              <a:custGeom>
                <a:avLst/>
                <a:gdLst/>
                <a:ahLst/>
                <a:cxnLst/>
                <a:rect l="l" t="t" r="r" b="b"/>
                <a:pathLst>
                  <a:path w="18917" h="26236" extrusionOk="0">
                    <a:moveTo>
                      <a:pt x="1" y="0"/>
                    </a:moveTo>
                    <a:lnTo>
                      <a:pt x="16259" y="25572"/>
                    </a:lnTo>
                    <a:lnTo>
                      <a:pt x="18916" y="26235"/>
                    </a:lnTo>
                    <a:lnTo>
                      <a:pt x="3623" y="78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660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749;p30">
                <a:extLst>
                  <a:ext uri="{FF2B5EF4-FFF2-40B4-BE49-F238E27FC236}">
                    <a16:creationId xmlns:a16="http://schemas.microsoft.com/office/drawing/2014/main" id="{70584D0B-B126-6E79-08BB-E6678EE3BB19}"/>
                  </a:ext>
                </a:extLst>
              </p:cNvPr>
              <p:cNvSpPr/>
              <p:nvPr/>
            </p:nvSpPr>
            <p:spPr>
              <a:xfrm>
                <a:off x="578650" y="2814850"/>
                <a:ext cx="483950" cy="252950"/>
              </a:xfrm>
              <a:custGeom>
                <a:avLst/>
                <a:gdLst/>
                <a:ahLst/>
                <a:cxnLst/>
                <a:rect l="l" t="t" r="r" b="b"/>
                <a:pathLst>
                  <a:path w="19358" h="10118" extrusionOk="0">
                    <a:moveTo>
                      <a:pt x="19313" y="0"/>
                    </a:moveTo>
                    <a:cubicBezTo>
                      <a:pt x="19248" y="0"/>
                      <a:pt x="18972" y="111"/>
                      <a:pt x="18521" y="309"/>
                    </a:cubicBezTo>
                    <a:cubicBezTo>
                      <a:pt x="18015" y="529"/>
                      <a:pt x="17294" y="876"/>
                      <a:pt x="16410" y="1315"/>
                    </a:cubicBezTo>
                    <a:cubicBezTo>
                      <a:pt x="14643" y="2196"/>
                      <a:pt x="12245" y="3490"/>
                      <a:pt x="9612" y="4944"/>
                    </a:cubicBezTo>
                    <a:cubicBezTo>
                      <a:pt x="6980" y="6399"/>
                      <a:pt x="4589" y="7695"/>
                      <a:pt x="2840" y="8598"/>
                    </a:cubicBezTo>
                    <a:cubicBezTo>
                      <a:pt x="1093" y="9507"/>
                      <a:pt x="0" y="10048"/>
                      <a:pt x="31" y="10113"/>
                    </a:cubicBezTo>
                    <a:cubicBezTo>
                      <a:pt x="32" y="10116"/>
                      <a:pt x="38" y="10118"/>
                      <a:pt x="47" y="10118"/>
                    </a:cubicBezTo>
                    <a:cubicBezTo>
                      <a:pt x="115" y="10118"/>
                      <a:pt x="393" y="10019"/>
                      <a:pt x="847" y="9841"/>
                    </a:cubicBezTo>
                    <a:cubicBezTo>
                      <a:pt x="1362" y="9640"/>
                      <a:pt x="2094" y="9318"/>
                      <a:pt x="2990" y="8902"/>
                    </a:cubicBezTo>
                    <a:cubicBezTo>
                      <a:pt x="4782" y="8072"/>
                      <a:pt x="7208" y="6818"/>
                      <a:pt x="9844" y="5364"/>
                    </a:cubicBezTo>
                    <a:lnTo>
                      <a:pt x="16569" y="1615"/>
                    </a:lnTo>
                    <a:cubicBezTo>
                      <a:pt x="18290" y="658"/>
                      <a:pt x="19357" y="67"/>
                      <a:pt x="19327" y="5"/>
                    </a:cubicBezTo>
                    <a:cubicBezTo>
                      <a:pt x="19325" y="2"/>
                      <a:pt x="19321" y="0"/>
                      <a:pt x="19313" y="0"/>
                    </a:cubicBezTo>
                    <a:close/>
                  </a:path>
                </a:pathLst>
              </a:custGeom>
              <a:solidFill>
                <a:srgbClr val="AA72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750;p30">
                <a:extLst>
                  <a:ext uri="{FF2B5EF4-FFF2-40B4-BE49-F238E27FC236}">
                    <a16:creationId xmlns:a16="http://schemas.microsoft.com/office/drawing/2014/main" id="{3EFC7C49-ACE5-30A5-90DC-9538C78787EC}"/>
                  </a:ext>
                </a:extLst>
              </p:cNvPr>
              <p:cNvSpPr/>
              <p:nvPr/>
            </p:nvSpPr>
            <p:spPr>
              <a:xfrm>
                <a:off x="592550" y="2836225"/>
                <a:ext cx="483950" cy="253000"/>
              </a:xfrm>
              <a:custGeom>
                <a:avLst/>
                <a:gdLst/>
                <a:ahLst/>
                <a:cxnLst/>
                <a:rect l="l" t="t" r="r" b="b"/>
                <a:pathLst>
                  <a:path w="19358" h="10120" extrusionOk="0">
                    <a:moveTo>
                      <a:pt x="19311" y="1"/>
                    </a:moveTo>
                    <a:cubicBezTo>
                      <a:pt x="19247" y="1"/>
                      <a:pt x="18972" y="111"/>
                      <a:pt x="18520" y="309"/>
                    </a:cubicBezTo>
                    <a:cubicBezTo>
                      <a:pt x="18014" y="531"/>
                      <a:pt x="17293" y="876"/>
                      <a:pt x="16410" y="1316"/>
                    </a:cubicBezTo>
                    <a:cubicBezTo>
                      <a:pt x="14644" y="2197"/>
                      <a:pt x="12245" y="3492"/>
                      <a:pt x="9611" y="4946"/>
                    </a:cubicBezTo>
                    <a:cubicBezTo>
                      <a:pt x="6978" y="6400"/>
                      <a:pt x="4587" y="7695"/>
                      <a:pt x="2839" y="8599"/>
                    </a:cubicBezTo>
                    <a:cubicBezTo>
                      <a:pt x="1093" y="9507"/>
                      <a:pt x="1" y="10050"/>
                      <a:pt x="29" y="10115"/>
                    </a:cubicBezTo>
                    <a:cubicBezTo>
                      <a:pt x="31" y="10118"/>
                      <a:pt x="36" y="10119"/>
                      <a:pt x="44" y="10119"/>
                    </a:cubicBezTo>
                    <a:cubicBezTo>
                      <a:pt x="111" y="10119"/>
                      <a:pt x="390" y="10021"/>
                      <a:pt x="847" y="9841"/>
                    </a:cubicBezTo>
                    <a:cubicBezTo>
                      <a:pt x="1361" y="9640"/>
                      <a:pt x="2094" y="9318"/>
                      <a:pt x="2988" y="8902"/>
                    </a:cubicBezTo>
                    <a:cubicBezTo>
                      <a:pt x="4782" y="8073"/>
                      <a:pt x="7208" y="6820"/>
                      <a:pt x="9842" y="5365"/>
                    </a:cubicBezTo>
                    <a:lnTo>
                      <a:pt x="16567" y="1615"/>
                    </a:lnTo>
                    <a:cubicBezTo>
                      <a:pt x="18289" y="658"/>
                      <a:pt x="19357" y="67"/>
                      <a:pt x="19326" y="5"/>
                    </a:cubicBezTo>
                    <a:cubicBezTo>
                      <a:pt x="19324" y="2"/>
                      <a:pt x="19319" y="1"/>
                      <a:pt x="19311" y="1"/>
                    </a:cubicBezTo>
                    <a:close/>
                  </a:path>
                </a:pathLst>
              </a:custGeom>
              <a:solidFill>
                <a:srgbClr val="AA72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751;p30">
                <a:extLst>
                  <a:ext uri="{FF2B5EF4-FFF2-40B4-BE49-F238E27FC236}">
                    <a16:creationId xmlns:a16="http://schemas.microsoft.com/office/drawing/2014/main" id="{9AFD6512-D5E2-633E-2E4F-90B5ABB5C157}"/>
                  </a:ext>
                </a:extLst>
              </p:cNvPr>
              <p:cNvSpPr/>
              <p:nvPr/>
            </p:nvSpPr>
            <p:spPr>
              <a:xfrm>
                <a:off x="758300" y="2999350"/>
                <a:ext cx="295250" cy="206725"/>
              </a:xfrm>
              <a:custGeom>
                <a:avLst/>
                <a:gdLst/>
                <a:ahLst/>
                <a:cxnLst/>
                <a:rect l="l" t="t" r="r" b="b"/>
                <a:pathLst>
                  <a:path w="11810" h="8269" extrusionOk="0">
                    <a:moveTo>
                      <a:pt x="10557" y="0"/>
                    </a:moveTo>
                    <a:lnTo>
                      <a:pt x="1" y="6095"/>
                    </a:lnTo>
                    <a:lnTo>
                      <a:pt x="1255" y="8269"/>
                    </a:lnTo>
                    <a:lnTo>
                      <a:pt x="11810" y="2173"/>
                    </a:lnTo>
                    <a:lnTo>
                      <a:pt x="10557" y="0"/>
                    </a:lnTo>
                    <a:close/>
                  </a:path>
                </a:pathLst>
              </a:custGeom>
              <a:solidFill>
                <a:srgbClr val="E660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752;p30">
                <a:extLst>
                  <a:ext uri="{FF2B5EF4-FFF2-40B4-BE49-F238E27FC236}">
                    <a16:creationId xmlns:a16="http://schemas.microsoft.com/office/drawing/2014/main" id="{24A717DD-5231-0036-FE37-56F4DAA150EB}"/>
                  </a:ext>
                </a:extLst>
              </p:cNvPr>
              <p:cNvSpPr/>
              <p:nvPr/>
            </p:nvSpPr>
            <p:spPr>
              <a:xfrm>
                <a:off x="1177575" y="3188825"/>
                <a:ext cx="1560100" cy="1006275"/>
              </a:xfrm>
              <a:custGeom>
                <a:avLst/>
                <a:gdLst/>
                <a:ahLst/>
                <a:cxnLst/>
                <a:rect l="l" t="t" r="r" b="b"/>
                <a:pathLst>
                  <a:path w="62404" h="40251" extrusionOk="0">
                    <a:moveTo>
                      <a:pt x="39113" y="0"/>
                    </a:moveTo>
                    <a:lnTo>
                      <a:pt x="34383" y="19271"/>
                    </a:lnTo>
                    <a:lnTo>
                      <a:pt x="6918" y="6818"/>
                    </a:lnTo>
                    <a:lnTo>
                      <a:pt x="1" y="21861"/>
                    </a:lnTo>
                    <a:cubicBezTo>
                      <a:pt x="1" y="21861"/>
                      <a:pt x="23600" y="40250"/>
                      <a:pt x="40043" y="40250"/>
                    </a:cubicBezTo>
                    <a:cubicBezTo>
                      <a:pt x="44650" y="40250"/>
                      <a:pt x="48696" y="38806"/>
                      <a:pt x="51503" y="35109"/>
                    </a:cubicBezTo>
                    <a:cubicBezTo>
                      <a:pt x="58579" y="25789"/>
                      <a:pt x="62404" y="5119"/>
                      <a:pt x="62404" y="5119"/>
                    </a:cubicBezTo>
                    <a:lnTo>
                      <a:pt x="39113" y="0"/>
                    </a:ln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753;p30">
                <a:extLst>
                  <a:ext uri="{FF2B5EF4-FFF2-40B4-BE49-F238E27FC236}">
                    <a16:creationId xmlns:a16="http://schemas.microsoft.com/office/drawing/2014/main" id="{37C04EAF-71E1-274E-F1E7-848A9232F479}"/>
                  </a:ext>
                </a:extLst>
              </p:cNvPr>
              <p:cNvSpPr/>
              <p:nvPr/>
            </p:nvSpPr>
            <p:spPr>
              <a:xfrm>
                <a:off x="913900" y="3241050"/>
                <a:ext cx="466700" cy="494850"/>
              </a:xfrm>
              <a:custGeom>
                <a:avLst/>
                <a:gdLst/>
                <a:ahLst/>
                <a:cxnLst/>
                <a:rect l="l" t="t" r="r" b="b"/>
                <a:pathLst>
                  <a:path w="18668" h="19794" extrusionOk="0">
                    <a:moveTo>
                      <a:pt x="2062" y="1"/>
                    </a:moveTo>
                    <a:cubicBezTo>
                      <a:pt x="1895" y="1"/>
                      <a:pt x="1762" y="33"/>
                      <a:pt x="1672" y="104"/>
                    </a:cubicBezTo>
                    <a:cubicBezTo>
                      <a:pt x="454" y="1062"/>
                      <a:pt x="860" y="2333"/>
                      <a:pt x="1956" y="3792"/>
                    </a:cubicBezTo>
                    <a:cubicBezTo>
                      <a:pt x="1956" y="3792"/>
                      <a:pt x="458" y="4690"/>
                      <a:pt x="1131" y="6071"/>
                    </a:cubicBezTo>
                    <a:cubicBezTo>
                      <a:pt x="1131" y="6071"/>
                      <a:pt x="0" y="7798"/>
                      <a:pt x="496" y="8991"/>
                    </a:cubicBezTo>
                    <a:cubicBezTo>
                      <a:pt x="915" y="9996"/>
                      <a:pt x="3568" y="15311"/>
                      <a:pt x="10808" y="19794"/>
                    </a:cubicBezTo>
                    <a:lnTo>
                      <a:pt x="16221" y="8707"/>
                    </a:lnTo>
                    <a:cubicBezTo>
                      <a:pt x="16221" y="8707"/>
                      <a:pt x="18668" y="5506"/>
                      <a:pt x="17488" y="2980"/>
                    </a:cubicBezTo>
                    <a:cubicBezTo>
                      <a:pt x="16924" y="1776"/>
                      <a:pt x="15485" y="1147"/>
                      <a:pt x="15485" y="1147"/>
                    </a:cubicBezTo>
                    <a:lnTo>
                      <a:pt x="15198" y="1341"/>
                    </a:lnTo>
                    <a:cubicBezTo>
                      <a:pt x="13802" y="2279"/>
                      <a:pt x="12182" y="2774"/>
                      <a:pt x="10565" y="2774"/>
                    </a:cubicBezTo>
                    <a:cubicBezTo>
                      <a:pt x="9533" y="2774"/>
                      <a:pt x="8503" y="2573"/>
                      <a:pt x="7533" y="2155"/>
                    </a:cubicBezTo>
                    <a:lnTo>
                      <a:pt x="7463" y="2123"/>
                    </a:lnTo>
                    <a:cubicBezTo>
                      <a:pt x="5460" y="1245"/>
                      <a:pt x="3097" y="1"/>
                      <a:pt x="2062" y="1"/>
                    </a:cubicBez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754;p30">
                <a:extLst>
                  <a:ext uri="{FF2B5EF4-FFF2-40B4-BE49-F238E27FC236}">
                    <a16:creationId xmlns:a16="http://schemas.microsoft.com/office/drawing/2014/main" id="{A75B386B-396C-58E0-CFB9-46C78A8DA363}"/>
                  </a:ext>
                </a:extLst>
              </p:cNvPr>
              <p:cNvSpPr/>
              <p:nvPr/>
            </p:nvSpPr>
            <p:spPr>
              <a:xfrm>
                <a:off x="954150" y="3330625"/>
                <a:ext cx="191125" cy="106475"/>
              </a:xfrm>
              <a:custGeom>
                <a:avLst/>
                <a:gdLst/>
                <a:ahLst/>
                <a:cxnLst/>
                <a:rect l="l" t="t" r="r" b="b"/>
                <a:pathLst>
                  <a:path w="7645" h="4259" extrusionOk="0">
                    <a:moveTo>
                      <a:pt x="145" y="1"/>
                    </a:moveTo>
                    <a:cubicBezTo>
                      <a:pt x="70" y="1"/>
                      <a:pt x="0" y="92"/>
                      <a:pt x="48" y="164"/>
                    </a:cubicBezTo>
                    <a:cubicBezTo>
                      <a:pt x="1550" y="2307"/>
                      <a:pt x="4812" y="3980"/>
                      <a:pt x="7387" y="4258"/>
                    </a:cubicBezTo>
                    <a:cubicBezTo>
                      <a:pt x="7395" y="4259"/>
                      <a:pt x="7403" y="4259"/>
                      <a:pt x="7411" y="4259"/>
                    </a:cubicBezTo>
                    <a:cubicBezTo>
                      <a:pt x="7630" y="4259"/>
                      <a:pt x="7644" y="3918"/>
                      <a:pt x="7441" y="3851"/>
                    </a:cubicBezTo>
                    <a:cubicBezTo>
                      <a:pt x="6042" y="3387"/>
                      <a:pt x="4677" y="3068"/>
                      <a:pt x="3379" y="2319"/>
                    </a:cubicBezTo>
                    <a:cubicBezTo>
                      <a:pt x="2236" y="1658"/>
                      <a:pt x="1275" y="764"/>
                      <a:pt x="196" y="17"/>
                    </a:cubicBezTo>
                    <a:cubicBezTo>
                      <a:pt x="180" y="6"/>
                      <a:pt x="162" y="1"/>
                      <a:pt x="145" y="1"/>
                    </a:cubicBezTo>
                    <a:close/>
                  </a:path>
                </a:pathLst>
              </a:custGeom>
              <a:solidFill>
                <a:srgbClr val="DB7F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755;p30">
                <a:extLst>
                  <a:ext uri="{FF2B5EF4-FFF2-40B4-BE49-F238E27FC236}">
                    <a16:creationId xmlns:a16="http://schemas.microsoft.com/office/drawing/2014/main" id="{A36FB12B-241A-823B-5536-110D04B1D31F}"/>
                  </a:ext>
                </a:extLst>
              </p:cNvPr>
              <p:cNvSpPr/>
              <p:nvPr/>
            </p:nvSpPr>
            <p:spPr>
              <a:xfrm>
                <a:off x="934400" y="3393450"/>
                <a:ext cx="178525" cy="119950"/>
              </a:xfrm>
              <a:custGeom>
                <a:avLst/>
                <a:gdLst/>
                <a:ahLst/>
                <a:cxnLst/>
                <a:rect l="l" t="t" r="r" b="b"/>
                <a:pathLst>
                  <a:path w="7141" h="4798" extrusionOk="0">
                    <a:moveTo>
                      <a:pt x="201" y="1"/>
                    </a:moveTo>
                    <a:cubicBezTo>
                      <a:pt x="100" y="1"/>
                      <a:pt x="1" y="83"/>
                      <a:pt x="40" y="203"/>
                    </a:cubicBezTo>
                    <a:cubicBezTo>
                      <a:pt x="945" y="2963"/>
                      <a:pt x="4012" y="4639"/>
                      <a:pt x="6785" y="4797"/>
                    </a:cubicBezTo>
                    <a:cubicBezTo>
                      <a:pt x="6790" y="4798"/>
                      <a:pt x="6794" y="4798"/>
                      <a:pt x="6798" y="4798"/>
                    </a:cubicBezTo>
                    <a:cubicBezTo>
                      <a:pt x="7073" y="4798"/>
                      <a:pt x="7140" y="4333"/>
                      <a:pt x="6855" y="4290"/>
                    </a:cubicBezTo>
                    <a:cubicBezTo>
                      <a:pt x="3968" y="3854"/>
                      <a:pt x="1878" y="2574"/>
                      <a:pt x="339" y="76"/>
                    </a:cubicBezTo>
                    <a:cubicBezTo>
                      <a:pt x="307" y="24"/>
                      <a:pt x="254" y="1"/>
                      <a:pt x="201" y="1"/>
                    </a:cubicBezTo>
                    <a:close/>
                  </a:path>
                </a:pathLst>
              </a:custGeom>
              <a:solidFill>
                <a:srgbClr val="DB7F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" name="Google Shape;425;p24">
              <a:extLst>
                <a:ext uri="{FF2B5EF4-FFF2-40B4-BE49-F238E27FC236}">
                  <a16:creationId xmlns:a16="http://schemas.microsoft.com/office/drawing/2014/main" id="{9775134F-7A38-99AD-D9FC-46FFF0364490}"/>
                </a:ext>
              </a:extLst>
            </p:cNvPr>
            <p:cNvSpPr txBox="1">
              <a:spLocks/>
            </p:cNvSpPr>
            <p:nvPr/>
          </p:nvSpPr>
          <p:spPr>
            <a:xfrm>
              <a:off x="2225089" y="62787"/>
              <a:ext cx="5138858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defRPr sz="2400" b="0" i="0" u="none" strike="noStrike" cap="none">
                  <a:solidFill>
                    <a:srgbClr val="000000"/>
                  </a:solidFill>
                  <a:latin typeface="Amatic SC"/>
                  <a:ea typeface="Amatic SC"/>
                  <a:cs typeface="Amatic SC"/>
                  <a:sym typeface="Amatic SC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tabLst/>
                <a:defRPr/>
              </a:pPr>
              <a:r>
                <a:rPr kumimoji="0" lang="es-ES" sz="4000" b="0" i="0" u="none" strike="noStrike" kern="0" cap="none" spc="0" normalizeH="0" baseline="0" noProof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Bahnschrift SemiLight Condensed" panose="020B0502040204020203" pitchFamily="34" charset="0"/>
                  <a:sym typeface="Amatic SC"/>
                </a:rPr>
                <a:t>REGLAMENTO DEL APRENDIZ</a:t>
              </a:r>
            </a:p>
          </p:txBody>
        </p:sp>
        <p:sp>
          <p:nvSpPr>
            <p:cNvPr id="6" name="Google Shape;424;p24">
              <a:extLst>
                <a:ext uri="{FF2B5EF4-FFF2-40B4-BE49-F238E27FC236}">
                  <a16:creationId xmlns:a16="http://schemas.microsoft.com/office/drawing/2014/main" id="{D095BD02-7C66-77A8-89E4-B9D2BBD1263C}"/>
                </a:ext>
              </a:extLst>
            </p:cNvPr>
            <p:cNvSpPr txBox="1">
              <a:spLocks/>
            </p:cNvSpPr>
            <p:nvPr/>
          </p:nvSpPr>
          <p:spPr>
            <a:xfrm>
              <a:off x="180506" y="1409932"/>
              <a:ext cx="2918116" cy="126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Se considera falta grave la terminación unilateral del contrato de aprendizaje por parte del aprendiz.</a:t>
              </a:r>
            </a:p>
          </p:txBody>
        </p:sp>
        <p:sp>
          <p:nvSpPr>
            <p:cNvPr id="7" name="Google Shape;424;p24">
              <a:extLst>
                <a:ext uri="{FF2B5EF4-FFF2-40B4-BE49-F238E27FC236}">
                  <a16:creationId xmlns:a16="http://schemas.microsoft.com/office/drawing/2014/main" id="{3234EE0A-F4EA-69F1-AC42-BF0784AEEC06}"/>
                </a:ext>
              </a:extLst>
            </p:cNvPr>
            <p:cNvSpPr txBox="1">
              <a:spLocks/>
            </p:cNvSpPr>
            <p:nvPr/>
          </p:nvSpPr>
          <p:spPr>
            <a:xfrm>
              <a:off x="3127264" y="1365910"/>
              <a:ext cx="2918116" cy="126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La empresa podrá terminar el contrato de aprendizaje de forma unilateral e informar al Centro una vez agote el debido proceso  y determine que el aprendiz cometió una falta grave.</a:t>
              </a:r>
            </a:p>
          </p:txBody>
        </p:sp>
        <p:sp>
          <p:nvSpPr>
            <p:cNvPr id="8" name="Google Shape;424;p24">
              <a:extLst>
                <a:ext uri="{FF2B5EF4-FFF2-40B4-BE49-F238E27FC236}">
                  <a16:creationId xmlns:a16="http://schemas.microsoft.com/office/drawing/2014/main" id="{EEF71296-C85C-DD72-8A7B-35ABEB9D93DB}"/>
                </a:ext>
              </a:extLst>
            </p:cNvPr>
            <p:cNvSpPr txBox="1">
              <a:spLocks/>
            </p:cNvSpPr>
            <p:nvPr/>
          </p:nvSpPr>
          <p:spPr>
            <a:xfrm>
              <a:off x="6012755" y="1380021"/>
              <a:ext cx="2837702" cy="126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Hay deserción cuando el aprendiz injustificadamente no se presente por tres (3) días consecutivos al Centro de Formación o empresa en su proceso formativo.</a:t>
              </a:r>
            </a:p>
          </p:txBody>
        </p:sp>
        <p:pic>
          <p:nvPicPr>
            <p:cNvPr id="9" name="Gráfico 8" descr="Insignia con relleno sólido">
              <a:extLst>
                <a:ext uri="{FF2B5EF4-FFF2-40B4-BE49-F238E27FC236}">
                  <a16:creationId xmlns:a16="http://schemas.microsoft.com/office/drawing/2014/main" id="{44FB9AAD-CF0E-F91C-4ABE-07234B535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95427" y="904174"/>
              <a:ext cx="515502" cy="515502"/>
            </a:xfrm>
            <a:prstGeom prst="rect">
              <a:avLst/>
            </a:prstGeom>
          </p:spPr>
        </p:pic>
        <p:pic>
          <p:nvPicPr>
            <p:cNvPr id="10" name="Gráfico 9" descr="Insignia 3 con relleno sólido">
              <a:extLst>
                <a:ext uri="{FF2B5EF4-FFF2-40B4-BE49-F238E27FC236}">
                  <a16:creationId xmlns:a16="http://schemas.microsoft.com/office/drawing/2014/main" id="{78762168-1430-4E31-9DB2-4E45C7578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43743" y="891364"/>
              <a:ext cx="515502" cy="515502"/>
            </a:xfrm>
            <a:prstGeom prst="rect">
              <a:avLst/>
            </a:prstGeom>
          </p:spPr>
        </p:pic>
        <p:pic>
          <p:nvPicPr>
            <p:cNvPr id="11" name="Gráfico 10" descr="Insignia 1 con relleno sólido">
              <a:extLst>
                <a:ext uri="{FF2B5EF4-FFF2-40B4-BE49-F238E27FC236}">
                  <a16:creationId xmlns:a16="http://schemas.microsoft.com/office/drawing/2014/main" id="{6D75F1E4-2528-D158-5BEA-61C9C31F0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89521" y="915641"/>
              <a:ext cx="541678" cy="541678"/>
            </a:xfrm>
            <a:prstGeom prst="rect">
              <a:avLst/>
            </a:prstGeom>
          </p:spPr>
        </p:pic>
        <p:sp>
          <p:nvSpPr>
            <p:cNvPr id="12" name="Google Shape;424;p24">
              <a:extLst>
                <a:ext uri="{FF2B5EF4-FFF2-40B4-BE49-F238E27FC236}">
                  <a16:creationId xmlns:a16="http://schemas.microsoft.com/office/drawing/2014/main" id="{BC467B73-406F-8EBE-A3E9-F6AA986BBDC1}"/>
                </a:ext>
              </a:extLst>
            </p:cNvPr>
            <p:cNvSpPr txBox="1">
              <a:spLocks/>
            </p:cNvSpPr>
            <p:nvPr/>
          </p:nvSpPr>
          <p:spPr>
            <a:xfrm>
              <a:off x="378522" y="3103056"/>
              <a:ext cx="2465814" cy="126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Es una prohibición no asistir a las entrevistas para la ejecución del contrato de aprendizaje</a:t>
              </a:r>
              <a:r>
                <a:rPr kumimoji="0" lang="es-ES" sz="13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endParaRPr kumimoji="0" lang="es-ES" sz="1300" b="0" i="0" u="none" strike="noStrike" kern="0" cap="none" spc="0" normalizeH="0" baseline="0" noProof="0">
                <a:ln>
                  <a:noFill/>
                </a:ln>
                <a:solidFill>
                  <a:srgbClr val="1E2128"/>
                </a:solidFill>
                <a:effectLst/>
                <a:uLnTx/>
                <a:uFillTx/>
                <a:latin typeface="Roboto Light"/>
                <a:sym typeface="Roboto Light"/>
              </a:endParaRPr>
            </a:p>
          </p:txBody>
        </p:sp>
        <p:pic>
          <p:nvPicPr>
            <p:cNvPr id="13" name="Gráfico 12" descr="Insignia 4 con relleno sólido">
              <a:extLst>
                <a:ext uri="{FF2B5EF4-FFF2-40B4-BE49-F238E27FC236}">
                  <a16:creationId xmlns:a16="http://schemas.microsoft.com/office/drawing/2014/main" id="{FFD81FA1-9761-0824-458D-33AF780BC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388941" y="2653132"/>
              <a:ext cx="541678" cy="541678"/>
            </a:xfrm>
            <a:prstGeom prst="rect">
              <a:avLst/>
            </a:prstGeom>
          </p:spPr>
        </p:pic>
        <p:sp>
          <p:nvSpPr>
            <p:cNvPr id="14" name="Google Shape;424;p24">
              <a:extLst>
                <a:ext uri="{FF2B5EF4-FFF2-40B4-BE49-F238E27FC236}">
                  <a16:creationId xmlns:a16="http://schemas.microsoft.com/office/drawing/2014/main" id="{990A21D1-493B-F9A4-A8DD-5A1526DD69BB}"/>
                </a:ext>
              </a:extLst>
            </p:cNvPr>
            <p:cNvSpPr txBox="1">
              <a:spLocks/>
            </p:cNvSpPr>
            <p:nvPr/>
          </p:nvSpPr>
          <p:spPr>
            <a:xfrm>
              <a:off x="4583756" y="3200973"/>
              <a:ext cx="2506671" cy="126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Es una prohibición firmar contratos de aprendizaje sin realizar la gestión a través del aplicativo SGVA</a:t>
              </a:r>
              <a:r>
                <a:rPr kumimoji="0" lang="es-ES" sz="13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.</a:t>
              </a:r>
            </a:p>
          </p:txBody>
        </p:sp>
        <p:pic>
          <p:nvPicPr>
            <p:cNvPr id="15" name="Gráfico 14" descr="Insignia 5 con relleno sólido">
              <a:extLst>
                <a:ext uri="{FF2B5EF4-FFF2-40B4-BE49-F238E27FC236}">
                  <a16:creationId xmlns:a16="http://schemas.microsoft.com/office/drawing/2014/main" id="{D2764123-3CD3-B1AC-CB70-28DEC1312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555402" y="2647462"/>
              <a:ext cx="541438" cy="541438"/>
            </a:xfrm>
            <a:prstGeom prst="rect">
              <a:avLst/>
            </a:prstGeom>
          </p:spPr>
        </p:pic>
      </p:grpSp>
      <p:sp>
        <p:nvSpPr>
          <p:cNvPr id="196" name="Google Shape;294;p21">
            <a:extLst>
              <a:ext uri="{FF2B5EF4-FFF2-40B4-BE49-F238E27FC236}">
                <a16:creationId xmlns:a16="http://schemas.microsoft.com/office/drawing/2014/main" id="{D94B0C4C-2F7C-438F-5B80-5D1630C414B4}"/>
              </a:ext>
            </a:extLst>
          </p:cNvPr>
          <p:cNvSpPr/>
          <p:nvPr/>
        </p:nvSpPr>
        <p:spPr>
          <a:xfrm>
            <a:off x="649130" y="6357277"/>
            <a:ext cx="11433957" cy="356497"/>
          </a:xfrm>
          <a:custGeom>
            <a:avLst/>
            <a:gdLst/>
            <a:ahLst/>
            <a:cxnLst/>
            <a:rect l="l" t="t" r="r" b="b"/>
            <a:pathLst>
              <a:path w="191462" h="8416" extrusionOk="0">
                <a:moveTo>
                  <a:pt x="191462" y="1"/>
                </a:moveTo>
                <a:lnTo>
                  <a:pt x="0" y="218"/>
                </a:lnTo>
                <a:lnTo>
                  <a:pt x="0" y="5936"/>
                </a:lnTo>
                <a:lnTo>
                  <a:pt x="189692" y="8415"/>
                </a:lnTo>
                <a:lnTo>
                  <a:pt x="191462" y="1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5899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81EA0-2694-006B-C16E-343E5D5AD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ACD40C2F-5866-9DAF-7043-9473A17B5328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268A86F9-6C2A-4A04-002D-FADA1DB84B6B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831903E-BF62-5475-5BBB-BDC4C4B7D49B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378F1CB6-434F-2CD3-BDF7-758B8540F165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F91BACE-ECFD-558F-8754-FF85925DEDE6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33C92C9E-5196-4A36-EA6F-DC4110977576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94C6316F-5991-6EEB-8A9F-B3A58C4614D6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EC4FB81-8858-6793-2249-617695D916E0}"/>
              </a:ext>
            </a:extLst>
          </p:cNvPr>
          <p:cNvGrpSpPr/>
          <p:nvPr/>
        </p:nvGrpSpPr>
        <p:grpSpPr>
          <a:xfrm>
            <a:off x="649129" y="-911597"/>
            <a:ext cx="11299358" cy="7157413"/>
            <a:chOff x="-166248" y="-1248467"/>
            <a:chExt cx="9270074" cy="6235674"/>
          </a:xfrm>
        </p:grpSpPr>
        <p:sp>
          <p:nvSpPr>
            <p:cNvPr id="3" name="Google Shape;447;p25">
              <a:extLst>
                <a:ext uri="{FF2B5EF4-FFF2-40B4-BE49-F238E27FC236}">
                  <a16:creationId xmlns:a16="http://schemas.microsoft.com/office/drawing/2014/main" id="{CE0FB28A-0039-AD7D-D614-225CCD06934A}"/>
                </a:ext>
              </a:extLst>
            </p:cNvPr>
            <p:cNvSpPr/>
            <p:nvPr/>
          </p:nvSpPr>
          <p:spPr>
            <a:xfrm>
              <a:off x="-154147" y="4601663"/>
              <a:ext cx="1825500" cy="262200"/>
            </a:xfrm>
            <a:prstGeom prst="ellipse">
              <a:avLst/>
            </a:prstGeom>
            <a:solidFill>
              <a:srgbClr val="E4CE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36;p22">
              <a:extLst>
                <a:ext uri="{FF2B5EF4-FFF2-40B4-BE49-F238E27FC236}">
                  <a16:creationId xmlns:a16="http://schemas.microsoft.com/office/drawing/2014/main" id="{3A8DC523-D287-4690-9202-6B3A0E13B235}"/>
                </a:ext>
              </a:extLst>
            </p:cNvPr>
            <p:cNvSpPr/>
            <p:nvPr/>
          </p:nvSpPr>
          <p:spPr>
            <a:xfrm>
              <a:off x="2089821" y="2407120"/>
              <a:ext cx="7014005" cy="2580087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25;p24">
              <a:extLst>
                <a:ext uri="{FF2B5EF4-FFF2-40B4-BE49-F238E27FC236}">
                  <a16:creationId xmlns:a16="http://schemas.microsoft.com/office/drawing/2014/main" id="{D9B99AE5-C54A-8599-BB51-11FD465EDF4A}"/>
                </a:ext>
              </a:extLst>
            </p:cNvPr>
            <p:cNvSpPr txBox="1">
              <a:spLocks/>
            </p:cNvSpPr>
            <p:nvPr/>
          </p:nvSpPr>
          <p:spPr>
            <a:xfrm>
              <a:off x="2225089" y="62787"/>
              <a:ext cx="5138858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defRPr sz="2400" b="0" i="0" u="none" strike="noStrike" cap="none">
                  <a:solidFill>
                    <a:srgbClr val="000000"/>
                  </a:solidFill>
                  <a:latin typeface="Amatic SC"/>
                  <a:ea typeface="Amatic SC"/>
                  <a:cs typeface="Amatic SC"/>
                  <a:sym typeface="Amatic SC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matic SC"/>
                <a:buNone/>
                <a:tabLst/>
                <a:defRPr/>
              </a:pPr>
              <a:r>
                <a:rPr kumimoji="0" lang="es-ES" sz="4400" b="0" i="0" u="none" strike="noStrike" kern="0" cap="none" spc="0" normalizeH="0" baseline="0" noProof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Bahnschrift SemiLight Condensed" panose="020B0502040204020203" pitchFamily="34" charset="0"/>
                  <a:sym typeface="Amatic SC"/>
                </a:rPr>
                <a:t>REGLAMENTO DEL APRENDIZ</a:t>
              </a:r>
            </a:p>
          </p:txBody>
        </p:sp>
        <p:sp>
          <p:nvSpPr>
            <p:cNvPr id="6" name="Google Shape;424;p24">
              <a:extLst>
                <a:ext uri="{FF2B5EF4-FFF2-40B4-BE49-F238E27FC236}">
                  <a16:creationId xmlns:a16="http://schemas.microsoft.com/office/drawing/2014/main" id="{F306AD67-C871-CF24-9E6C-9705CEAED9C1}"/>
                </a:ext>
              </a:extLst>
            </p:cNvPr>
            <p:cNvSpPr txBox="1">
              <a:spLocks/>
            </p:cNvSpPr>
            <p:nvPr/>
          </p:nvSpPr>
          <p:spPr>
            <a:xfrm>
              <a:off x="2468041" y="2985992"/>
              <a:ext cx="2038385" cy="126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Es responsabilidad del aprendiz garantizar que se encuentre registrado en el SGVA para optar por el contrato de aprendizaje</a:t>
              </a:r>
              <a:r>
                <a:rPr kumimoji="0" lang="es-ES" sz="1300" b="0" i="0" u="none" strike="noStrike" kern="0" cap="none" spc="0" normalizeH="0" baseline="0" noProof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endParaRPr kumimoji="0" lang="es-ES" sz="1300" b="0" i="0" u="none" strike="noStrike" kern="0" cap="none" spc="0" normalizeH="0" baseline="0" noProof="0">
                <a:ln>
                  <a:noFill/>
                </a:ln>
                <a:solidFill>
                  <a:srgbClr val="1E2128"/>
                </a:solidFill>
                <a:effectLst/>
                <a:uLnTx/>
                <a:uFillTx/>
                <a:latin typeface="Roboto Light"/>
                <a:sym typeface="Roboto Light"/>
              </a:endParaRPr>
            </a:p>
          </p:txBody>
        </p:sp>
        <p:sp>
          <p:nvSpPr>
            <p:cNvPr id="7" name="Google Shape;424;p24">
              <a:extLst>
                <a:ext uri="{FF2B5EF4-FFF2-40B4-BE49-F238E27FC236}">
                  <a16:creationId xmlns:a16="http://schemas.microsoft.com/office/drawing/2014/main" id="{CACDC146-271C-A362-1D5B-D904D50B1BEA}"/>
                </a:ext>
              </a:extLst>
            </p:cNvPr>
            <p:cNvSpPr txBox="1">
              <a:spLocks/>
            </p:cNvSpPr>
            <p:nvPr/>
          </p:nvSpPr>
          <p:spPr>
            <a:xfrm>
              <a:off x="4651327" y="2980886"/>
              <a:ext cx="2006386" cy="126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El aprendiz tiene prohibido presentarse con cartas o documentos diferentes a los expedidos por la Oficina de Relaciones Corporativas para auto gestionar un Contrato de Aprendizaje.</a:t>
              </a:r>
            </a:p>
          </p:txBody>
        </p:sp>
        <p:grpSp>
          <p:nvGrpSpPr>
            <p:cNvPr id="8" name="Google Shape;462;p25">
              <a:extLst>
                <a:ext uri="{FF2B5EF4-FFF2-40B4-BE49-F238E27FC236}">
                  <a16:creationId xmlns:a16="http://schemas.microsoft.com/office/drawing/2014/main" id="{361920F5-8666-1E39-8417-64CC050D794E}"/>
                </a:ext>
              </a:extLst>
            </p:cNvPr>
            <p:cNvGrpSpPr/>
            <p:nvPr/>
          </p:nvGrpSpPr>
          <p:grpSpPr>
            <a:xfrm>
              <a:off x="-166248" y="753071"/>
              <a:ext cx="3793001" cy="4048179"/>
              <a:chOff x="1201350" y="238125"/>
              <a:chExt cx="5033175" cy="5837317"/>
            </a:xfrm>
          </p:grpSpPr>
          <p:sp>
            <p:nvSpPr>
              <p:cNvPr id="14" name="Google Shape;463;p25">
                <a:extLst>
                  <a:ext uri="{FF2B5EF4-FFF2-40B4-BE49-F238E27FC236}">
                    <a16:creationId xmlns:a16="http://schemas.microsoft.com/office/drawing/2014/main" id="{3829EC12-4F3F-BB2A-FB66-DF362B39B4B1}"/>
                  </a:ext>
                </a:extLst>
              </p:cNvPr>
              <p:cNvSpPr/>
              <p:nvPr/>
            </p:nvSpPr>
            <p:spPr>
              <a:xfrm>
                <a:off x="1732900" y="238125"/>
                <a:ext cx="1318225" cy="1584675"/>
              </a:xfrm>
              <a:custGeom>
                <a:avLst/>
                <a:gdLst/>
                <a:ahLst/>
                <a:cxnLst/>
                <a:rect l="l" t="t" r="r" b="b"/>
                <a:pathLst>
                  <a:path w="52729" h="63387" extrusionOk="0">
                    <a:moveTo>
                      <a:pt x="15014" y="0"/>
                    </a:moveTo>
                    <a:cubicBezTo>
                      <a:pt x="14943" y="0"/>
                      <a:pt x="14871" y="1"/>
                      <a:pt x="14800" y="2"/>
                    </a:cubicBezTo>
                    <a:cubicBezTo>
                      <a:pt x="9923" y="82"/>
                      <a:pt x="5345" y="3143"/>
                      <a:pt x="2897" y="7361"/>
                    </a:cubicBezTo>
                    <a:cubicBezTo>
                      <a:pt x="448" y="11579"/>
                      <a:pt x="0" y="16784"/>
                      <a:pt x="1105" y="21535"/>
                    </a:cubicBezTo>
                    <a:cubicBezTo>
                      <a:pt x="2207" y="26285"/>
                      <a:pt x="4766" y="30608"/>
                      <a:pt x="7938" y="34314"/>
                    </a:cubicBezTo>
                    <a:lnTo>
                      <a:pt x="7605" y="33533"/>
                    </a:lnTo>
                    <a:lnTo>
                      <a:pt x="7605" y="33533"/>
                    </a:lnTo>
                    <a:cubicBezTo>
                      <a:pt x="11001" y="37549"/>
                      <a:pt x="12813" y="42621"/>
                      <a:pt x="14868" y="47461"/>
                    </a:cubicBezTo>
                    <a:cubicBezTo>
                      <a:pt x="16924" y="52300"/>
                      <a:pt x="19450" y="57212"/>
                      <a:pt x="23735" y="60257"/>
                    </a:cubicBezTo>
                    <a:cubicBezTo>
                      <a:pt x="26785" y="62425"/>
                      <a:pt x="30444" y="63386"/>
                      <a:pt x="34179" y="63386"/>
                    </a:cubicBezTo>
                    <a:cubicBezTo>
                      <a:pt x="38176" y="63386"/>
                      <a:pt x="42261" y="62286"/>
                      <a:pt x="45784" y="60384"/>
                    </a:cubicBezTo>
                    <a:cubicBezTo>
                      <a:pt x="47594" y="59406"/>
                      <a:pt x="49326" y="58215"/>
                      <a:pt x="50617" y="56614"/>
                    </a:cubicBezTo>
                    <a:cubicBezTo>
                      <a:pt x="51910" y="55014"/>
                      <a:pt x="52728" y="52959"/>
                      <a:pt x="52535" y="50912"/>
                    </a:cubicBezTo>
                    <a:cubicBezTo>
                      <a:pt x="52342" y="48847"/>
                      <a:pt x="51149" y="46979"/>
                      <a:pt x="49634" y="45564"/>
                    </a:cubicBezTo>
                    <a:cubicBezTo>
                      <a:pt x="48120" y="44147"/>
                      <a:pt x="46290" y="43123"/>
                      <a:pt x="44480" y="42111"/>
                    </a:cubicBezTo>
                    <a:cubicBezTo>
                      <a:pt x="46179" y="41328"/>
                      <a:pt x="47463" y="39701"/>
                      <a:pt x="47829" y="37869"/>
                    </a:cubicBezTo>
                    <a:cubicBezTo>
                      <a:pt x="48197" y="36035"/>
                      <a:pt x="47638" y="34039"/>
                      <a:pt x="46372" y="32661"/>
                    </a:cubicBezTo>
                    <a:cubicBezTo>
                      <a:pt x="44618" y="30754"/>
                      <a:pt x="41881" y="30202"/>
                      <a:pt x="39362" y="29588"/>
                    </a:cubicBezTo>
                    <a:cubicBezTo>
                      <a:pt x="36842" y="28971"/>
                      <a:pt x="34114" y="27991"/>
                      <a:pt x="32906" y="25698"/>
                    </a:cubicBezTo>
                    <a:cubicBezTo>
                      <a:pt x="32030" y="24030"/>
                      <a:pt x="32167" y="22009"/>
                      <a:pt x="32606" y="20177"/>
                    </a:cubicBezTo>
                    <a:cubicBezTo>
                      <a:pt x="33048" y="18346"/>
                      <a:pt x="33768" y="16578"/>
                      <a:pt x="34001" y="14708"/>
                    </a:cubicBezTo>
                    <a:cubicBezTo>
                      <a:pt x="34445" y="11167"/>
                      <a:pt x="32979" y="7443"/>
                      <a:pt x="30242" y="5152"/>
                    </a:cubicBezTo>
                    <a:cubicBezTo>
                      <a:pt x="28146" y="3402"/>
                      <a:pt x="25480" y="2519"/>
                      <a:pt x="22883" y="1677"/>
                    </a:cubicBezTo>
                    <a:cubicBezTo>
                      <a:pt x="20321" y="843"/>
                      <a:pt x="17704" y="0"/>
                      <a:pt x="15014" y="0"/>
                    </a:cubicBezTo>
                    <a:close/>
                  </a:path>
                </a:pathLst>
              </a:custGeom>
              <a:solidFill>
                <a:srgbClr val="D36E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464;p25">
                <a:extLst>
                  <a:ext uri="{FF2B5EF4-FFF2-40B4-BE49-F238E27FC236}">
                    <a16:creationId xmlns:a16="http://schemas.microsoft.com/office/drawing/2014/main" id="{88AD6E99-0B6B-FF91-79E8-2E644920E427}"/>
                  </a:ext>
                </a:extLst>
              </p:cNvPr>
              <p:cNvSpPr/>
              <p:nvPr/>
            </p:nvSpPr>
            <p:spPr>
              <a:xfrm>
                <a:off x="2332750" y="2023375"/>
                <a:ext cx="3591175" cy="1617250"/>
              </a:xfrm>
              <a:custGeom>
                <a:avLst/>
                <a:gdLst/>
                <a:ahLst/>
                <a:cxnLst/>
                <a:rect l="l" t="t" r="r" b="b"/>
                <a:pathLst>
                  <a:path w="143647" h="64690" extrusionOk="0">
                    <a:moveTo>
                      <a:pt x="143646" y="1"/>
                    </a:moveTo>
                    <a:lnTo>
                      <a:pt x="81480" y="7082"/>
                    </a:lnTo>
                    <a:lnTo>
                      <a:pt x="1" y="64689"/>
                    </a:lnTo>
                    <a:lnTo>
                      <a:pt x="81653" y="27264"/>
                    </a:lnTo>
                    <a:lnTo>
                      <a:pt x="143646" y="26292"/>
                    </a:lnTo>
                    <a:lnTo>
                      <a:pt x="143646" y="1"/>
                    </a:lnTo>
                    <a:close/>
                  </a:path>
                </a:pathLst>
              </a:custGeom>
              <a:solidFill>
                <a:srgbClr val="E660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465;p25">
                <a:extLst>
                  <a:ext uri="{FF2B5EF4-FFF2-40B4-BE49-F238E27FC236}">
                    <a16:creationId xmlns:a16="http://schemas.microsoft.com/office/drawing/2014/main" id="{7CBB4970-DB26-2B51-B7A9-BBD28A38D1E7}"/>
                  </a:ext>
                </a:extLst>
              </p:cNvPr>
              <p:cNvSpPr/>
              <p:nvPr/>
            </p:nvSpPr>
            <p:spPr>
              <a:xfrm>
                <a:off x="1795450" y="338325"/>
                <a:ext cx="774575" cy="978475"/>
              </a:xfrm>
              <a:custGeom>
                <a:avLst/>
                <a:gdLst/>
                <a:ahLst/>
                <a:cxnLst/>
                <a:rect l="l" t="t" r="r" b="b"/>
                <a:pathLst>
                  <a:path w="30983" h="39139" extrusionOk="0">
                    <a:moveTo>
                      <a:pt x="16140" y="1"/>
                    </a:moveTo>
                    <a:cubicBezTo>
                      <a:pt x="8341" y="1"/>
                      <a:pt x="8024" y="3668"/>
                      <a:pt x="8024" y="3668"/>
                    </a:cubicBezTo>
                    <a:lnTo>
                      <a:pt x="8108" y="9833"/>
                    </a:lnTo>
                    <a:cubicBezTo>
                      <a:pt x="8108" y="9833"/>
                      <a:pt x="6100" y="8450"/>
                      <a:pt x="4173" y="8450"/>
                    </a:cubicBezTo>
                    <a:cubicBezTo>
                      <a:pt x="2721" y="8450"/>
                      <a:pt x="1315" y="9235"/>
                      <a:pt x="849" y="11989"/>
                    </a:cubicBezTo>
                    <a:cubicBezTo>
                      <a:pt x="0" y="17003"/>
                      <a:pt x="4855" y="17910"/>
                      <a:pt x="4855" y="17910"/>
                    </a:cubicBezTo>
                    <a:lnTo>
                      <a:pt x="3912" y="32419"/>
                    </a:lnTo>
                    <a:cubicBezTo>
                      <a:pt x="3788" y="34320"/>
                      <a:pt x="4409" y="36245"/>
                      <a:pt x="5791" y="37556"/>
                    </a:cubicBezTo>
                    <a:cubicBezTo>
                      <a:pt x="7014" y="38713"/>
                      <a:pt x="8393" y="39139"/>
                      <a:pt x="9761" y="39139"/>
                    </a:cubicBezTo>
                    <a:cubicBezTo>
                      <a:pt x="11925" y="39139"/>
                      <a:pt x="14059" y="38073"/>
                      <a:pt x="15491" y="37159"/>
                    </a:cubicBezTo>
                    <a:cubicBezTo>
                      <a:pt x="16587" y="36458"/>
                      <a:pt x="17239" y="35240"/>
                      <a:pt x="17219" y="33941"/>
                    </a:cubicBezTo>
                    <a:lnTo>
                      <a:pt x="17168" y="30086"/>
                    </a:lnTo>
                    <a:lnTo>
                      <a:pt x="22400" y="30008"/>
                    </a:lnTo>
                    <a:cubicBezTo>
                      <a:pt x="30982" y="29461"/>
                      <a:pt x="29122" y="2257"/>
                      <a:pt x="29122" y="2257"/>
                    </a:cubicBezTo>
                    <a:cubicBezTo>
                      <a:pt x="29076" y="137"/>
                      <a:pt x="24913" y="79"/>
                      <a:pt x="24462" y="79"/>
                    </a:cubicBezTo>
                    <a:cubicBezTo>
                      <a:pt x="24436" y="79"/>
                      <a:pt x="24422" y="79"/>
                      <a:pt x="24422" y="79"/>
                    </a:cubicBezTo>
                    <a:lnTo>
                      <a:pt x="16385" y="2"/>
                    </a:lnTo>
                    <a:cubicBezTo>
                      <a:pt x="16303" y="1"/>
                      <a:pt x="16221" y="1"/>
                      <a:pt x="16140" y="1"/>
                    </a:cubicBez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466;p25">
                <a:extLst>
                  <a:ext uri="{FF2B5EF4-FFF2-40B4-BE49-F238E27FC236}">
                    <a16:creationId xmlns:a16="http://schemas.microsoft.com/office/drawing/2014/main" id="{69B9E4AA-7C66-3C8F-46BA-F743019794CA}"/>
                  </a:ext>
                </a:extLst>
              </p:cNvPr>
              <p:cNvSpPr/>
              <p:nvPr/>
            </p:nvSpPr>
            <p:spPr>
              <a:xfrm>
                <a:off x="2367450" y="655175"/>
                <a:ext cx="40575" cy="202950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8118" extrusionOk="0">
                    <a:moveTo>
                      <a:pt x="1175" y="0"/>
                    </a:moveTo>
                    <a:cubicBezTo>
                      <a:pt x="1174" y="0"/>
                      <a:pt x="1174" y="0"/>
                      <a:pt x="1174" y="0"/>
                    </a:cubicBezTo>
                    <a:cubicBezTo>
                      <a:pt x="1019" y="5"/>
                      <a:pt x="948" y="1983"/>
                      <a:pt x="1019" y="4420"/>
                    </a:cubicBezTo>
                    <a:cubicBezTo>
                      <a:pt x="1010" y="5629"/>
                      <a:pt x="1258" y="6796"/>
                      <a:pt x="946" y="7388"/>
                    </a:cubicBezTo>
                    <a:cubicBezTo>
                      <a:pt x="788" y="7685"/>
                      <a:pt x="527" y="7847"/>
                      <a:pt x="345" y="7898"/>
                    </a:cubicBezTo>
                    <a:cubicBezTo>
                      <a:pt x="156" y="7953"/>
                      <a:pt x="32" y="7927"/>
                      <a:pt x="16" y="7967"/>
                    </a:cubicBezTo>
                    <a:cubicBezTo>
                      <a:pt x="1" y="7995"/>
                      <a:pt x="107" y="8108"/>
                      <a:pt x="371" y="8117"/>
                    </a:cubicBezTo>
                    <a:cubicBezTo>
                      <a:pt x="379" y="8118"/>
                      <a:pt x="386" y="8118"/>
                      <a:pt x="394" y="8118"/>
                    </a:cubicBezTo>
                    <a:cubicBezTo>
                      <a:pt x="649" y="8118"/>
                      <a:pt x="1020" y="7975"/>
                      <a:pt x="1287" y="7598"/>
                    </a:cubicBezTo>
                    <a:cubicBezTo>
                      <a:pt x="1560" y="7208"/>
                      <a:pt x="1622" y="6656"/>
                      <a:pt x="1615" y="6124"/>
                    </a:cubicBezTo>
                    <a:cubicBezTo>
                      <a:pt x="1607" y="5549"/>
                      <a:pt x="1598" y="4988"/>
                      <a:pt x="1589" y="4405"/>
                    </a:cubicBezTo>
                    <a:cubicBezTo>
                      <a:pt x="1518" y="1970"/>
                      <a:pt x="1332" y="0"/>
                      <a:pt x="1175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467;p25">
                <a:extLst>
                  <a:ext uri="{FF2B5EF4-FFF2-40B4-BE49-F238E27FC236}">
                    <a16:creationId xmlns:a16="http://schemas.microsoft.com/office/drawing/2014/main" id="{131B099A-8573-8055-69B1-33C209A2CC7D}"/>
                  </a:ext>
                </a:extLst>
              </p:cNvPr>
              <p:cNvSpPr/>
              <p:nvPr/>
            </p:nvSpPr>
            <p:spPr>
              <a:xfrm>
                <a:off x="2245925" y="662600"/>
                <a:ext cx="16050" cy="49475"/>
              </a:xfrm>
              <a:custGeom>
                <a:avLst/>
                <a:gdLst/>
                <a:ahLst/>
                <a:cxnLst/>
                <a:rect l="l" t="t" r="r" b="b"/>
                <a:pathLst>
                  <a:path w="642" h="1979" extrusionOk="0">
                    <a:moveTo>
                      <a:pt x="259" y="0"/>
                    </a:moveTo>
                    <a:cubicBezTo>
                      <a:pt x="257" y="0"/>
                      <a:pt x="255" y="0"/>
                      <a:pt x="253" y="0"/>
                    </a:cubicBezTo>
                    <a:cubicBezTo>
                      <a:pt x="98" y="9"/>
                      <a:pt x="1" y="462"/>
                      <a:pt x="36" y="1007"/>
                    </a:cubicBezTo>
                    <a:cubicBezTo>
                      <a:pt x="73" y="1550"/>
                      <a:pt x="226" y="1979"/>
                      <a:pt x="382" y="1979"/>
                    </a:cubicBezTo>
                    <a:cubicBezTo>
                      <a:pt x="383" y="1979"/>
                      <a:pt x="385" y="1979"/>
                      <a:pt x="386" y="1979"/>
                    </a:cubicBezTo>
                    <a:cubicBezTo>
                      <a:pt x="544" y="1968"/>
                      <a:pt x="641" y="1517"/>
                      <a:pt x="604" y="970"/>
                    </a:cubicBezTo>
                    <a:cubicBezTo>
                      <a:pt x="569" y="431"/>
                      <a:pt x="415" y="0"/>
                      <a:pt x="259" y="0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68;p25">
                <a:extLst>
                  <a:ext uri="{FF2B5EF4-FFF2-40B4-BE49-F238E27FC236}">
                    <a16:creationId xmlns:a16="http://schemas.microsoft.com/office/drawing/2014/main" id="{635814F9-2743-4ED3-D985-1EBFC82D6A0C}"/>
                  </a:ext>
                </a:extLst>
              </p:cNvPr>
              <p:cNvSpPr/>
              <p:nvPr/>
            </p:nvSpPr>
            <p:spPr>
              <a:xfrm>
                <a:off x="2465375" y="656100"/>
                <a:ext cx="16050" cy="49500"/>
              </a:xfrm>
              <a:custGeom>
                <a:avLst/>
                <a:gdLst/>
                <a:ahLst/>
                <a:cxnLst/>
                <a:rect l="l" t="t" r="r" b="b"/>
                <a:pathLst>
                  <a:path w="642" h="1980" extrusionOk="0">
                    <a:moveTo>
                      <a:pt x="261" y="1"/>
                    </a:moveTo>
                    <a:cubicBezTo>
                      <a:pt x="259" y="1"/>
                      <a:pt x="257" y="1"/>
                      <a:pt x="256" y="1"/>
                    </a:cubicBezTo>
                    <a:cubicBezTo>
                      <a:pt x="98" y="12"/>
                      <a:pt x="1" y="462"/>
                      <a:pt x="36" y="1010"/>
                    </a:cubicBezTo>
                    <a:cubicBezTo>
                      <a:pt x="73" y="1549"/>
                      <a:pt x="227" y="1979"/>
                      <a:pt x="381" y="1979"/>
                    </a:cubicBezTo>
                    <a:cubicBezTo>
                      <a:pt x="383" y="1979"/>
                      <a:pt x="384" y="1979"/>
                      <a:pt x="386" y="1979"/>
                    </a:cubicBezTo>
                    <a:cubicBezTo>
                      <a:pt x="544" y="1970"/>
                      <a:pt x="641" y="1518"/>
                      <a:pt x="606" y="972"/>
                    </a:cubicBezTo>
                    <a:cubicBezTo>
                      <a:pt x="569" y="431"/>
                      <a:pt x="415" y="1"/>
                      <a:pt x="261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69;p25">
                <a:extLst>
                  <a:ext uri="{FF2B5EF4-FFF2-40B4-BE49-F238E27FC236}">
                    <a16:creationId xmlns:a16="http://schemas.microsoft.com/office/drawing/2014/main" id="{5A1A1E38-B73B-42EB-77B4-A41E81BD1B04}"/>
                  </a:ext>
                </a:extLst>
              </p:cNvPr>
              <p:cNvSpPr/>
              <p:nvPr/>
            </p:nvSpPr>
            <p:spPr>
              <a:xfrm>
                <a:off x="1883100" y="611525"/>
                <a:ext cx="99200" cy="134475"/>
              </a:xfrm>
              <a:custGeom>
                <a:avLst/>
                <a:gdLst/>
                <a:ahLst/>
                <a:cxnLst/>
                <a:rect l="l" t="t" r="r" b="b"/>
                <a:pathLst>
                  <a:path w="3968" h="5379" extrusionOk="0">
                    <a:moveTo>
                      <a:pt x="465" y="1"/>
                    </a:moveTo>
                    <a:cubicBezTo>
                      <a:pt x="388" y="1"/>
                      <a:pt x="345" y="13"/>
                      <a:pt x="342" y="30"/>
                    </a:cubicBezTo>
                    <a:cubicBezTo>
                      <a:pt x="324" y="103"/>
                      <a:pt x="719" y="220"/>
                      <a:pt x="1282" y="571"/>
                    </a:cubicBezTo>
                    <a:cubicBezTo>
                      <a:pt x="1631" y="786"/>
                      <a:pt x="2049" y="1114"/>
                      <a:pt x="2420" y="1565"/>
                    </a:cubicBezTo>
                    <a:lnTo>
                      <a:pt x="2420" y="1565"/>
                    </a:lnTo>
                    <a:cubicBezTo>
                      <a:pt x="2320" y="1526"/>
                      <a:pt x="2214" y="1493"/>
                      <a:pt x="2103" y="1467"/>
                    </a:cubicBezTo>
                    <a:cubicBezTo>
                      <a:pt x="1986" y="1438"/>
                      <a:pt x="1863" y="1423"/>
                      <a:pt x="1740" y="1423"/>
                    </a:cubicBezTo>
                    <a:cubicBezTo>
                      <a:pt x="1430" y="1423"/>
                      <a:pt x="1115" y="1514"/>
                      <a:pt x="874" y="1695"/>
                    </a:cubicBezTo>
                    <a:cubicBezTo>
                      <a:pt x="533" y="1939"/>
                      <a:pt x="331" y="2287"/>
                      <a:pt x="224" y="2627"/>
                    </a:cubicBezTo>
                    <a:cubicBezTo>
                      <a:pt x="0" y="3330"/>
                      <a:pt x="244" y="4006"/>
                      <a:pt x="533" y="4405"/>
                    </a:cubicBezTo>
                    <a:cubicBezTo>
                      <a:pt x="1090" y="5158"/>
                      <a:pt x="1649" y="5379"/>
                      <a:pt x="1763" y="5379"/>
                    </a:cubicBezTo>
                    <a:cubicBezTo>
                      <a:pt x="1775" y="5379"/>
                      <a:pt x="1782" y="5377"/>
                      <a:pt x="1783" y="5372"/>
                    </a:cubicBezTo>
                    <a:cubicBezTo>
                      <a:pt x="1848" y="5297"/>
                      <a:pt x="1318" y="4964"/>
                      <a:pt x="876" y="4197"/>
                    </a:cubicBezTo>
                    <a:cubicBezTo>
                      <a:pt x="666" y="3811"/>
                      <a:pt x="533" y="3301"/>
                      <a:pt x="723" y="2793"/>
                    </a:cubicBezTo>
                    <a:cubicBezTo>
                      <a:pt x="871" y="2352"/>
                      <a:pt x="1250" y="1988"/>
                      <a:pt x="1727" y="1988"/>
                    </a:cubicBezTo>
                    <a:cubicBezTo>
                      <a:pt x="1808" y="1988"/>
                      <a:pt x="1892" y="1999"/>
                      <a:pt x="1979" y="2021"/>
                    </a:cubicBezTo>
                    <a:cubicBezTo>
                      <a:pt x="2371" y="2110"/>
                      <a:pt x="2746" y="2358"/>
                      <a:pt x="3094" y="2596"/>
                    </a:cubicBezTo>
                    <a:lnTo>
                      <a:pt x="3968" y="3188"/>
                    </a:lnTo>
                    <a:lnTo>
                      <a:pt x="3500" y="2252"/>
                    </a:lnTo>
                    <a:cubicBezTo>
                      <a:pt x="2963" y="1178"/>
                      <a:pt x="2092" y="546"/>
                      <a:pt x="1444" y="263"/>
                    </a:cubicBezTo>
                    <a:cubicBezTo>
                      <a:pt x="988" y="61"/>
                      <a:pt x="640" y="1"/>
                      <a:pt x="465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70;p25">
                <a:extLst>
                  <a:ext uri="{FF2B5EF4-FFF2-40B4-BE49-F238E27FC236}">
                    <a16:creationId xmlns:a16="http://schemas.microsoft.com/office/drawing/2014/main" id="{5683D926-AC50-05E9-BE37-7731D94E8EFF}"/>
                  </a:ext>
                </a:extLst>
              </p:cNvPr>
              <p:cNvSpPr/>
              <p:nvPr/>
            </p:nvSpPr>
            <p:spPr>
              <a:xfrm>
                <a:off x="2280550" y="862800"/>
                <a:ext cx="92525" cy="69750"/>
              </a:xfrm>
              <a:custGeom>
                <a:avLst/>
                <a:gdLst/>
                <a:ahLst/>
                <a:cxnLst/>
                <a:rect l="l" t="t" r="r" b="b"/>
                <a:pathLst>
                  <a:path w="3701" h="2790" extrusionOk="0">
                    <a:moveTo>
                      <a:pt x="187" y="1"/>
                    </a:moveTo>
                    <a:cubicBezTo>
                      <a:pt x="186" y="1"/>
                      <a:pt x="185" y="1"/>
                      <a:pt x="184" y="1"/>
                    </a:cubicBezTo>
                    <a:cubicBezTo>
                      <a:pt x="183" y="1"/>
                      <a:pt x="182" y="1"/>
                      <a:pt x="181" y="1"/>
                    </a:cubicBezTo>
                    <a:cubicBezTo>
                      <a:pt x="110" y="1"/>
                      <a:pt x="0" y="295"/>
                      <a:pt x="77" y="779"/>
                    </a:cubicBezTo>
                    <a:cubicBezTo>
                      <a:pt x="148" y="1261"/>
                      <a:pt x="461" y="1939"/>
                      <a:pt x="1117" y="2376"/>
                    </a:cubicBezTo>
                    <a:cubicBezTo>
                      <a:pt x="1572" y="2680"/>
                      <a:pt x="2070" y="2789"/>
                      <a:pt x="2491" y="2789"/>
                    </a:cubicBezTo>
                    <a:cubicBezTo>
                      <a:pt x="2675" y="2789"/>
                      <a:pt x="2845" y="2768"/>
                      <a:pt x="2989" y="2733"/>
                    </a:cubicBezTo>
                    <a:cubicBezTo>
                      <a:pt x="3472" y="2620"/>
                      <a:pt x="3701" y="2403"/>
                      <a:pt x="3670" y="2341"/>
                    </a:cubicBezTo>
                    <a:cubicBezTo>
                      <a:pt x="3663" y="2315"/>
                      <a:pt x="3621" y="2306"/>
                      <a:pt x="3551" y="2306"/>
                    </a:cubicBezTo>
                    <a:cubicBezTo>
                      <a:pt x="3429" y="2306"/>
                      <a:pt x="3221" y="2332"/>
                      <a:pt x="2961" y="2332"/>
                    </a:cubicBezTo>
                    <a:cubicBezTo>
                      <a:pt x="2537" y="2332"/>
                      <a:pt x="1976" y="2264"/>
                      <a:pt x="1434" y="1904"/>
                    </a:cubicBezTo>
                    <a:cubicBezTo>
                      <a:pt x="385" y="1195"/>
                      <a:pt x="333" y="1"/>
                      <a:pt x="187" y="1"/>
                    </a:cubicBezTo>
                    <a:close/>
                  </a:path>
                </a:pathLst>
              </a:custGeom>
              <a:solidFill>
                <a:srgbClr val="1E21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71;p25">
                <a:extLst>
                  <a:ext uri="{FF2B5EF4-FFF2-40B4-BE49-F238E27FC236}">
                    <a16:creationId xmlns:a16="http://schemas.microsoft.com/office/drawing/2014/main" id="{C3F4CC65-6621-32D6-6E00-823F86924548}"/>
                  </a:ext>
                </a:extLst>
              </p:cNvPr>
              <p:cNvSpPr/>
              <p:nvPr/>
            </p:nvSpPr>
            <p:spPr>
              <a:xfrm>
                <a:off x="2254560" y="3803057"/>
                <a:ext cx="340125" cy="107896"/>
              </a:xfrm>
              <a:custGeom>
                <a:avLst/>
                <a:gdLst/>
                <a:ahLst/>
                <a:cxnLst/>
                <a:rect l="l" t="t" r="r" b="b"/>
                <a:pathLst>
                  <a:path w="13605" h="3553" extrusionOk="0">
                    <a:moveTo>
                      <a:pt x="13604" y="0"/>
                    </a:moveTo>
                    <a:lnTo>
                      <a:pt x="1" y="847"/>
                    </a:lnTo>
                    <a:lnTo>
                      <a:pt x="1" y="3553"/>
                    </a:lnTo>
                    <a:lnTo>
                      <a:pt x="13604" y="3553"/>
                    </a:lnTo>
                    <a:lnTo>
                      <a:pt x="13604" y="0"/>
                    </a:lnTo>
                    <a:close/>
                  </a:path>
                </a:pathLst>
              </a:custGeom>
              <a:solidFill>
                <a:srgbClr val="6D39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72;p25">
                <a:extLst>
                  <a:ext uri="{FF2B5EF4-FFF2-40B4-BE49-F238E27FC236}">
                    <a16:creationId xmlns:a16="http://schemas.microsoft.com/office/drawing/2014/main" id="{F126082D-A0BD-97AF-57C1-7A23F6C45BE4}"/>
                  </a:ext>
                </a:extLst>
              </p:cNvPr>
              <p:cNvSpPr/>
              <p:nvPr/>
            </p:nvSpPr>
            <p:spPr>
              <a:xfrm>
                <a:off x="2377735" y="3880310"/>
                <a:ext cx="86383" cy="883984"/>
              </a:xfrm>
              <a:custGeom>
                <a:avLst/>
                <a:gdLst/>
                <a:ahLst/>
                <a:cxnLst/>
                <a:rect l="l" t="t" r="r" b="b"/>
                <a:pathLst>
                  <a:path w="3456" h="19857" extrusionOk="0">
                    <a:moveTo>
                      <a:pt x="0" y="1"/>
                    </a:moveTo>
                    <a:lnTo>
                      <a:pt x="0" y="19857"/>
                    </a:lnTo>
                    <a:lnTo>
                      <a:pt x="3455" y="19857"/>
                    </a:lnTo>
                    <a:lnTo>
                      <a:pt x="3455" y="1"/>
                    </a:lnTo>
                    <a:close/>
                  </a:path>
                </a:pathLst>
              </a:custGeom>
              <a:solidFill>
                <a:srgbClr val="6D39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473;p25">
                <a:extLst>
                  <a:ext uri="{FF2B5EF4-FFF2-40B4-BE49-F238E27FC236}">
                    <a16:creationId xmlns:a16="http://schemas.microsoft.com/office/drawing/2014/main" id="{9B6A6DB9-2589-510D-B8EF-E4E547ACCF0D}"/>
                  </a:ext>
                </a:extLst>
              </p:cNvPr>
              <p:cNvSpPr/>
              <p:nvPr/>
            </p:nvSpPr>
            <p:spPr>
              <a:xfrm>
                <a:off x="2308070" y="4736835"/>
                <a:ext cx="220650" cy="1089497"/>
              </a:xfrm>
              <a:custGeom>
                <a:avLst/>
                <a:gdLst/>
                <a:ahLst/>
                <a:cxnLst/>
                <a:rect l="l" t="t" r="r" b="b"/>
                <a:pathLst>
                  <a:path w="8826" h="32725" extrusionOk="0">
                    <a:moveTo>
                      <a:pt x="369" y="1"/>
                    </a:moveTo>
                    <a:cubicBezTo>
                      <a:pt x="1" y="491"/>
                      <a:pt x="369" y="32724"/>
                      <a:pt x="369" y="32724"/>
                    </a:cubicBezTo>
                    <a:lnTo>
                      <a:pt x="8825" y="32724"/>
                    </a:lnTo>
                    <a:lnTo>
                      <a:pt x="8825" y="1"/>
                    </a:lnTo>
                    <a:close/>
                  </a:path>
                </a:pathLst>
              </a:custGeom>
              <a:solidFill>
                <a:srgbClr val="6D39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474;p25">
                <a:extLst>
                  <a:ext uri="{FF2B5EF4-FFF2-40B4-BE49-F238E27FC236}">
                    <a16:creationId xmlns:a16="http://schemas.microsoft.com/office/drawing/2014/main" id="{559E94FC-CE61-77FC-0485-F2B166338AD7}"/>
                  </a:ext>
                </a:extLst>
              </p:cNvPr>
              <p:cNvSpPr/>
              <p:nvPr/>
            </p:nvSpPr>
            <p:spPr>
              <a:xfrm>
                <a:off x="1316950" y="5805742"/>
                <a:ext cx="2055975" cy="85850"/>
              </a:xfrm>
              <a:custGeom>
                <a:avLst/>
                <a:gdLst/>
                <a:ahLst/>
                <a:cxnLst/>
                <a:rect l="l" t="t" r="r" b="b"/>
                <a:pathLst>
                  <a:path w="82239" h="3434" extrusionOk="0">
                    <a:moveTo>
                      <a:pt x="1" y="1"/>
                    </a:moveTo>
                    <a:lnTo>
                      <a:pt x="1" y="3434"/>
                    </a:lnTo>
                    <a:lnTo>
                      <a:pt x="82238" y="3434"/>
                    </a:lnTo>
                    <a:lnTo>
                      <a:pt x="82238" y="1"/>
                    </a:lnTo>
                    <a:close/>
                  </a:path>
                </a:pathLst>
              </a:custGeom>
              <a:solidFill>
                <a:srgbClr val="6D39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475;p25">
                <a:extLst>
                  <a:ext uri="{FF2B5EF4-FFF2-40B4-BE49-F238E27FC236}">
                    <a16:creationId xmlns:a16="http://schemas.microsoft.com/office/drawing/2014/main" id="{3103318C-8150-59E2-1E74-AFAF20B0A316}"/>
                  </a:ext>
                </a:extLst>
              </p:cNvPr>
              <p:cNvSpPr/>
              <p:nvPr/>
            </p:nvSpPr>
            <p:spPr>
              <a:xfrm>
                <a:off x="3207500" y="5891567"/>
                <a:ext cx="165425" cy="183875"/>
              </a:xfrm>
              <a:custGeom>
                <a:avLst/>
                <a:gdLst/>
                <a:ahLst/>
                <a:cxnLst/>
                <a:rect l="l" t="t" r="r" b="b"/>
                <a:pathLst>
                  <a:path w="6617" h="7355" extrusionOk="0">
                    <a:moveTo>
                      <a:pt x="3307" y="1"/>
                    </a:moveTo>
                    <a:cubicBezTo>
                      <a:pt x="1482" y="1"/>
                      <a:pt x="0" y="1644"/>
                      <a:pt x="0" y="3676"/>
                    </a:cubicBezTo>
                    <a:cubicBezTo>
                      <a:pt x="0" y="5709"/>
                      <a:pt x="1480" y="7355"/>
                      <a:pt x="3307" y="7355"/>
                    </a:cubicBezTo>
                    <a:cubicBezTo>
                      <a:pt x="5135" y="7355"/>
                      <a:pt x="6616" y="5709"/>
                      <a:pt x="6616" y="3676"/>
                    </a:cubicBezTo>
                    <a:cubicBezTo>
                      <a:pt x="6616" y="1646"/>
                      <a:pt x="5135" y="1"/>
                      <a:pt x="3307" y="1"/>
                    </a:cubicBezTo>
                    <a:close/>
                  </a:path>
                </a:pathLst>
              </a:custGeom>
              <a:solidFill>
                <a:srgbClr val="E660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476;p25">
                <a:extLst>
                  <a:ext uri="{FF2B5EF4-FFF2-40B4-BE49-F238E27FC236}">
                    <a16:creationId xmlns:a16="http://schemas.microsoft.com/office/drawing/2014/main" id="{3D8D197D-E9D4-0679-5024-468679BA9EE9}"/>
                  </a:ext>
                </a:extLst>
              </p:cNvPr>
              <p:cNvSpPr/>
              <p:nvPr/>
            </p:nvSpPr>
            <p:spPr>
              <a:xfrm>
                <a:off x="1282850" y="5891567"/>
                <a:ext cx="191100" cy="183850"/>
              </a:xfrm>
              <a:custGeom>
                <a:avLst/>
                <a:gdLst/>
                <a:ahLst/>
                <a:cxnLst/>
                <a:rect l="l" t="t" r="r" b="b"/>
                <a:pathLst>
                  <a:path w="7644" h="7354" extrusionOk="0">
                    <a:moveTo>
                      <a:pt x="3966" y="1"/>
                    </a:moveTo>
                    <a:cubicBezTo>
                      <a:pt x="2480" y="1"/>
                      <a:pt x="1138" y="897"/>
                      <a:pt x="568" y="2269"/>
                    </a:cubicBezTo>
                    <a:cubicBezTo>
                      <a:pt x="1" y="3644"/>
                      <a:pt x="313" y="5226"/>
                      <a:pt x="1367" y="6277"/>
                    </a:cubicBezTo>
                    <a:cubicBezTo>
                      <a:pt x="2070" y="6980"/>
                      <a:pt x="3010" y="7354"/>
                      <a:pt x="3967" y="7354"/>
                    </a:cubicBezTo>
                    <a:cubicBezTo>
                      <a:pt x="4441" y="7354"/>
                      <a:pt x="4919" y="7262"/>
                      <a:pt x="5374" y="7073"/>
                    </a:cubicBezTo>
                    <a:cubicBezTo>
                      <a:pt x="6747" y="6505"/>
                      <a:pt x="7643" y="5164"/>
                      <a:pt x="7643" y="3676"/>
                    </a:cubicBezTo>
                    <a:cubicBezTo>
                      <a:pt x="7643" y="1646"/>
                      <a:pt x="5998" y="1"/>
                      <a:pt x="3966" y="1"/>
                    </a:cubicBezTo>
                    <a:close/>
                  </a:path>
                </a:pathLst>
              </a:custGeom>
              <a:solidFill>
                <a:srgbClr val="E660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477;p25">
                <a:extLst>
                  <a:ext uri="{FF2B5EF4-FFF2-40B4-BE49-F238E27FC236}">
                    <a16:creationId xmlns:a16="http://schemas.microsoft.com/office/drawing/2014/main" id="{8403B650-2FC0-5857-4130-B308D9E1D93F}"/>
                  </a:ext>
                </a:extLst>
              </p:cNvPr>
              <p:cNvSpPr/>
              <p:nvPr/>
            </p:nvSpPr>
            <p:spPr>
              <a:xfrm>
                <a:off x="2418800" y="5891567"/>
                <a:ext cx="191100" cy="183850"/>
              </a:xfrm>
              <a:custGeom>
                <a:avLst/>
                <a:gdLst/>
                <a:ahLst/>
                <a:cxnLst/>
                <a:rect l="l" t="t" r="r" b="b"/>
                <a:pathLst>
                  <a:path w="7644" h="7354" extrusionOk="0">
                    <a:moveTo>
                      <a:pt x="3966" y="1"/>
                    </a:moveTo>
                    <a:cubicBezTo>
                      <a:pt x="2480" y="1"/>
                      <a:pt x="1138" y="897"/>
                      <a:pt x="568" y="2269"/>
                    </a:cubicBezTo>
                    <a:cubicBezTo>
                      <a:pt x="1" y="3644"/>
                      <a:pt x="315" y="5226"/>
                      <a:pt x="1367" y="6277"/>
                    </a:cubicBezTo>
                    <a:cubicBezTo>
                      <a:pt x="2070" y="6980"/>
                      <a:pt x="3010" y="7354"/>
                      <a:pt x="3967" y="7354"/>
                    </a:cubicBezTo>
                    <a:cubicBezTo>
                      <a:pt x="4441" y="7354"/>
                      <a:pt x="4919" y="7262"/>
                      <a:pt x="5374" y="7073"/>
                    </a:cubicBezTo>
                    <a:cubicBezTo>
                      <a:pt x="6747" y="6505"/>
                      <a:pt x="7643" y="5164"/>
                      <a:pt x="7643" y="3676"/>
                    </a:cubicBezTo>
                    <a:cubicBezTo>
                      <a:pt x="7643" y="1646"/>
                      <a:pt x="5997" y="1"/>
                      <a:pt x="3966" y="1"/>
                    </a:cubicBezTo>
                    <a:close/>
                  </a:path>
                </a:pathLst>
              </a:custGeom>
              <a:solidFill>
                <a:srgbClr val="E660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478;p25">
                <a:extLst>
                  <a:ext uri="{FF2B5EF4-FFF2-40B4-BE49-F238E27FC236}">
                    <a16:creationId xmlns:a16="http://schemas.microsoft.com/office/drawing/2014/main" id="{D487B617-494A-515C-A80F-5BDE4971F950}"/>
                  </a:ext>
                </a:extLst>
              </p:cNvPr>
              <p:cNvSpPr/>
              <p:nvPr/>
            </p:nvSpPr>
            <p:spPr>
              <a:xfrm>
                <a:off x="1566625" y="3537350"/>
                <a:ext cx="1794875" cy="318350"/>
              </a:xfrm>
              <a:custGeom>
                <a:avLst/>
                <a:gdLst/>
                <a:ahLst/>
                <a:cxnLst/>
                <a:rect l="l" t="t" r="r" b="b"/>
                <a:pathLst>
                  <a:path w="71795" h="12734" extrusionOk="0">
                    <a:moveTo>
                      <a:pt x="33160" y="0"/>
                    </a:moveTo>
                    <a:cubicBezTo>
                      <a:pt x="22524" y="0"/>
                      <a:pt x="10910" y="412"/>
                      <a:pt x="0" y="1648"/>
                    </a:cubicBezTo>
                    <a:cubicBezTo>
                      <a:pt x="0" y="1648"/>
                      <a:pt x="395" y="6692"/>
                      <a:pt x="1715" y="7284"/>
                    </a:cubicBezTo>
                    <a:cubicBezTo>
                      <a:pt x="2856" y="7797"/>
                      <a:pt x="17480" y="12733"/>
                      <a:pt x="33774" y="12733"/>
                    </a:cubicBezTo>
                    <a:cubicBezTo>
                      <a:pt x="36347" y="12733"/>
                      <a:pt x="38962" y="12610"/>
                      <a:pt x="41573" y="12327"/>
                    </a:cubicBezTo>
                    <a:cubicBezTo>
                      <a:pt x="60710" y="10249"/>
                      <a:pt x="71003" y="7727"/>
                      <a:pt x="71794" y="4614"/>
                    </a:cubicBezTo>
                    <a:lnTo>
                      <a:pt x="71794" y="1648"/>
                    </a:lnTo>
                    <a:cubicBezTo>
                      <a:pt x="71794" y="1648"/>
                      <a:pt x="54433" y="0"/>
                      <a:pt x="33160" y="0"/>
                    </a:cubicBezTo>
                    <a:close/>
                  </a:path>
                </a:pathLst>
              </a:custGeom>
              <a:solidFill>
                <a:srgbClr val="E660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479;p25">
                <a:extLst>
                  <a:ext uri="{FF2B5EF4-FFF2-40B4-BE49-F238E27FC236}">
                    <a16:creationId xmlns:a16="http://schemas.microsoft.com/office/drawing/2014/main" id="{1F903C2A-D2AC-9FA3-1F20-B374549692EF}"/>
                  </a:ext>
                </a:extLst>
              </p:cNvPr>
              <p:cNvSpPr/>
              <p:nvPr/>
            </p:nvSpPr>
            <p:spPr>
              <a:xfrm>
                <a:off x="1609475" y="3650525"/>
                <a:ext cx="1788175" cy="204500"/>
              </a:xfrm>
              <a:custGeom>
                <a:avLst/>
                <a:gdLst/>
                <a:ahLst/>
                <a:cxnLst/>
                <a:rect l="l" t="t" r="r" b="b"/>
                <a:pathLst>
                  <a:path w="71527" h="8180" extrusionOk="0">
                    <a:moveTo>
                      <a:pt x="62870" y="0"/>
                    </a:moveTo>
                    <a:cubicBezTo>
                      <a:pt x="37264" y="0"/>
                      <a:pt x="1" y="2757"/>
                      <a:pt x="1" y="2757"/>
                    </a:cubicBezTo>
                    <a:cubicBezTo>
                      <a:pt x="12950" y="7741"/>
                      <a:pt x="28135" y="8179"/>
                      <a:pt x="33075" y="8179"/>
                    </a:cubicBezTo>
                    <a:cubicBezTo>
                      <a:pt x="34130" y="8179"/>
                      <a:pt x="34718" y="8159"/>
                      <a:pt x="34718" y="8159"/>
                    </a:cubicBezTo>
                    <a:cubicBezTo>
                      <a:pt x="71526" y="5791"/>
                      <a:pt x="70080" y="87"/>
                      <a:pt x="70080" y="87"/>
                    </a:cubicBezTo>
                    <a:cubicBezTo>
                      <a:pt x="67823" y="27"/>
                      <a:pt x="65403" y="0"/>
                      <a:pt x="62870" y="0"/>
                    </a:cubicBezTo>
                    <a:close/>
                  </a:path>
                </a:pathLst>
              </a:custGeom>
              <a:solidFill>
                <a:srgbClr val="6D39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480;p25">
                <a:extLst>
                  <a:ext uri="{FF2B5EF4-FFF2-40B4-BE49-F238E27FC236}">
                    <a16:creationId xmlns:a16="http://schemas.microsoft.com/office/drawing/2014/main" id="{0AD10980-4A27-F260-3272-E51C02FAFE32}"/>
                  </a:ext>
                </a:extLst>
              </p:cNvPr>
              <p:cNvSpPr/>
              <p:nvPr/>
            </p:nvSpPr>
            <p:spPr>
              <a:xfrm>
                <a:off x="1571550" y="2023375"/>
                <a:ext cx="246975" cy="1578050"/>
              </a:xfrm>
              <a:custGeom>
                <a:avLst/>
                <a:gdLst/>
                <a:ahLst/>
                <a:cxnLst/>
                <a:rect l="l" t="t" r="r" b="b"/>
                <a:pathLst>
                  <a:path w="9879" h="63122" extrusionOk="0">
                    <a:moveTo>
                      <a:pt x="4851" y="1"/>
                    </a:moveTo>
                    <a:cubicBezTo>
                      <a:pt x="4851" y="1"/>
                      <a:pt x="3037" y="495"/>
                      <a:pt x="1518" y="8005"/>
                    </a:cubicBezTo>
                    <a:cubicBezTo>
                      <a:pt x="1" y="15512"/>
                      <a:pt x="3185" y="63121"/>
                      <a:pt x="3185" y="63121"/>
                    </a:cubicBezTo>
                    <a:lnTo>
                      <a:pt x="9879" y="61300"/>
                    </a:lnTo>
                    <a:lnTo>
                      <a:pt x="4851" y="1"/>
                    </a:lnTo>
                    <a:close/>
                  </a:path>
                </a:pathLst>
              </a:custGeom>
              <a:solidFill>
                <a:srgbClr val="6D39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481;p25">
                <a:extLst>
                  <a:ext uri="{FF2B5EF4-FFF2-40B4-BE49-F238E27FC236}">
                    <a16:creationId xmlns:a16="http://schemas.microsoft.com/office/drawing/2014/main" id="{07449C9B-E1D5-A7B0-C90F-B2378A2577FB}"/>
                  </a:ext>
                </a:extLst>
              </p:cNvPr>
              <p:cNvSpPr/>
              <p:nvPr/>
            </p:nvSpPr>
            <p:spPr>
              <a:xfrm>
                <a:off x="1550375" y="1630975"/>
                <a:ext cx="498025" cy="1285725"/>
              </a:xfrm>
              <a:custGeom>
                <a:avLst/>
                <a:gdLst/>
                <a:ahLst/>
                <a:cxnLst/>
                <a:rect l="l" t="t" r="r" b="b"/>
                <a:pathLst>
                  <a:path w="19921" h="51429" extrusionOk="0">
                    <a:moveTo>
                      <a:pt x="7255" y="0"/>
                    </a:moveTo>
                    <a:cubicBezTo>
                      <a:pt x="6933" y="0"/>
                      <a:pt x="6608" y="23"/>
                      <a:pt x="6281" y="70"/>
                    </a:cubicBezTo>
                    <a:cubicBezTo>
                      <a:pt x="2575" y="600"/>
                      <a:pt x="0" y="4038"/>
                      <a:pt x="533" y="7746"/>
                    </a:cubicBezTo>
                    <a:lnTo>
                      <a:pt x="5964" y="45610"/>
                    </a:lnTo>
                    <a:cubicBezTo>
                      <a:pt x="6447" y="48991"/>
                      <a:pt x="9348" y="51428"/>
                      <a:pt x="12667" y="51428"/>
                    </a:cubicBezTo>
                    <a:cubicBezTo>
                      <a:pt x="12988" y="51428"/>
                      <a:pt x="13313" y="51406"/>
                      <a:pt x="13640" y="51359"/>
                    </a:cubicBezTo>
                    <a:cubicBezTo>
                      <a:pt x="17346" y="50829"/>
                      <a:pt x="19921" y="47391"/>
                      <a:pt x="19391" y="43685"/>
                    </a:cubicBezTo>
                    <a:lnTo>
                      <a:pt x="13959" y="5819"/>
                    </a:lnTo>
                    <a:cubicBezTo>
                      <a:pt x="13474" y="2437"/>
                      <a:pt x="10575" y="0"/>
                      <a:pt x="7255" y="0"/>
                    </a:cubicBezTo>
                    <a:close/>
                  </a:path>
                </a:pathLst>
              </a:custGeom>
              <a:solidFill>
                <a:srgbClr val="E660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482;p25">
                <a:extLst>
                  <a:ext uri="{FF2B5EF4-FFF2-40B4-BE49-F238E27FC236}">
                    <a16:creationId xmlns:a16="http://schemas.microsoft.com/office/drawing/2014/main" id="{A22B3D92-740F-4A38-45BF-BED77FDB16B9}"/>
                  </a:ext>
                </a:extLst>
              </p:cNvPr>
              <p:cNvSpPr/>
              <p:nvPr/>
            </p:nvSpPr>
            <p:spPr>
              <a:xfrm>
                <a:off x="1201350" y="1144150"/>
                <a:ext cx="1685425" cy="1833675"/>
              </a:xfrm>
              <a:custGeom>
                <a:avLst/>
                <a:gdLst/>
                <a:ahLst/>
                <a:cxnLst/>
                <a:rect l="l" t="t" r="r" b="b"/>
                <a:pathLst>
                  <a:path w="67417" h="73347" extrusionOk="0">
                    <a:moveTo>
                      <a:pt x="30382" y="0"/>
                    </a:moveTo>
                    <a:cubicBezTo>
                      <a:pt x="28710" y="0"/>
                      <a:pt x="27676" y="186"/>
                      <a:pt x="27676" y="186"/>
                    </a:cubicBezTo>
                    <a:cubicBezTo>
                      <a:pt x="27676" y="186"/>
                      <a:pt x="27663" y="186"/>
                      <a:pt x="27639" y="186"/>
                    </a:cubicBezTo>
                    <a:cubicBezTo>
                      <a:pt x="26499" y="186"/>
                      <a:pt x="0" y="955"/>
                      <a:pt x="31240" y="73347"/>
                    </a:cubicBezTo>
                    <a:lnTo>
                      <a:pt x="67417" y="51328"/>
                    </a:lnTo>
                    <a:cubicBezTo>
                      <a:pt x="67417" y="51328"/>
                      <a:pt x="46836" y="5555"/>
                      <a:pt x="40761" y="2453"/>
                    </a:cubicBezTo>
                    <a:cubicBezTo>
                      <a:pt x="36760" y="411"/>
                      <a:pt x="32866" y="0"/>
                      <a:pt x="30382" y="0"/>
                    </a:cubicBezTo>
                    <a:close/>
                  </a:path>
                </a:pathLst>
              </a:cu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483;p25">
                <a:extLst>
                  <a:ext uri="{FF2B5EF4-FFF2-40B4-BE49-F238E27FC236}">
                    <a16:creationId xmlns:a16="http://schemas.microsoft.com/office/drawing/2014/main" id="{E263A89D-0130-43ED-FD2F-22EDEEF0832A}"/>
                  </a:ext>
                </a:extLst>
              </p:cNvPr>
              <p:cNvSpPr/>
              <p:nvPr/>
            </p:nvSpPr>
            <p:spPr>
              <a:xfrm>
                <a:off x="5935650" y="1444750"/>
                <a:ext cx="298875" cy="740825"/>
              </a:xfrm>
              <a:custGeom>
                <a:avLst/>
                <a:gdLst/>
                <a:ahLst/>
                <a:cxnLst/>
                <a:rect l="l" t="t" r="r" b="b"/>
                <a:pathLst>
                  <a:path w="11955" h="29633" extrusionOk="0">
                    <a:moveTo>
                      <a:pt x="9423" y="0"/>
                    </a:moveTo>
                    <a:cubicBezTo>
                      <a:pt x="8410" y="0"/>
                      <a:pt x="6357" y="4913"/>
                      <a:pt x="6357" y="4913"/>
                    </a:cubicBezTo>
                    <a:lnTo>
                      <a:pt x="0" y="4002"/>
                    </a:lnTo>
                    <a:lnTo>
                      <a:pt x="1728" y="28533"/>
                    </a:lnTo>
                    <a:lnTo>
                      <a:pt x="11954" y="29633"/>
                    </a:lnTo>
                    <a:cubicBezTo>
                      <a:pt x="11954" y="29633"/>
                      <a:pt x="10251" y="5470"/>
                      <a:pt x="9954" y="1245"/>
                    </a:cubicBezTo>
                    <a:cubicBezTo>
                      <a:pt x="9891" y="352"/>
                      <a:pt x="9694" y="0"/>
                      <a:pt x="9423" y="0"/>
                    </a:cubicBez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484;p25">
                <a:extLst>
                  <a:ext uri="{FF2B5EF4-FFF2-40B4-BE49-F238E27FC236}">
                    <a16:creationId xmlns:a16="http://schemas.microsoft.com/office/drawing/2014/main" id="{6D290E76-B64B-3654-F0AD-87FBA804EBC1}"/>
                  </a:ext>
                </a:extLst>
              </p:cNvPr>
              <p:cNvSpPr/>
              <p:nvPr/>
            </p:nvSpPr>
            <p:spPr>
              <a:xfrm>
                <a:off x="6159200" y="1457225"/>
                <a:ext cx="53525" cy="715275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28611" extrusionOk="0">
                    <a:moveTo>
                      <a:pt x="65" y="1"/>
                    </a:moveTo>
                    <a:cubicBezTo>
                      <a:pt x="65" y="1"/>
                      <a:pt x="65" y="1"/>
                      <a:pt x="65" y="1"/>
                    </a:cubicBezTo>
                    <a:cubicBezTo>
                      <a:pt x="0" y="5"/>
                      <a:pt x="402" y="6410"/>
                      <a:pt x="959" y="14312"/>
                    </a:cubicBezTo>
                    <a:cubicBezTo>
                      <a:pt x="1513" y="22211"/>
                      <a:pt x="2016" y="28610"/>
                      <a:pt x="2078" y="28610"/>
                    </a:cubicBezTo>
                    <a:cubicBezTo>
                      <a:pt x="2078" y="28610"/>
                      <a:pt x="2079" y="28610"/>
                      <a:pt x="2079" y="28610"/>
                    </a:cubicBezTo>
                    <a:cubicBezTo>
                      <a:pt x="2141" y="28606"/>
                      <a:pt x="1741" y="22194"/>
                      <a:pt x="1185" y="14297"/>
                    </a:cubicBezTo>
                    <a:cubicBezTo>
                      <a:pt x="628" y="6400"/>
                      <a:pt x="127" y="1"/>
                      <a:pt x="65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485;p25">
                <a:extLst>
                  <a:ext uri="{FF2B5EF4-FFF2-40B4-BE49-F238E27FC236}">
                    <a16:creationId xmlns:a16="http://schemas.microsoft.com/office/drawing/2014/main" id="{35008491-EAB5-B50B-9E47-7BA767167552}"/>
                  </a:ext>
                </a:extLst>
              </p:cNvPr>
              <p:cNvSpPr/>
              <p:nvPr/>
            </p:nvSpPr>
            <p:spPr>
              <a:xfrm>
                <a:off x="6103025" y="1537900"/>
                <a:ext cx="30575" cy="5867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2347" extrusionOk="0">
                    <a:moveTo>
                      <a:pt x="62" y="0"/>
                    </a:moveTo>
                    <a:cubicBezTo>
                      <a:pt x="61" y="0"/>
                      <a:pt x="60" y="0"/>
                      <a:pt x="59" y="1"/>
                    </a:cubicBezTo>
                    <a:cubicBezTo>
                      <a:pt x="1" y="21"/>
                      <a:pt x="145" y="593"/>
                      <a:pt x="455" y="1247"/>
                    </a:cubicBezTo>
                    <a:cubicBezTo>
                      <a:pt x="754" y="1882"/>
                      <a:pt x="1089" y="2346"/>
                      <a:pt x="1161" y="2346"/>
                    </a:cubicBezTo>
                    <a:cubicBezTo>
                      <a:pt x="1163" y="2346"/>
                      <a:pt x="1166" y="2346"/>
                      <a:pt x="1167" y="2345"/>
                    </a:cubicBezTo>
                    <a:cubicBezTo>
                      <a:pt x="1223" y="2309"/>
                      <a:pt x="966" y="1790"/>
                      <a:pt x="662" y="1149"/>
                    </a:cubicBezTo>
                    <a:cubicBezTo>
                      <a:pt x="361" y="520"/>
                      <a:pt x="127" y="0"/>
                      <a:pt x="62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486;p25">
                <a:extLst>
                  <a:ext uri="{FF2B5EF4-FFF2-40B4-BE49-F238E27FC236}">
                    <a16:creationId xmlns:a16="http://schemas.microsoft.com/office/drawing/2014/main" id="{B2783001-7896-327B-DC19-475A997650FE}"/>
                  </a:ext>
                </a:extLst>
              </p:cNvPr>
              <p:cNvSpPr/>
              <p:nvPr/>
            </p:nvSpPr>
            <p:spPr>
              <a:xfrm>
                <a:off x="6094600" y="1563575"/>
                <a:ext cx="27300" cy="60550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2422" extrusionOk="0">
                    <a:moveTo>
                      <a:pt x="61" y="0"/>
                    </a:moveTo>
                    <a:cubicBezTo>
                      <a:pt x="60" y="0"/>
                      <a:pt x="59" y="0"/>
                      <a:pt x="58" y="0"/>
                    </a:cubicBezTo>
                    <a:cubicBezTo>
                      <a:pt x="1" y="14"/>
                      <a:pt x="83" y="606"/>
                      <a:pt x="356" y="1289"/>
                    </a:cubicBezTo>
                    <a:cubicBezTo>
                      <a:pt x="620" y="1948"/>
                      <a:pt x="960" y="2422"/>
                      <a:pt x="1028" y="2422"/>
                    </a:cubicBezTo>
                    <a:cubicBezTo>
                      <a:pt x="1031" y="2422"/>
                      <a:pt x="1033" y="2421"/>
                      <a:pt x="1034" y="2420"/>
                    </a:cubicBezTo>
                    <a:cubicBezTo>
                      <a:pt x="1092" y="2387"/>
                      <a:pt x="835" y="1863"/>
                      <a:pt x="566" y="1203"/>
                    </a:cubicBezTo>
                    <a:cubicBezTo>
                      <a:pt x="301" y="549"/>
                      <a:pt x="127" y="0"/>
                      <a:pt x="61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487;p25">
                <a:extLst>
                  <a:ext uri="{FF2B5EF4-FFF2-40B4-BE49-F238E27FC236}">
                    <a16:creationId xmlns:a16="http://schemas.microsoft.com/office/drawing/2014/main" id="{B6D065D8-51B0-AEEC-84E7-561F3B10715F}"/>
                  </a:ext>
                </a:extLst>
              </p:cNvPr>
              <p:cNvSpPr/>
              <p:nvPr/>
            </p:nvSpPr>
            <p:spPr>
              <a:xfrm>
                <a:off x="6119600" y="1969775"/>
                <a:ext cx="73225" cy="209875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8395" extrusionOk="0">
                    <a:moveTo>
                      <a:pt x="2901" y="0"/>
                    </a:moveTo>
                    <a:cubicBezTo>
                      <a:pt x="2873" y="0"/>
                      <a:pt x="2750" y="42"/>
                      <a:pt x="2556" y="135"/>
                    </a:cubicBezTo>
                    <a:cubicBezTo>
                      <a:pt x="2339" y="240"/>
                      <a:pt x="2041" y="432"/>
                      <a:pt x="1726" y="730"/>
                    </a:cubicBezTo>
                    <a:cubicBezTo>
                      <a:pt x="1088" y="1315"/>
                      <a:pt x="440" y="2393"/>
                      <a:pt x="221" y="3699"/>
                    </a:cubicBezTo>
                    <a:cubicBezTo>
                      <a:pt x="1" y="5006"/>
                      <a:pt x="147" y="6201"/>
                      <a:pt x="269" y="7041"/>
                    </a:cubicBezTo>
                    <a:cubicBezTo>
                      <a:pt x="398" y="7882"/>
                      <a:pt x="517" y="8394"/>
                      <a:pt x="546" y="8394"/>
                    </a:cubicBezTo>
                    <a:cubicBezTo>
                      <a:pt x="546" y="8394"/>
                      <a:pt x="546" y="8394"/>
                      <a:pt x="547" y="8394"/>
                    </a:cubicBezTo>
                    <a:cubicBezTo>
                      <a:pt x="580" y="8388"/>
                      <a:pt x="518" y="7864"/>
                      <a:pt x="429" y="7022"/>
                    </a:cubicBezTo>
                    <a:cubicBezTo>
                      <a:pt x="347" y="6181"/>
                      <a:pt x="229" y="4999"/>
                      <a:pt x="445" y="3739"/>
                    </a:cubicBezTo>
                    <a:cubicBezTo>
                      <a:pt x="662" y="2479"/>
                      <a:pt x="1254" y="1435"/>
                      <a:pt x="1840" y="843"/>
                    </a:cubicBezTo>
                    <a:cubicBezTo>
                      <a:pt x="2423" y="237"/>
                      <a:pt x="2928" y="44"/>
                      <a:pt x="2906" y="2"/>
                    </a:cubicBezTo>
                    <a:cubicBezTo>
                      <a:pt x="2906" y="1"/>
                      <a:pt x="2904" y="0"/>
                      <a:pt x="2901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488;p25">
                <a:extLst>
                  <a:ext uri="{FF2B5EF4-FFF2-40B4-BE49-F238E27FC236}">
                    <a16:creationId xmlns:a16="http://schemas.microsoft.com/office/drawing/2014/main" id="{C1035057-13FE-F988-5239-BBE420D19839}"/>
                  </a:ext>
                </a:extLst>
              </p:cNvPr>
              <p:cNvSpPr/>
              <p:nvPr/>
            </p:nvSpPr>
            <p:spPr>
              <a:xfrm>
                <a:off x="6118350" y="1519100"/>
                <a:ext cx="516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1855" extrusionOk="0">
                    <a:moveTo>
                      <a:pt x="60" y="0"/>
                    </a:moveTo>
                    <a:lnTo>
                      <a:pt x="60" y="0"/>
                    </a:lnTo>
                    <a:cubicBezTo>
                      <a:pt x="0" y="0"/>
                      <a:pt x="16" y="761"/>
                      <a:pt x="665" y="1343"/>
                    </a:cubicBezTo>
                    <a:cubicBezTo>
                      <a:pt x="1115" y="1758"/>
                      <a:pt x="1623" y="1854"/>
                      <a:pt x="1883" y="1854"/>
                    </a:cubicBezTo>
                    <a:cubicBezTo>
                      <a:pt x="1999" y="1854"/>
                      <a:pt x="2066" y="1836"/>
                      <a:pt x="2058" y="1817"/>
                    </a:cubicBezTo>
                    <a:cubicBezTo>
                      <a:pt x="2067" y="1751"/>
                      <a:pt x="1393" y="1711"/>
                      <a:pt x="818" y="1174"/>
                    </a:cubicBezTo>
                    <a:cubicBezTo>
                      <a:pt x="237" y="661"/>
                      <a:pt x="129" y="1"/>
                      <a:pt x="64" y="1"/>
                    </a:cubicBezTo>
                    <a:cubicBezTo>
                      <a:pt x="64" y="1"/>
                      <a:pt x="63" y="1"/>
                      <a:pt x="62" y="1"/>
                    </a:cubicBezTo>
                    <a:cubicBezTo>
                      <a:pt x="61" y="1"/>
                      <a:pt x="61" y="0"/>
                      <a:pt x="60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89;p25">
                <a:extLst>
                  <a:ext uri="{FF2B5EF4-FFF2-40B4-BE49-F238E27FC236}">
                    <a16:creationId xmlns:a16="http://schemas.microsoft.com/office/drawing/2014/main" id="{26995BBB-30B5-8E7B-72CF-E14700D325FD}"/>
                  </a:ext>
                </a:extLst>
              </p:cNvPr>
              <p:cNvSpPr/>
              <p:nvPr/>
            </p:nvSpPr>
            <p:spPr>
              <a:xfrm>
                <a:off x="6149725" y="1751575"/>
                <a:ext cx="14875" cy="1423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695" extrusionOk="0">
                    <a:moveTo>
                      <a:pt x="65" y="1"/>
                    </a:moveTo>
                    <a:cubicBezTo>
                      <a:pt x="65" y="1"/>
                      <a:pt x="65" y="1"/>
                      <a:pt x="65" y="1"/>
                    </a:cubicBezTo>
                    <a:cubicBezTo>
                      <a:pt x="0" y="5"/>
                      <a:pt x="56" y="1283"/>
                      <a:pt x="184" y="2855"/>
                    </a:cubicBezTo>
                    <a:cubicBezTo>
                      <a:pt x="313" y="4427"/>
                      <a:pt x="468" y="5694"/>
                      <a:pt x="532" y="5694"/>
                    </a:cubicBezTo>
                    <a:cubicBezTo>
                      <a:pt x="532" y="5694"/>
                      <a:pt x="532" y="5694"/>
                      <a:pt x="532" y="5694"/>
                    </a:cubicBezTo>
                    <a:cubicBezTo>
                      <a:pt x="595" y="5690"/>
                      <a:pt x="541" y="4412"/>
                      <a:pt x="411" y="2840"/>
                    </a:cubicBezTo>
                    <a:cubicBezTo>
                      <a:pt x="282" y="1270"/>
                      <a:pt x="127" y="1"/>
                      <a:pt x="65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90;p25">
                <a:extLst>
                  <a:ext uri="{FF2B5EF4-FFF2-40B4-BE49-F238E27FC236}">
                    <a16:creationId xmlns:a16="http://schemas.microsoft.com/office/drawing/2014/main" id="{7884E38E-E6BD-F3CC-DCC9-C29EDCB34B30}"/>
                  </a:ext>
                </a:extLst>
              </p:cNvPr>
              <p:cNvSpPr/>
              <p:nvPr/>
            </p:nvSpPr>
            <p:spPr>
              <a:xfrm>
                <a:off x="1853025" y="1520275"/>
                <a:ext cx="4256350" cy="2029925"/>
              </a:xfrm>
              <a:custGeom>
                <a:avLst/>
                <a:gdLst/>
                <a:ahLst/>
                <a:cxnLst/>
                <a:rect l="l" t="t" r="r" b="b"/>
                <a:pathLst>
                  <a:path w="170254" h="81197" extrusionOk="0">
                    <a:moveTo>
                      <a:pt x="168652" y="0"/>
                    </a:moveTo>
                    <a:cubicBezTo>
                      <a:pt x="168652" y="0"/>
                      <a:pt x="109012" y="2762"/>
                      <a:pt x="93807" y="8208"/>
                    </a:cubicBezTo>
                    <a:cubicBezTo>
                      <a:pt x="78604" y="13653"/>
                      <a:pt x="4457" y="56039"/>
                      <a:pt x="4457" y="56039"/>
                    </a:cubicBezTo>
                    <a:cubicBezTo>
                      <a:pt x="4457" y="56039"/>
                      <a:pt x="1" y="81197"/>
                      <a:pt x="18106" y="81197"/>
                    </a:cubicBezTo>
                    <a:cubicBezTo>
                      <a:pt x="18311" y="81197"/>
                      <a:pt x="18518" y="81193"/>
                      <a:pt x="18728" y="81187"/>
                    </a:cubicBezTo>
                    <a:cubicBezTo>
                      <a:pt x="35053" y="80684"/>
                      <a:pt x="100686" y="31917"/>
                      <a:pt x="104796" y="31404"/>
                    </a:cubicBezTo>
                    <a:cubicBezTo>
                      <a:pt x="108908" y="30890"/>
                      <a:pt x="170254" y="26073"/>
                      <a:pt x="170254" y="26073"/>
                    </a:cubicBezTo>
                    <a:lnTo>
                      <a:pt x="168652" y="0"/>
                    </a:lnTo>
                    <a:close/>
                  </a:path>
                </a:pathLst>
              </a:custGeom>
              <a:solidFill>
                <a:srgbClr val="CC91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91;p25">
                <a:extLst>
                  <a:ext uri="{FF2B5EF4-FFF2-40B4-BE49-F238E27FC236}">
                    <a16:creationId xmlns:a16="http://schemas.microsoft.com/office/drawing/2014/main" id="{205DCD1A-C2EB-46F0-1A16-A475BE444522}"/>
                  </a:ext>
                </a:extLst>
              </p:cNvPr>
              <p:cNvSpPr/>
              <p:nvPr/>
            </p:nvSpPr>
            <p:spPr>
              <a:xfrm>
                <a:off x="3597950" y="949800"/>
                <a:ext cx="261875" cy="441650"/>
              </a:xfrm>
              <a:custGeom>
                <a:avLst/>
                <a:gdLst/>
                <a:ahLst/>
                <a:cxnLst/>
                <a:rect l="l" t="t" r="r" b="b"/>
                <a:pathLst>
                  <a:path w="10475" h="17666" extrusionOk="0">
                    <a:moveTo>
                      <a:pt x="1459" y="1"/>
                    </a:moveTo>
                    <a:lnTo>
                      <a:pt x="0" y="398"/>
                    </a:lnTo>
                    <a:cubicBezTo>
                      <a:pt x="0" y="398"/>
                      <a:pt x="9869" y="17665"/>
                      <a:pt x="9891" y="17665"/>
                    </a:cubicBezTo>
                    <a:cubicBezTo>
                      <a:pt x="9891" y="17665"/>
                      <a:pt x="9891" y="17665"/>
                      <a:pt x="9891" y="17665"/>
                    </a:cubicBezTo>
                    <a:cubicBezTo>
                      <a:pt x="9902" y="17650"/>
                      <a:pt x="10475" y="16929"/>
                      <a:pt x="10475" y="16929"/>
                    </a:cubicBezTo>
                    <a:lnTo>
                      <a:pt x="1459" y="1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92;p25">
                <a:extLst>
                  <a:ext uri="{FF2B5EF4-FFF2-40B4-BE49-F238E27FC236}">
                    <a16:creationId xmlns:a16="http://schemas.microsoft.com/office/drawing/2014/main" id="{5147C8EE-3CC2-5A33-2731-709E398F4569}"/>
                  </a:ext>
                </a:extLst>
              </p:cNvPr>
              <p:cNvSpPr/>
              <p:nvPr/>
            </p:nvSpPr>
            <p:spPr>
              <a:xfrm>
                <a:off x="3357375" y="913325"/>
                <a:ext cx="470800" cy="1089500"/>
              </a:xfrm>
              <a:custGeom>
                <a:avLst/>
                <a:gdLst/>
                <a:ahLst/>
                <a:cxnLst/>
                <a:rect l="l" t="t" r="r" b="b"/>
                <a:pathLst>
                  <a:path w="18832" h="43580" extrusionOk="0">
                    <a:moveTo>
                      <a:pt x="8743" y="0"/>
                    </a:moveTo>
                    <a:lnTo>
                      <a:pt x="5580" y="4744"/>
                    </a:lnTo>
                    <a:lnTo>
                      <a:pt x="0" y="43580"/>
                    </a:lnTo>
                    <a:lnTo>
                      <a:pt x="18831" y="17006"/>
                    </a:lnTo>
                    <a:lnTo>
                      <a:pt x="8743" y="0"/>
                    </a:lnTo>
                    <a:close/>
                  </a:path>
                </a:pathLst>
              </a:custGeom>
              <a:solidFill>
                <a:srgbClr val="FCE9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93;p25">
                <a:extLst>
                  <a:ext uri="{FF2B5EF4-FFF2-40B4-BE49-F238E27FC236}">
                    <a16:creationId xmlns:a16="http://schemas.microsoft.com/office/drawing/2014/main" id="{9C181179-E69B-A600-EF4A-B9AB7BCB8AAA}"/>
                  </a:ext>
                </a:extLst>
              </p:cNvPr>
              <p:cNvSpPr/>
              <p:nvPr/>
            </p:nvSpPr>
            <p:spPr>
              <a:xfrm>
                <a:off x="3017150" y="918200"/>
                <a:ext cx="842675" cy="1105200"/>
              </a:xfrm>
              <a:custGeom>
                <a:avLst/>
                <a:gdLst/>
                <a:ahLst/>
                <a:cxnLst/>
                <a:rect l="l" t="t" r="r" b="b"/>
                <a:pathLst>
                  <a:path w="33707" h="44208" extrusionOk="0">
                    <a:moveTo>
                      <a:pt x="19178" y="0"/>
                    </a:moveTo>
                    <a:lnTo>
                      <a:pt x="1" y="24232"/>
                    </a:lnTo>
                    <a:lnTo>
                      <a:pt x="13026" y="44208"/>
                    </a:lnTo>
                    <a:lnTo>
                      <a:pt x="33707" y="18193"/>
                    </a:lnTo>
                    <a:lnTo>
                      <a:pt x="19178" y="0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94;p25">
                <a:extLst>
                  <a:ext uri="{FF2B5EF4-FFF2-40B4-BE49-F238E27FC236}">
                    <a16:creationId xmlns:a16="http://schemas.microsoft.com/office/drawing/2014/main" id="{92F5DD9D-93EC-5A2F-C0C8-C82BDF860925}"/>
                  </a:ext>
                </a:extLst>
              </p:cNvPr>
              <p:cNvSpPr/>
              <p:nvPr/>
            </p:nvSpPr>
            <p:spPr>
              <a:xfrm>
                <a:off x="3496600" y="918200"/>
                <a:ext cx="346650" cy="459425"/>
              </a:xfrm>
              <a:custGeom>
                <a:avLst/>
                <a:gdLst/>
                <a:ahLst/>
                <a:cxnLst/>
                <a:rect l="l" t="t" r="r" b="b"/>
                <a:pathLst>
                  <a:path w="13866" h="18377" extrusionOk="0">
                    <a:moveTo>
                      <a:pt x="0" y="0"/>
                    </a:moveTo>
                    <a:lnTo>
                      <a:pt x="12783" y="18377"/>
                    </a:lnTo>
                    <a:lnTo>
                      <a:pt x="13866" y="18031"/>
                    </a:lnTo>
                    <a:lnTo>
                      <a:pt x="5269" y="36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E9E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95;p25">
                <a:extLst>
                  <a:ext uri="{FF2B5EF4-FFF2-40B4-BE49-F238E27FC236}">
                    <a16:creationId xmlns:a16="http://schemas.microsoft.com/office/drawing/2014/main" id="{133E0FEC-8F44-00F1-5019-70E112246106}"/>
                  </a:ext>
                </a:extLst>
              </p:cNvPr>
              <p:cNvSpPr/>
              <p:nvPr/>
            </p:nvSpPr>
            <p:spPr>
              <a:xfrm>
                <a:off x="3309125" y="1373000"/>
                <a:ext cx="550700" cy="650400"/>
              </a:xfrm>
              <a:custGeom>
                <a:avLst/>
                <a:gdLst/>
                <a:ahLst/>
                <a:cxnLst/>
                <a:rect l="l" t="t" r="r" b="b"/>
                <a:pathLst>
                  <a:path w="22028" h="26016" extrusionOk="0">
                    <a:moveTo>
                      <a:pt x="22028" y="1"/>
                    </a:moveTo>
                    <a:lnTo>
                      <a:pt x="19652" y="185"/>
                    </a:lnTo>
                    <a:lnTo>
                      <a:pt x="1" y="23953"/>
                    </a:lnTo>
                    <a:lnTo>
                      <a:pt x="1347" y="26016"/>
                    </a:lnTo>
                    <a:lnTo>
                      <a:pt x="22028" y="1"/>
                    </a:lnTo>
                    <a:close/>
                  </a:path>
                </a:pathLst>
              </a:custGeom>
              <a:solidFill>
                <a:srgbClr val="4778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96;p25">
                <a:extLst>
                  <a:ext uri="{FF2B5EF4-FFF2-40B4-BE49-F238E27FC236}">
                    <a16:creationId xmlns:a16="http://schemas.microsoft.com/office/drawing/2014/main" id="{B6DEAD67-197D-396B-3C28-0DB2DA59B313}"/>
                  </a:ext>
                </a:extLst>
              </p:cNvPr>
              <p:cNvSpPr/>
              <p:nvPr/>
            </p:nvSpPr>
            <p:spPr>
              <a:xfrm>
                <a:off x="3279350" y="1350350"/>
                <a:ext cx="390875" cy="464825"/>
              </a:xfrm>
              <a:custGeom>
                <a:avLst/>
                <a:gdLst/>
                <a:ahLst/>
                <a:cxnLst/>
                <a:rect l="l" t="t" r="r" b="b"/>
                <a:pathLst>
                  <a:path w="15635" h="18593" extrusionOk="0">
                    <a:moveTo>
                      <a:pt x="2847" y="1"/>
                    </a:moveTo>
                    <a:cubicBezTo>
                      <a:pt x="2837" y="1"/>
                      <a:pt x="2827" y="1"/>
                      <a:pt x="2817" y="2"/>
                    </a:cubicBezTo>
                    <a:cubicBezTo>
                      <a:pt x="2057" y="58"/>
                      <a:pt x="1" y="9053"/>
                      <a:pt x="1" y="9053"/>
                    </a:cubicBezTo>
                    <a:cubicBezTo>
                      <a:pt x="1" y="9053"/>
                      <a:pt x="6490" y="18592"/>
                      <a:pt x="8898" y="18592"/>
                    </a:cubicBezTo>
                    <a:cubicBezTo>
                      <a:pt x="9090" y="18592"/>
                      <a:pt x="9256" y="18532"/>
                      <a:pt x="9391" y="18401"/>
                    </a:cubicBezTo>
                    <a:cubicBezTo>
                      <a:pt x="9391" y="18401"/>
                      <a:pt x="15558" y="10521"/>
                      <a:pt x="15623" y="9368"/>
                    </a:cubicBezTo>
                    <a:cubicBezTo>
                      <a:pt x="15635" y="9160"/>
                      <a:pt x="15519" y="9074"/>
                      <a:pt x="15322" y="9074"/>
                    </a:cubicBezTo>
                    <a:cubicBezTo>
                      <a:pt x="14425" y="9074"/>
                      <a:pt x="11839" y="10834"/>
                      <a:pt x="11839" y="10834"/>
                    </a:cubicBezTo>
                    <a:cubicBezTo>
                      <a:pt x="11839" y="10834"/>
                      <a:pt x="15352" y="7718"/>
                      <a:pt x="15419" y="6565"/>
                    </a:cubicBezTo>
                    <a:cubicBezTo>
                      <a:pt x="15428" y="6397"/>
                      <a:pt x="15315" y="6326"/>
                      <a:pt x="15114" y="6326"/>
                    </a:cubicBezTo>
                    <a:cubicBezTo>
                      <a:pt x="13934" y="6326"/>
                      <a:pt x="9730" y="8807"/>
                      <a:pt x="9730" y="8807"/>
                    </a:cubicBezTo>
                    <a:cubicBezTo>
                      <a:pt x="9730" y="8807"/>
                      <a:pt x="15261" y="5127"/>
                      <a:pt x="14478" y="3923"/>
                    </a:cubicBezTo>
                    <a:cubicBezTo>
                      <a:pt x="14368" y="3753"/>
                      <a:pt x="14148" y="3681"/>
                      <a:pt x="13851" y="3681"/>
                    </a:cubicBezTo>
                    <a:cubicBezTo>
                      <a:pt x="12035" y="3681"/>
                      <a:pt x="7346" y="6403"/>
                      <a:pt x="7346" y="6403"/>
                    </a:cubicBezTo>
                    <a:cubicBezTo>
                      <a:pt x="7346" y="6403"/>
                      <a:pt x="13585" y="2078"/>
                      <a:pt x="12957" y="636"/>
                    </a:cubicBezTo>
                    <a:cubicBezTo>
                      <a:pt x="12887" y="477"/>
                      <a:pt x="12724" y="406"/>
                      <a:pt x="12489" y="406"/>
                    </a:cubicBezTo>
                    <a:cubicBezTo>
                      <a:pt x="10601" y="406"/>
                      <a:pt x="4066" y="4990"/>
                      <a:pt x="4066" y="4990"/>
                    </a:cubicBezTo>
                    <a:cubicBezTo>
                      <a:pt x="4887" y="2153"/>
                      <a:pt x="3612" y="1"/>
                      <a:pt x="2847" y="1"/>
                    </a:cubicBezTo>
                    <a:close/>
                  </a:path>
                </a:pathLst>
              </a:custGeom>
              <a:solidFill>
                <a:srgbClr val="F5C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97;p25">
                <a:extLst>
                  <a:ext uri="{FF2B5EF4-FFF2-40B4-BE49-F238E27FC236}">
                    <a16:creationId xmlns:a16="http://schemas.microsoft.com/office/drawing/2014/main" id="{DEDE1141-A559-374E-477D-CB42B3EB6B7A}"/>
                  </a:ext>
                </a:extLst>
              </p:cNvPr>
              <p:cNvSpPr/>
              <p:nvPr/>
            </p:nvSpPr>
            <p:spPr>
              <a:xfrm>
                <a:off x="1693700" y="1283025"/>
                <a:ext cx="1876975" cy="1280050"/>
              </a:xfrm>
              <a:custGeom>
                <a:avLst/>
                <a:gdLst/>
                <a:ahLst/>
                <a:cxnLst/>
                <a:rect l="l" t="t" r="r" b="b"/>
                <a:pathLst>
                  <a:path w="75079" h="51202" extrusionOk="0">
                    <a:moveTo>
                      <a:pt x="19324" y="0"/>
                    </a:moveTo>
                    <a:lnTo>
                      <a:pt x="0" y="3549"/>
                    </a:lnTo>
                    <a:cubicBezTo>
                      <a:pt x="0" y="3549"/>
                      <a:pt x="3855" y="19377"/>
                      <a:pt x="17004" y="40227"/>
                    </a:cubicBezTo>
                    <a:cubicBezTo>
                      <a:pt x="22226" y="48505"/>
                      <a:pt x="28178" y="51202"/>
                      <a:pt x="33739" y="51202"/>
                    </a:cubicBezTo>
                    <a:cubicBezTo>
                      <a:pt x="42136" y="51202"/>
                      <a:pt x="49642" y="45054"/>
                      <a:pt x="52400" y="42693"/>
                    </a:cubicBezTo>
                    <a:cubicBezTo>
                      <a:pt x="56984" y="38767"/>
                      <a:pt x="75079" y="22813"/>
                      <a:pt x="75079" y="22813"/>
                    </a:cubicBezTo>
                    <a:lnTo>
                      <a:pt x="63072" y="10759"/>
                    </a:lnTo>
                    <a:cubicBezTo>
                      <a:pt x="63072" y="10759"/>
                      <a:pt x="51990" y="20468"/>
                      <a:pt x="38577" y="29271"/>
                    </a:cubicBezTo>
                    <a:cubicBezTo>
                      <a:pt x="38230" y="29498"/>
                      <a:pt x="37861" y="29605"/>
                      <a:pt x="37473" y="29605"/>
                    </a:cubicBezTo>
                    <a:cubicBezTo>
                      <a:pt x="31023" y="29605"/>
                      <a:pt x="19324" y="0"/>
                      <a:pt x="19324" y="0"/>
                    </a:cubicBezTo>
                    <a:close/>
                  </a:path>
                </a:pathLst>
              </a:custGeom>
              <a:solidFill>
                <a:srgbClr val="FD88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8;p25">
                <a:extLst>
                  <a:ext uri="{FF2B5EF4-FFF2-40B4-BE49-F238E27FC236}">
                    <a16:creationId xmlns:a16="http://schemas.microsoft.com/office/drawing/2014/main" id="{7926559D-3D18-7374-E100-7F0CDE632134}"/>
                  </a:ext>
                </a:extLst>
              </p:cNvPr>
              <p:cNvSpPr/>
              <p:nvPr/>
            </p:nvSpPr>
            <p:spPr>
              <a:xfrm>
                <a:off x="1913975" y="289225"/>
                <a:ext cx="624900" cy="296475"/>
              </a:xfrm>
              <a:custGeom>
                <a:avLst/>
                <a:gdLst/>
                <a:ahLst/>
                <a:cxnLst/>
                <a:rect l="l" t="t" r="r" b="b"/>
                <a:pathLst>
                  <a:path w="24996" h="11859" extrusionOk="0">
                    <a:moveTo>
                      <a:pt x="13167" y="0"/>
                    </a:moveTo>
                    <a:cubicBezTo>
                      <a:pt x="10771" y="0"/>
                      <a:pt x="8375" y="307"/>
                      <a:pt x="6060" y="921"/>
                    </a:cubicBezTo>
                    <a:cubicBezTo>
                      <a:pt x="4097" y="1442"/>
                      <a:pt x="2028" y="2318"/>
                      <a:pt x="1081" y="4115"/>
                    </a:cubicBezTo>
                    <a:cubicBezTo>
                      <a:pt x="458" y="5301"/>
                      <a:pt x="429" y="6730"/>
                      <a:pt x="755" y="8029"/>
                    </a:cubicBezTo>
                    <a:cubicBezTo>
                      <a:pt x="1079" y="9329"/>
                      <a:pt x="1" y="10615"/>
                      <a:pt x="2986" y="11722"/>
                    </a:cubicBezTo>
                    <a:cubicBezTo>
                      <a:pt x="3550" y="11815"/>
                      <a:pt x="4117" y="11858"/>
                      <a:pt x="4684" y="11858"/>
                    </a:cubicBezTo>
                    <a:cubicBezTo>
                      <a:pt x="7047" y="11858"/>
                      <a:pt x="9407" y="11100"/>
                      <a:pt x="11500" y="9970"/>
                    </a:cubicBezTo>
                    <a:cubicBezTo>
                      <a:pt x="14097" y="8566"/>
                      <a:pt x="16348" y="6614"/>
                      <a:pt x="18577" y="4678"/>
                    </a:cubicBezTo>
                    <a:cubicBezTo>
                      <a:pt x="18619" y="6234"/>
                      <a:pt x="20125" y="7534"/>
                      <a:pt x="21646" y="7534"/>
                    </a:cubicBezTo>
                    <a:cubicBezTo>
                      <a:pt x="21896" y="7534"/>
                      <a:pt x="22147" y="7499"/>
                      <a:pt x="22391" y="7424"/>
                    </a:cubicBezTo>
                    <a:cubicBezTo>
                      <a:pt x="24123" y="6894"/>
                      <a:pt x="24995" y="4545"/>
                      <a:pt x="24024" y="3015"/>
                    </a:cubicBezTo>
                    <a:cubicBezTo>
                      <a:pt x="23330" y="1921"/>
                      <a:pt x="22017" y="1409"/>
                      <a:pt x="20770" y="1054"/>
                    </a:cubicBezTo>
                    <a:cubicBezTo>
                      <a:pt x="18301" y="352"/>
                      <a:pt x="15734" y="0"/>
                      <a:pt x="13167" y="0"/>
                    </a:cubicBezTo>
                    <a:close/>
                  </a:path>
                </a:pathLst>
              </a:custGeom>
              <a:solidFill>
                <a:srgbClr val="D36E4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499;p25">
                <a:extLst>
                  <a:ext uri="{FF2B5EF4-FFF2-40B4-BE49-F238E27FC236}">
                    <a16:creationId xmlns:a16="http://schemas.microsoft.com/office/drawing/2014/main" id="{2E2FD67A-B394-5CD4-6ED0-D3FC1BA256DE}"/>
                  </a:ext>
                </a:extLst>
              </p:cNvPr>
              <p:cNvSpPr/>
              <p:nvPr/>
            </p:nvSpPr>
            <p:spPr>
              <a:xfrm>
                <a:off x="1730075" y="1228700"/>
                <a:ext cx="1028125" cy="1332950"/>
              </a:xfrm>
              <a:custGeom>
                <a:avLst/>
                <a:gdLst/>
                <a:ahLst/>
                <a:cxnLst/>
                <a:rect l="l" t="t" r="r" b="b"/>
                <a:pathLst>
                  <a:path w="41125" h="53318" extrusionOk="0">
                    <a:moveTo>
                      <a:pt x="7396" y="1"/>
                    </a:moveTo>
                    <a:cubicBezTo>
                      <a:pt x="6841" y="1"/>
                      <a:pt x="6289" y="85"/>
                      <a:pt x="5758" y="253"/>
                    </a:cubicBezTo>
                    <a:cubicBezTo>
                      <a:pt x="4784" y="561"/>
                      <a:pt x="3642" y="1182"/>
                      <a:pt x="2644" y="2249"/>
                    </a:cubicBezTo>
                    <a:cubicBezTo>
                      <a:pt x="1650" y="3298"/>
                      <a:pt x="717" y="4757"/>
                      <a:pt x="357" y="6580"/>
                    </a:cubicBezTo>
                    <a:cubicBezTo>
                      <a:pt x="0" y="8388"/>
                      <a:pt x="140" y="10441"/>
                      <a:pt x="690" y="12511"/>
                    </a:cubicBezTo>
                    <a:cubicBezTo>
                      <a:pt x="1231" y="14589"/>
                      <a:pt x="2152" y="16689"/>
                      <a:pt x="3176" y="18840"/>
                    </a:cubicBezTo>
                    <a:cubicBezTo>
                      <a:pt x="5219" y="23152"/>
                      <a:pt x="7634" y="27818"/>
                      <a:pt x="10477" y="32539"/>
                    </a:cubicBezTo>
                    <a:cubicBezTo>
                      <a:pt x="11899" y="34899"/>
                      <a:pt x="13358" y="37159"/>
                      <a:pt x="14839" y="39293"/>
                    </a:cubicBezTo>
                    <a:cubicBezTo>
                      <a:pt x="16314" y="41431"/>
                      <a:pt x="17818" y="43449"/>
                      <a:pt x="19415" y="45238"/>
                    </a:cubicBezTo>
                    <a:cubicBezTo>
                      <a:pt x="22577" y="48831"/>
                      <a:pt x="26234" y="51439"/>
                      <a:pt x="29741" y="52504"/>
                    </a:cubicBezTo>
                    <a:cubicBezTo>
                      <a:pt x="31593" y="53091"/>
                      <a:pt x="33326" y="53318"/>
                      <a:pt x="34836" y="53318"/>
                    </a:cubicBezTo>
                    <a:cubicBezTo>
                      <a:pt x="36170" y="53318"/>
                      <a:pt x="37329" y="53141"/>
                      <a:pt x="38241" y="52881"/>
                    </a:cubicBezTo>
                    <a:cubicBezTo>
                      <a:pt x="40213" y="52346"/>
                      <a:pt x="41125" y="51643"/>
                      <a:pt x="41125" y="51643"/>
                    </a:cubicBezTo>
                    <a:cubicBezTo>
                      <a:pt x="41123" y="51640"/>
                      <a:pt x="41118" y="51638"/>
                      <a:pt x="41111" y="51638"/>
                    </a:cubicBezTo>
                    <a:cubicBezTo>
                      <a:pt x="40987" y="51638"/>
                      <a:pt x="40036" y="52233"/>
                      <a:pt x="38190" y="52664"/>
                    </a:cubicBezTo>
                    <a:cubicBezTo>
                      <a:pt x="37363" y="52870"/>
                      <a:pt x="36337" y="53008"/>
                      <a:pt x="35167" y="53008"/>
                    </a:cubicBezTo>
                    <a:cubicBezTo>
                      <a:pt x="33614" y="53008"/>
                      <a:pt x="31806" y="52765"/>
                      <a:pt x="29869" y="52120"/>
                    </a:cubicBezTo>
                    <a:cubicBezTo>
                      <a:pt x="26461" y="51029"/>
                      <a:pt x="22914" y="48454"/>
                      <a:pt x="19810" y="44890"/>
                    </a:cubicBezTo>
                    <a:cubicBezTo>
                      <a:pt x="18244" y="43114"/>
                      <a:pt x="16762" y="41107"/>
                      <a:pt x="15301" y="38975"/>
                    </a:cubicBezTo>
                    <a:cubicBezTo>
                      <a:pt x="13830" y="36846"/>
                      <a:pt x="12380" y="34593"/>
                      <a:pt x="10967" y="32244"/>
                    </a:cubicBezTo>
                    <a:cubicBezTo>
                      <a:pt x="8133" y="27543"/>
                      <a:pt x="5713" y="22901"/>
                      <a:pt x="3651" y="18612"/>
                    </a:cubicBezTo>
                    <a:cubicBezTo>
                      <a:pt x="2617" y="16474"/>
                      <a:pt x="1695" y="14411"/>
                      <a:pt x="1149" y="12386"/>
                    </a:cubicBezTo>
                    <a:cubicBezTo>
                      <a:pt x="592" y="10373"/>
                      <a:pt x="437" y="8392"/>
                      <a:pt x="754" y="6653"/>
                    </a:cubicBezTo>
                    <a:cubicBezTo>
                      <a:pt x="1069" y="4919"/>
                      <a:pt x="1939" y="3497"/>
                      <a:pt x="2877" y="2464"/>
                    </a:cubicBezTo>
                    <a:cubicBezTo>
                      <a:pt x="3819" y="1417"/>
                      <a:pt x="4899" y="792"/>
                      <a:pt x="5826" y="464"/>
                    </a:cubicBezTo>
                    <a:cubicBezTo>
                      <a:pt x="6581" y="214"/>
                      <a:pt x="7215" y="144"/>
                      <a:pt x="7706" y="144"/>
                    </a:cubicBezTo>
                    <a:cubicBezTo>
                      <a:pt x="8340" y="144"/>
                      <a:pt x="8735" y="261"/>
                      <a:pt x="8843" y="261"/>
                    </a:cubicBezTo>
                    <a:cubicBezTo>
                      <a:pt x="8864" y="261"/>
                      <a:pt x="8874" y="256"/>
                      <a:pt x="8874" y="246"/>
                    </a:cubicBezTo>
                    <a:cubicBezTo>
                      <a:pt x="8878" y="237"/>
                      <a:pt x="8812" y="215"/>
                      <a:pt x="8681" y="180"/>
                    </a:cubicBezTo>
                    <a:cubicBezTo>
                      <a:pt x="8548" y="146"/>
                      <a:pt x="8350" y="84"/>
                      <a:pt x="8086" y="44"/>
                    </a:cubicBezTo>
                    <a:cubicBezTo>
                      <a:pt x="7857" y="15"/>
                      <a:pt x="7626" y="1"/>
                      <a:pt x="7396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00;p25">
                <a:extLst>
                  <a:ext uri="{FF2B5EF4-FFF2-40B4-BE49-F238E27FC236}">
                    <a16:creationId xmlns:a16="http://schemas.microsoft.com/office/drawing/2014/main" id="{A1B0016C-7C83-26CA-96E0-2DE9AB057C04}"/>
                  </a:ext>
                </a:extLst>
              </p:cNvPr>
              <p:cNvSpPr/>
              <p:nvPr/>
            </p:nvSpPr>
            <p:spPr>
              <a:xfrm>
                <a:off x="2151050" y="1330900"/>
                <a:ext cx="486400" cy="709150"/>
              </a:xfrm>
              <a:custGeom>
                <a:avLst/>
                <a:gdLst/>
                <a:ahLst/>
                <a:cxnLst/>
                <a:rect l="l" t="t" r="r" b="b"/>
                <a:pathLst>
                  <a:path w="19456" h="28366" extrusionOk="0">
                    <a:moveTo>
                      <a:pt x="38" y="0"/>
                    </a:moveTo>
                    <a:cubicBezTo>
                      <a:pt x="37" y="0"/>
                      <a:pt x="35" y="1"/>
                      <a:pt x="34" y="2"/>
                    </a:cubicBezTo>
                    <a:cubicBezTo>
                      <a:pt x="1" y="26"/>
                      <a:pt x="260" y="432"/>
                      <a:pt x="739" y="1157"/>
                    </a:cubicBezTo>
                    <a:lnTo>
                      <a:pt x="2753" y="4235"/>
                    </a:lnTo>
                    <a:cubicBezTo>
                      <a:pt x="4456" y="6830"/>
                      <a:pt x="6676" y="10512"/>
                      <a:pt x="9502" y="14353"/>
                    </a:cubicBezTo>
                    <a:cubicBezTo>
                      <a:pt x="12314" y="18154"/>
                      <a:pt x="14612" y="21787"/>
                      <a:pt x="16395" y="24337"/>
                    </a:cubicBezTo>
                    <a:cubicBezTo>
                      <a:pt x="17280" y="25617"/>
                      <a:pt x="18018" y="26639"/>
                      <a:pt x="18548" y="27329"/>
                    </a:cubicBezTo>
                    <a:cubicBezTo>
                      <a:pt x="19063" y="28001"/>
                      <a:pt x="19375" y="28366"/>
                      <a:pt x="19421" y="28366"/>
                    </a:cubicBezTo>
                    <a:cubicBezTo>
                      <a:pt x="19422" y="28366"/>
                      <a:pt x="19423" y="28366"/>
                      <a:pt x="19424" y="28365"/>
                    </a:cubicBezTo>
                    <a:cubicBezTo>
                      <a:pt x="19455" y="28341"/>
                      <a:pt x="19205" y="27930"/>
                      <a:pt x="18730" y="27203"/>
                    </a:cubicBezTo>
                    <a:lnTo>
                      <a:pt x="16730" y="24113"/>
                    </a:lnTo>
                    <a:cubicBezTo>
                      <a:pt x="15035" y="21512"/>
                      <a:pt x="12791" y="17842"/>
                      <a:pt x="9959" y="14014"/>
                    </a:cubicBezTo>
                    <a:cubicBezTo>
                      <a:pt x="7158" y="10206"/>
                      <a:pt x="4880" y="6555"/>
                      <a:pt x="3088" y="4011"/>
                    </a:cubicBezTo>
                    <a:cubicBezTo>
                      <a:pt x="2199" y="2732"/>
                      <a:pt x="1456" y="1714"/>
                      <a:pt x="919" y="1026"/>
                    </a:cubicBezTo>
                    <a:cubicBezTo>
                      <a:pt x="401" y="363"/>
                      <a:pt x="88" y="0"/>
                      <a:pt x="38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01;p25">
                <a:extLst>
                  <a:ext uri="{FF2B5EF4-FFF2-40B4-BE49-F238E27FC236}">
                    <a16:creationId xmlns:a16="http://schemas.microsoft.com/office/drawing/2014/main" id="{F447F4DF-0A11-8831-63A8-AFFF349E08B9}"/>
                  </a:ext>
                </a:extLst>
              </p:cNvPr>
              <p:cNvSpPr/>
              <p:nvPr/>
            </p:nvSpPr>
            <p:spPr>
              <a:xfrm>
                <a:off x="2665875" y="1948450"/>
                <a:ext cx="105475" cy="55450"/>
              </a:xfrm>
              <a:custGeom>
                <a:avLst/>
                <a:gdLst/>
                <a:ahLst/>
                <a:cxnLst/>
                <a:rect l="l" t="t" r="r" b="b"/>
                <a:pathLst>
                  <a:path w="4219" h="2218" extrusionOk="0">
                    <a:moveTo>
                      <a:pt x="4061" y="1"/>
                    </a:moveTo>
                    <a:cubicBezTo>
                      <a:pt x="3792" y="1"/>
                      <a:pt x="2940" y="346"/>
                      <a:pt x="1976" y="857"/>
                    </a:cubicBezTo>
                    <a:cubicBezTo>
                      <a:pt x="852" y="1454"/>
                      <a:pt x="0" y="2051"/>
                      <a:pt x="73" y="2188"/>
                    </a:cubicBezTo>
                    <a:cubicBezTo>
                      <a:pt x="84" y="2208"/>
                      <a:pt x="113" y="2218"/>
                      <a:pt x="158" y="2218"/>
                    </a:cubicBezTo>
                    <a:cubicBezTo>
                      <a:pt x="429" y="2218"/>
                      <a:pt x="1280" y="1872"/>
                      <a:pt x="2244" y="1361"/>
                    </a:cubicBezTo>
                    <a:cubicBezTo>
                      <a:pt x="3367" y="764"/>
                      <a:pt x="4218" y="168"/>
                      <a:pt x="4145" y="30"/>
                    </a:cubicBezTo>
                    <a:cubicBezTo>
                      <a:pt x="4135" y="10"/>
                      <a:pt x="4106" y="1"/>
                      <a:pt x="4061" y="1"/>
                    </a:cubicBezTo>
                    <a:close/>
                  </a:path>
                </a:pathLst>
              </a:custGeom>
              <a:solidFill>
                <a:srgbClr val="E586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02;p25">
                <a:extLst>
                  <a:ext uri="{FF2B5EF4-FFF2-40B4-BE49-F238E27FC236}">
                    <a16:creationId xmlns:a16="http://schemas.microsoft.com/office/drawing/2014/main" id="{9CC1E11C-ADF1-66FE-A021-75158BA0342B}"/>
                  </a:ext>
                </a:extLst>
              </p:cNvPr>
              <p:cNvSpPr/>
              <p:nvPr/>
            </p:nvSpPr>
            <p:spPr>
              <a:xfrm>
                <a:off x="2623450" y="1989825"/>
                <a:ext cx="55750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230" h="9779" extrusionOk="0">
                    <a:moveTo>
                      <a:pt x="2061" y="0"/>
                    </a:moveTo>
                    <a:cubicBezTo>
                      <a:pt x="1905" y="0"/>
                      <a:pt x="637" y="1963"/>
                      <a:pt x="333" y="4756"/>
                    </a:cubicBezTo>
                    <a:cubicBezTo>
                      <a:pt x="1" y="7569"/>
                      <a:pt x="814" y="9778"/>
                      <a:pt x="957" y="9778"/>
                    </a:cubicBezTo>
                    <a:cubicBezTo>
                      <a:pt x="959" y="9778"/>
                      <a:pt x="961" y="9778"/>
                      <a:pt x="963" y="9777"/>
                    </a:cubicBezTo>
                    <a:cubicBezTo>
                      <a:pt x="1134" y="9739"/>
                      <a:pt x="575" y="7539"/>
                      <a:pt x="899" y="4820"/>
                    </a:cubicBezTo>
                    <a:cubicBezTo>
                      <a:pt x="1191" y="2099"/>
                      <a:pt x="2229" y="81"/>
                      <a:pt x="2070" y="3"/>
                    </a:cubicBezTo>
                    <a:cubicBezTo>
                      <a:pt x="2067" y="1"/>
                      <a:pt x="2064" y="0"/>
                      <a:pt x="2061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03;p25">
                <a:extLst>
                  <a:ext uri="{FF2B5EF4-FFF2-40B4-BE49-F238E27FC236}">
                    <a16:creationId xmlns:a16="http://schemas.microsoft.com/office/drawing/2014/main" id="{9A81EC62-6F44-23C4-8580-ACCCFE42E6EB}"/>
                  </a:ext>
                </a:extLst>
              </p:cNvPr>
              <p:cNvSpPr/>
              <p:nvPr/>
            </p:nvSpPr>
            <p:spPr>
              <a:xfrm>
                <a:off x="2659175" y="2000250"/>
                <a:ext cx="69075" cy="223775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8951" extrusionOk="0">
                    <a:moveTo>
                      <a:pt x="390" y="1"/>
                    </a:moveTo>
                    <a:cubicBezTo>
                      <a:pt x="250" y="1"/>
                      <a:pt x="0" y="2144"/>
                      <a:pt x="641" y="4687"/>
                    </a:cubicBezTo>
                    <a:cubicBezTo>
                      <a:pt x="1252" y="7192"/>
                      <a:pt x="2440" y="8950"/>
                      <a:pt x="2603" y="8950"/>
                    </a:cubicBezTo>
                    <a:cubicBezTo>
                      <a:pt x="2606" y="8950"/>
                      <a:pt x="2610" y="8949"/>
                      <a:pt x="2612" y="8947"/>
                    </a:cubicBezTo>
                    <a:cubicBezTo>
                      <a:pt x="2763" y="8865"/>
                      <a:pt x="1794" y="7018"/>
                      <a:pt x="1193" y="4552"/>
                    </a:cubicBezTo>
                    <a:cubicBezTo>
                      <a:pt x="570" y="2088"/>
                      <a:pt x="565" y="3"/>
                      <a:pt x="392" y="1"/>
                    </a:cubicBezTo>
                    <a:cubicBezTo>
                      <a:pt x="392" y="1"/>
                      <a:pt x="391" y="1"/>
                      <a:pt x="390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04;p25">
                <a:extLst>
                  <a:ext uri="{FF2B5EF4-FFF2-40B4-BE49-F238E27FC236}">
                    <a16:creationId xmlns:a16="http://schemas.microsoft.com/office/drawing/2014/main" id="{169B148E-8FF3-A9AC-8EDD-080D85601C25}"/>
                  </a:ext>
                </a:extLst>
              </p:cNvPr>
              <p:cNvSpPr/>
              <p:nvPr/>
            </p:nvSpPr>
            <p:spPr>
              <a:xfrm>
                <a:off x="2098000" y="1848900"/>
                <a:ext cx="73500" cy="636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2547" extrusionOk="0">
                    <a:moveTo>
                      <a:pt x="0" y="0"/>
                    </a:moveTo>
                    <a:lnTo>
                      <a:pt x="735" y="1273"/>
                    </a:lnTo>
                    <a:lnTo>
                      <a:pt x="1469" y="2546"/>
                    </a:lnTo>
                    <a:lnTo>
                      <a:pt x="2203" y="1273"/>
                    </a:lnTo>
                    <a:lnTo>
                      <a:pt x="29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05;p25">
                <a:extLst>
                  <a:ext uri="{FF2B5EF4-FFF2-40B4-BE49-F238E27FC236}">
                    <a16:creationId xmlns:a16="http://schemas.microsoft.com/office/drawing/2014/main" id="{F5B4E67D-A056-6754-38D3-A80A90617986}"/>
                  </a:ext>
                </a:extLst>
              </p:cNvPr>
              <p:cNvSpPr/>
              <p:nvPr/>
            </p:nvSpPr>
            <p:spPr>
              <a:xfrm>
                <a:off x="2306025" y="1520275"/>
                <a:ext cx="73500" cy="636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2547" extrusionOk="0">
                    <a:moveTo>
                      <a:pt x="1" y="0"/>
                    </a:moveTo>
                    <a:lnTo>
                      <a:pt x="737" y="1273"/>
                    </a:lnTo>
                    <a:lnTo>
                      <a:pt x="1471" y="2546"/>
                    </a:lnTo>
                    <a:lnTo>
                      <a:pt x="2205" y="1273"/>
                    </a:lnTo>
                    <a:lnTo>
                      <a:pt x="29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506;p25">
                <a:extLst>
                  <a:ext uri="{FF2B5EF4-FFF2-40B4-BE49-F238E27FC236}">
                    <a16:creationId xmlns:a16="http://schemas.microsoft.com/office/drawing/2014/main" id="{CAE7FE3D-67DC-1E0B-2659-B129B9109316}"/>
                  </a:ext>
                </a:extLst>
              </p:cNvPr>
              <p:cNvSpPr/>
              <p:nvPr/>
            </p:nvSpPr>
            <p:spPr>
              <a:xfrm>
                <a:off x="1921850" y="2586150"/>
                <a:ext cx="73500" cy="63600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2544" extrusionOk="0">
                    <a:moveTo>
                      <a:pt x="1" y="0"/>
                    </a:moveTo>
                    <a:lnTo>
                      <a:pt x="735" y="1273"/>
                    </a:lnTo>
                    <a:lnTo>
                      <a:pt x="1469" y="2544"/>
                    </a:lnTo>
                    <a:lnTo>
                      <a:pt x="2205" y="1273"/>
                    </a:lnTo>
                    <a:lnTo>
                      <a:pt x="29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507;p25">
                <a:extLst>
                  <a:ext uri="{FF2B5EF4-FFF2-40B4-BE49-F238E27FC236}">
                    <a16:creationId xmlns:a16="http://schemas.microsoft.com/office/drawing/2014/main" id="{E28E5A88-72D1-C8DA-27B1-F6BD59685E11}"/>
                  </a:ext>
                </a:extLst>
              </p:cNvPr>
              <p:cNvSpPr/>
              <p:nvPr/>
            </p:nvSpPr>
            <p:spPr>
              <a:xfrm>
                <a:off x="3200025" y="1954850"/>
                <a:ext cx="73475" cy="63675"/>
              </a:xfrm>
              <a:custGeom>
                <a:avLst/>
                <a:gdLst/>
                <a:ahLst/>
                <a:cxnLst/>
                <a:rect l="l" t="t" r="r" b="b"/>
                <a:pathLst>
                  <a:path w="2939" h="2547" extrusionOk="0">
                    <a:moveTo>
                      <a:pt x="0" y="0"/>
                    </a:moveTo>
                    <a:lnTo>
                      <a:pt x="734" y="1273"/>
                    </a:lnTo>
                    <a:lnTo>
                      <a:pt x="1468" y="2546"/>
                    </a:lnTo>
                    <a:lnTo>
                      <a:pt x="2205" y="1273"/>
                    </a:lnTo>
                    <a:lnTo>
                      <a:pt x="29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508;p25">
                <a:extLst>
                  <a:ext uri="{FF2B5EF4-FFF2-40B4-BE49-F238E27FC236}">
                    <a16:creationId xmlns:a16="http://schemas.microsoft.com/office/drawing/2014/main" id="{97A74F0C-2366-9A2C-3249-CFFD366CD5D5}"/>
                  </a:ext>
                </a:extLst>
              </p:cNvPr>
              <p:cNvSpPr/>
              <p:nvPr/>
            </p:nvSpPr>
            <p:spPr>
              <a:xfrm>
                <a:off x="2375550" y="1976200"/>
                <a:ext cx="73500" cy="6362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2545" extrusionOk="0">
                    <a:moveTo>
                      <a:pt x="1" y="0"/>
                    </a:moveTo>
                    <a:lnTo>
                      <a:pt x="735" y="1271"/>
                    </a:lnTo>
                    <a:lnTo>
                      <a:pt x="1469" y="2544"/>
                    </a:lnTo>
                    <a:lnTo>
                      <a:pt x="2205" y="1271"/>
                    </a:lnTo>
                    <a:lnTo>
                      <a:pt x="29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509;p25">
                <a:extLst>
                  <a:ext uri="{FF2B5EF4-FFF2-40B4-BE49-F238E27FC236}">
                    <a16:creationId xmlns:a16="http://schemas.microsoft.com/office/drawing/2014/main" id="{B04ADA48-847F-E8E8-317D-06500242E694}"/>
                  </a:ext>
                </a:extLst>
              </p:cNvPr>
              <p:cNvSpPr/>
              <p:nvPr/>
            </p:nvSpPr>
            <p:spPr>
              <a:xfrm>
                <a:off x="2904825" y="1925125"/>
                <a:ext cx="73500" cy="6362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2545" extrusionOk="0">
                    <a:moveTo>
                      <a:pt x="1" y="1"/>
                    </a:moveTo>
                    <a:lnTo>
                      <a:pt x="735" y="1271"/>
                    </a:lnTo>
                    <a:lnTo>
                      <a:pt x="1469" y="2544"/>
                    </a:lnTo>
                    <a:lnTo>
                      <a:pt x="2203" y="1271"/>
                    </a:lnTo>
                    <a:lnTo>
                      <a:pt x="29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510;p25">
                <a:extLst>
                  <a:ext uri="{FF2B5EF4-FFF2-40B4-BE49-F238E27FC236}">
                    <a16:creationId xmlns:a16="http://schemas.microsoft.com/office/drawing/2014/main" id="{1519B635-6B5C-BAB9-5031-98D35B4D468E}"/>
                  </a:ext>
                </a:extLst>
              </p:cNvPr>
              <p:cNvSpPr/>
              <p:nvPr/>
            </p:nvSpPr>
            <p:spPr>
              <a:xfrm>
                <a:off x="2115475" y="1549000"/>
                <a:ext cx="72875" cy="67775"/>
              </a:xfrm>
              <a:custGeom>
                <a:avLst/>
                <a:gdLst/>
                <a:ahLst/>
                <a:cxnLst/>
                <a:rect l="l" t="t" r="r" b="b"/>
                <a:pathLst>
                  <a:path w="2915" h="2711" extrusionOk="0">
                    <a:moveTo>
                      <a:pt x="1136" y="0"/>
                    </a:moveTo>
                    <a:lnTo>
                      <a:pt x="568" y="1355"/>
                    </a:lnTo>
                    <a:lnTo>
                      <a:pt x="0" y="2710"/>
                    </a:lnTo>
                    <a:lnTo>
                      <a:pt x="1457" y="2524"/>
                    </a:lnTo>
                    <a:lnTo>
                      <a:pt x="2914" y="2338"/>
                    </a:lnTo>
                    <a:lnTo>
                      <a:pt x="2025" y="1169"/>
                    </a:lnTo>
                    <a:lnTo>
                      <a:pt x="1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511;p25">
                <a:extLst>
                  <a:ext uri="{FF2B5EF4-FFF2-40B4-BE49-F238E27FC236}">
                    <a16:creationId xmlns:a16="http://schemas.microsoft.com/office/drawing/2014/main" id="{1B5F1541-7F00-15FB-18CA-FA3B36093829}"/>
                  </a:ext>
                </a:extLst>
              </p:cNvPr>
              <p:cNvSpPr/>
              <p:nvPr/>
            </p:nvSpPr>
            <p:spPr>
              <a:xfrm>
                <a:off x="2037450" y="2245925"/>
                <a:ext cx="72950" cy="67775"/>
              </a:xfrm>
              <a:custGeom>
                <a:avLst/>
                <a:gdLst/>
                <a:ahLst/>
                <a:cxnLst/>
                <a:rect l="l" t="t" r="r" b="b"/>
                <a:pathLst>
                  <a:path w="2918" h="2711" extrusionOk="0">
                    <a:moveTo>
                      <a:pt x="1136" y="1"/>
                    </a:moveTo>
                    <a:lnTo>
                      <a:pt x="568" y="1356"/>
                    </a:lnTo>
                    <a:lnTo>
                      <a:pt x="1" y="2711"/>
                    </a:lnTo>
                    <a:lnTo>
                      <a:pt x="1458" y="2525"/>
                    </a:lnTo>
                    <a:lnTo>
                      <a:pt x="2917" y="2338"/>
                    </a:lnTo>
                    <a:lnTo>
                      <a:pt x="2026" y="1170"/>
                    </a:lnTo>
                    <a:lnTo>
                      <a:pt x="113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512;p25">
                <a:extLst>
                  <a:ext uri="{FF2B5EF4-FFF2-40B4-BE49-F238E27FC236}">
                    <a16:creationId xmlns:a16="http://schemas.microsoft.com/office/drawing/2014/main" id="{86F4D219-F448-8C99-4C30-94765FEBF6A5}"/>
                  </a:ext>
                </a:extLst>
              </p:cNvPr>
              <p:cNvSpPr/>
              <p:nvPr/>
            </p:nvSpPr>
            <p:spPr>
              <a:xfrm>
                <a:off x="1758175" y="1986450"/>
                <a:ext cx="72875" cy="67775"/>
              </a:xfrm>
              <a:custGeom>
                <a:avLst/>
                <a:gdLst/>
                <a:ahLst/>
                <a:cxnLst/>
                <a:rect l="l" t="t" r="r" b="b"/>
                <a:pathLst>
                  <a:path w="2915" h="2711" extrusionOk="0">
                    <a:moveTo>
                      <a:pt x="1136" y="1"/>
                    </a:moveTo>
                    <a:lnTo>
                      <a:pt x="568" y="1356"/>
                    </a:lnTo>
                    <a:lnTo>
                      <a:pt x="1" y="2711"/>
                    </a:lnTo>
                    <a:lnTo>
                      <a:pt x="1458" y="2524"/>
                    </a:lnTo>
                    <a:lnTo>
                      <a:pt x="2915" y="2340"/>
                    </a:lnTo>
                    <a:lnTo>
                      <a:pt x="2026" y="1169"/>
                    </a:lnTo>
                    <a:lnTo>
                      <a:pt x="113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513;p25">
                <a:extLst>
                  <a:ext uri="{FF2B5EF4-FFF2-40B4-BE49-F238E27FC236}">
                    <a16:creationId xmlns:a16="http://schemas.microsoft.com/office/drawing/2014/main" id="{D9D9560E-756B-8A55-9B3B-CB42F2948779}"/>
                  </a:ext>
                </a:extLst>
              </p:cNvPr>
              <p:cNvSpPr/>
              <p:nvPr/>
            </p:nvSpPr>
            <p:spPr>
              <a:xfrm>
                <a:off x="1985550" y="1279750"/>
                <a:ext cx="72875" cy="67775"/>
              </a:xfrm>
              <a:custGeom>
                <a:avLst/>
                <a:gdLst/>
                <a:ahLst/>
                <a:cxnLst/>
                <a:rect l="l" t="t" r="r" b="b"/>
                <a:pathLst>
                  <a:path w="2915" h="2711" extrusionOk="0">
                    <a:moveTo>
                      <a:pt x="1136" y="1"/>
                    </a:moveTo>
                    <a:lnTo>
                      <a:pt x="569" y="1356"/>
                    </a:lnTo>
                    <a:lnTo>
                      <a:pt x="1" y="2711"/>
                    </a:lnTo>
                    <a:lnTo>
                      <a:pt x="1458" y="2524"/>
                    </a:lnTo>
                    <a:lnTo>
                      <a:pt x="2915" y="2338"/>
                    </a:lnTo>
                    <a:lnTo>
                      <a:pt x="2026" y="1169"/>
                    </a:lnTo>
                    <a:lnTo>
                      <a:pt x="113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514;p25">
                <a:extLst>
                  <a:ext uri="{FF2B5EF4-FFF2-40B4-BE49-F238E27FC236}">
                    <a16:creationId xmlns:a16="http://schemas.microsoft.com/office/drawing/2014/main" id="{FA556858-8047-654D-6E23-67508EDB4505}"/>
                  </a:ext>
                </a:extLst>
              </p:cNvPr>
              <p:cNvSpPr/>
              <p:nvPr/>
            </p:nvSpPr>
            <p:spPr>
              <a:xfrm>
                <a:off x="2343075" y="2239950"/>
                <a:ext cx="72925" cy="67775"/>
              </a:xfrm>
              <a:custGeom>
                <a:avLst/>
                <a:gdLst/>
                <a:ahLst/>
                <a:cxnLst/>
                <a:rect l="l" t="t" r="r" b="b"/>
                <a:pathLst>
                  <a:path w="2917" h="2711" extrusionOk="0">
                    <a:moveTo>
                      <a:pt x="1136" y="0"/>
                    </a:moveTo>
                    <a:lnTo>
                      <a:pt x="568" y="1355"/>
                    </a:lnTo>
                    <a:lnTo>
                      <a:pt x="0" y="2710"/>
                    </a:lnTo>
                    <a:lnTo>
                      <a:pt x="0" y="2710"/>
                    </a:lnTo>
                    <a:lnTo>
                      <a:pt x="1457" y="2524"/>
                    </a:lnTo>
                    <a:lnTo>
                      <a:pt x="2916" y="2338"/>
                    </a:lnTo>
                    <a:lnTo>
                      <a:pt x="2025" y="1169"/>
                    </a:lnTo>
                    <a:lnTo>
                      <a:pt x="1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515;p25">
                <a:extLst>
                  <a:ext uri="{FF2B5EF4-FFF2-40B4-BE49-F238E27FC236}">
                    <a16:creationId xmlns:a16="http://schemas.microsoft.com/office/drawing/2014/main" id="{B1AC8A6C-B010-C1C8-B662-E8A73FA84349}"/>
                  </a:ext>
                </a:extLst>
              </p:cNvPr>
              <p:cNvSpPr/>
              <p:nvPr/>
            </p:nvSpPr>
            <p:spPr>
              <a:xfrm>
                <a:off x="2209400" y="2559475"/>
                <a:ext cx="72875" cy="67775"/>
              </a:xfrm>
              <a:custGeom>
                <a:avLst/>
                <a:gdLst/>
                <a:ahLst/>
                <a:cxnLst/>
                <a:rect l="l" t="t" r="r" b="b"/>
                <a:pathLst>
                  <a:path w="2915" h="2711" extrusionOk="0">
                    <a:moveTo>
                      <a:pt x="1136" y="0"/>
                    </a:moveTo>
                    <a:lnTo>
                      <a:pt x="568" y="1355"/>
                    </a:lnTo>
                    <a:lnTo>
                      <a:pt x="0" y="2711"/>
                    </a:lnTo>
                    <a:lnTo>
                      <a:pt x="0" y="2711"/>
                    </a:lnTo>
                    <a:lnTo>
                      <a:pt x="1457" y="2524"/>
                    </a:lnTo>
                    <a:lnTo>
                      <a:pt x="2914" y="2340"/>
                    </a:lnTo>
                    <a:lnTo>
                      <a:pt x="2025" y="1169"/>
                    </a:lnTo>
                    <a:lnTo>
                      <a:pt x="1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516;p25">
                <a:extLst>
                  <a:ext uri="{FF2B5EF4-FFF2-40B4-BE49-F238E27FC236}">
                    <a16:creationId xmlns:a16="http://schemas.microsoft.com/office/drawing/2014/main" id="{76036B35-A71F-7ED1-CD05-0A02B521B0EF}"/>
                  </a:ext>
                </a:extLst>
              </p:cNvPr>
              <p:cNvSpPr/>
              <p:nvPr/>
            </p:nvSpPr>
            <p:spPr>
              <a:xfrm>
                <a:off x="2860200" y="2194700"/>
                <a:ext cx="72875" cy="67775"/>
              </a:xfrm>
              <a:custGeom>
                <a:avLst/>
                <a:gdLst/>
                <a:ahLst/>
                <a:cxnLst/>
                <a:rect l="l" t="t" r="r" b="b"/>
                <a:pathLst>
                  <a:path w="2915" h="2711" extrusionOk="0">
                    <a:moveTo>
                      <a:pt x="1134" y="1"/>
                    </a:moveTo>
                    <a:lnTo>
                      <a:pt x="568" y="1356"/>
                    </a:lnTo>
                    <a:lnTo>
                      <a:pt x="0" y="2711"/>
                    </a:lnTo>
                    <a:lnTo>
                      <a:pt x="1457" y="2524"/>
                    </a:lnTo>
                    <a:lnTo>
                      <a:pt x="2914" y="2338"/>
                    </a:lnTo>
                    <a:lnTo>
                      <a:pt x="2025" y="1169"/>
                    </a:lnTo>
                    <a:lnTo>
                      <a:pt x="113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517;p25">
                <a:extLst>
                  <a:ext uri="{FF2B5EF4-FFF2-40B4-BE49-F238E27FC236}">
                    <a16:creationId xmlns:a16="http://schemas.microsoft.com/office/drawing/2014/main" id="{EC97E8D7-CB6F-7559-DD76-92ED788E4439}"/>
                  </a:ext>
                </a:extLst>
              </p:cNvPr>
              <p:cNvSpPr/>
              <p:nvPr/>
            </p:nvSpPr>
            <p:spPr>
              <a:xfrm>
                <a:off x="1867125" y="1486450"/>
                <a:ext cx="64125" cy="73500"/>
              </a:xfrm>
              <a:custGeom>
                <a:avLst/>
                <a:gdLst/>
                <a:ahLst/>
                <a:cxnLst/>
                <a:rect l="l" t="t" r="r" b="b"/>
                <a:pathLst>
                  <a:path w="2565" h="2940" extrusionOk="0">
                    <a:moveTo>
                      <a:pt x="41" y="1"/>
                    </a:moveTo>
                    <a:lnTo>
                      <a:pt x="21" y="1469"/>
                    </a:lnTo>
                    <a:lnTo>
                      <a:pt x="1" y="2939"/>
                    </a:lnTo>
                    <a:lnTo>
                      <a:pt x="1283" y="2221"/>
                    </a:lnTo>
                    <a:lnTo>
                      <a:pt x="2564" y="1504"/>
                    </a:lnTo>
                    <a:lnTo>
                      <a:pt x="1302" y="752"/>
                    </a:lnTo>
                    <a:lnTo>
                      <a:pt x="4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518;p25">
                <a:extLst>
                  <a:ext uri="{FF2B5EF4-FFF2-40B4-BE49-F238E27FC236}">
                    <a16:creationId xmlns:a16="http://schemas.microsoft.com/office/drawing/2014/main" id="{E8C7AB0A-E32E-CD31-CB38-7E900000937A}"/>
                  </a:ext>
                </a:extLst>
              </p:cNvPr>
              <p:cNvSpPr/>
              <p:nvPr/>
            </p:nvSpPr>
            <p:spPr>
              <a:xfrm>
                <a:off x="1676800" y="1615925"/>
                <a:ext cx="64150" cy="73475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939" extrusionOk="0">
                    <a:moveTo>
                      <a:pt x="40" y="0"/>
                    </a:moveTo>
                    <a:lnTo>
                      <a:pt x="20" y="1470"/>
                    </a:lnTo>
                    <a:lnTo>
                      <a:pt x="0" y="2939"/>
                    </a:lnTo>
                    <a:lnTo>
                      <a:pt x="1282" y="2222"/>
                    </a:lnTo>
                    <a:lnTo>
                      <a:pt x="2566" y="1504"/>
                    </a:lnTo>
                    <a:lnTo>
                      <a:pt x="1302" y="752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519;p25">
                <a:extLst>
                  <a:ext uri="{FF2B5EF4-FFF2-40B4-BE49-F238E27FC236}">
                    <a16:creationId xmlns:a16="http://schemas.microsoft.com/office/drawing/2014/main" id="{69EDD9B0-ED6B-8229-AB93-2C13707AE84D}"/>
                  </a:ext>
                </a:extLst>
              </p:cNvPr>
              <p:cNvSpPr/>
              <p:nvPr/>
            </p:nvSpPr>
            <p:spPr>
              <a:xfrm>
                <a:off x="3182650" y="1713050"/>
                <a:ext cx="64175" cy="73500"/>
              </a:xfrm>
              <a:custGeom>
                <a:avLst/>
                <a:gdLst/>
                <a:ahLst/>
                <a:cxnLst/>
                <a:rect l="l" t="t" r="r" b="b"/>
                <a:pathLst>
                  <a:path w="2567" h="2940" extrusionOk="0">
                    <a:moveTo>
                      <a:pt x="41" y="1"/>
                    </a:moveTo>
                    <a:lnTo>
                      <a:pt x="21" y="1469"/>
                    </a:lnTo>
                    <a:lnTo>
                      <a:pt x="1" y="2939"/>
                    </a:lnTo>
                    <a:lnTo>
                      <a:pt x="1285" y="2221"/>
                    </a:lnTo>
                    <a:lnTo>
                      <a:pt x="2567" y="1504"/>
                    </a:lnTo>
                    <a:lnTo>
                      <a:pt x="1305" y="752"/>
                    </a:lnTo>
                    <a:lnTo>
                      <a:pt x="4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520;p25">
                <a:extLst>
                  <a:ext uri="{FF2B5EF4-FFF2-40B4-BE49-F238E27FC236}">
                    <a16:creationId xmlns:a16="http://schemas.microsoft.com/office/drawing/2014/main" id="{B60EA8C5-C9AD-FBC7-211A-B184D4FA289C}"/>
                  </a:ext>
                </a:extLst>
              </p:cNvPr>
              <p:cNvSpPr/>
              <p:nvPr/>
            </p:nvSpPr>
            <p:spPr>
              <a:xfrm>
                <a:off x="2612525" y="2397300"/>
                <a:ext cx="64125" cy="73425"/>
              </a:xfrm>
              <a:custGeom>
                <a:avLst/>
                <a:gdLst/>
                <a:ahLst/>
                <a:cxnLst/>
                <a:rect l="l" t="t" r="r" b="b"/>
                <a:pathLst>
                  <a:path w="2565" h="2937" extrusionOk="0">
                    <a:moveTo>
                      <a:pt x="40" y="0"/>
                    </a:moveTo>
                    <a:lnTo>
                      <a:pt x="20" y="1469"/>
                    </a:lnTo>
                    <a:lnTo>
                      <a:pt x="0" y="2937"/>
                    </a:lnTo>
                    <a:lnTo>
                      <a:pt x="1282" y="2220"/>
                    </a:lnTo>
                    <a:lnTo>
                      <a:pt x="2564" y="1504"/>
                    </a:lnTo>
                    <a:lnTo>
                      <a:pt x="1302" y="752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521;p25">
                <a:extLst>
                  <a:ext uri="{FF2B5EF4-FFF2-40B4-BE49-F238E27FC236}">
                    <a16:creationId xmlns:a16="http://schemas.microsoft.com/office/drawing/2014/main" id="{D063171F-D41F-E1FB-FC08-208AE5C85185}"/>
                  </a:ext>
                </a:extLst>
              </p:cNvPr>
              <p:cNvSpPr/>
              <p:nvPr/>
            </p:nvSpPr>
            <p:spPr>
              <a:xfrm>
                <a:off x="2260850" y="2731400"/>
                <a:ext cx="137250" cy="422900"/>
              </a:xfrm>
              <a:custGeom>
                <a:avLst/>
                <a:gdLst/>
                <a:ahLst/>
                <a:cxnLst/>
                <a:rect l="l" t="t" r="r" b="b"/>
                <a:pathLst>
                  <a:path w="5490" h="16916" extrusionOk="0">
                    <a:moveTo>
                      <a:pt x="4096" y="0"/>
                    </a:moveTo>
                    <a:cubicBezTo>
                      <a:pt x="4095" y="0"/>
                      <a:pt x="4095" y="0"/>
                      <a:pt x="4094" y="1"/>
                    </a:cubicBezTo>
                    <a:cubicBezTo>
                      <a:pt x="3999" y="36"/>
                      <a:pt x="4358" y="1008"/>
                      <a:pt x="4606" y="2635"/>
                    </a:cubicBezTo>
                    <a:cubicBezTo>
                      <a:pt x="4864" y="4254"/>
                      <a:pt x="4913" y="6554"/>
                      <a:pt x="4338" y="8994"/>
                    </a:cubicBezTo>
                    <a:cubicBezTo>
                      <a:pt x="3753" y="11431"/>
                      <a:pt x="2673" y="13463"/>
                      <a:pt x="1714" y="14793"/>
                    </a:cubicBezTo>
                    <a:cubicBezTo>
                      <a:pt x="759" y="16133"/>
                      <a:pt x="0" y="16838"/>
                      <a:pt x="69" y="16914"/>
                    </a:cubicBezTo>
                    <a:cubicBezTo>
                      <a:pt x="70" y="16915"/>
                      <a:pt x="72" y="16916"/>
                      <a:pt x="75" y="16916"/>
                    </a:cubicBezTo>
                    <a:cubicBezTo>
                      <a:pt x="159" y="16916"/>
                      <a:pt x="1002" y="16308"/>
                      <a:pt x="2036" y="15037"/>
                    </a:cubicBezTo>
                    <a:cubicBezTo>
                      <a:pt x="3103" y="13733"/>
                      <a:pt x="4287" y="11651"/>
                      <a:pt x="4893" y="9127"/>
                    </a:cubicBezTo>
                    <a:cubicBezTo>
                      <a:pt x="5489" y="6599"/>
                      <a:pt x="5372" y="4208"/>
                      <a:pt x="5003" y="2562"/>
                    </a:cubicBezTo>
                    <a:cubicBezTo>
                      <a:pt x="4648" y="927"/>
                      <a:pt x="4155" y="0"/>
                      <a:pt x="4096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522;p25">
                <a:extLst>
                  <a:ext uri="{FF2B5EF4-FFF2-40B4-BE49-F238E27FC236}">
                    <a16:creationId xmlns:a16="http://schemas.microsoft.com/office/drawing/2014/main" id="{C7B2A653-4993-672E-5AEB-843E2512F825}"/>
                  </a:ext>
                </a:extLst>
              </p:cNvPr>
              <p:cNvSpPr/>
              <p:nvPr/>
            </p:nvSpPr>
            <p:spPr>
              <a:xfrm>
                <a:off x="2322725" y="3016925"/>
                <a:ext cx="118000" cy="76900"/>
              </a:xfrm>
              <a:custGeom>
                <a:avLst/>
                <a:gdLst/>
                <a:ahLst/>
                <a:cxnLst/>
                <a:rect l="l" t="t" r="r" b="b"/>
                <a:pathLst>
                  <a:path w="4720" h="3076" extrusionOk="0">
                    <a:moveTo>
                      <a:pt x="4582" y="1"/>
                    </a:moveTo>
                    <a:cubicBezTo>
                      <a:pt x="4337" y="1"/>
                      <a:pt x="3338" y="543"/>
                      <a:pt x="2202" y="1301"/>
                    </a:cubicBezTo>
                    <a:cubicBezTo>
                      <a:pt x="947" y="2139"/>
                      <a:pt x="0" y="2924"/>
                      <a:pt x="89" y="3057"/>
                    </a:cubicBezTo>
                    <a:cubicBezTo>
                      <a:pt x="97" y="3070"/>
                      <a:pt x="115" y="3076"/>
                      <a:pt x="141" y="3076"/>
                    </a:cubicBezTo>
                    <a:cubicBezTo>
                      <a:pt x="386" y="3076"/>
                      <a:pt x="1384" y="2532"/>
                      <a:pt x="2520" y="1773"/>
                    </a:cubicBezTo>
                    <a:cubicBezTo>
                      <a:pt x="3775" y="935"/>
                      <a:pt x="4720" y="150"/>
                      <a:pt x="4633" y="19"/>
                    </a:cubicBezTo>
                    <a:cubicBezTo>
                      <a:pt x="4625" y="7"/>
                      <a:pt x="4607" y="1"/>
                      <a:pt x="4582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523;p25">
                <a:extLst>
                  <a:ext uri="{FF2B5EF4-FFF2-40B4-BE49-F238E27FC236}">
                    <a16:creationId xmlns:a16="http://schemas.microsoft.com/office/drawing/2014/main" id="{74AB7B38-9D14-7458-7DAE-41C73E2C26C4}"/>
                  </a:ext>
                </a:extLst>
              </p:cNvPr>
              <p:cNvSpPr/>
              <p:nvPr/>
            </p:nvSpPr>
            <p:spPr>
              <a:xfrm>
                <a:off x="2550375" y="2866750"/>
                <a:ext cx="118725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4749" h="3032" extrusionOk="0">
                    <a:moveTo>
                      <a:pt x="4609" y="1"/>
                    </a:moveTo>
                    <a:cubicBezTo>
                      <a:pt x="4360" y="1"/>
                      <a:pt x="3358" y="532"/>
                      <a:pt x="2220" y="1278"/>
                    </a:cubicBezTo>
                    <a:cubicBezTo>
                      <a:pt x="956" y="2103"/>
                      <a:pt x="0" y="2879"/>
                      <a:pt x="87" y="3012"/>
                    </a:cubicBezTo>
                    <a:cubicBezTo>
                      <a:pt x="95" y="3025"/>
                      <a:pt x="114" y="3031"/>
                      <a:pt x="140" y="3031"/>
                    </a:cubicBezTo>
                    <a:cubicBezTo>
                      <a:pt x="389" y="3031"/>
                      <a:pt x="1390" y="2499"/>
                      <a:pt x="2531" y="1755"/>
                    </a:cubicBezTo>
                    <a:cubicBezTo>
                      <a:pt x="3795" y="927"/>
                      <a:pt x="4749" y="151"/>
                      <a:pt x="4662" y="20"/>
                    </a:cubicBezTo>
                    <a:cubicBezTo>
                      <a:pt x="4654" y="7"/>
                      <a:pt x="4636" y="1"/>
                      <a:pt x="4609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524;p25">
                <a:extLst>
                  <a:ext uri="{FF2B5EF4-FFF2-40B4-BE49-F238E27FC236}">
                    <a16:creationId xmlns:a16="http://schemas.microsoft.com/office/drawing/2014/main" id="{6FDFFAED-A050-E556-B401-2D17AEDE37DA}"/>
                  </a:ext>
                </a:extLst>
              </p:cNvPr>
              <p:cNvSpPr/>
              <p:nvPr/>
            </p:nvSpPr>
            <p:spPr>
              <a:xfrm>
                <a:off x="2779575" y="2718900"/>
                <a:ext cx="119350" cy="74625"/>
              </a:xfrm>
              <a:custGeom>
                <a:avLst/>
                <a:gdLst/>
                <a:ahLst/>
                <a:cxnLst/>
                <a:rect l="l" t="t" r="r" b="b"/>
                <a:pathLst>
                  <a:path w="4774" h="2985" extrusionOk="0">
                    <a:moveTo>
                      <a:pt x="4635" y="0"/>
                    </a:moveTo>
                    <a:cubicBezTo>
                      <a:pt x="4385" y="0"/>
                      <a:pt x="3381" y="519"/>
                      <a:pt x="2234" y="1253"/>
                    </a:cubicBezTo>
                    <a:cubicBezTo>
                      <a:pt x="961" y="2067"/>
                      <a:pt x="1" y="2834"/>
                      <a:pt x="85" y="2965"/>
                    </a:cubicBezTo>
                    <a:cubicBezTo>
                      <a:pt x="93" y="2978"/>
                      <a:pt x="112" y="2985"/>
                      <a:pt x="140" y="2985"/>
                    </a:cubicBezTo>
                    <a:cubicBezTo>
                      <a:pt x="391" y="2985"/>
                      <a:pt x="1397" y="2464"/>
                      <a:pt x="2540" y="1734"/>
                    </a:cubicBezTo>
                    <a:cubicBezTo>
                      <a:pt x="3811" y="920"/>
                      <a:pt x="4773" y="153"/>
                      <a:pt x="4689" y="19"/>
                    </a:cubicBezTo>
                    <a:cubicBezTo>
                      <a:pt x="4681" y="7"/>
                      <a:pt x="4662" y="0"/>
                      <a:pt x="4635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525;p25">
                <a:extLst>
                  <a:ext uri="{FF2B5EF4-FFF2-40B4-BE49-F238E27FC236}">
                    <a16:creationId xmlns:a16="http://schemas.microsoft.com/office/drawing/2014/main" id="{09F4094A-AAC1-E7F1-817E-519A9B607031}"/>
                  </a:ext>
                </a:extLst>
              </p:cNvPr>
              <p:cNvSpPr/>
              <p:nvPr/>
            </p:nvSpPr>
            <p:spPr>
              <a:xfrm>
                <a:off x="3010175" y="2573375"/>
                <a:ext cx="120125" cy="73500"/>
              </a:xfrm>
              <a:custGeom>
                <a:avLst/>
                <a:gdLst/>
                <a:ahLst/>
                <a:cxnLst/>
                <a:rect l="l" t="t" r="r" b="b"/>
                <a:pathLst>
                  <a:path w="4805" h="2940" extrusionOk="0">
                    <a:moveTo>
                      <a:pt x="4664" y="1"/>
                    </a:moveTo>
                    <a:cubicBezTo>
                      <a:pt x="4411" y="1"/>
                      <a:pt x="3401" y="511"/>
                      <a:pt x="2254" y="1230"/>
                    </a:cubicBezTo>
                    <a:cubicBezTo>
                      <a:pt x="974" y="2030"/>
                      <a:pt x="0" y="2787"/>
                      <a:pt x="87" y="2920"/>
                    </a:cubicBezTo>
                    <a:cubicBezTo>
                      <a:pt x="96" y="2933"/>
                      <a:pt x="115" y="2940"/>
                      <a:pt x="144" y="2940"/>
                    </a:cubicBezTo>
                    <a:cubicBezTo>
                      <a:pt x="399" y="2940"/>
                      <a:pt x="1406" y="2432"/>
                      <a:pt x="2555" y="1713"/>
                    </a:cubicBezTo>
                    <a:cubicBezTo>
                      <a:pt x="3833" y="913"/>
                      <a:pt x="4804" y="154"/>
                      <a:pt x="4720" y="21"/>
                    </a:cubicBezTo>
                    <a:cubicBezTo>
                      <a:pt x="4711" y="7"/>
                      <a:pt x="4692" y="1"/>
                      <a:pt x="4664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526;p25">
                <a:extLst>
                  <a:ext uri="{FF2B5EF4-FFF2-40B4-BE49-F238E27FC236}">
                    <a16:creationId xmlns:a16="http://schemas.microsoft.com/office/drawing/2014/main" id="{5B74D89F-7B93-C1C4-7509-EC3760E80958}"/>
                  </a:ext>
                </a:extLst>
              </p:cNvPr>
              <p:cNvSpPr/>
              <p:nvPr/>
            </p:nvSpPr>
            <p:spPr>
              <a:xfrm>
                <a:off x="3242325" y="2430225"/>
                <a:ext cx="120775" cy="72350"/>
              </a:xfrm>
              <a:custGeom>
                <a:avLst/>
                <a:gdLst/>
                <a:ahLst/>
                <a:cxnLst/>
                <a:rect l="l" t="t" r="r" b="b"/>
                <a:pathLst>
                  <a:path w="4831" h="2894" extrusionOk="0">
                    <a:moveTo>
                      <a:pt x="4691" y="0"/>
                    </a:moveTo>
                    <a:cubicBezTo>
                      <a:pt x="4434" y="0"/>
                      <a:pt x="3421" y="497"/>
                      <a:pt x="2267" y="1203"/>
                    </a:cubicBezTo>
                    <a:cubicBezTo>
                      <a:pt x="978" y="1992"/>
                      <a:pt x="0" y="2737"/>
                      <a:pt x="85" y="2873"/>
                    </a:cubicBezTo>
                    <a:cubicBezTo>
                      <a:pt x="93" y="2887"/>
                      <a:pt x="113" y="2893"/>
                      <a:pt x="142" y="2893"/>
                    </a:cubicBezTo>
                    <a:cubicBezTo>
                      <a:pt x="399" y="2893"/>
                      <a:pt x="1411" y="2394"/>
                      <a:pt x="2564" y="1688"/>
                    </a:cubicBezTo>
                    <a:cubicBezTo>
                      <a:pt x="3853" y="903"/>
                      <a:pt x="4831" y="156"/>
                      <a:pt x="4749" y="21"/>
                    </a:cubicBezTo>
                    <a:cubicBezTo>
                      <a:pt x="4740" y="7"/>
                      <a:pt x="4720" y="0"/>
                      <a:pt x="4691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527;p25">
                <a:extLst>
                  <a:ext uri="{FF2B5EF4-FFF2-40B4-BE49-F238E27FC236}">
                    <a16:creationId xmlns:a16="http://schemas.microsoft.com/office/drawing/2014/main" id="{FC71B680-6A05-8FED-E32F-62785A54F2AB}"/>
                  </a:ext>
                </a:extLst>
              </p:cNvPr>
              <p:cNvSpPr/>
              <p:nvPr/>
            </p:nvSpPr>
            <p:spPr>
              <a:xfrm>
                <a:off x="3475950" y="2289425"/>
                <a:ext cx="1213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4854" h="2847" extrusionOk="0">
                    <a:moveTo>
                      <a:pt x="4713" y="0"/>
                    </a:moveTo>
                    <a:cubicBezTo>
                      <a:pt x="4450" y="0"/>
                      <a:pt x="3437" y="486"/>
                      <a:pt x="2281" y="1179"/>
                    </a:cubicBezTo>
                    <a:cubicBezTo>
                      <a:pt x="983" y="1953"/>
                      <a:pt x="1" y="2690"/>
                      <a:pt x="81" y="2825"/>
                    </a:cubicBezTo>
                    <a:cubicBezTo>
                      <a:pt x="89" y="2839"/>
                      <a:pt x="110" y="2846"/>
                      <a:pt x="141" y="2846"/>
                    </a:cubicBezTo>
                    <a:cubicBezTo>
                      <a:pt x="402" y="2846"/>
                      <a:pt x="1417" y="2359"/>
                      <a:pt x="2574" y="1667"/>
                    </a:cubicBezTo>
                    <a:cubicBezTo>
                      <a:pt x="3869" y="893"/>
                      <a:pt x="4853" y="157"/>
                      <a:pt x="4774" y="22"/>
                    </a:cubicBezTo>
                    <a:cubicBezTo>
                      <a:pt x="4765" y="7"/>
                      <a:pt x="4744" y="0"/>
                      <a:pt x="4713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528;p25">
                <a:extLst>
                  <a:ext uri="{FF2B5EF4-FFF2-40B4-BE49-F238E27FC236}">
                    <a16:creationId xmlns:a16="http://schemas.microsoft.com/office/drawing/2014/main" id="{8609077F-0C19-F5CF-983F-D547E91715A6}"/>
                  </a:ext>
                </a:extLst>
              </p:cNvPr>
              <p:cNvSpPr/>
              <p:nvPr/>
            </p:nvSpPr>
            <p:spPr>
              <a:xfrm>
                <a:off x="3710925" y="2151775"/>
                <a:ext cx="122400" cy="69225"/>
              </a:xfrm>
              <a:custGeom>
                <a:avLst/>
                <a:gdLst/>
                <a:ahLst/>
                <a:cxnLst/>
                <a:rect l="l" t="t" r="r" b="b"/>
                <a:pathLst>
                  <a:path w="4896" h="2769" extrusionOk="0">
                    <a:moveTo>
                      <a:pt x="4757" y="0"/>
                    </a:moveTo>
                    <a:cubicBezTo>
                      <a:pt x="4490" y="0"/>
                      <a:pt x="3474" y="471"/>
                      <a:pt x="2310" y="1139"/>
                    </a:cubicBezTo>
                    <a:cubicBezTo>
                      <a:pt x="997" y="1891"/>
                      <a:pt x="1" y="2611"/>
                      <a:pt x="81" y="2747"/>
                    </a:cubicBezTo>
                    <a:cubicBezTo>
                      <a:pt x="90" y="2761"/>
                      <a:pt x="111" y="2769"/>
                      <a:pt x="144" y="2769"/>
                    </a:cubicBezTo>
                    <a:cubicBezTo>
                      <a:pt x="410" y="2769"/>
                      <a:pt x="1429" y="2298"/>
                      <a:pt x="2591" y="1631"/>
                    </a:cubicBezTo>
                    <a:cubicBezTo>
                      <a:pt x="3898" y="884"/>
                      <a:pt x="4896" y="163"/>
                      <a:pt x="4820" y="23"/>
                    </a:cubicBezTo>
                    <a:cubicBezTo>
                      <a:pt x="4812" y="8"/>
                      <a:pt x="4790" y="0"/>
                      <a:pt x="4757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529;p25">
                <a:extLst>
                  <a:ext uri="{FF2B5EF4-FFF2-40B4-BE49-F238E27FC236}">
                    <a16:creationId xmlns:a16="http://schemas.microsoft.com/office/drawing/2014/main" id="{60FA9D8D-89B9-4A09-8DB5-F68F9E5A2830}"/>
                  </a:ext>
                </a:extLst>
              </p:cNvPr>
              <p:cNvSpPr/>
              <p:nvPr/>
            </p:nvSpPr>
            <p:spPr>
              <a:xfrm>
                <a:off x="3950575" y="2032400"/>
                <a:ext cx="128050" cy="57050"/>
              </a:xfrm>
              <a:custGeom>
                <a:avLst/>
                <a:gdLst/>
                <a:ahLst/>
                <a:cxnLst/>
                <a:rect l="l" t="t" r="r" b="b"/>
                <a:pathLst>
                  <a:path w="5122" h="2282" extrusionOk="0">
                    <a:moveTo>
                      <a:pt x="4973" y="1"/>
                    </a:moveTo>
                    <a:cubicBezTo>
                      <a:pt x="4664" y="1"/>
                      <a:pt x="3638" y="354"/>
                      <a:pt x="2453" y="882"/>
                    </a:cubicBezTo>
                    <a:cubicBezTo>
                      <a:pt x="1067" y="1498"/>
                      <a:pt x="0" y="2110"/>
                      <a:pt x="71" y="2252"/>
                    </a:cubicBezTo>
                    <a:cubicBezTo>
                      <a:pt x="81" y="2272"/>
                      <a:pt x="112" y="2281"/>
                      <a:pt x="162" y="2281"/>
                    </a:cubicBezTo>
                    <a:cubicBezTo>
                      <a:pt x="472" y="2281"/>
                      <a:pt x="1503" y="1927"/>
                      <a:pt x="2684" y="1403"/>
                    </a:cubicBezTo>
                    <a:cubicBezTo>
                      <a:pt x="4054" y="793"/>
                      <a:pt x="5121" y="179"/>
                      <a:pt x="5066" y="32"/>
                    </a:cubicBezTo>
                    <a:cubicBezTo>
                      <a:pt x="5057" y="11"/>
                      <a:pt x="5026" y="1"/>
                      <a:pt x="4973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530;p25">
                <a:extLst>
                  <a:ext uri="{FF2B5EF4-FFF2-40B4-BE49-F238E27FC236}">
                    <a16:creationId xmlns:a16="http://schemas.microsoft.com/office/drawing/2014/main" id="{B67629C0-18AF-B3C1-D992-754DCB48F820}"/>
                  </a:ext>
                </a:extLst>
              </p:cNvPr>
              <p:cNvSpPr/>
              <p:nvPr/>
            </p:nvSpPr>
            <p:spPr>
              <a:xfrm>
                <a:off x="4205550" y="1957900"/>
                <a:ext cx="135100" cy="33375"/>
              </a:xfrm>
              <a:custGeom>
                <a:avLst/>
                <a:gdLst/>
                <a:ahLst/>
                <a:cxnLst/>
                <a:rect l="l" t="t" r="r" b="b"/>
                <a:pathLst>
                  <a:path w="5404" h="1335" extrusionOk="0">
                    <a:moveTo>
                      <a:pt x="5108" y="1"/>
                    </a:moveTo>
                    <a:cubicBezTo>
                      <a:pt x="4667" y="1"/>
                      <a:pt x="3725" y="145"/>
                      <a:pt x="2647" y="391"/>
                    </a:cubicBezTo>
                    <a:cubicBezTo>
                      <a:pt x="1165" y="728"/>
                      <a:pt x="1" y="1125"/>
                      <a:pt x="45" y="1276"/>
                    </a:cubicBezTo>
                    <a:cubicBezTo>
                      <a:pt x="56" y="1316"/>
                      <a:pt x="152" y="1335"/>
                      <a:pt x="313" y="1335"/>
                    </a:cubicBezTo>
                    <a:cubicBezTo>
                      <a:pt x="757" y="1335"/>
                      <a:pt x="1700" y="1191"/>
                      <a:pt x="2773" y="947"/>
                    </a:cubicBezTo>
                    <a:cubicBezTo>
                      <a:pt x="4239" y="612"/>
                      <a:pt x="5403" y="218"/>
                      <a:pt x="5374" y="62"/>
                    </a:cubicBezTo>
                    <a:cubicBezTo>
                      <a:pt x="5367" y="20"/>
                      <a:pt x="5272" y="1"/>
                      <a:pt x="5108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531;p25">
                <a:extLst>
                  <a:ext uri="{FF2B5EF4-FFF2-40B4-BE49-F238E27FC236}">
                    <a16:creationId xmlns:a16="http://schemas.microsoft.com/office/drawing/2014/main" id="{530015AF-23EA-AC53-844D-909BFA05666B}"/>
                  </a:ext>
                </a:extLst>
              </p:cNvPr>
              <p:cNvSpPr/>
              <p:nvPr/>
            </p:nvSpPr>
            <p:spPr>
              <a:xfrm>
                <a:off x="4474400" y="1921950"/>
                <a:ext cx="136875" cy="20075"/>
              </a:xfrm>
              <a:custGeom>
                <a:avLst/>
                <a:gdLst/>
                <a:ahLst/>
                <a:cxnLst/>
                <a:rect l="l" t="t" r="r" b="b"/>
                <a:pathLst>
                  <a:path w="5475" h="803" extrusionOk="0">
                    <a:moveTo>
                      <a:pt x="4644" y="1"/>
                    </a:moveTo>
                    <a:cubicBezTo>
                      <a:pt x="4146" y="1"/>
                      <a:pt x="3463" y="40"/>
                      <a:pt x="2711" y="119"/>
                    </a:cubicBezTo>
                    <a:cubicBezTo>
                      <a:pt x="1205" y="274"/>
                      <a:pt x="1" y="529"/>
                      <a:pt x="21" y="684"/>
                    </a:cubicBezTo>
                    <a:cubicBezTo>
                      <a:pt x="31" y="763"/>
                      <a:pt x="343" y="802"/>
                      <a:pt x="841" y="802"/>
                    </a:cubicBezTo>
                    <a:cubicBezTo>
                      <a:pt x="1339" y="802"/>
                      <a:pt x="2021" y="763"/>
                      <a:pt x="2771" y="684"/>
                    </a:cubicBezTo>
                    <a:cubicBezTo>
                      <a:pt x="4270" y="529"/>
                      <a:pt x="5474" y="276"/>
                      <a:pt x="5461" y="119"/>
                    </a:cubicBezTo>
                    <a:cubicBezTo>
                      <a:pt x="5453" y="40"/>
                      <a:pt x="5142" y="1"/>
                      <a:pt x="4644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532;p25">
                <a:extLst>
                  <a:ext uri="{FF2B5EF4-FFF2-40B4-BE49-F238E27FC236}">
                    <a16:creationId xmlns:a16="http://schemas.microsoft.com/office/drawing/2014/main" id="{2783ADE0-49BA-3751-21D5-CEF6D5F1927B}"/>
                  </a:ext>
                </a:extLst>
              </p:cNvPr>
              <p:cNvSpPr/>
              <p:nvPr/>
            </p:nvSpPr>
            <p:spPr>
              <a:xfrm>
                <a:off x="4746750" y="1899675"/>
                <a:ext cx="136925" cy="17475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699" extrusionOk="0">
                    <a:moveTo>
                      <a:pt x="4292" y="0"/>
                    </a:moveTo>
                    <a:cubicBezTo>
                      <a:pt x="3846" y="0"/>
                      <a:pt x="3303" y="21"/>
                      <a:pt x="2717" y="65"/>
                    </a:cubicBezTo>
                    <a:cubicBezTo>
                      <a:pt x="1211" y="176"/>
                      <a:pt x="1" y="391"/>
                      <a:pt x="14" y="551"/>
                    </a:cubicBezTo>
                    <a:cubicBezTo>
                      <a:pt x="21" y="647"/>
                      <a:pt x="480" y="698"/>
                      <a:pt x="1178" y="698"/>
                    </a:cubicBezTo>
                    <a:cubicBezTo>
                      <a:pt x="1626" y="698"/>
                      <a:pt x="2172" y="677"/>
                      <a:pt x="2759" y="633"/>
                    </a:cubicBezTo>
                    <a:cubicBezTo>
                      <a:pt x="4265" y="522"/>
                      <a:pt x="5476" y="305"/>
                      <a:pt x="5465" y="147"/>
                    </a:cubicBezTo>
                    <a:cubicBezTo>
                      <a:pt x="5458" y="52"/>
                      <a:pt x="4996" y="0"/>
                      <a:pt x="4292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533;p25">
                <a:extLst>
                  <a:ext uri="{FF2B5EF4-FFF2-40B4-BE49-F238E27FC236}">
                    <a16:creationId xmlns:a16="http://schemas.microsoft.com/office/drawing/2014/main" id="{47E89975-7BE5-CA9E-036B-42E0C232540C}"/>
                  </a:ext>
                </a:extLst>
              </p:cNvPr>
              <p:cNvSpPr/>
              <p:nvPr/>
            </p:nvSpPr>
            <p:spPr>
              <a:xfrm>
                <a:off x="5019525" y="1882800"/>
                <a:ext cx="13687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5475" h="644" extrusionOk="0">
                    <a:moveTo>
                      <a:pt x="3993" y="0"/>
                    </a:moveTo>
                    <a:cubicBezTo>
                      <a:pt x="3613" y="0"/>
                      <a:pt x="3181" y="12"/>
                      <a:pt x="2722" y="37"/>
                    </a:cubicBezTo>
                    <a:cubicBezTo>
                      <a:pt x="1214" y="121"/>
                      <a:pt x="1" y="314"/>
                      <a:pt x="10" y="472"/>
                    </a:cubicBezTo>
                    <a:cubicBezTo>
                      <a:pt x="16" y="581"/>
                      <a:pt x="614" y="644"/>
                      <a:pt x="1485" y="644"/>
                    </a:cubicBezTo>
                    <a:cubicBezTo>
                      <a:pt x="1865" y="644"/>
                      <a:pt x="2296" y="632"/>
                      <a:pt x="2753" y="607"/>
                    </a:cubicBezTo>
                    <a:cubicBezTo>
                      <a:pt x="4259" y="525"/>
                      <a:pt x="5474" y="330"/>
                      <a:pt x="5468" y="172"/>
                    </a:cubicBezTo>
                    <a:cubicBezTo>
                      <a:pt x="5462" y="63"/>
                      <a:pt x="4865" y="0"/>
                      <a:pt x="3993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534;p25">
                <a:extLst>
                  <a:ext uri="{FF2B5EF4-FFF2-40B4-BE49-F238E27FC236}">
                    <a16:creationId xmlns:a16="http://schemas.microsoft.com/office/drawing/2014/main" id="{88C62B91-615B-33E4-A3A0-E2A2E908BD39}"/>
                  </a:ext>
                </a:extLst>
              </p:cNvPr>
              <p:cNvSpPr/>
              <p:nvPr/>
            </p:nvSpPr>
            <p:spPr>
              <a:xfrm>
                <a:off x="5292550" y="1871050"/>
                <a:ext cx="136850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474" h="601" extrusionOk="0">
                    <a:moveTo>
                      <a:pt x="3606" y="1"/>
                    </a:moveTo>
                    <a:cubicBezTo>
                      <a:pt x="3330" y="1"/>
                      <a:pt x="3035" y="6"/>
                      <a:pt x="2728" y="17"/>
                    </a:cubicBezTo>
                    <a:cubicBezTo>
                      <a:pt x="1220" y="70"/>
                      <a:pt x="0" y="241"/>
                      <a:pt x="7" y="396"/>
                    </a:cubicBezTo>
                    <a:cubicBezTo>
                      <a:pt x="12" y="522"/>
                      <a:pt x="793" y="601"/>
                      <a:pt x="1872" y="601"/>
                    </a:cubicBezTo>
                    <a:cubicBezTo>
                      <a:pt x="2148" y="601"/>
                      <a:pt x="2442" y="595"/>
                      <a:pt x="2748" y="585"/>
                    </a:cubicBezTo>
                    <a:cubicBezTo>
                      <a:pt x="4256" y="531"/>
                      <a:pt x="5474" y="363"/>
                      <a:pt x="5469" y="205"/>
                    </a:cubicBezTo>
                    <a:cubicBezTo>
                      <a:pt x="5466" y="80"/>
                      <a:pt x="4686" y="1"/>
                      <a:pt x="3606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535;p25">
                <a:extLst>
                  <a:ext uri="{FF2B5EF4-FFF2-40B4-BE49-F238E27FC236}">
                    <a16:creationId xmlns:a16="http://schemas.microsoft.com/office/drawing/2014/main" id="{992D8679-A4A9-EFF9-3CD6-1A1E8AB6589C}"/>
                  </a:ext>
                </a:extLst>
              </p:cNvPr>
              <p:cNvSpPr/>
              <p:nvPr/>
            </p:nvSpPr>
            <p:spPr>
              <a:xfrm>
                <a:off x="5565825" y="1864400"/>
                <a:ext cx="136825" cy="14425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77" extrusionOk="0">
                    <a:moveTo>
                      <a:pt x="3127" y="0"/>
                    </a:moveTo>
                    <a:cubicBezTo>
                      <a:pt x="2998" y="0"/>
                      <a:pt x="2867" y="1"/>
                      <a:pt x="2733" y="3"/>
                    </a:cubicBezTo>
                    <a:cubicBezTo>
                      <a:pt x="1223" y="26"/>
                      <a:pt x="1" y="172"/>
                      <a:pt x="3" y="332"/>
                    </a:cubicBezTo>
                    <a:cubicBezTo>
                      <a:pt x="7" y="475"/>
                      <a:pt x="1026" y="576"/>
                      <a:pt x="2349" y="576"/>
                    </a:cubicBezTo>
                    <a:cubicBezTo>
                      <a:pt x="2477" y="576"/>
                      <a:pt x="2608" y="575"/>
                      <a:pt x="2742" y="573"/>
                    </a:cubicBezTo>
                    <a:cubicBezTo>
                      <a:pt x="4250" y="549"/>
                      <a:pt x="5472" y="403"/>
                      <a:pt x="5470" y="245"/>
                    </a:cubicBezTo>
                    <a:cubicBezTo>
                      <a:pt x="5468" y="102"/>
                      <a:pt x="4451" y="0"/>
                      <a:pt x="3127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536;p25">
                <a:extLst>
                  <a:ext uri="{FF2B5EF4-FFF2-40B4-BE49-F238E27FC236}">
                    <a16:creationId xmlns:a16="http://schemas.microsoft.com/office/drawing/2014/main" id="{01530EE5-B652-602C-F8AC-0307333190D9}"/>
                  </a:ext>
                </a:extLst>
              </p:cNvPr>
              <p:cNvSpPr/>
              <p:nvPr/>
            </p:nvSpPr>
            <p:spPr>
              <a:xfrm>
                <a:off x="5839175" y="1862800"/>
                <a:ext cx="136750" cy="14225"/>
              </a:xfrm>
              <a:custGeom>
                <a:avLst/>
                <a:gdLst/>
                <a:ahLst/>
                <a:cxnLst/>
                <a:rect l="l" t="t" r="r" b="b"/>
                <a:pathLst>
                  <a:path w="5470" h="569" extrusionOk="0">
                    <a:moveTo>
                      <a:pt x="2621" y="1"/>
                    </a:moveTo>
                    <a:cubicBezTo>
                      <a:pt x="1163" y="1"/>
                      <a:pt x="0" y="122"/>
                      <a:pt x="3" y="276"/>
                    </a:cubicBezTo>
                    <a:cubicBezTo>
                      <a:pt x="3" y="431"/>
                      <a:pt x="1225" y="564"/>
                      <a:pt x="2735" y="569"/>
                    </a:cubicBezTo>
                    <a:cubicBezTo>
                      <a:pt x="2774" y="569"/>
                      <a:pt x="2812" y="569"/>
                      <a:pt x="2851" y="569"/>
                    </a:cubicBezTo>
                    <a:cubicBezTo>
                      <a:pt x="4305" y="569"/>
                      <a:pt x="5467" y="447"/>
                      <a:pt x="5467" y="294"/>
                    </a:cubicBezTo>
                    <a:cubicBezTo>
                      <a:pt x="5469" y="136"/>
                      <a:pt x="4247" y="5"/>
                      <a:pt x="2737" y="1"/>
                    </a:cubicBezTo>
                    <a:cubicBezTo>
                      <a:pt x="2698" y="1"/>
                      <a:pt x="2660" y="1"/>
                      <a:pt x="2621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24;p24">
              <a:extLst>
                <a:ext uri="{FF2B5EF4-FFF2-40B4-BE49-F238E27FC236}">
                  <a16:creationId xmlns:a16="http://schemas.microsoft.com/office/drawing/2014/main" id="{5C064FEB-49AC-F77A-1A44-4A6E011F24C5}"/>
                </a:ext>
              </a:extLst>
            </p:cNvPr>
            <p:cNvSpPr txBox="1">
              <a:spLocks/>
            </p:cNvSpPr>
            <p:nvPr/>
          </p:nvSpPr>
          <p:spPr>
            <a:xfrm>
              <a:off x="6808195" y="2965651"/>
              <a:ext cx="2038385" cy="15577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defRPr sz="1100" b="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 Light"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>
                  <a:ln>
                    <a:noFill/>
                  </a:ln>
                  <a:solidFill>
                    <a:srgbClr val="1E2128"/>
                  </a:solidFill>
                  <a:effectLst/>
                  <a:uLnTx/>
                  <a:uFillTx/>
                  <a:latin typeface="Roboto Light"/>
                  <a:sym typeface="Roboto Light"/>
                </a:rPr>
                <a:t>Es un deber del aprendiz verificar que su contrato de aprendizaje se encuentre correctamente registrado y corresponda a la realidad y si hay inconsistencias hacerlas saber al líder de Contrato.</a:t>
              </a:r>
            </a:p>
          </p:txBody>
        </p:sp>
        <p:pic>
          <p:nvPicPr>
            <p:cNvPr id="10" name="Gráfico 9" descr="Insignia 6 con relleno sólido">
              <a:extLst>
                <a:ext uri="{FF2B5EF4-FFF2-40B4-BE49-F238E27FC236}">
                  <a16:creationId xmlns:a16="http://schemas.microsoft.com/office/drawing/2014/main" id="{A21411F9-F4A6-9C56-9A7C-C69C1219E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91844" y="2537336"/>
              <a:ext cx="541438" cy="541438"/>
            </a:xfrm>
            <a:prstGeom prst="rect">
              <a:avLst/>
            </a:prstGeom>
          </p:spPr>
        </p:pic>
        <p:pic>
          <p:nvPicPr>
            <p:cNvPr id="11" name="Gráfico 10" descr="Insignia 7 con relleno sólido">
              <a:extLst>
                <a:ext uri="{FF2B5EF4-FFF2-40B4-BE49-F238E27FC236}">
                  <a16:creationId xmlns:a16="http://schemas.microsoft.com/office/drawing/2014/main" id="{7B9B0DFE-DAD9-C02C-C5C6-E8B1A8E5C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66287" y="2525240"/>
              <a:ext cx="541438" cy="541438"/>
            </a:xfrm>
            <a:prstGeom prst="rect">
              <a:avLst/>
            </a:prstGeom>
          </p:spPr>
        </p:pic>
        <p:pic>
          <p:nvPicPr>
            <p:cNvPr id="12" name="Gráfico 11" descr="Insignia 8 con relleno sólido">
              <a:extLst>
                <a:ext uri="{FF2B5EF4-FFF2-40B4-BE49-F238E27FC236}">
                  <a16:creationId xmlns:a16="http://schemas.microsoft.com/office/drawing/2014/main" id="{3664AF39-C104-6A67-4C71-E4B102797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570830" y="2525240"/>
              <a:ext cx="541438" cy="541438"/>
            </a:xfrm>
            <a:prstGeom prst="rect">
              <a:avLst/>
            </a:prstGeom>
          </p:spPr>
        </p:pic>
        <p:sp>
          <p:nvSpPr>
            <p:cNvPr id="13" name="Google Shape;2471;p80">
              <a:extLst>
                <a:ext uri="{FF2B5EF4-FFF2-40B4-BE49-F238E27FC236}">
                  <a16:creationId xmlns:a16="http://schemas.microsoft.com/office/drawing/2014/main" id="{4933A6CE-0B43-0526-0241-21B2B15E082E}"/>
                </a:ext>
              </a:extLst>
            </p:cNvPr>
            <p:cNvSpPr/>
            <p:nvPr/>
          </p:nvSpPr>
          <p:spPr>
            <a:xfrm rot="3348682" flipH="1">
              <a:off x="5827757" y="186310"/>
              <a:ext cx="4397504" cy="1527949"/>
            </a:xfrm>
            <a:custGeom>
              <a:avLst/>
              <a:gdLst/>
              <a:ahLst/>
              <a:cxnLst/>
              <a:rect l="l" t="t" r="r" b="b"/>
              <a:pathLst>
                <a:path w="170189" h="73292" extrusionOk="0">
                  <a:moveTo>
                    <a:pt x="95" y="0"/>
                  </a:moveTo>
                  <a:lnTo>
                    <a:pt x="0" y="572"/>
                  </a:lnTo>
                  <a:cubicBezTo>
                    <a:pt x="9704" y="2191"/>
                    <a:pt x="32719" y="7215"/>
                    <a:pt x="36838" y="18860"/>
                  </a:cubicBezTo>
                  <a:cubicBezTo>
                    <a:pt x="37183" y="19824"/>
                    <a:pt x="37564" y="20824"/>
                    <a:pt x="37969" y="21872"/>
                  </a:cubicBezTo>
                  <a:cubicBezTo>
                    <a:pt x="39553" y="25932"/>
                    <a:pt x="41315" y="30516"/>
                    <a:pt x="40886" y="34742"/>
                  </a:cubicBezTo>
                  <a:cubicBezTo>
                    <a:pt x="40612" y="37421"/>
                    <a:pt x="39279" y="39922"/>
                    <a:pt x="38005" y="42351"/>
                  </a:cubicBezTo>
                  <a:cubicBezTo>
                    <a:pt x="37243" y="43744"/>
                    <a:pt x="36469" y="45208"/>
                    <a:pt x="35921" y="46672"/>
                  </a:cubicBezTo>
                  <a:cubicBezTo>
                    <a:pt x="33564" y="52864"/>
                    <a:pt x="34112" y="60996"/>
                    <a:pt x="37207" y="65984"/>
                  </a:cubicBezTo>
                  <a:cubicBezTo>
                    <a:pt x="39196" y="69163"/>
                    <a:pt x="41553" y="72211"/>
                    <a:pt x="45542" y="73045"/>
                  </a:cubicBezTo>
                  <a:cubicBezTo>
                    <a:pt x="45768" y="73092"/>
                    <a:pt x="46006" y="73140"/>
                    <a:pt x="46232" y="73164"/>
                  </a:cubicBezTo>
                  <a:cubicBezTo>
                    <a:pt x="46849" y="73252"/>
                    <a:pt x="47481" y="73291"/>
                    <a:pt x="48122" y="73291"/>
                  </a:cubicBezTo>
                  <a:cubicBezTo>
                    <a:pt x="50944" y="73291"/>
                    <a:pt x="53948" y="72531"/>
                    <a:pt x="56674" y="71842"/>
                  </a:cubicBezTo>
                  <a:cubicBezTo>
                    <a:pt x="57198" y="71711"/>
                    <a:pt x="57698" y="71580"/>
                    <a:pt x="58210" y="71461"/>
                  </a:cubicBezTo>
                  <a:cubicBezTo>
                    <a:pt x="60948" y="70783"/>
                    <a:pt x="65080" y="69782"/>
                    <a:pt x="67306" y="67568"/>
                  </a:cubicBezTo>
                  <a:cubicBezTo>
                    <a:pt x="70354" y="64508"/>
                    <a:pt x="69688" y="58948"/>
                    <a:pt x="69402" y="57329"/>
                  </a:cubicBezTo>
                  <a:cubicBezTo>
                    <a:pt x="69283" y="56614"/>
                    <a:pt x="69152" y="55959"/>
                    <a:pt x="69009" y="55340"/>
                  </a:cubicBezTo>
                  <a:cubicBezTo>
                    <a:pt x="68283" y="51768"/>
                    <a:pt x="67842" y="49601"/>
                    <a:pt x="71533" y="46756"/>
                  </a:cubicBezTo>
                  <a:cubicBezTo>
                    <a:pt x="74355" y="44565"/>
                    <a:pt x="88880" y="39684"/>
                    <a:pt x="104787" y="35540"/>
                  </a:cubicBezTo>
                  <a:cubicBezTo>
                    <a:pt x="109141" y="34409"/>
                    <a:pt x="113496" y="33911"/>
                    <a:pt x="117789" y="33911"/>
                  </a:cubicBezTo>
                  <a:cubicBezTo>
                    <a:pt x="139522" y="33911"/>
                    <a:pt x="159650" y="46666"/>
                    <a:pt x="169831" y="54531"/>
                  </a:cubicBezTo>
                  <a:lnTo>
                    <a:pt x="170188" y="54090"/>
                  </a:lnTo>
                  <a:cubicBezTo>
                    <a:pt x="159821" y="46088"/>
                    <a:pt x="139335" y="33452"/>
                    <a:pt x="117463" y="33452"/>
                  </a:cubicBezTo>
                  <a:cubicBezTo>
                    <a:pt x="113237" y="33452"/>
                    <a:pt x="108959" y="33924"/>
                    <a:pt x="104692" y="34992"/>
                  </a:cubicBezTo>
                  <a:cubicBezTo>
                    <a:pt x="88428" y="39052"/>
                    <a:pt x="74117" y="44029"/>
                    <a:pt x="71188" y="46303"/>
                  </a:cubicBezTo>
                  <a:cubicBezTo>
                    <a:pt x="67211" y="49387"/>
                    <a:pt x="67723" y="51792"/>
                    <a:pt x="68461" y="55459"/>
                  </a:cubicBezTo>
                  <a:cubicBezTo>
                    <a:pt x="68592" y="56078"/>
                    <a:pt x="68735" y="56733"/>
                    <a:pt x="68854" y="57436"/>
                  </a:cubicBezTo>
                  <a:cubicBezTo>
                    <a:pt x="69116" y="58995"/>
                    <a:pt x="69771" y="64294"/>
                    <a:pt x="66901" y="67175"/>
                  </a:cubicBezTo>
                  <a:cubicBezTo>
                    <a:pt x="64806" y="69270"/>
                    <a:pt x="60758" y="70235"/>
                    <a:pt x="58079" y="70890"/>
                  </a:cubicBezTo>
                  <a:cubicBezTo>
                    <a:pt x="57567" y="71009"/>
                    <a:pt x="57055" y="71140"/>
                    <a:pt x="56531" y="71283"/>
                  </a:cubicBezTo>
                  <a:cubicBezTo>
                    <a:pt x="53832" y="71966"/>
                    <a:pt x="50847" y="72720"/>
                    <a:pt x="48094" y="72720"/>
                  </a:cubicBezTo>
                  <a:cubicBezTo>
                    <a:pt x="47252" y="72720"/>
                    <a:pt x="46432" y="72650"/>
                    <a:pt x="45649" y="72485"/>
                  </a:cubicBezTo>
                  <a:cubicBezTo>
                    <a:pt x="42089" y="71735"/>
                    <a:pt x="39886" y="69223"/>
                    <a:pt x="37684" y="65663"/>
                  </a:cubicBezTo>
                  <a:cubicBezTo>
                    <a:pt x="34683" y="60817"/>
                    <a:pt x="34159" y="52911"/>
                    <a:pt x="36433" y="46875"/>
                  </a:cubicBezTo>
                  <a:cubicBezTo>
                    <a:pt x="36993" y="45422"/>
                    <a:pt x="37743" y="43994"/>
                    <a:pt x="38493" y="42601"/>
                  </a:cubicBezTo>
                  <a:cubicBezTo>
                    <a:pt x="39815" y="40124"/>
                    <a:pt x="41172" y="37564"/>
                    <a:pt x="41458" y="34790"/>
                  </a:cubicBezTo>
                  <a:cubicBezTo>
                    <a:pt x="41898" y="30420"/>
                    <a:pt x="40100" y="25765"/>
                    <a:pt x="38505" y="21657"/>
                  </a:cubicBezTo>
                  <a:cubicBezTo>
                    <a:pt x="38100" y="20622"/>
                    <a:pt x="37719" y="19633"/>
                    <a:pt x="37374" y="18669"/>
                  </a:cubicBezTo>
                  <a:cubicBezTo>
                    <a:pt x="33147" y="6763"/>
                    <a:pt x="9882" y="1643"/>
                    <a:pt x="95" y="0"/>
                  </a:cubicBezTo>
                  <a:close/>
                </a:path>
              </a:pathLst>
            </a:custGeom>
            <a:solidFill>
              <a:srgbClr val="0254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3717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3373F-02EC-A9A1-9AB1-FE6D6CF34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67184208-4CE6-DBCA-A321-DB1B13EC438E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6ADF4CAE-FCE5-14E3-BA9B-214C666D3308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CCBA3849-18EB-1A90-74BE-0DD5DA0EA41E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9789522E-CEC1-DEF6-40D8-DEF0F5E6EA3D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084D887-F1AB-E741-7834-DC02853AF331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AD4C0EBD-1F19-8792-4449-9D74F8B35489}"/>
              </a:ext>
            </a:extLst>
          </p:cNvPr>
          <p:cNvSpPr/>
          <p:nvPr/>
        </p:nvSpPr>
        <p:spPr>
          <a:xfrm>
            <a:off x="11347310" y="1144302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8C1DC71B-3B83-49A5-BFF0-EC908300C0F5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E0376B2C-A612-A0C5-7970-584DD3706E3F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3491A10-FDD1-D749-635C-984065D2AB56}"/>
              </a:ext>
            </a:extLst>
          </p:cNvPr>
          <p:cNvSpPr txBox="1"/>
          <p:nvPr/>
        </p:nvSpPr>
        <p:spPr>
          <a:xfrm>
            <a:off x="304800" y="1231660"/>
            <a:ext cx="109606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i="1">
                <a:solidFill>
                  <a:srgbClr val="2F8E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Aspectos importantes en el desarrollo de la Etapa Practica</a:t>
            </a:r>
          </a:p>
        </p:txBody>
      </p:sp>
    </p:spTree>
    <p:extLst>
      <p:ext uri="{BB962C8B-B14F-4D97-AF65-F5344CB8AC3E}">
        <p14:creationId xmlns:p14="http://schemas.microsoft.com/office/powerpoint/2010/main" val="3532858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4F977-1E04-521B-9AC3-B393555B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199A8CAC-FECB-2D84-D848-3323D25D1E15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DD91740A-6748-CDB6-82C1-DDEAA1E6C8D8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8341F7A-A12D-2579-D83C-717A00DF7F86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D50BAC15-5817-ED23-C86E-67ED5836951D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7548E2C-3011-DF5E-510E-B0BC06964E3B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9B5048BC-3B1D-9BD3-B741-6454C2A49309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9CEA375C-F4D5-8690-4968-D3F4CA128266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336;p22">
            <a:extLst>
              <a:ext uri="{FF2B5EF4-FFF2-40B4-BE49-F238E27FC236}">
                <a16:creationId xmlns:a16="http://schemas.microsoft.com/office/drawing/2014/main" id="{A6657E85-B000-5653-B7D5-E8BFFD847922}"/>
              </a:ext>
            </a:extLst>
          </p:cNvPr>
          <p:cNvSpPr/>
          <p:nvPr/>
        </p:nvSpPr>
        <p:spPr>
          <a:xfrm>
            <a:off x="10467947" y="1253141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520;p81">
            <a:extLst>
              <a:ext uri="{FF2B5EF4-FFF2-40B4-BE49-F238E27FC236}">
                <a16:creationId xmlns:a16="http://schemas.microsoft.com/office/drawing/2014/main" id="{760A2708-0DA2-B110-91A5-F79059355F58}"/>
              </a:ext>
            </a:extLst>
          </p:cNvPr>
          <p:cNvSpPr/>
          <p:nvPr/>
        </p:nvSpPr>
        <p:spPr>
          <a:xfrm rot="5400000">
            <a:off x="5386209" y="5662772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Google Shape;2521;p81">
            <a:extLst>
              <a:ext uri="{FF2B5EF4-FFF2-40B4-BE49-F238E27FC236}">
                <a16:creationId xmlns:a16="http://schemas.microsoft.com/office/drawing/2014/main" id="{80158D12-718E-A918-39CB-3120682C6AFB}"/>
              </a:ext>
            </a:extLst>
          </p:cNvPr>
          <p:cNvSpPr/>
          <p:nvPr/>
        </p:nvSpPr>
        <p:spPr>
          <a:xfrm rot="5400000">
            <a:off x="4899002" y="6125791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2" descr="Vector gratuito ilustración de concepto de nuevo empleado">
            <a:extLst>
              <a:ext uri="{FF2B5EF4-FFF2-40B4-BE49-F238E27FC236}">
                <a16:creationId xmlns:a16="http://schemas.microsoft.com/office/drawing/2014/main" id="{930DE1EC-01B9-F7B8-D146-C2A2A8EF7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752" y="1791758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726A5AB-65E2-6688-BCDA-59085F504754}"/>
              </a:ext>
            </a:extLst>
          </p:cNvPr>
          <p:cNvSpPr txBox="1"/>
          <p:nvPr/>
        </p:nvSpPr>
        <p:spPr>
          <a:xfrm>
            <a:off x="1087672" y="179044"/>
            <a:ext cx="8711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Presentación Personal</a:t>
            </a:r>
            <a:endParaRPr lang="es-CO" sz="480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7E1275-F769-B4A7-9602-33F922FFBF44}"/>
              </a:ext>
            </a:extLst>
          </p:cNvPr>
          <p:cNvSpPr txBox="1"/>
          <p:nvPr/>
        </p:nvSpPr>
        <p:spPr>
          <a:xfrm>
            <a:off x="308143" y="1146230"/>
            <a:ext cx="450084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Una persona que luce impecable será bien recibida en cualquier lugar.</a:t>
            </a:r>
          </a:p>
          <a:p>
            <a:pPr algn="ctr"/>
            <a:endParaRPr lang="es-MX" sz="240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algn="ctr"/>
            <a:r>
              <a:rPr lang="es-MX" sz="240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La primera impresión está dada por su presentación personal.</a:t>
            </a:r>
          </a:p>
          <a:p>
            <a:pPr algn="ctr"/>
            <a:endParaRPr lang="es-MX" sz="240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algn="ctr"/>
            <a:r>
              <a:rPr lang="es-MX" sz="240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La presentación personal del aprendiz SENA es tan importante,  no solo se esta preparando desde ahora para una vida laboral intachable, también, deja en alto el buen nombre de la institución.</a:t>
            </a:r>
            <a:endParaRPr lang="es-CO" sz="240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9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1F7340-7BDA-71C8-51D7-02A854BA8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E37A1C91-C8BB-1DB5-AA51-2761D871965E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C9607A15-1055-337F-FEC8-1956C110397E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2933B2FC-C459-EE74-468E-DB8B35EC2185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05C7AB60-356A-E59B-8C52-7491AF850732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F5F0392-6E9A-2380-D912-8CF320AC34DD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30FEFFE9-AD52-ECB7-D3E3-5D59D1F8C952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2439FD64-B718-B8A1-5E6D-A45CC4B511FE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CC434968-170D-AA76-E4B5-36DF99E9B54B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8E3E76C3-520D-B351-E395-BF51721FC77A}"/>
              </a:ext>
            </a:extLst>
          </p:cNvPr>
          <p:cNvSpPr/>
          <p:nvPr/>
        </p:nvSpPr>
        <p:spPr>
          <a:xfrm rot="5400000">
            <a:off x="4649146" y="5438770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CD9E42D4-2276-DD05-DEB1-369CC523CCDA}"/>
              </a:ext>
            </a:extLst>
          </p:cNvPr>
          <p:cNvSpPr/>
          <p:nvPr/>
        </p:nvSpPr>
        <p:spPr>
          <a:xfrm rot="5400000">
            <a:off x="4678772" y="56776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FAB39A75-5A3E-3634-F903-0030DD183E3B}"/>
              </a:ext>
            </a:extLst>
          </p:cNvPr>
          <p:cNvSpPr/>
          <p:nvPr/>
        </p:nvSpPr>
        <p:spPr>
          <a:xfrm rot="5400000">
            <a:off x="4196113" y="6144585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336F7E-4518-4427-D84C-9AB3D4328977}"/>
              </a:ext>
            </a:extLst>
          </p:cNvPr>
          <p:cNvSpPr txBox="1"/>
          <p:nvPr/>
        </p:nvSpPr>
        <p:spPr>
          <a:xfrm>
            <a:off x="6269174" y="1446414"/>
            <a:ext cx="450084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La puntualidad es la disciplina de estar a tiempo para cumplir nuestras compromisos y obligaciones en los diferentes contextos laborales, sociales y personales, se asocia a la responsabilidad que asumimos.</a:t>
            </a:r>
          </a:p>
          <a:p>
            <a:pPr algn="ctr"/>
            <a:endParaRPr lang="es-MX" sz="240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algn="ctr"/>
            <a:r>
              <a:rPr lang="es-MX" sz="240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Nuestra palabra genera valor, es la garantía para contar con nuestra presencia en el momento justo, preciso y necesario.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4796BB9-B8B3-9AE8-408A-E8E3619CEBF0}"/>
              </a:ext>
            </a:extLst>
          </p:cNvPr>
          <p:cNvSpPr txBox="1"/>
          <p:nvPr/>
        </p:nvSpPr>
        <p:spPr>
          <a:xfrm>
            <a:off x="1166866" y="413859"/>
            <a:ext cx="8711749" cy="643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Puntualidad y Responsabilidad</a:t>
            </a:r>
            <a:endParaRPr lang="es-CO" sz="400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4" descr="Puntualidad Vectores Libres de Derechos - iStock">
            <a:extLst>
              <a:ext uri="{FF2B5EF4-FFF2-40B4-BE49-F238E27FC236}">
                <a16:creationId xmlns:a16="http://schemas.microsoft.com/office/drawing/2014/main" id="{DB7FAA2A-F969-6177-88E7-763FFEE37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29" y="1603044"/>
            <a:ext cx="4931228" cy="394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186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C758B-12E6-02AA-4EB0-1E3EFA2D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E012C78A-A97D-0A2D-D314-76B1CB10E822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F2E96F00-D2B9-EC7A-2EFE-A725230AF555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13CDC9A-93F4-5D8E-B57C-76953F8987AE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09D99CDC-FA7F-056D-867C-63E270053F58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12BE616-AB8C-C63D-E67E-1319EDD5B7A5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CADA8649-2C63-29BC-47C3-1BBC7749568B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6BE2E863-54CC-6649-D846-10846B365A33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42286BA3-9C8C-0E8A-E495-953E1F4D410F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9BDD5515-74F1-C656-E751-026535EFE7AF}"/>
              </a:ext>
            </a:extLst>
          </p:cNvPr>
          <p:cNvSpPr/>
          <p:nvPr/>
        </p:nvSpPr>
        <p:spPr>
          <a:xfrm rot="5400000">
            <a:off x="4649146" y="5357124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82C154A9-65A4-2E69-8E89-8BEC36EDFF1F}"/>
              </a:ext>
            </a:extLst>
          </p:cNvPr>
          <p:cNvSpPr/>
          <p:nvPr/>
        </p:nvSpPr>
        <p:spPr>
          <a:xfrm rot="5400000">
            <a:off x="4678750" y="561239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FFC03296-3E82-4D7A-2F32-A43DBB526672}"/>
              </a:ext>
            </a:extLst>
          </p:cNvPr>
          <p:cNvSpPr/>
          <p:nvPr/>
        </p:nvSpPr>
        <p:spPr>
          <a:xfrm rot="5400000">
            <a:off x="4196113" y="6095597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578B62-5B9A-C5D0-FA7B-EB533E55B36C}"/>
              </a:ext>
            </a:extLst>
          </p:cNvPr>
          <p:cNvSpPr txBox="1"/>
          <p:nvPr/>
        </p:nvSpPr>
        <p:spPr>
          <a:xfrm>
            <a:off x="355355" y="1519925"/>
            <a:ext cx="4097532" cy="44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320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La buena disposición, simpatía, amabilidad, cordialidad y autocontrol son esenciales en el proceso.</a:t>
            </a:r>
            <a:endParaRPr lang="es-CO" sz="320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FC6CC50-397D-A15E-4409-E91E5211CC0D}"/>
              </a:ext>
            </a:extLst>
          </p:cNvPr>
          <p:cNvSpPr txBox="1"/>
          <p:nvPr/>
        </p:nvSpPr>
        <p:spPr>
          <a:xfrm>
            <a:off x="1166866" y="381682"/>
            <a:ext cx="8711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Disposición y Actitud</a:t>
            </a:r>
            <a:endParaRPr lang="es-CO" sz="400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2" descr="Cómo mantener una actitud positiva en el trabajo">
            <a:extLst>
              <a:ext uri="{FF2B5EF4-FFF2-40B4-BE49-F238E27FC236}">
                <a16:creationId xmlns:a16="http://schemas.microsoft.com/office/drawing/2014/main" id="{97047F94-ECC6-FACB-12A7-3F12DD5C4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521" y="1603044"/>
            <a:ext cx="5097242" cy="427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51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17E99-3CA5-AA7D-6A5B-84EC0647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9FBDF88B-43B9-B1F8-C3B6-B4399978ACE0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DFE40A39-09C6-C1A6-E58C-EBCCA51E88C3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803E0A97-461C-719E-0976-86AB72E18B15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60EDA881-0FF8-93BF-2DF0-DB1C366459AD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EF16099-9903-24EC-81B3-136FCACE54F1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DA5A4722-7A05-269E-1822-2B3AD16328FB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06DA9F69-0DC1-F9C1-66B0-EB9DFDD65277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9BE17024-BA15-0085-B63A-0E4681346987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4319E07C-0F5A-3FBE-5562-AEFF8F3078C2}"/>
              </a:ext>
            </a:extLst>
          </p:cNvPr>
          <p:cNvSpPr/>
          <p:nvPr/>
        </p:nvSpPr>
        <p:spPr>
          <a:xfrm rot="5400000">
            <a:off x="4649146" y="5438770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7F479CE9-C6B2-4A3E-D9E8-1F4A4B1F9E93}"/>
              </a:ext>
            </a:extLst>
          </p:cNvPr>
          <p:cNvSpPr/>
          <p:nvPr/>
        </p:nvSpPr>
        <p:spPr>
          <a:xfrm rot="5400000">
            <a:off x="4678772" y="56776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7346739D-C228-E6E8-4249-E42DB88E2F14}"/>
              </a:ext>
            </a:extLst>
          </p:cNvPr>
          <p:cNvSpPr/>
          <p:nvPr/>
        </p:nvSpPr>
        <p:spPr>
          <a:xfrm rot="5400000">
            <a:off x="4196113" y="6144585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91C8F9-1F19-0336-EFD3-2DD3CF6D0DB0}"/>
              </a:ext>
            </a:extLst>
          </p:cNvPr>
          <p:cNvSpPr txBox="1"/>
          <p:nvPr/>
        </p:nvSpPr>
        <p:spPr>
          <a:xfrm>
            <a:off x="1166866" y="381682"/>
            <a:ext cx="8711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Respeto y Confianza</a:t>
            </a:r>
            <a:endParaRPr lang="es-CO" sz="400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6" name="Picture 2" descr="7 claves para ganar más respeto">
            <a:extLst>
              <a:ext uri="{FF2B5EF4-FFF2-40B4-BE49-F238E27FC236}">
                <a16:creationId xmlns:a16="http://schemas.microsoft.com/office/drawing/2014/main" id="{D83C8CEB-839B-C96E-00F8-C56D0647C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56" y="1966585"/>
            <a:ext cx="4399007" cy="3018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1AAD375-C678-CE56-44DF-D4D60AC2B381}"/>
              </a:ext>
            </a:extLst>
          </p:cNvPr>
          <p:cNvSpPr txBox="1"/>
          <p:nvPr/>
        </p:nvSpPr>
        <p:spPr>
          <a:xfrm>
            <a:off x="5979233" y="1208946"/>
            <a:ext cx="4500847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80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El respeto incrementa la credibilidad, fomenta la confianza de los compañeros, facilita la rápida solución de problemas, genera la productividad y es la base de la sana convivencia.</a:t>
            </a:r>
          </a:p>
        </p:txBody>
      </p:sp>
    </p:spTree>
    <p:extLst>
      <p:ext uri="{BB962C8B-B14F-4D97-AF65-F5344CB8AC3E}">
        <p14:creationId xmlns:p14="http://schemas.microsoft.com/office/powerpoint/2010/main" val="3414198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50B68-F721-A998-81E4-C84B7132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C4131D53-4388-04FD-25B8-317AA304407A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3001D54D-6B44-7637-9DFA-2A7546CEA548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2467CE0A-DD84-9360-0EE1-E480176ED29D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662FB381-90EC-B4D9-317B-34A12E719A67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964E922-5878-2D31-F088-70A2EAB86659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76C15A41-2DAB-0596-65FD-481912D0A51C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DF101319-E883-BCC6-5526-EFF8BBDBC755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80D46F38-DD04-4E0B-1EEC-59071C2BA35E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DC652E60-B1DD-77F0-1A03-99C596B2E687}"/>
              </a:ext>
            </a:extLst>
          </p:cNvPr>
          <p:cNvSpPr/>
          <p:nvPr/>
        </p:nvSpPr>
        <p:spPr>
          <a:xfrm rot="5400000">
            <a:off x="4765946" y="5083237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F9F1CB6F-98FB-4495-2DED-32A7BB725AF8}"/>
              </a:ext>
            </a:extLst>
          </p:cNvPr>
          <p:cNvSpPr/>
          <p:nvPr/>
        </p:nvSpPr>
        <p:spPr>
          <a:xfrm rot="5400000">
            <a:off x="4814747" y="53951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7B86F84D-70E1-7D1C-6149-39E3370082F4}"/>
              </a:ext>
            </a:extLst>
          </p:cNvPr>
          <p:cNvSpPr/>
          <p:nvPr/>
        </p:nvSpPr>
        <p:spPr>
          <a:xfrm rot="5400000">
            <a:off x="4308365" y="5921203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A3D3A2-4882-F8E3-B016-4ACE8E408435}"/>
              </a:ext>
            </a:extLst>
          </p:cNvPr>
          <p:cNvSpPr txBox="1"/>
          <p:nvPr/>
        </p:nvSpPr>
        <p:spPr>
          <a:xfrm>
            <a:off x="306426" y="1268993"/>
            <a:ext cx="45272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El trabajo en equipo fomenta cumplimiento de objetivos, integra la participación, proactividad y fortalecimiento de las habilidades y destrezas en el desarrollo de la etapa practica.</a:t>
            </a:r>
          </a:p>
          <a:p>
            <a:pPr algn="just"/>
            <a:endParaRPr lang="es-CO" sz="2400" b="1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52AD8CC-C3A0-AAF6-DE1D-F403C17029E5}"/>
              </a:ext>
            </a:extLst>
          </p:cNvPr>
          <p:cNvSpPr txBox="1"/>
          <p:nvPr/>
        </p:nvSpPr>
        <p:spPr>
          <a:xfrm>
            <a:off x="2971800" y="381682"/>
            <a:ext cx="6906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Trabajo en Equipo</a:t>
            </a:r>
            <a:endParaRPr lang="es-CO" sz="400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4" descr="Los miembros del equipo stock de ilustración">
            <a:extLst>
              <a:ext uri="{FF2B5EF4-FFF2-40B4-BE49-F238E27FC236}">
                <a16:creationId xmlns:a16="http://schemas.microsoft.com/office/drawing/2014/main" id="{084BA176-1A27-19C1-4E90-4808DE8F6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677" y="2101516"/>
            <a:ext cx="4626584" cy="33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361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DD66F-E5AE-37D8-6981-D4AF23DE0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7242A3EF-C41F-4453-A16D-DDBE3C69264F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965F3C11-E8CA-B2C3-E005-3C17E397092F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D11735D1-A162-5D9E-72B9-64C7244F4717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B8C5CCF1-A64A-124D-ABB5-EF54E40612A1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0251C1D-B3B4-52B7-5578-33DC17AB6A4C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A67AB470-30DF-8FEE-5E77-012F6B2CDE43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0B127225-2578-5B3F-A717-AAC81FA8FD92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3E0F1954-7943-A682-FE50-B4C5FE89A421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FC3D5093-796A-4532-EFE4-EBB18250E5FA}"/>
              </a:ext>
            </a:extLst>
          </p:cNvPr>
          <p:cNvSpPr/>
          <p:nvPr/>
        </p:nvSpPr>
        <p:spPr>
          <a:xfrm rot="5400000">
            <a:off x="4765946" y="5083237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1C319AD0-0E89-779B-D423-FA1AA9A6119E}"/>
              </a:ext>
            </a:extLst>
          </p:cNvPr>
          <p:cNvSpPr/>
          <p:nvPr/>
        </p:nvSpPr>
        <p:spPr>
          <a:xfrm rot="5400000">
            <a:off x="4814747" y="53951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38A6E756-958A-CBCF-9078-A0F7F204A7DB}"/>
              </a:ext>
            </a:extLst>
          </p:cNvPr>
          <p:cNvSpPr/>
          <p:nvPr/>
        </p:nvSpPr>
        <p:spPr>
          <a:xfrm rot="5400000">
            <a:off x="4308365" y="5921203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90A6B2-3F19-2C20-69FA-A264A6E04884}"/>
              </a:ext>
            </a:extLst>
          </p:cNvPr>
          <p:cNvSpPr txBox="1"/>
          <p:nvPr/>
        </p:nvSpPr>
        <p:spPr>
          <a:xfrm>
            <a:off x="747242" y="1673161"/>
            <a:ext cx="47772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b="1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El seguimiento a la etapa productiva es obligatorio y se realizará de manera virtual y </a:t>
            </a:r>
            <a:r>
              <a:rPr lang="es-MX" sz="2400" b="1">
                <a:solidFill>
                  <a:schemeClr val="tx1">
                    <a:lumMod val="75000"/>
                    <a:lumOff val="25000"/>
                  </a:schemeClr>
                </a:solidFill>
                <a:latin typeface="Roboto Light"/>
                <a:cs typeface="Arial" panose="020B0604020202020204" pitchFamily="34" charset="0"/>
              </a:rPr>
              <a:t>presencial</a:t>
            </a:r>
            <a:r>
              <a:rPr lang="es-MX" sz="2400" b="1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, una vez cumplida la fase de etapa lectiva. </a:t>
            </a:r>
          </a:p>
          <a:p>
            <a:pPr algn="just"/>
            <a:endParaRPr lang="es-MX" sz="2400" b="1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algn="just"/>
            <a:r>
              <a:rPr lang="es-MX" sz="2400" b="1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Finalizada la etapa practica para el trámite del título académico, se exigen las evidencias del proceso.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BE0663-0B32-ADF6-4BFB-4DBCDCCE5259}"/>
              </a:ext>
            </a:extLst>
          </p:cNvPr>
          <p:cNvSpPr txBox="1"/>
          <p:nvPr/>
        </p:nvSpPr>
        <p:spPr>
          <a:xfrm>
            <a:off x="2549714" y="381682"/>
            <a:ext cx="6091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Seguimiento a la Etapa Practica </a:t>
            </a:r>
            <a:r>
              <a:rPr lang="es-ES" sz="24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(1)</a:t>
            </a:r>
            <a:endParaRPr lang="es-CO" sz="160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8758B545-F712-AFF5-A1A6-6F09D94148A2}"/>
              </a:ext>
            </a:extLst>
          </p:cNvPr>
          <p:cNvSpPr/>
          <p:nvPr/>
        </p:nvSpPr>
        <p:spPr>
          <a:xfrm>
            <a:off x="6250402" y="1722589"/>
            <a:ext cx="2022228" cy="1708160"/>
          </a:xfrm>
          <a:prstGeom prst="hexagon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300" b="1"/>
              <a:t>Bitácoras</a:t>
            </a:r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6E11D804-3B8E-300F-9309-E5DD4625BFA0}"/>
              </a:ext>
            </a:extLst>
          </p:cNvPr>
          <p:cNvSpPr/>
          <p:nvPr/>
        </p:nvSpPr>
        <p:spPr>
          <a:xfrm>
            <a:off x="8546146" y="1617774"/>
            <a:ext cx="1993517" cy="1708160"/>
          </a:xfrm>
          <a:prstGeom prst="hexag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sz="2000" b="1"/>
              <a:t>Lista asistencia Visita</a:t>
            </a:r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744827EA-8627-9440-6364-C32D3AF1796C}"/>
              </a:ext>
            </a:extLst>
          </p:cNvPr>
          <p:cNvSpPr/>
          <p:nvPr/>
        </p:nvSpPr>
        <p:spPr>
          <a:xfrm>
            <a:off x="6176210" y="3767958"/>
            <a:ext cx="2051220" cy="1708160"/>
          </a:xfrm>
          <a:prstGeom prst="hexagon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300" b="1"/>
              <a:t>Formatos F023</a:t>
            </a:r>
          </a:p>
        </p:txBody>
      </p:sp>
      <p:sp>
        <p:nvSpPr>
          <p:cNvPr id="10" name="Hexágono 9">
            <a:extLst>
              <a:ext uri="{FF2B5EF4-FFF2-40B4-BE49-F238E27FC236}">
                <a16:creationId xmlns:a16="http://schemas.microsoft.com/office/drawing/2014/main" id="{D8B79ED1-F857-E14E-B386-A6C3CF9BEB86}"/>
              </a:ext>
            </a:extLst>
          </p:cNvPr>
          <p:cNvSpPr/>
          <p:nvPr/>
        </p:nvSpPr>
        <p:spPr>
          <a:xfrm>
            <a:off x="8432126" y="3800637"/>
            <a:ext cx="2107537" cy="1708160"/>
          </a:xfrm>
          <a:prstGeom prst="hexagon">
            <a:avLst/>
          </a:prstGeom>
          <a:solidFill>
            <a:srgbClr val="38AA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A0D8F9B-A4A3-4340-0CBC-08FAB4492630}"/>
              </a:ext>
            </a:extLst>
          </p:cNvPr>
          <p:cNvSpPr txBox="1"/>
          <p:nvPr/>
        </p:nvSpPr>
        <p:spPr>
          <a:xfrm>
            <a:off x="8733415" y="3936353"/>
            <a:ext cx="16879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>
                <a:solidFill>
                  <a:schemeClr val="bg1"/>
                </a:solidFill>
              </a:rPr>
              <a:t>Plataforma Zajuna o correo electrónico</a:t>
            </a:r>
          </a:p>
        </p:txBody>
      </p:sp>
    </p:spTree>
    <p:extLst>
      <p:ext uri="{BB962C8B-B14F-4D97-AF65-F5344CB8AC3E}">
        <p14:creationId xmlns:p14="http://schemas.microsoft.com/office/powerpoint/2010/main" val="4267184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1A4D2-6B4B-4F9D-0860-5EBBC5B8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7A770070-10A6-29F8-AC28-8BA927FC03D6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7A78C4D1-BE7B-9415-F299-95A49F089403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758986E-1A60-B7B9-AB61-E232D903858A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83BE5F81-39CE-92A5-A2F2-FE819A50DF73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8AF7CBD7-F02C-54E2-1F73-D1DF7EF8B144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76358C23-4B4C-A3BC-D464-3FC19E1BEF39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F0DD8797-68F9-BC10-7086-E35C784DCDD7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C6B145F7-36D5-0E05-DF3A-6199989B1F04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9B2BD5C3-DAD0-839A-6D70-94B1F3B1C6C6}"/>
              </a:ext>
            </a:extLst>
          </p:cNvPr>
          <p:cNvSpPr/>
          <p:nvPr/>
        </p:nvSpPr>
        <p:spPr>
          <a:xfrm rot="5400000">
            <a:off x="4765944" y="5295296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6D9DE700-BF3A-2476-FCA3-522FA46D22F3}"/>
              </a:ext>
            </a:extLst>
          </p:cNvPr>
          <p:cNvSpPr/>
          <p:nvPr/>
        </p:nvSpPr>
        <p:spPr>
          <a:xfrm rot="5400000">
            <a:off x="4790033" y="5531061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F5B4A82A-F638-FD61-95D8-BB6FF1B676BA}"/>
              </a:ext>
            </a:extLst>
          </p:cNvPr>
          <p:cNvSpPr/>
          <p:nvPr/>
        </p:nvSpPr>
        <p:spPr>
          <a:xfrm rot="5400000">
            <a:off x="4317951" y="5957913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977F39-F05E-9083-1932-5C5CD67A085A}"/>
              </a:ext>
            </a:extLst>
          </p:cNvPr>
          <p:cNvSpPr txBox="1"/>
          <p:nvPr/>
        </p:nvSpPr>
        <p:spPr>
          <a:xfrm>
            <a:off x="3231351" y="1354960"/>
            <a:ext cx="7475836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/>
              </a:rPr>
              <a:t>Recuerde que no esta permitido renunciar unilateralmente al Contrato de Aprendizaje.</a:t>
            </a:r>
          </a:p>
          <a:p>
            <a:pPr algn="just"/>
            <a:endParaRPr lang="es-MX" sz="2400" b="1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Antes de tomar alguna decisión consulte con las personas encargadas.</a:t>
            </a:r>
          </a:p>
          <a:p>
            <a:pPr algn="just"/>
            <a:endParaRPr lang="es-MX" sz="2400" b="1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/>
              </a:rPr>
              <a:t>Recuerde que con tres fallas consecutivas sin justa causa, se cancela el registro de matricula.</a:t>
            </a:r>
            <a:endParaRPr lang="es-MX" sz="2400" b="1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ea typeface="Roboto Light"/>
              <a:cs typeface="Arial"/>
            </a:endParaRPr>
          </a:p>
          <a:p>
            <a:pPr algn="just"/>
            <a:endParaRPr lang="es-MX" sz="2400" b="1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/>
              </a:rPr>
              <a:t>El Reglamento del Aprendiz Acuerdo 007  del 2024 el Blog CSF, consulta continua. </a:t>
            </a:r>
            <a:endParaRPr lang="es-MX" sz="2400" b="1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ea typeface="Roboto Light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3B992C-BCAF-0210-C416-A9C5121FC1E1}"/>
              </a:ext>
            </a:extLst>
          </p:cNvPr>
          <p:cNvSpPr txBox="1"/>
          <p:nvPr/>
        </p:nvSpPr>
        <p:spPr>
          <a:xfrm>
            <a:off x="3501187" y="381682"/>
            <a:ext cx="6091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Seguimiento a la Etapa Practica </a:t>
            </a:r>
            <a:r>
              <a:rPr lang="es-ES" sz="24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(2)</a:t>
            </a:r>
            <a:endParaRPr lang="es-CO" sz="160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12" descr="Imágenes de Lista 3d - Descarga gratuita en Freepik">
            <a:extLst>
              <a:ext uri="{FF2B5EF4-FFF2-40B4-BE49-F238E27FC236}">
                <a16:creationId xmlns:a16="http://schemas.microsoft.com/office/drawing/2014/main" id="{668CF0C0-53F8-52C9-AC00-A373D5E75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583192"/>
            <a:ext cx="2665884" cy="358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904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41dd0a9e-964d-48c8-9389-7445c2a187f7" xsi:nil="true"/>
    <lcf76f155ced4ddcb4097134ff3c332f xmlns="edbb1c21-1b45-407e-8894-c97732534993">
      <Terms xmlns="http://schemas.microsoft.com/office/infopath/2007/PartnerControls"/>
    </lcf76f155ced4ddcb4097134ff3c332f>
    <_Flow_SignoffStatus xmlns="edbb1c21-1b45-407e-8894-c97732534993" xsi:nil="true"/>
    <_ip_UnifiedCompliancePolicyProperties xmlns="http://schemas.microsoft.com/sharepoint/v3" xsi:nil="true"/>
    <FechayHora xmlns="edbb1c21-1b45-407e-8894-c97732534993" xsi:nil="true"/>
    <_x0031_010005470 xmlns="edbb1c21-1b45-407e-8894-c97732534993">
      <UserInfo>
        <DisplayName/>
        <AccountId xsi:nil="true"/>
        <AccountType/>
      </UserInfo>
    </_x0031_010005470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0239B14884FBB46AB47CE62E6B5D997" ma:contentTypeVersion="24" ma:contentTypeDescription="Crear nuevo documento." ma:contentTypeScope="" ma:versionID="b6ab89fea7834a800ef4aa7b4dcf2bfc">
  <xsd:schema xmlns:xsd="http://www.w3.org/2001/XMLSchema" xmlns:xs="http://www.w3.org/2001/XMLSchema" xmlns:p="http://schemas.microsoft.com/office/2006/metadata/properties" xmlns:ns1="http://schemas.microsoft.com/sharepoint/v3" xmlns:ns2="edbb1c21-1b45-407e-8894-c97732534993" xmlns:ns3="41dd0a9e-964d-48c8-9389-7445c2a187f7" targetNamespace="http://schemas.microsoft.com/office/2006/metadata/properties" ma:root="true" ma:fieldsID="a5276f219cdfe425c8736ddd53308c8b" ns1:_="" ns2:_="" ns3:_="">
    <xsd:import namespace="http://schemas.microsoft.com/sharepoint/v3"/>
    <xsd:import namespace="edbb1c21-1b45-407e-8894-c97732534993"/>
    <xsd:import namespace="41dd0a9e-964d-48c8-9389-7445c2a187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_Flow_SignoffStatus" minOccurs="0"/>
                <xsd:element ref="ns2:FechayHora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  <xsd:element ref="ns2:_x0031_01000547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b1c21-1b45-407e-8894-c977325349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Flow_SignoffStatus" ma:index="20" nillable="true" ma:displayName="Estado de aprobación" ma:internalName="Estado_x0020_de_x0020_aprobaci_x00f3_n">
      <xsd:simpleType>
        <xsd:restriction base="dms:Text"/>
      </xsd:simpleType>
    </xsd:element>
    <xsd:element name="FechayHora" ma:index="21" nillable="true" ma:displayName="Fecha y Hora" ma:description="Fecha y Hora" ma:format="DateTime" ma:internalName="FechayHor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0031_010005470" ma:index="31" nillable="true" ma:displayName="1010005470" ma:format="Dropdown" ma:list="UserInfo" ma:SharePointGroup="0" ma:internalName="_x0031_010005470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d0a9e-964d-48c8-9389-7445c2a187f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f955bbf-853c-4bfd-87ed-1b9a3029639f}" ma:internalName="TaxCatchAll" ma:showField="CatchAllData" ma:web="41dd0a9e-964d-48c8-9389-7445c2a187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54BE6C-B358-4EBC-80D8-1AAE60EEC271}">
  <ds:schemaRefs>
    <ds:schemaRef ds:uri="41dd0a9e-964d-48c8-9389-7445c2a187f7"/>
    <ds:schemaRef ds:uri="edbb1c21-1b45-407e-8894-c97732534993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F45F04A8-C3F9-446E-9070-AA6CEC598A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2DD862-0CBA-4A91-92AA-B8072164FF7D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2809</Words>
  <Application>Microsoft Office PowerPoint</Application>
  <PresentationFormat>Panorámica</PresentationFormat>
  <Paragraphs>224</Paragraphs>
  <Slides>23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Marlon .</cp:lastModifiedBy>
  <cp:revision>91</cp:revision>
  <dcterms:created xsi:type="dcterms:W3CDTF">2020-10-01T23:51:28Z</dcterms:created>
  <dcterms:modified xsi:type="dcterms:W3CDTF">2025-11-24T18:34:13Z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ContentTypeId">
    <vt:lpwstr>0x01010080239B14884FBB46AB47CE62E6B5D997</vt:lpwstr>
  </property>
  <property fmtid="{D5CDD505-2E9C-101B-9397-08002B2CF9AE}" pid="10" name="MediaServiceImageTags">
    <vt:lpwstr/>
  </property>
</Properties>
</file>