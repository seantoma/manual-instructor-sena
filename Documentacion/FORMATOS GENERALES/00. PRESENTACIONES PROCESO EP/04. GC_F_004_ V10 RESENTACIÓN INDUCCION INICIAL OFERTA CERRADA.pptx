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diagrams/data2.xml" ContentType="application/vnd.openxmlformats-officedocument.drawingml.diagramData+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538" r:id="rId2"/>
    <p:sldId id="536" r:id="rId3"/>
    <p:sldId id="548" r:id="rId4"/>
    <p:sldId id="539" r:id="rId5"/>
    <p:sldId id="540" r:id="rId6"/>
    <p:sldId id="551" r:id="rId7"/>
    <p:sldId id="552" r:id="rId8"/>
    <p:sldId id="555" r:id="rId9"/>
    <p:sldId id="554" r:id="rId10"/>
    <p:sldId id="557" r:id="rId11"/>
    <p:sldId id="559" r:id="rId12"/>
    <p:sldId id="556" r:id="rId13"/>
    <p:sldId id="558" r:id="rId14"/>
    <p:sldId id="553" r:id="rId15"/>
    <p:sldId id="561" r:id="rId16"/>
    <p:sldId id="560" r:id="rId17"/>
    <p:sldId id="566" r:id="rId18"/>
    <p:sldId id="564" r:id="rId19"/>
    <p:sldId id="565" r:id="rId20"/>
    <p:sldId id="563" r:id="rId21"/>
    <p:sldId id="568" r:id="rId22"/>
    <p:sldId id="567" r:id="rId23"/>
    <p:sldId id="531" r:id="rId2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5" userDrawn="1">
          <p15:clr>
            <a:srgbClr val="A4A3A4"/>
          </p15:clr>
        </p15:guide>
        <p15:guide id="2" pos="3840" userDrawn="1">
          <p15:clr>
            <a:srgbClr val="A4A3A4"/>
          </p15:clr>
        </p15:guide>
        <p15:guide id="3" orient="horz" pos="1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C"/>
    <a:srgbClr val="343433"/>
    <a:srgbClr val="FF6C00"/>
    <a:srgbClr val="38AA00"/>
    <a:srgbClr val="766363"/>
    <a:srgbClr val="FFF5EA"/>
    <a:srgbClr val="003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28"/>
    <p:restoredTop sz="97242"/>
  </p:normalViewPr>
  <p:slideViewPr>
    <p:cSldViewPr snapToGrid="0">
      <p:cViewPr varScale="1">
        <p:scale>
          <a:sx n="74" d="100"/>
          <a:sy n="74" d="100"/>
        </p:scale>
        <p:origin x="1464" y="283"/>
      </p:cViewPr>
      <p:guideLst>
        <p:guide orient="horz" pos="595"/>
        <p:guide pos="3840"/>
        <p:guide orient="horz" pos="187"/>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C01CDF-66F4-4D0B-B20A-81A7B760FCAD}" type="doc">
      <dgm:prSet loTypeId="urn:microsoft.com/office/officeart/2005/8/layout/hList6" loCatId="list" qsTypeId="urn:microsoft.com/office/officeart/2005/8/quickstyle/3d2" qsCatId="3D" csTypeId="urn:microsoft.com/office/officeart/2005/8/colors/colorful5" csCatId="colorful" phldr="1"/>
      <dgm:spPr/>
      <dgm:t>
        <a:bodyPr/>
        <a:lstStyle/>
        <a:p>
          <a:endParaRPr lang="es-CO"/>
        </a:p>
      </dgm:t>
    </dgm:pt>
    <dgm:pt modelId="{539276B5-532C-4D67-8B98-7BFCED12A0C6}">
      <dgm:prSet phldrT="[Texto]" custT="1"/>
      <dgm:spPr/>
      <dgm:t>
        <a:bodyPr/>
        <a:lstStyle/>
        <a:p>
          <a:r>
            <a:rPr lang="es-ES" sz="2200" dirty="0">
              <a:latin typeface="Bahnschrift SemiLight Condensed" panose="020B0502040204020203" pitchFamily="34" charset="0"/>
            </a:rPr>
            <a:t>Es aquella en la que el aprendiz aplica en la resolución de problemas reales del sector productivo los conocimientos, habilidades y destrezas pertinentes a las competencias del programa de formación.</a:t>
          </a:r>
          <a:endParaRPr lang="es-CO" sz="2200" b="1" dirty="0"/>
        </a:p>
      </dgm:t>
    </dgm:pt>
    <dgm:pt modelId="{DEBF2CBC-4336-4559-9243-C37CBAAE1B05}" type="parTrans" cxnId="{EEF99828-D81E-493A-B909-E9D14E2C82B0}">
      <dgm:prSet/>
      <dgm:spPr/>
      <dgm:t>
        <a:bodyPr/>
        <a:lstStyle/>
        <a:p>
          <a:endParaRPr lang="es-CO" sz="1100"/>
        </a:p>
      </dgm:t>
    </dgm:pt>
    <dgm:pt modelId="{81519339-9F7D-4012-9A74-E4959563EC7D}" type="sibTrans" cxnId="{EEF99828-D81E-493A-B909-E9D14E2C82B0}">
      <dgm:prSet custT="1"/>
      <dgm:spPr/>
      <dgm:t>
        <a:bodyPr/>
        <a:lstStyle/>
        <a:p>
          <a:endParaRPr lang="es-CO"/>
        </a:p>
      </dgm:t>
    </dgm:pt>
    <dgm:pt modelId="{118EF403-4055-4D62-84ED-B07E88611928}">
      <dgm:prSet phldrT="[Texto]" custT="1"/>
      <dgm:spPr/>
      <dgm:t>
        <a:bodyPr/>
        <a:lstStyle/>
        <a:p>
          <a:r>
            <a:rPr lang="es-ES" sz="2400" kern="1200">
              <a:latin typeface="Bahnschrift SemiLight Condensed" panose="020B0502040204020203" pitchFamily="34" charset="0"/>
              <a:ea typeface="+mn-ea"/>
              <a:cs typeface="+mn-cs"/>
            </a:rPr>
            <a:t>El Aprendiz debe Asumir estrategias y metodologías de autogestión</a:t>
          </a:r>
        </a:p>
        <a:p>
          <a:r>
            <a:rPr lang="es-ES" sz="2400" kern="1200">
              <a:latin typeface="Bahnschrift SemiLight Condensed" panose="020B0502040204020203" pitchFamily="34" charset="0"/>
              <a:ea typeface="+mn-ea"/>
              <a:cs typeface="+mn-cs"/>
            </a:rPr>
            <a:t>Reglamento al Aprendiz Capítulo V Art 11</a:t>
          </a:r>
          <a:endParaRPr lang="es-CO" sz="2400" kern="1200" dirty="0">
            <a:latin typeface="Bahnschrift SemiLight Condensed" panose="020B0502040204020203" pitchFamily="34" charset="0"/>
            <a:ea typeface="+mn-ea"/>
            <a:cs typeface="+mn-cs"/>
          </a:endParaRPr>
        </a:p>
      </dgm:t>
    </dgm:pt>
    <dgm:pt modelId="{29395F78-F944-4979-BBEA-712667D9B623}" type="parTrans" cxnId="{3CCA5231-6DED-4F67-8294-AEBFDDDFB167}">
      <dgm:prSet/>
      <dgm:spPr/>
      <dgm:t>
        <a:bodyPr/>
        <a:lstStyle/>
        <a:p>
          <a:endParaRPr lang="es-CO" sz="1100"/>
        </a:p>
      </dgm:t>
    </dgm:pt>
    <dgm:pt modelId="{376AEAEB-66E4-48D0-B778-D2DCA96C1CF8}" type="sibTrans" cxnId="{3CCA5231-6DED-4F67-8294-AEBFDDDFB167}">
      <dgm:prSet custT="1"/>
      <dgm:spPr/>
      <dgm:t>
        <a:bodyPr/>
        <a:lstStyle/>
        <a:p>
          <a:endParaRPr lang="es-CO"/>
        </a:p>
      </dgm:t>
    </dgm:pt>
    <dgm:pt modelId="{11E7527F-3A65-4DCB-81C8-A1A5C8C287FE}">
      <dgm:prSet phldrT="[Texto]" custT="1"/>
      <dgm:spPr/>
      <dgm:t>
        <a:bodyPr/>
        <a:lstStyle/>
        <a:p>
          <a:r>
            <a:rPr lang="es-ES" sz="2700" kern="1200" dirty="0">
              <a:latin typeface="Bahnschrift SemiLight Condensed" panose="020B0502040204020203" pitchFamily="34" charset="0"/>
              <a:ea typeface="+mn-ea"/>
              <a:cs typeface="+mn-cs"/>
            </a:rPr>
            <a:t>La etapa productiva no es homologable de otras formaciones y se debe realizar, aprobar como requisito de certificación</a:t>
          </a:r>
          <a:r>
            <a:rPr lang="es-ES" sz="2700" b="0" i="0" u="none" strike="noStrike" kern="1200" baseline="0" dirty="0">
              <a:latin typeface="Calibri" panose="020F0502020204030204" pitchFamily="34" charset="0"/>
            </a:rPr>
            <a:t>.</a:t>
          </a:r>
          <a:endParaRPr lang="es-CO" sz="2700" b="1" kern="1200" dirty="0"/>
        </a:p>
      </dgm:t>
    </dgm:pt>
    <dgm:pt modelId="{5E174725-E6FA-4DA3-BAD5-C4B93EEE8966}" type="parTrans" cxnId="{0DFC57AD-BEC3-40D9-B10A-13BF90DBB8CF}">
      <dgm:prSet/>
      <dgm:spPr/>
      <dgm:t>
        <a:bodyPr/>
        <a:lstStyle/>
        <a:p>
          <a:endParaRPr lang="es-CO" sz="1100"/>
        </a:p>
      </dgm:t>
    </dgm:pt>
    <dgm:pt modelId="{335242B5-89BF-454E-BE7D-38918EE5B621}" type="sibTrans" cxnId="{0DFC57AD-BEC3-40D9-B10A-13BF90DBB8CF}">
      <dgm:prSet custT="1"/>
      <dgm:spPr/>
      <dgm:t>
        <a:bodyPr/>
        <a:lstStyle/>
        <a:p>
          <a:endParaRPr lang="es-CO"/>
        </a:p>
      </dgm:t>
    </dgm:pt>
    <dgm:pt modelId="{56593250-CC93-4B07-A2C6-FEF5A4546B8F}" type="pres">
      <dgm:prSet presAssocID="{A8C01CDF-66F4-4D0B-B20A-81A7B760FCAD}" presName="Name0" presStyleCnt="0">
        <dgm:presLayoutVars>
          <dgm:dir/>
          <dgm:resizeHandles val="exact"/>
        </dgm:presLayoutVars>
      </dgm:prSet>
      <dgm:spPr/>
    </dgm:pt>
    <dgm:pt modelId="{1387F173-A96F-49BE-A48C-FFAC66327D97}" type="pres">
      <dgm:prSet presAssocID="{539276B5-532C-4D67-8B98-7BFCED12A0C6}" presName="node" presStyleLbl="node1" presStyleIdx="0" presStyleCnt="3">
        <dgm:presLayoutVars>
          <dgm:bulletEnabled val="1"/>
        </dgm:presLayoutVars>
      </dgm:prSet>
      <dgm:spPr/>
    </dgm:pt>
    <dgm:pt modelId="{AF92F31D-316E-4171-9FF7-D48ABB4BFCD2}" type="pres">
      <dgm:prSet presAssocID="{81519339-9F7D-4012-9A74-E4959563EC7D}" presName="sibTrans" presStyleCnt="0"/>
      <dgm:spPr/>
    </dgm:pt>
    <dgm:pt modelId="{EA37CCF5-B4F1-41BA-A85D-1B602F835EB6}" type="pres">
      <dgm:prSet presAssocID="{118EF403-4055-4D62-84ED-B07E88611928}" presName="node" presStyleLbl="node1" presStyleIdx="1" presStyleCnt="3">
        <dgm:presLayoutVars>
          <dgm:bulletEnabled val="1"/>
        </dgm:presLayoutVars>
      </dgm:prSet>
      <dgm:spPr/>
    </dgm:pt>
    <dgm:pt modelId="{F25ECB90-6B2C-4F66-9511-2889F8F726DB}" type="pres">
      <dgm:prSet presAssocID="{376AEAEB-66E4-48D0-B778-D2DCA96C1CF8}" presName="sibTrans" presStyleCnt="0"/>
      <dgm:spPr/>
    </dgm:pt>
    <dgm:pt modelId="{62E52C69-FA2E-47F4-8B2D-BDAC4690A44F}" type="pres">
      <dgm:prSet presAssocID="{11E7527F-3A65-4DCB-81C8-A1A5C8C287FE}" presName="node" presStyleLbl="node1" presStyleIdx="2" presStyleCnt="3">
        <dgm:presLayoutVars>
          <dgm:bulletEnabled val="1"/>
        </dgm:presLayoutVars>
      </dgm:prSet>
      <dgm:spPr/>
    </dgm:pt>
  </dgm:ptLst>
  <dgm:cxnLst>
    <dgm:cxn modelId="{EEF99828-D81E-493A-B909-E9D14E2C82B0}" srcId="{A8C01CDF-66F4-4D0B-B20A-81A7B760FCAD}" destId="{539276B5-532C-4D67-8B98-7BFCED12A0C6}" srcOrd="0" destOrd="0" parTransId="{DEBF2CBC-4336-4559-9243-C37CBAAE1B05}" sibTransId="{81519339-9F7D-4012-9A74-E4959563EC7D}"/>
    <dgm:cxn modelId="{36FB152B-1715-4BAC-AF22-CDAB535EAF7A}" type="presOf" srcId="{118EF403-4055-4D62-84ED-B07E88611928}" destId="{EA37CCF5-B4F1-41BA-A85D-1B602F835EB6}" srcOrd="0" destOrd="0" presId="urn:microsoft.com/office/officeart/2005/8/layout/hList6"/>
    <dgm:cxn modelId="{3CCA5231-6DED-4F67-8294-AEBFDDDFB167}" srcId="{A8C01CDF-66F4-4D0B-B20A-81A7B760FCAD}" destId="{118EF403-4055-4D62-84ED-B07E88611928}" srcOrd="1" destOrd="0" parTransId="{29395F78-F944-4979-BBEA-712667D9B623}" sibTransId="{376AEAEB-66E4-48D0-B778-D2DCA96C1CF8}"/>
    <dgm:cxn modelId="{68209E61-C0B6-4F1C-BDFC-7FE51834BA14}" type="presOf" srcId="{11E7527F-3A65-4DCB-81C8-A1A5C8C287FE}" destId="{62E52C69-FA2E-47F4-8B2D-BDAC4690A44F}" srcOrd="0" destOrd="0" presId="urn:microsoft.com/office/officeart/2005/8/layout/hList6"/>
    <dgm:cxn modelId="{680DE454-0968-4A1B-A78D-5FAC2782AA03}" type="presOf" srcId="{539276B5-532C-4D67-8B98-7BFCED12A0C6}" destId="{1387F173-A96F-49BE-A48C-FFAC66327D97}" srcOrd="0" destOrd="0" presId="urn:microsoft.com/office/officeart/2005/8/layout/hList6"/>
    <dgm:cxn modelId="{0DFC57AD-BEC3-40D9-B10A-13BF90DBB8CF}" srcId="{A8C01CDF-66F4-4D0B-B20A-81A7B760FCAD}" destId="{11E7527F-3A65-4DCB-81C8-A1A5C8C287FE}" srcOrd="2" destOrd="0" parTransId="{5E174725-E6FA-4DA3-BAD5-C4B93EEE8966}" sibTransId="{335242B5-89BF-454E-BE7D-38918EE5B621}"/>
    <dgm:cxn modelId="{587130CD-C9DB-45D6-A71B-7070BBA5B0BE}" type="presOf" srcId="{A8C01CDF-66F4-4D0B-B20A-81A7B760FCAD}" destId="{56593250-CC93-4B07-A2C6-FEF5A4546B8F}" srcOrd="0" destOrd="0" presId="urn:microsoft.com/office/officeart/2005/8/layout/hList6"/>
    <dgm:cxn modelId="{65734507-4A37-49C4-870C-8102A253C011}" type="presParOf" srcId="{56593250-CC93-4B07-A2C6-FEF5A4546B8F}" destId="{1387F173-A96F-49BE-A48C-FFAC66327D97}" srcOrd="0" destOrd="0" presId="urn:microsoft.com/office/officeart/2005/8/layout/hList6"/>
    <dgm:cxn modelId="{4BE8F40D-1ED8-4961-8758-52E47A26D81D}" type="presParOf" srcId="{56593250-CC93-4B07-A2C6-FEF5A4546B8F}" destId="{AF92F31D-316E-4171-9FF7-D48ABB4BFCD2}" srcOrd="1" destOrd="0" presId="urn:microsoft.com/office/officeart/2005/8/layout/hList6"/>
    <dgm:cxn modelId="{530DFEE0-54D8-4C8A-8381-1039A3F6F2B3}" type="presParOf" srcId="{56593250-CC93-4B07-A2C6-FEF5A4546B8F}" destId="{EA37CCF5-B4F1-41BA-A85D-1B602F835EB6}" srcOrd="2" destOrd="0" presId="urn:microsoft.com/office/officeart/2005/8/layout/hList6"/>
    <dgm:cxn modelId="{14E30BD8-670C-4450-8519-6EE45FA8A431}" type="presParOf" srcId="{56593250-CC93-4B07-A2C6-FEF5A4546B8F}" destId="{F25ECB90-6B2C-4F66-9511-2889F8F726DB}" srcOrd="3" destOrd="0" presId="urn:microsoft.com/office/officeart/2005/8/layout/hList6"/>
    <dgm:cxn modelId="{DE3711FA-06BB-4C36-8C5A-20FF95AC3507}" type="presParOf" srcId="{56593250-CC93-4B07-A2C6-FEF5A4546B8F}" destId="{62E52C69-FA2E-47F4-8B2D-BDAC4690A44F}" srcOrd="4" destOrd="0" presId="urn:microsoft.com/office/officeart/2005/8/layout/hList6"/>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C01CDF-66F4-4D0B-B20A-81A7B760FCAD}" type="doc">
      <dgm:prSet loTypeId="urn:microsoft.com/office/officeart/2005/8/layout/default" loCatId="list" qsTypeId="urn:microsoft.com/office/officeart/2005/8/quickstyle/3d2" qsCatId="3D" csTypeId="urn:microsoft.com/office/officeart/2005/8/colors/colorful4" csCatId="colorful" phldr="1"/>
      <dgm:spPr/>
      <dgm:t>
        <a:bodyPr/>
        <a:lstStyle/>
        <a:p>
          <a:endParaRPr lang="es-CO"/>
        </a:p>
      </dgm:t>
    </dgm:pt>
    <dgm:pt modelId="{118EF403-4055-4D62-84ED-B07E88611928}">
      <dgm:prSet phldrT="[Texto]" custT="1"/>
      <dgm:spPr/>
      <dgm:t>
        <a:bodyPr/>
        <a:lstStyle/>
        <a:p>
          <a:pPr algn="ctr"/>
          <a:r>
            <a:rPr lang="es-ES" sz="2800" kern="1200" dirty="0">
              <a:latin typeface="Bahnschrift SemiLight Condensed" panose="020B0502040204020203" pitchFamily="34" charset="0"/>
              <a:ea typeface="+mn-ea"/>
              <a:cs typeface="+mn-cs"/>
            </a:rPr>
            <a:t>Podrá ser celebrado por personas mayores de 14 años</a:t>
          </a:r>
          <a:endParaRPr lang="es-CO" sz="2800" kern="1200" dirty="0">
            <a:latin typeface="Bahnschrift SemiLight Condensed" panose="020B0502040204020203" pitchFamily="34" charset="0"/>
            <a:ea typeface="+mn-ea"/>
            <a:cs typeface="+mn-cs"/>
          </a:endParaRPr>
        </a:p>
      </dgm:t>
    </dgm:pt>
    <dgm:pt modelId="{29395F78-F944-4979-BBEA-712667D9B623}" type="parTrans" cxnId="{3CCA5231-6DED-4F67-8294-AEBFDDDFB167}">
      <dgm:prSet/>
      <dgm:spPr/>
      <dgm:t>
        <a:bodyPr/>
        <a:lstStyle/>
        <a:p>
          <a:endParaRPr lang="es-CO" sz="1100"/>
        </a:p>
      </dgm:t>
    </dgm:pt>
    <dgm:pt modelId="{376AEAEB-66E4-48D0-B778-D2DCA96C1CF8}" type="sibTrans" cxnId="{3CCA5231-6DED-4F67-8294-AEBFDDDFB167}">
      <dgm:prSet custT="1"/>
      <dgm:spPr/>
      <dgm:t>
        <a:bodyPr/>
        <a:lstStyle/>
        <a:p>
          <a:endParaRPr lang="es-CO"/>
        </a:p>
      </dgm:t>
    </dgm:pt>
    <dgm:pt modelId="{2ABB7BF1-7C13-4BDC-8B2A-4724DA43067D}">
      <dgm:prSet phldrT="[Texto]" custT="1"/>
      <dgm:spPr/>
      <dgm:t>
        <a:bodyPr/>
        <a:lstStyle/>
        <a:p>
          <a:r>
            <a:rPr lang="es-ES" sz="2400" dirty="0">
              <a:latin typeface="Bahnschrift SemiLight Condensed" panose="020B0502040204020203" pitchFamily="34" charset="0"/>
              <a:ea typeface="+mn-ea"/>
              <a:cs typeface="+mn-cs"/>
            </a:rPr>
            <a:t>Es un contrato formativo con exclusividad en las actividades propias de aprendizaje</a:t>
          </a:r>
          <a:endParaRPr lang="es-CO" sz="2400" dirty="0">
            <a:latin typeface="Bahnschrift SemiLight Condensed" panose="020B0502040204020203" pitchFamily="34" charset="0"/>
            <a:ea typeface="+mn-ea"/>
            <a:cs typeface="+mn-cs"/>
          </a:endParaRPr>
        </a:p>
      </dgm:t>
    </dgm:pt>
    <dgm:pt modelId="{46F46AFB-5490-4A5A-A56B-CC074A1B0686}" type="sibTrans" cxnId="{4299008C-67DC-4860-9A87-840F66B6ADAA}">
      <dgm:prSet/>
      <dgm:spPr/>
      <dgm:t>
        <a:bodyPr/>
        <a:lstStyle/>
        <a:p>
          <a:endParaRPr lang="es-ES"/>
        </a:p>
      </dgm:t>
    </dgm:pt>
    <dgm:pt modelId="{C5B64353-9E85-4299-803B-91E65C18D897}" type="parTrans" cxnId="{4299008C-67DC-4860-9A87-840F66B6ADAA}">
      <dgm:prSet/>
      <dgm:spPr/>
      <dgm:t>
        <a:bodyPr/>
        <a:lstStyle/>
        <a:p>
          <a:endParaRPr lang="es-ES"/>
        </a:p>
      </dgm:t>
    </dgm:pt>
    <dgm:pt modelId="{C21EA641-0B04-4F36-B674-48F29774B6FE}">
      <dgm:prSet phldrT="[Texto]" custT="1"/>
      <dgm:spPr/>
      <dgm:t>
        <a:bodyPr/>
        <a:lstStyle/>
        <a:p>
          <a:r>
            <a:rPr lang="es-ES" sz="2800" dirty="0">
              <a:latin typeface="Bahnschrift SemiLight Condensed" panose="020B0502040204020203" pitchFamily="34" charset="0"/>
              <a:ea typeface="+mn-ea"/>
              <a:cs typeface="+mn-cs"/>
            </a:rPr>
            <a:t>Sin Subordinación y por un plazo no mayor a dos 2 años ajustados a la formación</a:t>
          </a:r>
          <a:endParaRPr lang="es-CO" sz="2800" dirty="0">
            <a:latin typeface="Bahnschrift SemiLight Condensed" panose="020B0502040204020203" pitchFamily="34" charset="0"/>
            <a:ea typeface="+mn-ea"/>
            <a:cs typeface="+mn-cs"/>
          </a:endParaRPr>
        </a:p>
      </dgm:t>
    </dgm:pt>
    <dgm:pt modelId="{73DF4705-547D-444F-9CD0-B8FAA2965137}" type="parTrans" cxnId="{3DFC1347-AEB8-4A78-A7D3-0AB438805EF1}">
      <dgm:prSet/>
      <dgm:spPr/>
      <dgm:t>
        <a:bodyPr/>
        <a:lstStyle/>
        <a:p>
          <a:endParaRPr lang="es-ES"/>
        </a:p>
      </dgm:t>
    </dgm:pt>
    <dgm:pt modelId="{8E04E0A4-F736-4934-B552-44B7C6E147AE}" type="sibTrans" cxnId="{3DFC1347-AEB8-4A78-A7D3-0AB438805EF1}">
      <dgm:prSet/>
      <dgm:spPr/>
      <dgm:t>
        <a:bodyPr/>
        <a:lstStyle/>
        <a:p>
          <a:endParaRPr lang="es-ES"/>
        </a:p>
      </dgm:t>
    </dgm:pt>
    <dgm:pt modelId="{086DD0BF-6936-452C-88C5-DD93B96A4673}">
      <dgm:prSet phldrT="[Texto]" custT="1"/>
      <dgm:spPr/>
      <dgm:t>
        <a:bodyPr/>
        <a:lstStyle/>
        <a:p>
          <a:r>
            <a:rPr lang="es-ES" sz="2800" dirty="0">
              <a:latin typeface="Bahnschrift SemiLight Condensed" panose="020B0502040204020203" pitchFamily="34" charset="0"/>
              <a:ea typeface="+mn-ea"/>
              <a:cs typeface="+mn-cs"/>
            </a:rPr>
            <a:t>No es contrato laboral</a:t>
          </a:r>
          <a:endParaRPr lang="es-CO" sz="2800" dirty="0">
            <a:latin typeface="Bahnschrift SemiLight Condensed" panose="020B0502040204020203" pitchFamily="34" charset="0"/>
            <a:ea typeface="+mn-ea"/>
            <a:cs typeface="+mn-cs"/>
          </a:endParaRPr>
        </a:p>
      </dgm:t>
    </dgm:pt>
    <dgm:pt modelId="{46B3CF11-C66B-4F46-90F3-FAD842DDB73E}" type="parTrans" cxnId="{B3AA1FD9-B896-4627-A344-600142C0D17E}">
      <dgm:prSet/>
      <dgm:spPr/>
      <dgm:t>
        <a:bodyPr/>
        <a:lstStyle/>
        <a:p>
          <a:endParaRPr lang="es-ES"/>
        </a:p>
      </dgm:t>
    </dgm:pt>
    <dgm:pt modelId="{9B2204F9-C6AF-4C9C-854E-FD5C21770136}" type="sibTrans" cxnId="{B3AA1FD9-B896-4627-A344-600142C0D17E}">
      <dgm:prSet/>
      <dgm:spPr/>
      <dgm:t>
        <a:bodyPr/>
        <a:lstStyle/>
        <a:p>
          <a:endParaRPr lang="es-ES"/>
        </a:p>
      </dgm:t>
    </dgm:pt>
    <dgm:pt modelId="{73C58A08-229A-44D3-BC7F-B709E621709E}">
      <dgm:prSet phldrT="[Texto]" custT="1"/>
      <dgm:spPr/>
      <dgm:t>
        <a:bodyPr/>
        <a:lstStyle/>
        <a:p>
          <a:r>
            <a:rPr lang="es-ES" sz="2400" dirty="0">
              <a:latin typeface="Bahnschrift SemiLight Condensed" panose="020B0502040204020203" pitchFamily="34" charset="0"/>
              <a:ea typeface="+mn-ea"/>
              <a:cs typeface="+mn-cs"/>
            </a:rPr>
            <a:t>Reconocimiento de un apoyo de sostenimiento que garantice el proceso de aprendizaje, el cual en ningún caso constituye salario</a:t>
          </a:r>
          <a:endParaRPr lang="es-CO" sz="2400" dirty="0">
            <a:latin typeface="Bahnschrift SemiLight Condensed" panose="020B0502040204020203" pitchFamily="34" charset="0"/>
            <a:ea typeface="+mn-ea"/>
            <a:cs typeface="+mn-cs"/>
          </a:endParaRPr>
        </a:p>
      </dgm:t>
    </dgm:pt>
    <dgm:pt modelId="{F607EF92-E123-4398-A397-EBF501B8D713}" type="parTrans" cxnId="{B1645B20-0E04-4409-A22A-C097E363EFD6}">
      <dgm:prSet/>
      <dgm:spPr/>
      <dgm:t>
        <a:bodyPr/>
        <a:lstStyle/>
        <a:p>
          <a:endParaRPr lang="es-ES"/>
        </a:p>
      </dgm:t>
    </dgm:pt>
    <dgm:pt modelId="{2D057E53-0FA8-4FF8-B354-5C950E77C52F}" type="sibTrans" cxnId="{B1645B20-0E04-4409-A22A-C097E363EFD6}">
      <dgm:prSet/>
      <dgm:spPr/>
      <dgm:t>
        <a:bodyPr/>
        <a:lstStyle/>
        <a:p>
          <a:endParaRPr lang="es-ES"/>
        </a:p>
      </dgm:t>
    </dgm:pt>
    <dgm:pt modelId="{B251F207-AF65-48B5-9D1A-160462969334}" type="pres">
      <dgm:prSet presAssocID="{A8C01CDF-66F4-4D0B-B20A-81A7B760FCAD}" presName="diagram" presStyleCnt="0">
        <dgm:presLayoutVars>
          <dgm:dir/>
          <dgm:resizeHandles val="exact"/>
        </dgm:presLayoutVars>
      </dgm:prSet>
      <dgm:spPr/>
    </dgm:pt>
    <dgm:pt modelId="{71EB06BA-9CD8-41C0-9016-6FBE39039E23}" type="pres">
      <dgm:prSet presAssocID="{118EF403-4055-4D62-84ED-B07E88611928}" presName="node" presStyleLbl="node1" presStyleIdx="0" presStyleCnt="5">
        <dgm:presLayoutVars>
          <dgm:bulletEnabled val="1"/>
        </dgm:presLayoutVars>
      </dgm:prSet>
      <dgm:spPr/>
    </dgm:pt>
    <dgm:pt modelId="{563578B0-ECF1-4244-B7C8-C7D170A87125}" type="pres">
      <dgm:prSet presAssocID="{376AEAEB-66E4-48D0-B778-D2DCA96C1CF8}" presName="sibTrans" presStyleCnt="0"/>
      <dgm:spPr/>
    </dgm:pt>
    <dgm:pt modelId="{1679BDCF-2564-4177-AA71-CD34BFE3D43C}" type="pres">
      <dgm:prSet presAssocID="{C21EA641-0B04-4F36-B674-48F29774B6FE}" presName="node" presStyleLbl="node1" presStyleIdx="1" presStyleCnt="5">
        <dgm:presLayoutVars>
          <dgm:bulletEnabled val="1"/>
        </dgm:presLayoutVars>
      </dgm:prSet>
      <dgm:spPr/>
    </dgm:pt>
    <dgm:pt modelId="{DD03C76E-F16C-4F80-AA4F-20663BB4D63E}" type="pres">
      <dgm:prSet presAssocID="{8E04E0A4-F736-4934-B552-44B7C6E147AE}" presName="sibTrans" presStyleCnt="0"/>
      <dgm:spPr/>
    </dgm:pt>
    <dgm:pt modelId="{23BCD468-F534-449A-AA5D-D916F903C742}" type="pres">
      <dgm:prSet presAssocID="{2ABB7BF1-7C13-4BDC-8B2A-4724DA43067D}" presName="node" presStyleLbl="node1" presStyleIdx="2" presStyleCnt="5">
        <dgm:presLayoutVars>
          <dgm:bulletEnabled val="1"/>
        </dgm:presLayoutVars>
      </dgm:prSet>
      <dgm:spPr/>
    </dgm:pt>
    <dgm:pt modelId="{66CD813D-3A57-4C26-97EB-6A813E011266}" type="pres">
      <dgm:prSet presAssocID="{46F46AFB-5490-4A5A-A56B-CC074A1B0686}" presName="sibTrans" presStyleCnt="0"/>
      <dgm:spPr/>
    </dgm:pt>
    <dgm:pt modelId="{6C677BBA-6537-426F-9A15-EB22C2665806}" type="pres">
      <dgm:prSet presAssocID="{086DD0BF-6936-452C-88C5-DD93B96A4673}" presName="node" presStyleLbl="node1" presStyleIdx="3" presStyleCnt="5">
        <dgm:presLayoutVars>
          <dgm:bulletEnabled val="1"/>
        </dgm:presLayoutVars>
      </dgm:prSet>
      <dgm:spPr/>
    </dgm:pt>
    <dgm:pt modelId="{918243CC-B393-4588-9ED0-0FF2835890AB}" type="pres">
      <dgm:prSet presAssocID="{9B2204F9-C6AF-4C9C-854E-FD5C21770136}" presName="sibTrans" presStyleCnt="0"/>
      <dgm:spPr/>
    </dgm:pt>
    <dgm:pt modelId="{38026C18-7166-4C7E-BD96-3D07D64C59F5}" type="pres">
      <dgm:prSet presAssocID="{73C58A08-229A-44D3-BC7F-B709E621709E}" presName="node" presStyleLbl="node1" presStyleIdx="4" presStyleCnt="5" custScaleX="118598">
        <dgm:presLayoutVars>
          <dgm:bulletEnabled val="1"/>
        </dgm:presLayoutVars>
      </dgm:prSet>
      <dgm:spPr/>
    </dgm:pt>
  </dgm:ptLst>
  <dgm:cxnLst>
    <dgm:cxn modelId="{B1645B20-0E04-4409-A22A-C097E363EFD6}" srcId="{A8C01CDF-66F4-4D0B-B20A-81A7B760FCAD}" destId="{73C58A08-229A-44D3-BC7F-B709E621709E}" srcOrd="4" destOrd="0" parTransId="{F607EF92-E123-4398-A397-EBF501B8D713}" sibTransId="{2D057E53-0FA8-4FF8-B354-5C950E77C52F}"/>
    <dgm:cxn modelId="{90FDE422-BC7D-4B51-A504-B0D21997A3C4}" type="presOf" srcId="{A8C01CDF-66F4-4D0B-B20A-81A7B760FCAD}" destId="{B251F207-AF65-48B5-9D1A-160462969334}" srcOrd="0" destOrd="0" presId="urn:microsoft.com/office/officeart/2005/8/layout/default"/>
    <dgm:cxn modelId="{627D4E23-51B9-40E0-9129-CE2CFE287EF8}" type="presOf" srcId="{2ABB7BF1-7C13-4BDC-8B2A-4724DA43067D}" destId="{23BCD468-F534-449A-AA5D-D916F903C742}" srcOrd="0" destOrd="0" presId="urn:microsoft.com/office/officeart/2005/8/layout/default"/>
    <dgm:cxn modelId="{E938102D-2EBA-472D-B33C-4539573D621E}" type="presOf" srcId="{C21EA641-0B04-4F36-B674-48F29774B6FE}" destId="{1679BDCF-2564-4177-AA71-CD34BFE3D43C}" srcOrd="0" destOrd="0" presId="urn:microsoft.com/office/officeart/2005/8/layout/default"/>
    <dgm:cxn modelId="{2B16362F-E19F-43E0-8A86-DDE6FC627524}" type="presOf" srcId="{118EF403-4055-4D62-84ED-B07E88611928}" destId="{71EB06BA-9CD8-41C0-9016-6FBE39039E23}" srcOrd="0" destOrd="0" presId="urn:microsoft.com/office/officeart/2005/8/layout/default"/>
    <dgm:cxn modelId="{3CCA5231-6DED-4F67-8294-AEBFDDDFB167}" srcId="{A8C01CDF-66F4-4D0B-B20A-81A7B760FCAD}" destId="{118EF403-4055-4D62-84ED-B07E88611928}" srcOrd="0" destOrd="0" parTransId="{29395F78-F944-4979-BBEA-712667D9B623}" sibTransId="{376AEAEB-66E4-48D0-B778-D2DCA96C1CF8}"/>
    <dgm:cxn modelId="{3DFC1347-AEB8-4A78-A7D3-0AB438805EF1}" srcId="{A8C01CDF-66F4-4D0B-B20A-81A7B760FCAD}" destId="{C21EA641-0B04-4F36-B674-48F29774B6FE}" srcOrd="1" destOrd="0" parTransId="{73DF4705-547D-444F-9CD0-B8FAA2965137}" sibTransId="{8E04E0A4-F736-4934-B552-44B7C6E147AE}"/>
    <dgm:cxn modelId="{4299008C-67DC-4860-9A87-840F66B6ADAA}" srcId="{A8C01CDF-66F4-4D0B-B20A-81A7B760FCAD}" destId="{2ABB7BF1-7C13-4BDC-8B2A-4724DA43067D}" srcOrd="2" destOrd="0" parTransId="{C5B64353-9E85-4299-803B-91E65C18D897}" sibTransId="{46F46AFB-5490-4A5A-A56B-CC074A1B0686}"/>
    <dgm:cxn modelId="{B1BEE897-6E1C-4685-BDC6-25D085E111CC}" type="presOf" srcId="{086DD0BF-6936-452C-88C5-DD93B96A4673}" destId="{6C677BBA-6537-426F-9A15-EB22C2665806}" srcOrd="0" destOrd="0" presId="urn:microsoft.com/office/officeart/2005/8/layout/default"/>
    <dgm:cxn modelId="{25790D9B-2D83-4D00-B9F9-90CCBFF78F48}" type="presOf" srcId="{73C58A08-229A-44D3-BC7F-B709E621709E}" destId="{38026C18-7166-4C7E-BD96-3D07D64C59F5}" srcOrd="0" destOrd="0" presId="urn:microsoft.com/office/officeart/2005/8/layout/default"/>
    <dgm:cxn modelId="{B3AA1FD9-B896-4627-A344-600142C0D17E}" srcId="{A8C01CDF-66F4-4D0B-B20A-81A7B760FCAD}" destId="{086DD0BF-6936-452C-88C5-DD93B96A4673}" srcOrd="3" destOrd="0" parTransId="{46B3CF11-C66B-4F46-90F3-FAD842DDB73E}" sibTransId="{9B2204F9-C6AF-4C9C-854E-FD5C21770136}"/>
    <dgm:cxn modelId="{1DE64CB0-185E-40D2-8EA2-550D3F8AE96D}" type="presParOf" srcId="{B251F207-AF65-48B5-9D1A-160462969334}" destId="{71EB06BA-9CD8-41C0-9016-6FBE39039E23}" srcOrd="0" destOrd="0" presId="urn:microsoft.com/office/officeart/2005/8/layout/default"/>
    <dgm:cxn modelId="{6772782F-38F3-44B1-A6E8-1322A5FCD82F}" type="presParOf" srcId="{B251F207-AF65-48B5-9D1A-160462969334}" destId="{563578B0-ECF1-4244-B7C8-C7D170A87125}" srcOrd="1" destOrd="0" presId="urn:microsoft.com/office/officeart/2005/8/layout/default"/>
    <dgm:cxn modelId="{33B723EB-3DB7-481C-BC28-15F0DEEF6869}" type="presParOf" srcId="{B251F207-AF65-48B5-9D1A-160462969334}" destId="{1679BDCF-2564-4177-AA71-CD34BFE3D43C}" srcOrd="2" destOrd="0" presId="urn:microsoft.com/office/officeart/2005/8/layout/default"/>
    <dgm:cxn modelId="{F1BF6DCD-CA80-4FAF-A81B-ADA0F56ED9F1}" type="presParOf" srcId="{B251F207-AF65-48B5-9D1A-160462969334}" destId="{DD03C76E-F16C-4F80-AA4F-20663BB4D63E}" srcOrd="3" destOrd="0" presId="urn:microsoft.com/office/officeart/2005/8/layout/default"/>
    <dgm:cxn modelId="{0F18EA60-EBAF-4E1F-84C8-8D778E54E8E4}" type="presParOf" srcId="{B251F207-AF65-48B5-9D1A-160462969334}" destId="{23BCD468-F534-449A-AA5D-D916F903C742}" srcOrd="4" destOrd="0" presId="urn:microsoft.com/office/officeart/2005/8/layout/default"/>
    <dgm:cxn modelId="{F2EA409C-8EF7-4A6D-8573-9DE2BA1F588C}" type="presParOf" srcId="{B251F207-AF65-48B5-9D1A-160462969334}" destId="{66CD813D-3A57-4C26-97EB-6A813E011266}" srcOrd="5" destOrd="0" presId="urn:microsoft.com/office/officeart/2005/8/layout/default"/>
    <dgm:cxn modelId="{CF7D6287-A76D-4255-BC82-0B3CB0DE6CB5}" type="presParOf" srcId="{B251F207-AF65-48B5-9D1A-160462969334}" destId="{6C677BBA-6537-426F-9A15-EB22C2665806}" srcOrd="6" destOrd="0" presId="urn:microsoft.com/office/officeart/2005/8/layout/default"/>
    <dgm:cxn modelId="{6FAB6074-DF20-4128-A799-7205E59F6BD7}" type="presParOf" srcId="{B251F207-AF65-48B5-9D1A-160462969334}" destId="{918243CC-B393-4588-9ED0-0FF2835890AB}" srcOrd="7" destOrd="0" presId="urn:microsoft.com/office/officeart/2005/8/layout/default"/>
    <dgm:cxn modelId="{96C29247-9D49-40E1-978F-E202FBC58E88}" type="presParOf" srcId="{B251F207-AF65-48B5-9D1A-160462969334}" destId="{38026C18-7166-4C7E-BD96-3D07D64C59F5}" srcOrd="8" destOrd="0" presId="urn:microsoft.com/office/officeart/2005/8/layout/defaul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87F173-A96F-49BE-A48C-FFAC66327D97}">
      <dsp:nvSpPr>
        <dsp:cNvPr id="0" name=""/>
        <dsp:cNvSpPr/>
      </dsp:nvSpPr>
      <dsp:spPr>
        <a:xfrm rot="16200000">
          <a:off x="-1494905" y="1495849"/>
          <a:ext cx="5446962" cy="2455263"/>
        </a:xfrm>
        <a:prstGeom prst="flowChartManualOperati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9700" tIns="0" rIns="139700" bIns="0" numCol="1" spcCol="1270" anchor="ctr" anchorCtr="0">
          <a:noAutofit/>
        </a:bodyPr>
        <a:lstStyle/>
        <a:p>
          <a:pPr marL="0" lvl="0" indent="0" algn="ctr" defTabSz="977900">
            <a:lnSpc>
              <a:spcPct val="90000"/>
            </a:lnSpc>
            <a:spcBef>
              <a:spcPct val="0"/>
            </a:spcBef>
            <a:spcAft>
              <a:spcPct val="35000"/>
            </a:spcAft>
            <a:buNone/>
          </a:pPr>
          <a:r>
            <a:rPr lang="es-ES" sz="2200" kern="1200" dirty="0">
              <a:latin typeface="Bahnschrift SemiLight Condensed" panose="020B0502040204020203" pitchFamily="34" charset="0"/>
            </a:rPr>
            <a:t>Es aquella en la que el aprendiz aplica en la resolución de problemas reales del sector productivo los conocimientos, habilidades y destrezas pertinentes a las competencias del programa de formación.</a:t>
          </a:r>
          <a:endParaRPr lang="es-CO" sz="2200" b="1" kern="1200" dirty="0"/>
        </a:p>
      </dsp:txBody>
      <dsp:txXfrm rot="5400000">
        <a:off x="944" y="1089392"/>
        <a:ext cx="2455263" cy="3268178"/>
      </dsp:txXfrm>
    </dsp:sp>
    <dsp:sp modelId="{EA37CCF5-B4F1-41BA-A85D-1B602F835EB6}">
      <dsp:nvSpPr>
        <dsp:cNvPr id="0" name=""/>
        <dsp:cNvSpPr/>
      </dsp:nvSpPr>
      <dsp:spPr>
        <a:xfrm rot="16200000">
          <a:off x="1144502" y="1495849"/>
          <a:ext cx="5446962" cy="2455263"/>
        </a:xfrm>
        <a:prstGeom prst="flowChartManualOperation">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0" rIns="152400" bIns="0" numCol="1" spcCol="1270" anchor="ctr" anchorCtr="0">
          <a:noAutofit/>
        </a:bodyPr>
        <a:lstStyle/>
        <a:p>
          <a:pPr marL="0" lvl="0" indent="0" algn="ctr" defTabSz="1066800">
            <a:lnSpc>
              <a:spcPct val="90000"/>
            </a:lnSpc>
            <a:spcBef>
              <a:spcPct val="0"/>
            </a:spcBef>
            <a:spcAft>
              <a:spcPct val="35000"/>
            </a:spcAft>
            <a:buNone/>
          </a:pPr>
          <a:r>
            <a:rPr lang="es-ES" sz="2400" kern="1200">
              <a:latin typeface="Bahnschrift SemiLight Condensed" panose="020B0502040204020203" pitchFamily="34" charset="0"/>
              <a:ea typeface="+mn-ea"/>
              <a:cs typeface="+mn-cs"/>
            </a:rPr>
            <a:t>El Aprendiz debe Asumir estrategias y metodologías de autogestión</a:t>
          </a:r>
        </a:p>
        <a:p>
          <a:pPr marL="0" lvl="0" indent="0" algn="ctr" defTabSz="1066800">
            <a:lnSpc>
              <a:spcPct val="90000"/>
            </a:lnSpc>
            <a:spcBef>
              <a:spcPct val="0"/>
            </a:spcBef>
            <a:spcAft>
              <a:spcPct val="35000"/>
            </a:spcAft>
            <a:buNone/>
          </a:pPr>
          <a:r>
            <a:rPr lang="es-ES" sz="2400" kern="1200">
              <a:latin typeface="Bahnschrift SemiLight Condensed" panose="020B0502040204020203" pitchFamily="34" charset="0"/>
              <a:ea typeface="+mn-ea"/>
              <a:cs typeface="+mn-cs"/>
            </a:rPr>
            <a:t>Reglamento al Aprendiz Capítulo V Art 11</a:t>
          </a:r>
          <a:endParaRPr lang="es-CO" sz="2400" kern="1200" dirty="0">
            <a:latin typeface="Bahnschrift SemiLight Condensed" panose="020B0502040204020203" pitchFamily="34" charset="0"/>
            <a:ea typeface="+mn-ea"/>
            <a:cs typeface="+mn-cs"/>
          </a:endParaRPr>
        </a:p>
      </dsp:txBody>
      <dsp:txXfrm rot="5400000">
        <a:off x="2640351" y="1089392"/>
        <a:ext cx="2455263" cy="3268178"/>
      </dsp:txXfrm>
    </dsp:sp>
    <dsp:sp modelId="{62E52C69-FA2E-47F4-8B2D-BDAC4690A44F}">
      <dsp:nvSpPr>
        <dsp:cNvPr id="0" name=""/>
        <dsp:cNvSpPr/>
      </dsp:nvSpPr>
      <dsp:spPr>
        <a:xfrm rot="16200000">
          <a:off x="3783910" y="1495849"/>
          <a:ext cx="5446962" cy="2455263"/>
        </a:xfrm>
        <a:prstGeom prst="flowChartManualOperation">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1450" tIns="0" rIns="171450" bIns="0" numCol="1" spcCol="1270" anchor="ctr" anchorCtr="0">
          <a:noAutofit/>
        </a:bodyPr>
        <a:lstStyle/>
        <a:p>
          <a:pPr marL="0" lvl="0" indent="0" algn="ctr" defTabSz="1200150">
            <a:lnSpc>
              <a:spcPct val="90000"/>
            </a:lnSpc>
            <a:spcBef>
              <a:spcPct val="0"/>
            </a:spcBef>
            <a:spcAft>
              <a:spcPct val="35000"/>
            </a:spcAft>
            <a:buNone/>
          </a:pPr>
          <a:r>
            <a:rPr lang="es-ES" sz="2700" kern="1200" dirty="0">
              <a:latin typeface="Bahnschrift SemiLight Condensed" panose="020B0502040204020203" pitchFamily="34" charset="0"/>
              <a:ea typeface="+mn-ea"/>
              <a:cs typeface="+mn-cs"/>
            </a:rPr>
            <a:t>La etapa productiva no es homologable de otras formaciones y se debe realizar, aprobar como requisito de certificación</a:t>
          </a:r>
          <a:r>
            <a:rPr lang="es-ES" sz="2700" b="0" i="0" u="none" strike="noStrike" kern="1200" baseline="0" dirty="0">
              <a:latin typeface="Calibri" panose="020F0502020204030204" pitchFamily="34" charset="0"/>
            </a:rPr>
            <a:t>.</a:t>
          </a:r>
          <a:endParaRPr lang="es-CO" sz="2700" b="1" kern="1200" dirty="0"/>
        </a:p>
      </dsp:txBody>
      <dsp:txXfrm rot="5400000">
        <a:off x="5279759" y="1089392"/>
        <a:ext cx="2455263" cy="32681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EB06BA-9CD8-41C0-9016-6FBE39039E23}">
      <dsp:nvSpPr>
        <dsp:cNvPr id="0" name=""/>
        <dsp:cNvSpPr/>
      </dsp:nvSpPr>
      <dsp:spPr>
        <a:xfrm>
          <a:off x="0" y="913730"/>
          <a:ext cx="3094817" cy="1856890"/>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kern="1200" dirty="0">
              <a:latin typeface="Bahnschrift SemiLight Condensed" panose="020B0502040204020203" pitchFamily="34" charset="0"/>
              <a:ea typeface="+mn-ea"/>
              <a:cs typeface="+mn-cs"/>
            </a:rPr>
            <a:t>Podrá ser celebrado por personas mayores de 14 años</a:t>
          </a:r>
          <a:endParaRPr lang="es-CO" sz="2800" kern="1200" dirty="0">
            <a:latin typeface="Bahnschrift SemiLight Condensed" panose="020B0502040204020203" pitchFamily="34" charset="0"/>
            <a:ea typeface="+mn-ea"/>
            <a:cs typeface="+mn-cs"/>
          </a:endParaRPr>
        </a:p>
      </dsp:txBody>
      <dsp:txXfrm>
        <a:off x="0" y="913730"/>
        <a:ext cx="3094817" cy="1856890"/>
      </dsp:txXfrm>
    </dsp:sp>
    <dsp:sp modelId="{1679BDCF-2564-4177-AA71-CD34BFE3D43C}">
      <dsp:nvSpPr>
        <dsp:cNvPr id="0" name=""/>
        <dsp:cNvSpPr/>
      </dsp:nvSpPr>
      <dsp:spPr>
        <a:xfrm>
          <a:off x="3404299" y="913730"/>
          <a:ext cx="3094817" cy="1856890"/>
        </a:xfrm>
        <a:prstGeom prst="rect">
          <a:avLst/>
        </a:prstGeom>
        <a:gradFill rotWithShape="0">
          <a:gsLst>
            <a:gs pos="0">
              <a:schemeClr val="accent4">
                <a:hueOff val="2450223"/>
                <a:satOff val="-10194"/>
                <a:lumOff val="2402"/>
                <a:alphaOff val="0"/>
                <a:satMod val="103000"/>
                <a:lumMod val="102000"/>
                <a:tint val="94000"/>
              </a:schemeClr>
            </a:gs>
            <a:gs pos="50000">
              <a:schemeClr val="accent4">
                <a:hueOff val="2450223"/>
                <a:satOff val="-10194"/>
                <a:lumOff val="2402"/>
                <a:alphaOff val="0"/>
                <a:satMod val="110000"/>
                <a:lumMod val="100000"/>
                <a:shade val="100000"/>
              </a:schemeClr>
            </a:gs>
            <a:gs pos="100000">
              <a:schemeClr val="accent4">
                <a:hueOff val="2450223"/>
                <a:satOff val="-10194"/>
                <a:lumOff val="240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kern="1200" dirty="0">
              <a:latin typeface="Bahnschrift SemiLight Condensed" panose="020B0502040204020203" pitchFamily="34" charset="0"/>
              <a:ea typeface="+mn-ea"/>
              <a:cs typeface="+mn-cs"/>
            </a:rPr>
            <a:t>Sin Subordinación y por un plazo no mayor a dos 2 años ajustados a la formación</a:t>
          </a:r>
          <a:endParaRPr lang="es-CO" sz="2800" kern="1200" dirty="0">
            <a:latin typeface="Bahnschrift SemiLight Condensed" panose="020B0502040204020203" pitchFamily="34" charset="0"/>
            <a:ea typeface="+mn-ea"/>
            <a:cs typeface="+mn-cs"/>
          </a:endParaRPr>
        </a:p>
      </dsp:txBody>
      <dsp:txXfrm>
        <a:off x="3404299" y="913730"/>
        <a:ext cx="3094817" cy="1856890"/>
      </dsp:txXfrm>
    </dsp:sp>
    <dsp:sp modelId="{23BCD468-F534-449A-AA5D-D916F903C742}">
      <dsp:nvSpPr>
        <dsp:cNvPr id="0" name=""/>
        <dsp:cNvSpPr/>
      </dsp:nvSpPr>
      <dsp:spPr>
        <a:xfrm>
          <a:off x="6808599" y="913730"/>
          <a:ext cx="3094817" cy="1856890"/>
        </a:xfrm>
        <a:prstGeom prst="rect">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dirty="0">
              <a:latin typeface="Bahnschrift SemiLight Condensed" panose="020B0502040204020203" pitchFamily="34" charset="0"/>
              <a:ea typeface="+mn-ea"/>
              <a:cs typeface="+mn-cs"/>
            </a:rPr>
            <a:t>Es un contrato formativo con exclusividad en las actividades propias de aprendizaje</a:t>
          </a:r>
          <a:endParaRPr lang="es-CO" sz="2400" kern="1200" dirty="0">
            <a:latin typeface="Bahnschrift SemiLight Condensed" panose="020B0502040204020203" pitchFamily="34" charset="0"/>
            <a:ea typeface="+mn-ea"/>
            <a:cs typeface="+mn-cs"/>
          </a:endParaRPr>
        </a:p>
      </dsp:txBody>
      <dsp:txXfrm>
        <a:off x="6808599" y="913730"/>
        <a:ext cx="3094817" cy="1856890"/>
      </dsp:txXfrm>
    </dsp:sp>
    <dsp:sp modelId="{6C677BBA-6537-426F-9A15-EB22C2665806}">
      <dsp:nvSpPr>
        <dsp:cNvPr id="0" name=""/>
        <dsp:cNvSpPr/>
      </dsp:nvSpPr>
      <dsp:spPr>
        <a:xfrm>
          <a:off x="1414362" y="3080103"/>
          <a:ext cx="3094817" cy="1856890"/>
        </a:xfrm>
        <a:prstGeom prst="rect">
          <a:avLst/>
        </a:prstGeom>
        <a:gradFill rotWithShape="0">
          <a:gsLst>
            <a:gs pos="0">
              <a:schemeClr val="accent4">
                <a:hueOff val="7350668"/>
                <a:satOff val="-30583"/>
                <a:lumOff val="7206"/>
                <a:alphaOff val="0"/>
                <a:satMod val="103000"/>
                <a:lumMod val="102000"/>
                <a:tint val="94000"/>
              </a:schemeClr>
            </a:gs>
            <a:gs pos="50000">
              <a:schemeClr val="accent4">
                <a:hueOff val="7350668"/>
                <a:satOff val="-30583"/>
                <a:lumOff val="7206"/>
                <a:alphaOff val="0"/>
                <a:satMod val="110000"/>
                <a:lumMod val="100000"/>
                <a:shade val="100000"/>
              </a:schemeClr>
            </a:gs>
            <a:gs pos="100000">
              <a:schemeClr val="accent4">
                <a:hueOff val="7350668"/>
                <a:satOff val="-30583"/>
                <a:lumOff val="720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kern="1200" dirty="0">
              <a:latin typeface="Bahnschrift SemiLight Condensed" panose="020B0502040204020203" pitchFamily="34" charset="0"/>
              <a:ea typeface="+mn-ea"/>
              <a:cs typeface="+mn-cs"/>
            </a:rPr>
            <a:t>No es contrato laboral</a:t>
          </a:r>
          <a:endParaRPr lang="es-CO" sz="2800" kern="1200" dirty="0">
            <a:latin typeface="Bahnschrift SemiLight Condensed" panose="020B0502040204020203" pitchFamily="34" charset="0"/>
            <a:ea typeface="+mn-ea"/>
            <a:cs typeface="+mn-cs"/>
          </a:endParaRPr>
        </a:p>
      </dsp:txBody>
      <dsp:txXfrm>
        <a:off x="1414362" y="3080103"/>
        <a:ext cx="3094817" cy="1856890"/>
      </dsp:txXfrm>
    </dsp:sp>
    <dsp:sp modelId="{38026C18-7166-4C7E-BD96-3D07D64C59F5}">
      <dsp:nvSpPr>
        <dsp:cNvPr id="0" name=""/>
        <dsp:cNvSpPr/>
      </dsp:nvSpPr>
      <dsp:spPr>
        <a:xfrm>
          <a:off x="4818662" y="3080103"/>
          <a:ext cx="3670392" cy="1856890"/>
        </a:xfrm>
        <a:prstGeom prst="rect">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dirty="0">
              <a:latin typeface="Bahnschrift SemiLight Condensed" panose="020B0502040204020203" pitchFamily="34" charset="0"/>
              <a:ea typeface="+mn-ea"/>
              <a:cs typeface="+mn-cs"/>
            </a:rPr>
            <a:t>Reconocimiento de un apoyo de sostenimiento que garantice el proceso de aprendizaje, el cual en ningún caso constituye salario</a:t>
          </a:r>
          <a:endParaRPr lang="es-CO" sz="2400" kern="1200" dirty="0">
            <a:latin typeface="Bahnschrift SemiLight Condensed" panose="020B0502040204020203" pitchFamily="34" charset="0"/>
            <a:ea typeface="+mn-ea"/>
            <a:cs typeface="+mn-cs"/>
          </a:endParaRPr>
        </a:p>
      </dsp:txBody>
      <dsp:txXfrm>
        <a:off x="4818662" y="3080103"/>
        <a:ext cx="3670392" cy="185689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14/02/2025</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14/02/2025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14/02/2025</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14/02/2025</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51FEA25-26C5-82BD-0713-84CEF433E1C6}"/>
              </a:ext>
            </a:extLst>
          </p:cNvPr>
          <p:cNvSpPr txBox="1"/>
          <p:nvPr/>
        </p:nvSpPr>
        <p:spPr>
          <a:xfrm>
            <a:off x="1103909" y="2396855"/>
            <a:ext cx="9760402" cy="830997"/>
          </a:xfrm>
          <a:prstGeom prst="rect">
            <a:avLst/>
          </a:prstGeom>
          <a:noFill/>
        </p:spPr>
        <p:txBody>
          <a:bodyPr wrap="square" rtlCol="0">
            <a:spAutoFit/>
          </a:bodyPr>
          <a:lstStyle/>
          <a:p>
            <a:r>
              <a:rPr lang="es-ES" sz="4800" b="1" dirty="0">
                <a:solidFill>
                  <a:schemeClr val="tx1">
                    <a:lumMod val="75000"/>
                    <a:lumOff val="25000"/>
                  </a:schemeClr>
                </a:solidFill>
                <a:latin typeface="Work Sans" pitchFamily="2" charset="77"/>
              </a:rPr>
              <a:t>Inducción Oferta Cerrada</a:t>
            </a:r>
          </a:p>
        </p:txBody>
      </p:sp>
      <p:sp>
        <p:nvSpPr>
          <p:cNvPr id="3" name="CuadroTexto 2">
            <a:extLst>
              <a:ext uri="{FF2B5EF4-FFF2-40B4-BE49-F238E27FC236}">
                <a16:creationId xmlns:a16="http://schemas.microsoft.com/office/drawing/2014/main" id="{1AC4E986-D001-7DC8-D031-D68DB5AAD415}"/>
              </a:ext>
            </a:extLst>
          </p:cNvPr>
          <p:cNvSpPr txBox="1"/>
          <p:nvPr/>
        </p:nvSpPr>
        <p:spPr>
          <a:xfrm>
            <a:off x="1103909" y="3106929"/>
            <a:ext cx="6098582" cy="523220"/>
          </a:xfrm>
          <a:prstGeom prst="rect">
            <a:avLst/>
          </a:prstGeom>
          <a:noFill/>
        </p:spPr>
        <p:txBody>
          <a:bodyPr wrap="square">
            <a:spAutoFit/>
          </a:bodyPr>
          <a:lstStyle/>
          <a:p>
            <a:r>
              <a:rPr lang="es-CO" sz="2800" b="1" dirty="0">
                <a:solidFill>
                  <a:srgbClr val="38AA00"/>
                </a:solidFill>
                <a:latin typeface="Work Sans Light" pitchFamily="2" charset="77"/>
              </a:rPr>
              <a:t>Centro de Servicios Financieros</a:t>
            </a:r>
          </a:p>
        </p:txBody>
      </p:sp>
    </p:spTree>
    <p:extLst>
      <p:ext uri="{BB962C8B-B14F-4D97-AF65-F5344CB8AC3E}">
        <p14:creationId xmlns:p14="http://schemas.microsoft.com/office/powerpoint/2010/main" val="3409726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71A76E3-9328-D324-B337-2E0378759C16}"/>
              </a:ext>
            </a:extLst>
          </p:cNvPr>
          <p:cNvSpPr txBox="1"/>
          <p:nvPr/>
        </p:nvSpPr>
        <p:spPr>
          <a:xfrm>
            <a:off x="335884" y="0"/>
            <a:ext cx="11520232" cy="6001643"/>
          </a:xfrm>
          <a:prstGeom prst="rect">
            <a:avLst/>
          </a:prstGeom>
          <a:noFill/>
        </p:spPr>
        <p:txBody>
          <a:bodyPr wrap="square" rtlCol="0">
            <a:spAutoFit/>
          </a:bodyPr>
          <a:lstStyle/>
          <a:p>
            <a:pPr algn="ctr"/>
            <a:r>
              <a:rPr lang="es-MX" sz="9600" b="1" dirty="0">
                <a:latin typeface="Work Sans Light" pitchFamily="2" charset="77"/>
              </a:rPr>
              <a:t>Aspectos importantes en el desarrollo de la Etapa Practica</a:t>
            </a:r>
          </a:p>
        </p:txBody>
      </p:sp>
      <p:cxnSp>
        <p:nvCxnSpPr>
          <p:cNvPr id="3" name="Conector recto 2">
            <a:extLst>
              <a:ext uri="{FF2B5EF4-FFF2-40B4-BE49-F238E27FC236}">
                <a16:creationId xmlns:a16="http://schemas.microsoft.com/office/drawing/2014/main" id="{E7CD2836-4F4D-7A09-25A7-0FFF68169ED5}"/>
              </a:ext>
            </a:extLst>
          </p:cNvPr>
          <p:cNvCxnSpPr>
            <a:cxnSpLocks/>
          </p:cNvCxnSpPr>
          <p:nvPr/>
        </p:nvCxnSpPr>
        <p:spPr>
          <a:xfrm>
            <a:off x="3431899" y="6064614"/>
            <a:ext cx="5808518" cy="0"/>
          </a:xfrm>
          <a:prstGeom prst="line">
            <a:avLst/>
          </a:prstGeom>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58058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1F07F9B-1C1A-D675-492D-498B6946CD61}"/>
            </a:ext>
          </a:extLst>
        </p:cNvPr>
        <p:cNvGrpSpPr/>
        <p:nvPr/>
      </p:nvGrpSpPr>
      <p:grpSpPr>
        <a:xfrm>
          <a:off x="0" y="0"/>
          <a:ext cx="0" cy="0"/>
          <a:chOff x="0" y="0"/>
          <a:chExt cx="0" cy="0"/>
        </a:xfrm>
      </p:grpSpPr>
      <p:sp>
        <p:nvSpPr>
          <p:cNvPr id="2" name="Google Shape;924;p41">
            <a:extLst>
              <a:ext uri="{FF2B5EF4-FFF2-40B4-BE49-F238E27FC236}">
                <a16:creationId xmlns:a16="http://schemas.microsoft.com/office/drawing/2014/main" id="{893BA0B4-3DD9-1479-23E9-1123F3BA086F}"/>
              </a:ext>
            </a:extLst>
          </p:cNvPr>
          <p:cNvSpPr/>
          <p:nvPr/>
        </p:nvSpPr>
        <p:spPr>
          <a:xfrm>
            <a:off x="2763173" y="97359"/>
            <a:ext cx="7076542" cy="1079641"/>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lt2"/>
          </a:solidFill>
          <a:ln>
            <a:noFill/>
          </a:ln>
        </p:spPr>
        <p:txBody>
          <a:bodyPr spcFirstLastPara="1" wrap="square" lIns="91425" tIns="91425" rIns="91425" bIns="91425" anchor="ctr" anchorCtr="0">
            <a:noAutofit/>
          </a:bodyPr>
          <a:lstStyle/>
          <a:p>
            <a:pPr algn="ctr"/>
            <a:r>
              <a:rPr lang="es-ES" sz="24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                 ¿</a:t>
            </a:r>
            <a:r>
              <a:rPr lang="es-ES" sz="36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QUE ES LA ETAPA  PRODUCTIVA?</a:t>
            </a:r>
            <a:endParaRPr lang="es-CO" sz="24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grpSp>
        <p:nvGrpSpPr>
          <p:cNvPr id="3" name="Grupo 2">
            <a:extLst>
              <a:ext uri="{FF2B5EF4-FFF2-40B4-BE49-F238E27FC236}">
                <a16:creationId xmlns:a16="http://schemas.microsoft.com/office/drawing/2014/main" id="{D9FE4216-64C2-A64B-4278-88A6C3DB4431}"/>
              </a:ext>
            </a:extLst>
          </p:cNvPr>
          <p:cNvGrpSpPr/>
          <p:nvPr/>
        </p:nvGrpSpPr>
        <p:grpSpPr>
          <a:xfrm>
            <a:off x="187300" y="1177379"/>
            <a:ext cx="7579591" cy="5242282"/>
            <a:chOff x="-48555" y="183387"/>
            <a:chExt cx="8751031" cy="4657568"/>
          </a:xfrm>
        </p:grpSpPr>
        <p:sp>
          <p:nvSpPr>
            <p:cNvPr id="44" name="Google Shape;119;p19">
              <a:extLst>
                <a:ext uri="{FF2B5EF4-FFF2-40B4-BE49-F238E27FC236}">
                  <a16:creationId xmlns:a16="http://schemas.microsoft.com/office/drawing/2014/main" id="{B5A34242-D26B-C72F-9FFC-665F76AC9F1D}"/>
                </a:ext>
              </a:extLst>
            </p:cNvPr>
            <p:cNvSpPr/>
            <p:nvPr/>
          </p:nvSpPr>
          <p:spPr>
            <a:xfrm>
              <a:off x="555379" y="4493762"/>
              <a:ext cx="3902619" cy="347193"/>
            </a:xfrm>
            <a:prstGeom prst="ellipse">
              <a:avLst/>
            </a:prstGeom>
            <a:solidFill>
              <a:srgbClr val="E4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 name="Google Shape;122;p19">
              <a:extLst>
                <a:ext uri="{FF2B5EF4-FFF2-40B4-BE49-F238E27FC236}">
                  <a16:creationId xmlns:a16="http://schemas.microsoft.com/office/drawing/2014/main" id="{06990512-A382-70F5-E549-5788996633EC}"/>
                </a:ext>
              </a:extLst>
            </p:cNvPr>
            <p:cNvGrpSpPr/>
            <p:nvPr/>
          </p:nvGrpSpPr>
          <p:grpSpPr>
            <a:xfrm>
              <a:off x="653731" y="576623"/>
              <a:ext cx="3918269" cy="4009651"/>
              <a:chOff x="1224500" y="238125"/>
              <a:chExt cx="5118575" cy="5237950"/>
            </a:xfrm>
          </p:grpSpPr>
          <p:grpSp>
            <p:nvGrpSpPr>
              <p:cNvPr id="48" name="Google Shape;123;p19">
                <a:extLst>
                  <a:ext uri="{FF2B5EF4-FFF2-40B4-BE49-F238E27FC236}">
                    <a16:creationId xmlns:a16="http://schemas.microsoft.com/office/drawing/2014/main" id="{C6A046A8-5F4E-406F-6959-C0858A0198A9}"/>
                  </a:ext>
                </a:extLst>
              </p:cNvPr>
              <p:cNvGrpSpPr/>
              <p:nvPr/>
            </p:nvGrpSpPr>
            <p:grpSpPr>
              <a:xfrm>
                <a:off x="1224500" y="238125"/>
                <a:ext cx="5118575" cy="5237950"/>
                <a:chOff x="1224500" y="238125"/>
                <a:chExt cx="5118575" cy="5237950"/>
              </a:xfrm>
            </p:grpSpPr>
            <p:sp>
              <p:nvSpPr>
                <p:cNvPr id="52" name="Google Shape;124;p19">
                  <a:extLst>
                    <a:ext uri="{FF2B5EF4-FFF2-40B4-BE49-F238E27FC236}">
                      <a16:creationId xmlns:a16="http://schemas.microsoft.com/office/drawing/2014/main" id="{C180145E-0DFC-5019-7E58-AB9994E4AEF8}"/>
                    </a:ext>
                  </a:extLst>
                </p:cNvPr>
                <p:cNvSpPr/>
                <p:nvPr/>
              </p:nvSpPr>
              <p:spPr>
                <a:xfrm>
                  <a:off x="1893325" y="4255350"/>
                  <a:ext cx="1699425" cy="152450"/>
                </a:xfrm>
                <a:custGeom>
                  <a:avLst/>
                  <a:gdLst/>
                  <a:ahLst/>
                  <a:cxnLst/>
                  <a:rect l="l" t="t" r="r" b="b"/>
                  <a:pathLst>
                    <a:path w="67977" h="6098" extrusionOk="0">
                      <a:moveTo>
                        <a:pt x="3050" y="1"/>
                      </a:moveTo>
                      <a:cubicBezTo>
                        <a:pt x="1366" y="1"/>
                        <a:pt x="1" y="1365"/>
                        <a:pt x="1" y="3049"/>
                      </a:cubicBezTo>
                      <a:cubicBezTo>
                        <a:pt x="1" y="4733"/>
                        <a:pt x="1366" y="6098"/>
                        <a:pt x="3050" y="6098"/>
                      </a:cubicBezTo>
                      <a:lnTo>
                        <a:pt x="64928" y="6098"/>
                      </a:lnTo>
                      <a:cubicBezTo>
                        <a:pt x="66612" y="6098"/>
                        <a:pt x="67976" y="4733"/>
                        <a:pt x="67976" y="3049"/>
                      </a:cubicBezTo>
                      <a:cubicBezTo>
                        <a:pt x="67976" y="1365"/>
                        <a:pt x="66612" y="1"/>
                        <a:pt x="64928" y="1"/>
                      </a:cubicBez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25;p19">
                  <a:extLst>
                    <a:ext uri="{FF2B5EF4-FFF2-40B4-BE49-F238E27FC236}">
                      <a16:creationId xmlns:a16="http://schemas.microsoft.com/office/drawing/2014/main" id="{F93F09DE-CC2F-1398-EA8C-AB4359B70144}"/>
                    </a:ext>
                  </a:extLst>
                </p:cNvPr>
                <p:cNvSpPr/>
                <p:nvPr/>
              </p:nvSpPr>
              <p:spPr>
                <a:xfrm>
                  <a:off x="2822425" y="3735975"/>
                  <a:ext cx="914597" cy="526513"/>
                </a:xfrm>
                <a:custGeom>
                  <a:avLst/>
                  <a:gdLst/>
                  <a:ahLst/>
                  <a:cxnLst/>
                  <a:rect l="l" t="t" r="r" b="b"/>
                  <a:pathLst>
                    <a:path w="35716" h="20463" extrusionOk="0">
                      <a:moveTo>
                        <a:pt x="1" y="1"/>
                      </a:moveTo>
                      <a:lnTo>
                        <a:pt x="238" y="20463"/>
                      </a:lnTo>
                      <a:lnTo>
                        <a:pt x="35716" y="20463"/>
                      </a:lnTo>
                      <a:lnTo>
                        <a:pt x="35716"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126;p19">
                  <a:extLst>
                    <a:ext uri="{FF2B5EF4-FFF2-40B4-BE49-F238E27FC236}">
                      <a16:creationId xmlns:a16="http://schemas.microsoft.com/office/drawing/2014/main" id="{AB7C97ED-0C1E-EF8A-20B3-FBC8A54DEC5D}"/>
                    </a:ext>
                  </a:extLst>
                </p:cNvPr>
                <p:cNvSpPr/>
                <p:nvPr/>
              </p:nvSpPr>
              <p:spPr>
                <a:xfrm>
                  <a:off x="1677375" y="2224325"/>
                  <a:ext cx="1456600" cy="1645858"/>
                </a:xfrm>
                <a:custGeom>
                  <a:avLst/>
                  <a:gdLst/>
                  <a:ahLst/>
                  <a:cxnLst/>
                  <a:rect l="l" t="t" r="r" b="b"/>
                  <a:pathLst>
                    <a:path w="58264" h="61608" extrusionOk="0">
                      <a:moveTo>
                        <a:pt x="0" y="1"/>
                      </a:moveTo>
                      <a:lnTo>
                        <a:pt x="15335" y="61607"/>
                      </a:lnTo>
                      <a:lnTo>
                        <a:pt x="58264" y="60829"/>
                      </a:lnTo>
                      <a:lnTo>
                        <a:pt x="38024"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127;p19">
                  <a:extLst>
                    <a:ext uri="{FF2B5EF4-FFF2-40B4-BE49-F238E27FC236}">
                      <a16:creationId xmlns:a16="http://schemas.microsoft.com/office/drawing/2014/main" id="{A4F559A5-410A-79DD-32A0-849540E3B805}"/>
                    </a:ext>
                  </a:extLst>
                </p:cNvPr>
                <p:cNvSpPr/>
                <p:nvPr/>
              </p:nvSpPr>
              <p:spPr>
                <a:xfrm>
                  <a:off x="1893325" y="4407775"/>
                  <a:ext cx="334800" cy="1064375"/>
                </a:xfrm>
                <a:custGeom>
                  <a:avLst/>
                  <a:gdLst/>
                  <a:ahLst/>
                  <a:cxnLst/>
                  <a:rect l="l" t="t" r="r" b="b"/>
                  <a:pathLst>
                    <a:path w="13392" h="42575" extrusionOk="0">
                      <a:moveTo>
                        <a:pt x="7396" y="1"/>
                      </a:moveTo>
                      <a:lnTo>
                        <a:pt x="1" y="42575"/>
                      </a:lnTo>
                      <a:lnTo>
                        <a:pt x="2791" y="42575"/>
                      </a:lnTo>
                      <a:lnTo>
                        <a:pt x="13392"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28;p19">
                  <a:extLst>
                    <a:ext uri="{FF2B5EF4-FFF2-40B4-BE49-F238E27FC236}">
                      <a16:creationId xmlns:a16="http://schemas.microsoft.com/office/drawing/2014/main" id="{49D47DE5-A684-B068-99C2-30FB4A76D963}"/>
                    </a:ext>
                  </a:extLst>
                </p:cNvPr>
                <p:cNvSpPr/>
                <p:nvPr/>
              </p:nvSpPr>
              <p:spPr>
                <a:xfrm>
                  <a:off x="2493650" y="4393200"/>
                  <a:ext cx="334800" cy="1078957"/>
                </a:xfrm>
                <a:custGeom>
                  <a:avLst/>
                  <a:gdLst/>
                  <a:ahLst/>
                  <a:cxnLst/>
                  <a:rect l="l" t="t" r="r" b="b"/>
                  <a:pathLst>
                    <a:path w="13392" h="42575" extrusionOk="0">
                      <a:moveTo>
                        <a:pt x="7395" y="1"/>
                      </a:moveTo>
                      <a:lnTo>
                        <a:pt x="1" y="42575"/>
                      </a:lnTo>
                      <a:lnTo>
                        <a:pt x="2791" y="42575"/>
                      </a:lnTo>
                      <a:lnTo>
                        <a:pt x="13392"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29;p19">
                  <a:extLst>
                    <a:ext uri="{FF2B5EF4-FFF2-40B4-BE49-F238E27FC236}">
                      <a16:creationId xmlns:a16="http://schemas.microsoft.com/office/drawing/2014/main" id="{AB0A6B52-CC17-5484-CF27-1A9588059DC9}"/>
                    </a:ext>
                  </a:extLst>
                </p:cNvPr>
                <p:cNvSpPr/>
                <p:nvPr/>
              </p:nvSpPr>
              <p:spPr>
                <a:xfrm>
                  <a:off x="2990300" y="4393175"/>
                  <a:ext cx="334825" cy="1078957"/>
                </a:xfrm>
                <a:custGeom>
                  <a:avLst/>
                  <a:gdLst/>
                  <a:ahLst/>
                  <a:cxnLst/>
                  <a:rect l="l" t="t" r="r" b="b"/>
                  <a:pathLst>
                    <a:path w="13393" h="42575" extrusionOk="0">
                      <a:moveTo>
                        <a:pt x="1" y="1"/>
                      </a:moveTo>
                      <a:lnTo>
                        <a:pt x="10603" y="42575"/>
                      </a:lnTo>
                      <a:lnTo>
                        <a:pt x="13393" y="42575"/>
                      </a:lnTo>
                      <a:lnTo>
                        <a:pt x="5998"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130;p19">
                  <a:extLst>
                    <a:ext uri="{FF2B5EF4-FFF2-40B4-BE49-F238E27FC236}">
                      <a16:creationId xmlns:a16="http://schemas.microsoft.com/office/drawing/2014/main" id="{90715E06-1DCF-29C1-ACEC-B3C9D47D8009}"/>
                    </a:ext>
                  </a:extLst>
                </p:cNvPr>
                <p:cNvSpPr/>
                <p:nvPr/>
              </p:nvSpPr>
              <p:spPr>
                <a:xfrm>
                  <a:off x="1224500" y="2224325"/>
                  <a:ext cx="1625575" cy="2038150"/>
                </a:xfrm>
                <a:custGeom>
                  <a:avLst/>
                  <a:gdLst/>
                  <a:ahLst/>
                  <a:cxnLst/>
                  <a:rect l="l" t="t" r="r" b="b"/>
                  <a:pathLst>
                    <a:path w="65023" h="81526" extrusionOk="0">
                      <a:moveTo>
                        <a:pt x="18115" y="1"/>
                      </a:moveTo>
                      <a:cubicBezTo>
                        <a:pt x="7660" y="1"/>
                        <a:pt x="1" y="9847"/>
                        <a:pt x="2572" y="19981"/>
                      </a:cubicBezTo>
                      <a:lnTo>
                        <a:pt x="18115" y="81242"/>
                      </a:lnTo>
                      <a:lnTo>
                        <a:pt x="65023" y="81526"/>
                      </a:lnTo>
                      <a:lnTo>
                        <a:pt x="64785" y="61064"/>
                      </a:lnTo>
                      <a:lnTo>
                        <a:pt x="33255" y="61064"/>
                      </a:lnTo>
                      <a:lnTo>
                        <a:pt x="18115"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31;p19">
                  <a:extLst>
                    <a:ext uri="{FF2B5EF4-FFF2-40B4-BE49-F238E27FC236}">
                      <a16:creationId xmlns:a16="http://schemas.microsoft.com/office/drawing/2014/main" id="{1F25CB9E-96BA-15E4-2644-142CDC15A1E9}"/>
                    </a:ext>
                  </a:extLst>
                </p:cNvPr>
                <p:cNvSpPr/>
                <p:nvPr/>
              </p:nvSpPr>
              <p:spPr>
                <a:xfrm>
                  <a:off x="1411900" y="2338875"/>
                  <a:ext cx="1410534" cy="1676210"/>
                </a:xfrm>
                <a:custGeom>
                  <a:avLst/>
                  <a:gdLst/>
                  <a:ahLst/>
                  <a:cxnLst/>
                  <a:rect l="l" t="t" r="r" b="b"/>
                  <a:pathLst>
                    <a:path w="56951" h="68104" extrusionOk="0">
                      <a:moveTo>
                        <a:pt x="8" y="1"/>
                      </a:moveTo>
                      <a:cubicBezTo>
                        <a:pt x="8" y="1"/>
                        <a:pt x="8" y="1"/>
                        <a:pt x="8" y="1"/>
                      </a:cubicBezTo>
                      <a:cubicBezTo>
                        <a:pt x="1" y="2"/>
                        <a:pt x="18" y="97"/>
                        <a:pt x="56" y="280"/>
                      </a:cubicBezTo>
                      <a:cubicBezTo>
                        <a:pt x="102" y="484"/>
                        <a:pt x="162" y="751"/>
                        <a:pt x="239" y="1090"/>
                      </a:cubicBezTo>
                      <a:cubicBezTo>
                        <a:pt x="414" y="1824"/>
                        <a:pt x="662" y="2865"/>
                        <a:pt x="979" y="4193"/>
                      </a:cubicBezTo>
                      <a:cubicBezTo>
                        <a:pt x="1635" y="6911"/>
                        <a:pt x="2575" y="10800"/>
                        <a:pt x="3735" y="15598"/>
                      </a:cubicBezTo>
                      <a:cubicBezTo>
                        <a:pt x="6082" y="25223"/>
                        <a:pt x="9243" y="38546"/>
                        <a:pt x="13187" y="53151"/>
                      </a:cubicBezTo>
                      <a:cubicBezTo>
                        <a:pt x="14594" y="58347"/>
                        <a:pt x="16016" y="63353"/>
                        <a:pt x="17400" y="67961"/>
                      </a:cubicBezTo>
                      <a:lnTo>
                        <a:pt x="17443" y="68104"/>
                      </a:lnTo>
                      <a:lnTo>
                        <a:pt x="17592" y="68104"/>
                      </a:lnTo>
                      <a:lnTo>
                        <a:pt x="45820" y="68030"/>
                      </a:lnTo>
                      <a:lnTo>
                        <a:pt x="54007" y="67971"/>
                      </a:lnTo>
                      <a:lnTo>
                        <a:pt x="56195" y="67938"/>
                      </a:lnTo>
                      <a:lnTo>
                        <a:pt x="56759" y="67921"/>
                      </a:lnTo>
                      <a:cubicBezTo>
                        <a:pt x="56886" y="67915"/>
                        <a:pt x="56951" y="67909"/>
                        <a:pt x="56951" y="67903"/>
                      </a:cubicBezTo>
                      <a:cubicBezTo>
                        <a:pt x="56951" y="67898"/>
                        <a:pt x="56886" y="67891"/>
                        <a:pt x="56759" y="67886"/>
                      </a:cubicBezTo>
                      <a:lnTo>
                        <a:pt x="56195" y="67868"/>
                      </a:lnTo>
                      <a:lnTo>
                        <a:pt x="54007" y="67836"/>
                      </a:lnTo>
                      <a:lnTo>
                        <a:pt x="45820" y="67777"/>
                      </a:lnTo>
                      <a:lnTo>
                        <a:pt x="17743" y="67703"/>
                      </a:lnTo>
                      <a:lnTo>
                        <a:pt x="17743" y="67703"/>
                      </a:lnTo>
                      <a:cubicBezTo>
                        <a:pt x="16384" y="63135"/>
                        <a:pt x="14983" y="58182"/>
                        <a:pt x="13591" y="53041"/>
                      </a:cubicBezTo>
                      <a:cubicBezTo>
                        <a:pt x="9650" y="38444"/>
                        <a:pt x="6444" y="25135"/>
                        <a:pt x="4022" y="15527"/>
                      </a:cubicBezTo>
                      <a:cubicBezTo>
                        <a:pt x="2809" y="10744"/>
                        <a:pt x="1824" y="6864"/>
                        <a:pt x="1137" y="4154"/>
                      </a:cubicBezTo>
                      <a:cubicBezTo>
                        <a:pt x="788" y="2834"/>
                        <a:pt x="513" y="1799"/>
                        <a:pt x="320" y="1069"/>
                      </a:cubicBezTo>
                      <a:cubicBezTo>
                        <a:pt x="227" y="735"/>
                        <a:pt x="153" y="471"/>
                        <a:pt x="98" y="269"/>
                      </a:cubicBezTo>
                      <a:cubicBezTo>
                        <a:pt x="46" y="92"/>
                        <a:pt x="15" y="1"/>
                        <a:pt x="8" y="1"/>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32;p19">
                  <a:extLst>
                    <a:ext uri="{FF2B5EF4-FFF2-40B4-BE49-F238E27FC236}">
                      <a16:creationId xmlns:a16="http://schemas.microsoft.com/office/drawing/2014/main" id="{467893F8-3123-C107-A900-BEB59EF150E3}"/>
                    </a:ext>
                  </a:extLst>
                </p:cNvPr>
                <p:cNvSpPr/>
                <p:nvPr/>
              </p:nvSpPr>
              <p:spPr>
                <a:xfrm>
                  <a:off x="2470250" y="1491250"/>
                  <a:ext cx="1049300" cy="1625950"/>
                </a:xfrm>
                <a:custGeom>
                  <a:avLst/>
                  <a:gdLst/>
                  <a:ahLst/>
                  <a:cxnLst/>
                  <a:rect l="l" t="t" r="r" b="b"/>
                  <a:pathLst>
                    <a:path w="41972" h="65038" extrusionOk="0">
                      <a:moveTo>
                        <a:pt x="28198" y="0"/>
                      </a:moveTo>
                      <a:cubicBezTo>
                        <a:pt x="23873" y="0"/>
                        <a:pt x="18126" y="185"/>
                        <a:pt x="18126" y="185"/>
                      </a:cubicBezTo>
                      <a:cubicBezTo>
                        <a:pt x="10204" y="358"/>
                        <a:pt x="3400" y="1886"/>
                        <a:pt x="3400" y="1886"/>
                      </a:cubicBezTo>
                      <a:lnTo>
                        <a:pt x="0" y="65038"/>
                      </a:lnTo>
                      <a:lnTo>
                        <a:pt x="41972" y="64902"/>
                      </a:lnTo>
                      <a:cubicBezTo>
                        <a:pt x="41972" y="64902"/>
                        <a:pt x="41143" y="52396"/>
                        <a:pt x="41291" y="36143"/>
                      </a:cubicBezTo>
                      <a:cubicBezTo>
                        <a:pt x="41449" y="18788"/>
                        <a:pt x="34390" y="603"/>
                        <a:pt x="32724" y="185"/>
                      </a:cubicBezTo>
                      <a:cubicBezTo>
                        <a:pt x="32168" y="47"/>
                        <a:pt x="30361" y="0"/>
                        <a:pt x="28198"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33;p19">
                  <a:extLst>
                    <a:ext uri="{FF2B5EF4-FFF2-40B4-BE49-F238E27FC236}">
                      <a16:creationId xmlns:a16="http://schemas.microsoft.com/office/drawing/2014/main" id="{52BFE28A-5C19-1751-2024-3E4DE9A722D5}"/>
                    </a:ext>
                  </a:extLst>
                </p:cNvPr>
                <p:cNvSpPr/>
                <p:nvPr/>
              </p:nvSpPr>
              <p:spPr>
                <a:xfrm>
                  <a:off x="2643600" y="542250"/>
                  <a:ext cx="192325" cy="608050"/>
                </a:xfrm>
                <a:custGeom>
                  <a:avLst/>
                  <a:gdLst/>
                  <a:ahLst/>
                  <a:cxnLst/>
                  <a:rect l="l" t="t" r="r" b="b"/>
                  <a:pathLst>
                    <a:path w="7693" h="24322" extrusionOk="0">
                      <a:moveTo>
                        <a:pt x="7693" y="0"/>
                      </a:moveTo>
                      <a:lnTo>
                        <a:pt x="7693" y="0"/>
                      </a:lnTo>
                      <a:cubicBezTo>
                        <a:pt x="3928" y="881"/>
                        <a:pt x="348" y="8499"/>
                        <a:pt x="174" y="12813"/>
                      </a:cubicBezTo>
                      <a:cubicBezTo>
                        <a:pt x="1" y="17128"/>
                        <a:pt x="1872" y="21480"/>
                        <a:pt x="5123" y="24322"/>
                      </a:cubicBezTo>
                      <a:lnTo>
                        <a:pt x="7693" y="0"/>
                      </a:lnTo>
                      <a:close/>
                    </a:path>
                  </a:pathLst>
                </a:cu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34;p19">
                  <a:extLst>
                    <a:ext uri="{FF2B5EF4-FFF2-40B4-BE49-F238E27FC236}">
                      <a16:creationId xmlns:a16="http://schemas.microsoft.com/office/drawing/2014/main" id="{207A7CD4-FFC5-E792-0253-660268D0F426}"/>
                    </a:ext>
                  </a:extLst>
                </p:cNvPr>
                <p:cNvSpPr/>
                <p:nvPr/>
              </p:nvSpPr>
              <p:spPr>
                <a:xfrm>
                  <a:off x="2770950" y="991200"/>
                  <a:ext cx="409050" cy="623650"/>
                </a:xfrm>
                <a:custGeom>
                  <a:avLst/>
                  <a:gdLst/>
                  <a:ahLst/>
                  <a:cxnLst/>
                  <a:rect l="l" t="t" r="r" b="b"/>
                  <a:pathLst>
                    <a:path w="16362" h="24946" extrusionOk="0">
                      <a:moveTo>
                        <a:pt x="1" y="0"/>
                      </a:moveTo>
                      <a:lnTo>
                        <a:pt x="1" y="23202"/>
                      </a:lnTo>
                      <a:cubicBezTo>
                        <a:pt x="2720" y="24397"/>
                        <a:pt x="5088" y="24946"/>
                        <a:pt x="7421" y="24946"/>
                      </a:cubicBezTo>
                      <a:cubicBezTo>
                        <a:pt x="10262" y="24946"/>
                        <a:pt x="13052" y="24132"/>
                        <a:pt x="16361" y="22677"/>
                      </a:cubicBezTo>
                      <a:lnTo>
                        <a:pt x="16361" y="10856"/>
                      </a:lnTo>
                      <a:lnTo>
                        <a:pt x="1"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35;p19">
                  <a:extLst>
                    <a:ext uri="{FF2B5EF4-FFF2-40B4-BE49-F238E27FC236}">
                      <a16:creationId xmlns:a16="http://schemas.microsoft.com/office/drawing/2014/main" id="{984CC268-E31B-EEC8-344F-72FA5034B3F3}"/>
                    </a:ext>
                  </a:extLst>
                </p:cNvPr>
                <p:cNvSpPr/>
                <p:nvPr/>
              </p:nvSpPr>
              <p:spPr>
                <a:xfrm>
                  <a:off x="2810475" y="1080250"/>
                  <a:ext cx="369525" cy="358375"/>
                </a:xfrm>
                <a:custGeom>
                  <a:avLst/>
                  <a:gdLst/>
                  <a:ahLst/>
                  <a:cxnLst/>
                  <a:rect l="l" t="t" r="r" b="b"/>
                  <a:pathLst>
                    <a:path w="14781" h="14335" extrusionOk="0">
                      <a:moveTo>
                        <a:pt x="0" y="0"/>
                      </a:moveTo>
                      <a:lnTo>
                        <a:pt x="0" y="0"/>
                      </a:lnTo>
                      <a:cubicBezTo>
                        <a:pt x="385" y="12449"/>
                        <a:pt x="7414" y="14335"/>
                        <a:pt x="11638" y="14335"/>
                      </a:cubicBezTo>
                      <a:cubicBezTo>
                        <a:pt x="13474" y="14335"/>
                        <a:pt x="14780" y="13978"/>
                        <a:pt x="14780" y="13978"/>
                      </a:cubicBezTo>
                      <a:lnTo>
                        <a:pt x="14780" y="8079"/>
                      </a:lnTo>
                      <a:lnTo>
                        <a:pt x="0" y="0"/>
                      </a:ln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Google Shape;136;p19">
                  <a:extLst>
                    <a:ext uri="{FF2B5EF4-FFF2-40B4-BE49-F238E27FC236}">
                      <a16:creationId xmlns:a16="http://schemas.microsoft.com/office/drawing/2014/main" id="{779D61AC-56C1-1FB3-D1C2-CFCEB148C55F}"/>
                    </a:ext>
                  </a:extLst>
                </p:cNvPr>
                <p:cNvSpPr/>
                <p:nvPr/>
              </p:nvSpPr>
              <p:spPr>
                <a:xfrm>
                  <a:off x="2662175" y="841650"/>
                  <a:ext cx="138550" cy="173250"/>
                </a:xfrm>
                <a:custGeom>
                  <a:avLst/>
                  <a:gdLst/>
                  <a:ahLst/>
                  <a:cxnLst/>
                  <a:rect l="l" t="t" r="r" b="b"/>
                  <a:pathLst>
                    <a:path w="5542" h="6930" extrusionOk="0">
                      <a:moveTo>
                        <a:pt x="2729" y="1"/>
                      </a:moveTo>
                      <a:cubicBezTo>
                        <a:pt x="2234" y="1"/>
                        <a:pt x="1739" y="119"/>
                        <a:pt x="1339" y="406"/>
                      </a:cubicBezTo>
                      <a:cubicBezTo>
                        <a:pt x="860" y="751"/>
                        <a:pt x="566" y="1303"/>
                        <a:pt x="404" y="1871"/>
                      </a:cubicBezTo>
                      <a:cubicBezTo>
                        <a:pt x="1" y="3286"/>
                        <a:pt x="388" y="4922"/>
                        <a:pt x="1455" y="5935"/>
                      </a:cubicBezTo>
                      <a:cubicBezTo>
                        <a:pt x="2128" y="6576"/>
                        <a:pt x="3063" y="6929"/>
                        <a:pt x="3988" y="6929"/>
                      </a:cubicBezTo>
                      <a:cubicBezTo>
                        <a:pt x="4527" y="6929"/>
                        <a:pt x="5062" y="6809"/>
                        <a:pt x="5541" y="6556"/>
                      </a:cubicBezTo>
                      <a:lnTo>
                        <a:pt x="4984" y="593"/>
                      </a:lnTo>
                      <a:cubicBezTo>
                        <a:pt x="4394" y="355"/>
                        <a:pt x="3796" y="114"/>
                        <a:pt x="3165" y="30"/>
                      </a:cubicBezTo>
                      <a:cubicBezTo>
                        <a:pt x="3021" y="11"/>
                        <a:pt x="2875" y="1"/>
                        <a:pt x="2729"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Google Shape;137;p19">
                  <a:extLst>
                    <a:ext uri="{FF2B5EF4-FFF2-40B4-BE49-F238E27FC236}">
                      <a16:creationId xmlns:a16="http://schemas.microsoft.com/office/drawing/2014/main" id="{8128F476-84E4-015D-ABA3-A9F5E4A98739}"/>
                    </a:ext>
                  </a:extLst>
                </p:cNvPr>
                <p:cNvSpPr/>
                <p:nvPr/>
              </p:nvSpPr>
              <p:spPr>
                <a:xfrm>
                  <a:off x="2691350" y="865575"/>
                  <a:ext cx="71750" cy="111850"/>
                </a:xfrm>
                <a:custGeom>
                  <a:avLst/>
                  <a:gdLst/>
                  <a:ahLst/>
                  <a:cxnLst/>
                  <a:rect l="l" t="t" r="r" b="b"/>
                  <a:pathLst>
                    <a:path w="2870" h="4474" extrusionOk="0">
                      <a:moveTo>
                        <a:pt x="1239" y="1"/>
                      </a:moveTo>
                      <a:cubicBezTo>
                        <a:pt x="1144" y="1"/>
                        <a:pt x="1062" y="123"/>
                        <a:pt x="1148" y="210"/>
                      </a:cubicBezTo>
                      <a:cubicBezTo>
                        <a:pt x="1484" y="555"/>
                        <a:pt x="1803" y="918"/>
                        <a:pt x="2089" y="1305"/>
                      </a:cubicBezTo>
                      <a:lnTo>
                        <a:pt x="2089" y="1305"/>
                      </a:lnTo>
                      <a:cubicBezTo>
                        <a:pt x="1976" y="1272"/>
                        <a:pt x="1859" y="1256"/>
                        <a:pt x="1740" y="1256"/>
                      </a:cubicBezTo>
                      <a:cubicBezTo>
                        <a:pt x="1192" y="1256"/>
                        <a:pt x="625" y="1601"/>
                        <a:pt x="405" y="2186"/>
                      </a:cubicBezTo>
                      <a:cubicBezTo>
                        <a:pt x="0" y="3256"/>
                        <a:pt x="912" y="4474"/>
                        <a:pt x="2001" y="4474"/>
                      </a:cubicBezTo>
                      <a:cubicBezTo>
                        <a:pt x="2114" y="4474"/>
                        <a:pt x="2230" y="4461"/>
                        <a:pt x="2347" y="4432"/>
                      </a:cubicBezTo>
                      <a:cubicBezTo>
                        <a:pt x="2525" y="4390"/>
                        <a:pt x="2490" y="4162"/>
                        <a:pt x="2347" y="4106"/>
                      </a:cubicBezTo>
                      <a:cubicBezTo>
                        <a:pt x="1747" y="3865"/>
                        <a:pt x="1109" y="3699"/>
                        <a:pt x="948" y="2974"/>
                      </a:cubicBezTo>
                      <a:cubicBezTo>
                        <a:pt x="792" y="2271"/>
                        <a:pt x="1279" y="1717"/>
                        <a:pt x="1847" y="1717"/>
                      </a:cubicBezTo>
                      <a:cubicBezTo>
                        <a:pt x="2096" y="1717"/>
                        <a:pt x="2361" y="1824"/>
                        <a:pt x="2595" y="2073"/>
                      </a:cubicBezTo>
                      <a:cubicBezTo>
                        <a:pt x="2621" y="2100"/>
                        <a:pt x="2652" y="2112"/>
                        <a:pt x="2683" y="2112"/>
                      </a:cubicBezTo>
                      <a:cubicBezTo>
                        <a:pt x="2777" y="2112"/>
                        <a:pt x="2869" y="2006"/>
                        <a:pt x="2807" y="1908"/>
                      </a:cubicBezTo>
                      <a:cubicBezTo>
                        <a:pt x="2765" y="1829"/>
                        <a:pt x="2718" y="1758"/>
                        <a:pt x="2667" y="1694"/>
                      </a:cubicBezTo>
                      <a:lnTo>
                        <a:pt x="2667" y="1694"/>
                      </a:lnTo>
                      <a:cubicBezTo>
                        <a:pt x="2268" y="1093"/>
                        <a:pt x="1846" y="548"/>
                        <a:pt x="1321" y="36"/>
                      </a:cubicBezTo>
                      <a:cubicBezTo>
                        <a:pt x="1295" y="11"/>
                        <a:pt x="1266" y="1"/>
                        <a:pt x="1239"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Google Shape;138;p19">
                  <a:extLst>
                    <a:ext uri="{FF2B5EF4-FFF2-40B4-BE49-F238E27FC236}">
                      <a16:creationId xmlns:a16="http://schemas.microsoft.com/office/drawing/2014/main" id="{E17336F7-0347-BE29-6C06-1ABF209C1CE4}"/>
                    </a:ext>
                  </a:extLst>
                </p:cNvPr>
                <p:cNvSpPr/>
                <p:nvPr/>
              </p:nvSpPr>
              <p:spPr>
                <a:xfrm>
                  <a:off x="2705825" y="522325"/>
                  <a:ext cx="671600" cy="780725"/>
                </a:xfrm>
                <a:custGeom>
                  <a:avLst/>
                  <a:gdLst/>
                  <a:ahLst/>
                  <a:cxnLst/>
                  <a:rect l="l" t="t" r="r" b="b"/>
                  <a:pathLst>
                    <a:path w="26864" h="31229" extrusionOk="0">
                      <a:moveTo>
                        <a:pt x="12028" y="0"/>
                      </a:moveTo>
                      <a:cubicBezTo>
                        <a:pt x="11435" y="0"/>
                        <a:pt x="11082" y="53"/>
                        <a:pt x="11082" y="53"/>
                      </a:cubicBezTo>
                      <a:cubicBezTo>
                        <a:pt x="1" y="736"/>
                        <a:pt x="1679" y="9221"/>
                        <a:pt x="3754" y="20435"/>
                      </a:cubicBezTo>
                      <a:cubicBezTo>
                        <a:pt x="5133" y="27888"/>
                        <a:pt x="9302" y="31228"/>
                        <a:pt x="16250" y="31228"/>
                      </a:cubicBezTo>
                      <a:cubicBezTo>
                        <a:pt x="16291" y="31228"/>
                        <a:pt x="16332" y="31228"/>
                        <a:pt x="16373" y="31228"/>
                      </a:cubicBezTo>
                      <a:cubicBezTo>
                        <a:pt x="22296" y="31195"/>
                        <a:pt x="26864" y="27386"/>
                        <a:pt x="24216" y="12639"/>
                      </a:cubicBezTo>
                      <a:cubicBezTo>
                        <a:pt x="22136" y="1057"/>
                        <a:pt x="14681" y="0"/>
                        <a:pt x="12028"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Google Shape;139;p19">
                  <a:extLst>
                    <a:ext uri="{FF2B5EF4-FFF2-40B4-BE49-F238E27FC236}">
                      <a16:creationId xmlns:a16="http://schemas.microsoft.com/office/drawing/2014/main" id="{691309FD-DF35-2843-466B-A3CDB08DFB11}"/>
                    </a:ext>
                  </a:extLst>
                </p:cNvPr>
                <p:cNvSpPr/>
                <p:nvPr/>
              </p:nvSpPr>
              <p:spPr>
                <a:xfrm>
                  <a:off x="3067000" y="755525"/>
                  <a:ext cx="61375" cy="270950"/>
                </a:xfrm>
                <a:custGeom>
                  <a:avLst/>
                  <a:gdLst/>
                  <a:ahLst/>
                  <a:cxnLst/>
                  <a:rect l="l" t="t" r="r" b="b"/>
                  <a:pathLst>
                    <a:path w="2455" h="10838" extrusionOk="0">
                      <a:moveTo>
                        <a:pt x="1620" y="0"/>
                      </a:moveTo>
                      <a:cubicBezTo>
                        <a:pt x="1562" y="0"/>
                        <a:pt x="1506" y="39"/>
                        <a:pt x="1505" y="118"/>
                      </a:cubicBezTo>
                      <a:cubicBezTo>
                        <a:pt x="1484" y="1804"/>
                        <a:pt x="1549" y="3488"/>
                        <a:pt x="1586" y="5173"/>
                      </a:cubicBezTo>
                      <a:cubicBezTo>
                        <a:pt x="1605" y="6048"/>
                        <a:pt x="2172" y="10310"/>
                        <a:pt x="621" y="10310"/>
                      </a:cubicBezTo>
                      <a:cubicBezTo>
                        <a:pt x="560" y="10310"/>
                        <a:pt x="496" y="10303"/>
                        <a:pt x="429" y="10290"/>
                      </a:cubicBezTo>
                      <a:cubicBezTo>
                        <a:pt x="409" y="10286"/>
                        <a:pt x="390" y="10284"/>
                        <a:pt x="372" y="10284"/>
                      </a:cubicBezTo>
                      <a:cubicBezTo>
                        <a:pt x="101" y="10284"/>
                        <a:pt x="0" y="10695"/>
                        <a:pt x="295" y="10772"/>
                      </a:cubicBezTo>
                      <a:cubicBezTo>
                        <a:pt x="464" y="10816"/>
                        <a:pt x="618" y="10837"/>
                        <a:pt x="758" y="10837"/>
                      </a:cubicBezTo>
                      <a:cubicBezTo>
                        <a:pt x="1609" y="10837"/>
                        <a:pt x="1975" y="10083"/>
                        <a:pt x="2091" y="9172"/>
                      </a:cubicBezTo>
                      <a:cubicBezTo>
                        <a:pt x="2454" y="6328"/>
                        <a:pt x="2050" y="2962"/>
                        <a:pt x="1750" y="118"/>
                      </a:cubicBezTo>
                      <a:cubicBezTo>
                        <a:pt x="1742" y="40"/>
                        <a:pt x="1680" y="0"/>
                        <a:pt x="162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8" name="Google Shape;140;p19">
                  <a:extLst>
                    <a:ext uri="{FF2B5EF4-FFF2-40B4-BE49-F238E27FC236}">
                      <a16:creationId xmlns:a16="http://schemas.microsoft.com/office/drawing/2014/main" id="{4B63143D-9528-20A6-40B7-66A8D84E5688}"/>
                    </a:ext>
                  </a:extLst>
                </p:cNvPr>
                <p:cNvSpPr/>
                <p:nvPr/>
              </p:nvSpPr>
              <p:spPr>
                <a:xfrm>
                  <a:off x="3010875" y="889000"/>
                  <a:ext cx="49200" cy="47350"/>
                </a:xfrm>
                <a:custGeom>
                  <a:avLst/>
                  <a:gdLst/>
                  <a:ahLst/>
                  <a:cxnLst/>
                  <a:rect l="l" t="t" r="r" b="b"/>
                  <a:pathLst>
                    <a:path w="1968" h="1894" extrusionOk="0">
                      <a:moveTo>
                        <a:pt x="946" y="1"/>
                      </a:moveTo>
                      <a:cubicBezTo>
                        <a:pt x="424" y="1"/>
                        <a:pt x="0" y="424"/>
                        <a:pt x="0" y="947"/>
                      </a:cubicBezTo>
                      <a:cubicBezTo>
                        <a:pt x="0" y="1330"/>
                        <a:pt x="231" y="1675"/>
                        <a:pt x="584" y="1821"/>
                      </a:cubicBezTo>
                      <a:cubicBezTo>
                        <a:pt x="702" y="1870"/>
                        <a:pt x="825" y="1894"/>
                        <a:pt x="947" y="1894"/>
                      </a:cubicBezTo>
                      <a:cubicBezTo>
                        <a:pt x="1194" y="1894"/>
                        <a:pt x="1435" y="1797"/>
                        <a:pt x="1616" y="1616"/>
                      </a:cubicBezTo>
                      <a:cubicBezTo>
                        <a:pt x="1887" y="1345"/>
                        <a:pt x="1968" y="938"/>
                        <a:pt x="1822" y="585"/>
                      </a:cubicBezTo>
                      <a:cubicBezTo>
                        <a:pt x="1674" y="231"/>
                        <a:pt x="1329" y="1"/>
                        <a:pt x="946"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9" name="Google Shape;141;p19">
                  <a:extLst>
                    <a:ext uri="{FF2B5EF4-FFF2-40B4-BE49-F238E27FC236}">
                      <a16:creationId xmlns:a16="http://schemas.microsoft.com/office/drawing/2014/main" id="{1DE3A00E-14F2-0F0A-F13E-A6B66A2538DC}"/>
                    </a:ext>
                  </a:extLst>
                </p:cNvPr>
                <p:cNvSpPr/>
                <p:nvPr/>
              </p:nvSpPr>
              <p:spPr>
                <a:xfrm>
                  <a:off x="3211225" y="889000"/>
                  <a:ext cx="49225" cy="47350"/>
                </a:xfrm>
                <a:custGeom>
                  <a:avLst/>
                  <a:gdLst/>
                  <a:ahLst/>
                  <a:cxnLst/>
                  <a:rect l="l" t="t" r="r" b="b"/>
                  <a:pathLst>
                    <a:path w="1969" h="1894" extrusionOk="0">
                      <a:moveTo>
                        <a:pt x="948" y="1"/>
                      </a:moveTo>
                      <a:cubicBezTo>
                        <a:pt x="425" y="1"/>
                        <a:pt x="1" y="424"/>
                        <a:pt x="1" y="947"/>
                      </a:cubicBezTo>
                      <a:cubicBezTo>
                        <a:pt x="1" y="1330"/>
                        <a:pt x="231" y="1675"/>
                        <a:pt x="586" y="1821"/>
                      </a:cubicBezTo>
                      <a:cubicBezTo>
                        <a:pt x="703" y="1870"/>
                        <a:pt x="826" y="1894"/>
                        <a:pt x="948" y="1894"/>
                      </a:cubicBezTo>
                      <a:cubicBezTo>
                        <a:pt x="1194" y="1894"/>
                        <a:pt x="1436" y="1797"/>
                        <a:pt x="1617" y="1616"/>
                      </a:cubicBezTo>
                      <a:cubicBezTo>
                        <a:pt x="1888" y="1346"/>
                        <a:pt x="1969" y="938"/>
                        <a:pt x="1822" y="585"/>
                      </a:cubicBezTo>
                      <a:cubicBezTo>
                        <a:pt x="1676" y="231"/>
                        <a:pt x="1330" y="1"/>
                        <a:pt x="948"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0" name="Google Shape;142;p19">
                  <a:extLst>
                    <a:ext uri="{FF2B5EF4-FFF2-40B4-BE49-F238E27FC236}">
                      <a16:creationId xmlns:a16="http://schemas.microsoft.com/office/drawing/2014/main" id="{0DEE7221-3D2D-FEDF-1EEF-B3F925EFDB5A}"/>
                    </a:ext>
                  </a:extLst>
                </p:cNvPr>
                <p:cNvSpPr/>
                <p:nvPr/>
              </p:nvSpPr>
              <p:spPr>
                <a:xfrm>
                  <a:off x="3142925" y="775100"/>
                  <a:ext cx="102475" cy="30325"/>
                </a:xfrm>
                <a:custGeom>
                  <a:avLst/>
                  <a:gdLst/>
                  <a:ahLst/>
                  <a:cxnLst/>
                  <a:rect l="l" t="t" r="r" b="b"/>
                  <a:pathLst>
                    <a:path w="4099" h="1213" extrusionOk="0">
                      <a:moveTo>
                        <a:pt x="1854" y="1"/>
                      </a:moveTo>
                      <a:cubicBezTo>
                        <a:pt x="1222" y="1"/>
                        <a:pt x="601" y="164"/>
                        <a:pt x="179" y="480"/>
                      </a:cubicBezTo>
                      <a:cubicBezTo>
                        <a:pt x="1" y="613"/>
                        <a:pt x="64" y="935"/>
                        <a:pt x="279" y="935"/>
                      </a:cubicBezTo>
                      <a:cubicBezTo>
                        <a:pt x="306" y="935"/>
                        <a:pt x="334" y="930"/>
                        <a:pt x="364" y="920"/>
                      </a:cubicBezTo>
                      <a:cubicBezTo>
                        <a:pt x="893" y="741"/>
                        <a:pt x="1355" y="574"/>
                        <a:pt x="1892" y="574"/>
                      </a:cubicBezTo>
                      <a:cubicBezTo>
                        <a:pt x="1995" y="574"/>
                        <a:pt x="2101" y="581"/>
                        <a:pt x="2211" y="594"/>
                      </a:cubicBezTo>
                      <a:cubicBezTo>
                        <a:pt x="2820" y="670"/>
                        <a:pt x="3284" y="989"/>
                        <a:pt x="3840" y="1203"/>
                      </a:cubicBezTo>
                      <a:cubicBezTo>
                        <a:pt x="3857" y="1209"/>
                        <a:pt x="3874" y="1212"/>
                        <a:pt x="3890" y="1212"/>
                      </a:cubicBezTo>
                      <a:cubicBezTo>
                        <a:pt x="4007" y="1212"/>
                        <a:pt x="4099" y="1058"/>
                        <a:pt x="4031" y="954"/>
                      </a:cubicBezTo>
                      <a:lnTo>
                        <a:pt x="4031" y="954"/>
                      </a:lnTo>
                      <a:lnTo>
                        <a:pt x="4031" y="955"/>
                      </a:lnTo>
                      <a:cubicBezTo>
                        <a:pt x="3614" y="310"/>
                        <a:pt x="2724" y="1"/>
                        <a:pt x="1854" y="1"/>
                      </a:cubicBezTo>
                      <a:close/>
                    </a:path>
                  </a:pathLst>
                </a:custGeom>
                <a:solidFill>
                  <a:srgbClr val="332A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1" name="Google Shape;143;p19">
                  <a:extLst>
                    <a:ext uri="{FF2B5EF4-FFF2-40B4-BE49-F238E27FC236}">
                      <a16:creationId xmlns:a16="http://schemas.microsoft.com/office/drawing/2014/main" id="{147250F0-2442-949C-DEA4-A93C1EB10E2A}"/>
                    </a:ext>
                  </a:extLst>
                </p:cNvPr>
                <p:cNvSpPr/>
                <p:nvPr/>
              </p:nvSpPr>
              <p:spPr>
                <a:xfrm>
                  <a:off x="2940200" y="767750"/>
                  <a:ext cx="102500" cy="30325"/>
                </a:xfrm>
                <a:custGeom>
                  <a:avLst/>
                  <a:gdLst/>
                  <a:ahLst/>
                  <a:cxnLst/>
                  <a:rect l="l" t="t" r="r" b="b"/>
                  <a:pathLst>
                    <a:path w="4100" h="1213" extrusionOk="0">
                      <a:moveTo>
                        <a:pt x="1855" y="0"/>
                      </a:moveTo>
                      <a:cubicBezTo>
                        <a:pt x="1222" y="0"/>
                        <a:pt x="601" y="163"/>
                        <a:pt x="179" y="479"/>
                      </a:cubicBezTo>
                      <a:cubicBezTo>
                        <a:pt x="1" y="613"/>
                        <a:pt x="65" y="935"/>
                        <a:pt x="281" y="935"/>
                      </a:cubicBezTo>
                      <a:cubicBezTo>
                        <a:pt x="307" y="935"/>
                        <a:pt x="336" y="930"/>
                        <a:pt x="366" y="920"/>
                      </a:cubicBezTo>
                      <a:cubicBezTo>
                        <a:pt x="893" y="742"/>
                        <a:pt x="1354" y="574"/>
                        <a:pt x="1890" y="574"/>
                      </a:cubicBezTo>
                      <a:cubicBezTo>
                        <a:pt x="1994" y="574"/>
                        <a:pt x="2101" y="581"/>
                        <a:pt x="2211" y="594"/>
                      </a:cubicBezTo>
                      <a:cubicBezTo>
                        <a:pt x="2821" y="670"/>
                        <a:pt x="3284" y="990"/>
                        <a:pt x="3840" y="1203"/>
                      </a:cubicBezTo>
                      <a:cubicBezTo>
                        <a:pt x="3857" y="1210"/>
                        <a:pt x="3874" y="1213"/>
                        <a:pt x="3890" y="1213"/>
                      </a:cubicBezTo>
                      <a:cubicBezTo>
                        <a:pt x="4008" y="1213"/>
                        <a:pt x="4099" y="1058"/>
                        <a:pt x="4033" y="954"/>
                      </a:cubicBezTo>
                      <a:cubicBezTo>
                        <a:pt x="3615" y="309"/>
                        <a:pt x="2725" y="0"/>
                        <a:pt x="1855" y="0"/>
                      </a:cubicBezTo>
                      <a:close/>
                    </a:path>
                  </a:pathLst>
                </a:custGeom>
                <a:solidFill>
                  <a:srgbClr val="332A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2" name="Google Shape;144;p19">
                  <a:extLst>
                    <a:ext uri="{FF2B5EF4-FFF2-40B4-BE49-F238E27FC236}">
                      <a16:creationId xmlns:a16="http://schemas.microsoft.com/office/drawing/2014/main" id="{F78E125B-7040-D560-536E-45ACC12E2607}"/>
                    </a:ext>
                  </a:extLst>
                </p:cNvPr>
                <p:cNvSpPr/>
                <p:nvPr/>
              </p:nvSpPr>
              <p:spPr>
                <a:xfrm>
                  <a:off x="2690725" y="872000"/>
                  <a:ext cx="82050" cy="96625"/>
                </a:xfrm>
                <a:custGeom>
                  <a:avLst/>
                  <a:gdLst/>
                  <a:ahLst/>
                  <a:cxnLst/>
                  <a:rect l="l" t="t" r="r" b="b"/>
                  <a:pathLst>
                    <a:path w="3282" h="3865" extrusionOk="0">
                      <a:moveTo>
                        <a:pt x="1141" y="0"/>
                      </a:moveTo>
                      <a:cubicBezTo>
                        <a:pt x="927" y="0"/>
                        <a:pt x="709" y="71"/>
                        <a:pt x="537" y="201"/>
                      </a:cubicBezTo>
                      <a:cubicBezTo>
                        <a:pt x="218" y="444"/>
                        <a:pt x="52" y="849"/>
                        <a:pt x="26" y="1250"/>
                      </a:cubicBezTo>
                      <a:cubicBezTo>
                        <a:pt x="0" y="1650"/>
                        <a:pt x="101" y="2048"/>
                        <a:pt x="231" y="2427"/>
                      </a:cubicBezTo>
                      <a:cubicBezTo>
                        <a:pt x="423" y="2983"/>
                        <a:pt x="727" y="3560"/>
                        <a:pt x="1272" y="3781"/>
                      </a:cubicBezTo>
                      <a:cubicBezTo>
                        <a:pt x="1412" y="3838"/>
                        <a:pt x="1560" y="3865"/>
                        <a:pt x="1708" y="3865"/>
                      </a:cubicBezTo>
                      <a:cubicBezTo>
                        <a:pt x="2212" y="3865"/>
                        <a:pt x="2721" y="3559"/>
                        <a:pt x="2965" y="3106"/>
                      </a:cubicBezTo>
                      <a:cubicBezTo>
                        <a:pt x="3282" y="2519"/>
                        <a:pt x="3188" y="1767"/>
                        <a:pt x="2828" y="1206"/>
                      </a:cubicBezTo>
                      <a:cubicBezTo>
                        <a:pt x="2468" y="646"/>
                        <a:pt x="1876" y="265"/>
                        <a:pt x="1246" y="48"/>
                      </a:cubicBezTo>
                      <a:lnTo>
                        <a:pt x="1246" y="48"/>
                      </a:lnTo>
                      <a:lnTo>
                        <a:pt x="1655" y="170"/>
                      </a:lnTo>
                      <a:cubicBezTo>
                        <a:pt x="1509" y="54"/>
                        <a:pt x="1327" y="0"/>
                        <a:pt x="114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145;p19">
                  <a:extLst>
                    <a:ext uri="{FF2B5EF4-FFF2-40B4-BE49-F238E27FC236}">
                      <a16:creationId xmlns:a16="http://schemas.microsoft.com/office/drawing/2014/main" id="{E5EB4F42-E17F-0DDD-DEEB-781579112859}"/>
                    </a:ext>
                  </a:extLst>
                </p:cNvPr>
                <p:cNvSpPr/>
                <p:nvPr/>
              </p:nvSpPr>
              <p:spPr>
                <a:xfrm>
                  <a:off x="3024950" y="1031025"/>
                  <a:ext cx="95700" cy="51525"/>
                </a:xfrm>
                <a:custGeom>
                  <a:avLst/>
                  <a:gdLst/>
                  <a:ahLst/>
                  <a:cxnLst/>
                  <a:rect l="l" t="t" r="r" b="b"/>
                  <a:pathLst>
                    <a:path w="3828" h="2061" extrusionOk="0">
                      <a:moveTo>
                        <a:pt x="243" y="1"/>
                      </a:moveTo>
                      <a:cubicBezTo>
                        <a:pt x="117" y="1"/>
                        <a:pt x="0" y="104"/>
                        <a:pt x="36" y="266"/>
                      </a:cubicBezTo>
                      <a:cubicBezTo>
                        <a:pt x="257" y="1274"/>
                        <a:pt x="1426" y="2060"/>
                        <a:pt x="2499" y="2060"/>
                      </a:cubicBezTo>
                      <a:cubicBezTo>
                        <a:pt x="2928" y="2060"/>
                        <a:pt x="3342" y="1934"/>
                        <a:pt x="3674" y="1647"/>
                      </a:cubicBezTo>
                      <a:cubicBezTo>
                        <a:pt x="3827" y="1513"/>
                        <a:pt x="3717" y="1218"/>
                        <a:pt x="3516" y="1218"/>
                      </a:cubicBezTo>
                      <a:cubicBezTo>
                        <a:pt x="3509" y="1218"/>
                        <a:pt x="3503" y="1218"/>
                        <a:pt x="3497" y="1218"/>
                      </a:cubicBezTo>
                      <a:cubicBezTo>
                        <a:pt x="3085" y="1255"/>
                        <a:pt x="2724" y="1357"/>
                        <a:pt x="2347" y="1357"/>
                      </a:cubicBezTo>
                      <a:cubicBezTo>
                        <a:pt x="2150" y="1357"/>
                        <a:pt x="1948" y="1329"/>
                        <a:pt x="1733" y="1251"/>
                      </a:cubicBezTo>
                      <a:cubicBezTo>
                        <a:pt x="1137" y="1032"/>
                        <a:pt x="795" y="594"/>
                        <a:pt x="432" y="99"/>
                      </a:cubicBezTo>
                      <a:cubicBezTo>
                        <a:pt x="382" y="31"/>
                        <a:pt x="311" y="1"/>
                        <a:pt x="243"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4" name="Google Shape;146;p19">
                  <a:extLst>
                    <a:ext uri="{FF2B5EF4-FFF2-40B4-BE49-F238E27FC236}">
                      <a16:creationId xmlns:a16="http://schemas.microsoft.com/office/drawing/2014/main" id="{A2AAAD98-CBC3-6667-FCE2-278A809B297C}"/>
                    </a:ext>
                  </a:extLst>
                </p:cNvPr>
                <p:cNvSpPr/>
                <p:nvPr/>
              </p:nvSpPr>
              <p:spPr>
                <a:xfrm>
                  <a:off x="2901750" y="808000"/>
                  <a:ext cx="186750" cy="186425"/>
                </a:xfrm>
                <a:custGeom>
                  <a:avLst/>
                  <a:gdLst/>
                  <a:ahLst/>
                  <a:cxnLst/>
                  <a:rect l="l" t="t" r="r" b="b"/>
                  <a:pathLst>
                    <a:path w="7470" h="7457" extrusionOk="0">
                      <a:moveTo>
                        <a:pt x="3640" y="412"/>
                      </a:moveTo>
                      <a:cubicBezTo>
                        <a:pt x="5334" y="412"/>
                        <a:pt x="7061" y="1523"/>
                        <a:pt x="7180" y="3732"/>
                      </a:cubicBezTo>
                      <a:cubicBezTo>
                        <a:pt x="7061" y="5938"/>
                        <a:pt x="5333" y="7049"/>
                        <a:pt x="3639" y="7049"/>
                      </a:cubicBezTo>
                      <a:cubicBezTo>
                        <a:pt x="1952" y="7049"/>
                        <a:pt x="299" y="5949"/>
                        <a:pt x="299" y="3732"/>
                      </a:cubicBezTo>
                      <a:cubicBezTo>
                        <a:pt x="299" y="1514"/>
                        <a:pt x="1953" y="412"/>
                        <a:pt x="3640" y="412"/>
                      </a:cubicBezTo>
                      <a:close/>
                      <a:moveTo>
                        <a:pt x="3739" y="1"/>
                      </a:moveTo>
                      <a:cubicBezTo>
                        <a:pt x="1716" y="1"/>
                        <a:pt x="0" y="1701"/>
                        <a:pt x="10" y="3732"/>
                      </a:cubicBezTo>
                      <a:cubicBezTo>
                        <a:pt x="18" y="5691"/>
                        <a:pt x="1585" y="7349"/>
                        <a:pt x="3544" y="7451"/>
                      </a:cubicBezTo>
                      <a:cubicBezTo>
                        <a:pt x="3612" y="7454"/>
                        <a:pt x="3680" y="7456"/>
                        <a:pt x="3747" y="7456"/>
                      </a:cubicBezTo>
                      <a:cubicBezTo>
                        <a:pt x="5820" y="7456"/>
                        <a:pt x="7341" y="5792"/>
                        <a:pt x="7467" y="3769"/>
                      </a:cubicBezTo>
                      <a:lnTo>
                        <a:pt x="7467" y="3769"/>
                      </a:lnTo>
                      <a:cubicBezTo>
                        <a:pt x="7469" y="3758"/>
                        <a:pt x="7470" y="3745"/>
                        <a:pt x="7469" y="3732"/>
                      </a:cubicBezTo>
                      <a:lnTo>
                        <a:pt x="7469" y="3732"/>
                      </a:lnTo>
                      <a:cubicBezTo>
                        <a:pt x="7469" y="3732"/>
                        <a:pt x="7469" y="3732"/>
                        <a:pt x="7469" y="3732"/>
                      </a:cubicBezTo>
                      <a:cubicBezTo>
                        <a:pt x="7470" y="3718"/>
                        <a:pt x="7469" y="3706"/>
                        <a:pt x="7467" y="3694"/>
                      </a:cubicBezTo>
                      <a:lnTo>
                        <a:pt x="7467" y="3694"/>
                      </a:lnTo>
                      <a:cubicBezTo>
                        <a:pt x="7342" y="1684"/>
                        <a:pt x="5841" y="1"/>
                        <a:pt x="373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147;p19">
                  <a:extLst>
                    <a:ext uri="{FF2B5EF4-FFF2-40B4-BE49-F238E27FC236}">
                      <a16:creationId xmlns:a16="http://schemas.microsoft.com/office/drawing/2014/main" id="{75C53C6B-5D4E-43A6-A37A-37F2B2A87FA0}"/>
                    </a:ext>
                  </a:extLst>
                </p:cNvPr>
                <p:cNvSpPr/>
                <p:nvPr/>
              </p:nvSpPr>
              <p:spPr>
                <a:xfrm>
                  <a:off x="3135750" y="808000"/>
                  <a:ext cx="186775" cy="186425"/>
                </a:xfrm>
                <a:custGeom>
                  <a:avLst/>
                  <a:gdLst/>
                  <a:ahLst/>
                  <a:cxnLst/>
                  <a:rect l="l" t="t" r="r" b="b"/>
                  <a:pathLst>
                    <a:path w="7471" h="7457" extrusionOk="0">
                      <a:moveTo>
                        <a:pt x="3640" y="412"/>
                      </a:moveTo>
                      <a:cubicBezTo>
                        <a:pt x="5334" y="412"/>
                        <a:pt x="7061" y="1523"/>
                        <a:pt x="7180" y="3732"/>
                      </a:cubicBezTo>
                      <a:cubicBezTo>
                        <a:pt x="7061" y="5938"/>
                        <a:pt x="5333" y="7049"/>
                        <a:pt x="3639" y="7049"/>
                      </a:cubicBezTo>
                      <a:cubicBezTo>
                        <a:pt x="1952" y="7049"/>
                        <a:pt x="299" y="5949"/>
                        <a:pt x="299" y="3732"/>
                      </a:cubicBezTo>
                      <a:cubicBezTo>
                        <a:pt x="299" y="1514"/>
                        <a:pt x="1953" y="412"/>
                        <a:pt x="3640" y="412"/>
                      </a:cubicBezTo>
                      <a:close/>
                      <a:moveTo>
                        <a:pt x="3740" y="1"/>
                      </a:moveTo>
                      <a:cubicBezTo>
                        <a:pt x="1716" y="1"/>
                        <a:pt x="0" y="1701"/>
                        <a:pt x="10" y="3732"/>
                      </a:cubicBezTo>
                      <a:cubicBezTo>
                        <a:pt x="19" y="5691"/>
                        <a:pt x="1584" y="7349"/>
                        <a:pt x="3544" y="7451"/>
                      </a:cubicBezTo>
                      <a:cubicBezTo>
                        <a:pt x="3612" y="7454"/>
                        <a:pt x="3680" y="7456"/>
                        <a:pt x="3747" y="7456"/>
                      </a:cubicBezTo>
                      <a:cubicBezTo>
                        <a:pt x="5820" y="7456"/>
                        <a:pt x="7342" y="5791"/>
                        <a:pt x="7468" y="3768"/>
                      </a:cubicBezTo>
                      <a:lnTo>
                        <a:pt x="7468" y="3768"/>
                      </a:lnTo>
                      <a:cubicBezTo>
                        <a:pt x="7470" y="3757"/>
                        <a:pt x="7471" y="3745"/>
                        <a:pt x="7470" y="3732"/>
                      </a:cubicBezTo>
                      <a:lnTo>
                        <a:pt x="7470" y="3732"/>
                      </a:lnTo>
                      <a:cubicBezTo>
                        <a:pt x="7470" y="3732"/>
                        <a:pt x="7470" y="3732"/>
                        <a:pt x="7470" y="3732"/>
                      </a:cubicBezTo>
                      <a:cubicBezTo>
                        <a:pt x="7471" y="3719"/>
                        <a:pt x="7470" y="3707"/>
                        <a:pt x="7468" y="3696"/>
                      </a:cubicBezTo>
                      <a:lnTo>
                        <a:pt x="7468" y="3696"/>
                      </a:lnTo>
                      <a:cubicBezTo>
                        <a:pt x="7342" y="1685"/>
                        <a:pt x="5841" y="1"/>
                        <a:pt x="374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6" name="Google Shape;148;p19">
                  <a:extLst>
                    <a:ext uri="{FF2B5EF4-FFF2-40B4-BE49-F238E27FC236}">
                      <a16:creationId xmlns:a16="http://schemas.microsoft.com/office/drawing/2014/main" id="{28B04047-5DBC-0DDA-0D70-0C54523D75DE}"/>
                    </a:ext>
                  </a:extLst>
                </p:cNvPr>
                <p:cNvSpPr/>
                <p:nvPr/>
              </p:nvSpPr>
              <p:spPr>
                <a:xfrm>
                  <a:off x="3080175" y="896000"/>
                  <a:ext cx="69225" cy="9125"/>
                </a:xfrm>
                <a:custGeom>
                  <a:avLst/>
                  <a:gdLst/>
                  <a:ahLst/>
                  <a:cxnLst/>
                  <a:rect l="l" t="t" r="r" b="b"/>
                  <a:pathLst>
                    <a:path w="2769" h="365" extrusionOk="0">
                      <a:moveTo>
                        <a:pt x="1831" y="1"/>
                      </a:moveTo>
                      <a:cubicBezTo>
                        <a:pt x="1275" y="1"/>
                        <a:pt x="717" y="30"/>
                        <a:pt x="166" y="54"/>
                      </a:cubicBezTo>
                      <a:cubicBezTo>
                        <a:pt x="0" y="60"/>
                        <a:pt x="0" y="305"/>
                        <a:pt x="166" y="311"/>
                      </a:cubicBezTo>
                      <a:cubicBezTo>
                        <a:pt x="717" y="335"/>
                        <a:pt x="1275" y="364"/>
                        <a:pt x="1830" y="364"/>
                      </a:cubicBezTo>
                      <a:cubicBezTo>
                        <a:pt x="2075" y="364"/>
                        <a:pt x="2318" y="359"/>
                        <a:pt x="2561" y="344"/>
                      </a:cubicBezTo>
                      <a:cubicBezTo>
                        <a:pt x="2769" y="331"/>
                        <a:pt x="2769" y="33"/>
                        <a:pt x="2561" y="21"/>
                      </a:cubicBezTo>
                      <a:cubicBezTo>
                        <a:pt x="2318" y="6"/>
                        <a:pt x="2075" y="1"/>
                        <a:pt x="1831"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7" name="Google Shape;149;p19">
                  <a:extLst>
                    <a:ext uri="{FF2B5EF4-FFF2-40B4-BE49-F238E27FC236}">
                      <a16:creationId xmlns:a16="http://schemas.microsoft.com/office/drawing/2014/main" id="{3D07822A-52CE-0703-BE29-411469D1D21F}"/>
                    </a:ext>
                  </a:extLst>
                </p:cNvPr>
                <p:cNvSpPr/>
                <p:nvPr/>
              </p:nvSpPr>
              <p:spPr>
                <a:xfrm>
                  <a:off x="2762600" y="844550"/>
                  <a:ext cx="159875" cy="15750"/>
                </a:xfrm>
                <a:custGeom>
                  <a:avLst/>
                  <a:gdLst/>
                  <a:ahLst/>
                  <a:cxnLst/>
                  <a:rect l="l" t="t" r="r" b="b"/>
                  <a:pathLst>
                    <a:path w="6395" h="630" extrusionOk="0">
                      <a:moveTo>
                        <a:pt x="983" y="1"/>
                      </a:moveTo>
                      <a:cubicBezTo>
                        <a:pt x="673" y="1"/>
                        <a:pt x="367" y="20"/>
                        <a:pt x="70" y="73"/>
                      </a:cubicBezTo>
                      <a:cubicBezTo>
                        <a:pt x="1" y="86"/>
                        <a:pt x="2" y="199"/>
                        <a:pt x="70" y="213"/>
                      </a:cubicBezTo>
                      <a:cubicBezTo>
                        <a:pt x="1007" y="400"/>
                        <a:pt x="2011" y="377"/>
                        <a:pt x="2963" y="451"/>
                      </a:cubicBezTo>
                      <a:cubicBezTo>
                        <a:pt x="3849" y="520"/>
                        <a:pt x="4759" y="630"/>
                        <a:pt x="5655" y="630"/>
                      </a:cubicBezTo>
                      <a:cubicBezTo>
                        <a:pt x="5840" y="630"/>
                        <a:pt x="6024" y="625"/>
                        <a:pt x="6207" y="615"/>
                      </a:cubicBezTo>
                      <a:cubicBezTo>
                        <a:pt x="6395" y="603"/>
                        <a:pt x="6394" y="337"/>
                        <a:pt x="6207" y="322"/>
                      </a:cubicBezTo>
                      <a:cubicBezTo>
                        <a:pt x="5128" y="238"/>
                        <a:pt x="4043" y="206"/>
                        <a:pt x="2963" y="133"/>
                      </a:cubicBezTo>
                      <a:cubicBezTo>
                        <a:pt x="2323" y="90"/>
                        <a:pt x="1645" y="1"/>
                        <a:pt x="983"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150;p19">
                  <a:extLst>
                    <a:ext uri="{FF2B5EF4-FFF2-40B4-BE49-F238E27FC236}">
                      <a16:creationId xmlns:a16="http://schemas.microsoft.com/office/drawing/2014/main" id="{A977AC8C-191F-8AB8-00C6-6130B77FF839}"/>
                    </a:ext>
                  </a:extLst>
                </p:cNvPr>
                <p:cNvSpPr/>
                <p:nvPr/>
              </p:nvSpPr>
              <p:spPr>
                <a:xfrm>
                  <a:off x="2720675" y="238125"/>
                  <a:ext cx="401550" cy="308600"/>
                </a:xfrm>
                <a:custGeom>
                  <a:avLst/>
                  <a:gdLst/>
                  <a:ahLst/>
                  <a:cxnLst/>
                  <a:rect l="l" t="t" r="r" b="b"/>
                  <a:pathLst>
                    <a:path w="16062" h="12344" extrusionOk="0">
                      <a:moveTo>
                        <a:pt x="8826" y="0"/>
                      </a:moveTo>
                      <a:cubicBezTo>
                        <a:pt x="6282" y="0"/>
                        <a:pt x="3813" y="1297"/>
                        <a:pt x="2117" y="3207"/>
                      </a:cubicBezTo>
                      <a:cubicBezTo>
                        <a:pt x="889" y="4588"/>
                        <a:pt x="0" y="6368"/>
                        <a:pt x="78" y="8213"/>
                      </a:cubicBezTo>
                      <a:cubicBezTo>
                        <a:pt x="155" y="10060"/>
                        <a:pt x="1380" y="11913"/>
                        <a:pt x="3176" y="12343"/>
                      </a:cubicBezTo>
                      <a:lnTo>
                        <a:pt x="11948" y="11106"/>
                      </a:lnTo>
                      <a:cubicBezTo>
                        <a:pt x="14550" y="10365"/>
                        <a:pt x="16062" y="7230"/>
                        <a:pt x="15331" y="4626"/>
                      </a:cubicBezTo>
                      <a:cubicBezTo>
                        <a:pt x="14601" y="2020"/>
                        <a:pt x="11980" y="178"/>
                        <a:pt x="9279" y="14"/>
                      </a:cubicBezTo>
                      <a:cubicBezTo>
                        <a:pt x="9128" y="5"/>
                        <a:pt x="8977" y="0"/>
                        <a:pt x="8826" y="0"/>
                      </a:cubicBezTo>
                      <a:close/>
                    </a:path>
                  </a:pathLst>
                </a:cu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151;p19">
                  <a:extLst>
                    <a:ext uri="{FF2B5EF4-FFF2-40B4-BE49-F238E27FC236}">
                      <a16:creationId xmlns:a16="http://schemas.microsoft.com/office/drawing/2014/main" id="{6411A0AA-8D68-D268-E1E1-8591079C58A0}"/>
                    </a:ext>
                  </a:extLst>
                </p:cNvPr>
                <p:cNvSpPr/>
                <p:nvPr/>
              </p:nvSpPr>
              <p:spPr>
                <a:xfrm>
                  <a:off x="2741875" y="492725"/>
                  <a:ext cx="516700" cy="356900"/>
                </a:xfrm>
                <a:custGeom>
                  <a:avLst/>
                  <a:gdLst/>
                  <a:ahLst/>
                  <a:cxnLst/>
                  <a:rect l="l" t="t" r="r" b="b"/>
                  <a:pathLst>
                    <a:path w="20668" h="14276" extrusionOk="0">
                      <a:moveTo>
                        <a:pt x="9647" y="0"/>
                      </a:moveTo>
                      <a:cubicBezTo>
                        <a:pt x="8208" y="0"/>
                        <a:pt x="6784" y="333"/>
                        <a:pt x="5541" y="1059"/>
                      </a:cubicBezTo>
                      <a:cubicBezTo>
                        <a:pt x="3448" y="2281"/>
                        <a:pt x="1339" y="4020"/>
                        <a:pt x="670" y="6349"/>
                      </a:cubicBezTo>
                      <a:cubicBezTo>
                        <a:pt x="0" y="8678"/>
                        <a:pt x="205" y="11067"/>
                        <a:pt x="341" y="13486"/>
                      </a:cubicBezTo>
                      <a:lnTo>
                        <a:pt x="918" y="14216"/>
                      </a:lnTo>
                      <a:cubicBezTo>
                        <a:pt x="1088" y="14256"/>
                        <a:pt x="1260" y="14275"/>
                        <a:pt x="1430" y="14275"/>
                      </a:cubicBezTo>
                      <a:cubicBezTo>
                        <a:pt x="2424" y="14275"/>
                        <a:pt x="3393" y="13629"/>
                        <a:pt x="3941" y="12773"/>
                      </a:cubicBezTo>
                      <a:cubicBezTo>
                        <a:pt x="4585" y="11771"/>
                        <a:pt x="4761" y="10543"/>
                        <a:pt x="4832" y="9354"/>
                      </a:cubicBezTo>
                      <a:cubicBezTo>
                        <a:pt x="4903" y="8165"/>
                        <a:pt x="4887" y="6956"/>
                        <a:pt x="5207" y="5808"/>
                      </a:cubicBezTo>
                      <a:cubicBezTo>
                        <a:pt x="5853" y="7493"/>
                        <a:pt x="7582" y="8702"/>
                        <a:pt x="9387" y="8727"/>
                      </a:cubicBezTo>
                      <a:cubicBezTo>
                        <a:pt x="9407" y="8728"/>
                        <a:pt x="9428" y="8728"/>
                        <a:pt x="9448" y="8728"/>
                      </a:cubicBezTo>
                      <a:cubicBezTo>
                        <a:pt x="11230" y="8728"/>
                        <a:pt x="12963" y="7577"/>
                        <a:pt x="13649" y="5931"/>
                      </a:cubicBezTo>
                      <a:cubicBezTo>
                        <a:pt x="14907" y="7394"/>
                        <a:pt x="16732" y="8357"/>
                        <a:pt x="18650" y="8571"/>
                      </a:cubicBezTo>
                      <a:cubicBezTo>
                        <a:pt x="18729" y="8580"/>
                        <a:pt x="18808" y="8585"/>
                        <a:pt x="18886" y="8585"/>
                      </a:cubicBezTo>
                      <a:cubicBezTo>
                        <a:pt x="19467" y="8585"/>
                        <a:pt x="20006" y="8341"/>
                        <a:pt x="20371" y="7873"/>
                      </a:cubicBezTo>
                      <a:cubicBezTo>
                        <a:pt x="20668" y="7495"/>
                        <a:pt x="20665" y="6613"/>
                        <a:pt x="20412" y="6227"/>
                      </a:cubicBezTo>
                      <a:cubicBezTo>
                        <a:pt x="18844" y="3846"/>
                        <a:pt x="16366" y="2075"/>
                        <a:pt x="13768" y="901"/>
                      </a:cubicBezTo>
                      <a:cubicBezTo>
                        <a:pt x="12483" y="319"/>
                        <a:pt x="11058" y="0"/>
                        <a:pt x="9647" y="0"/>
                      </a:cubicBezTo>
                      <a:close/>
                    </a:path>
                  </a:pathLst>
                </a:cu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152;p19">
                  <a:extLst>
                    <a:ext uri="{FF2B5EF4-FFF2-40B4-BE49-F238E27FC236}">
                      <a16:creationId xmlns:a16="http://schemas.microsoft.com/office/drawing/2014/main" id="{2A1B7360-CA94-8562-7198-585F17763C84}"/>
                    </a:ext>
                  </a:extLst>
                </p:cNvPr>
                <p:cNvSpPr/>
                <p:nvPr/>
              </p:nvSpPr>
              <p:spPr>
                <a:xfrm>
                  <a:off x="2705350" y="982825"/>
                  <a:ext cx="61450" cy="51250"/>
                </a:xfrm>
                <a:custGeom>
                  <a:avLst/>
                  <a:gdLst/>
                  <a:ahLst/>
                  <a:cxnLst/>
                  <a:rect l="l" t="t" r="r" b="b"/>
                  <a:pathLst>
                    <a:path w="2458" h="2050" extrusionOk="0">
                      <a:moveTo>
                        <a:pt x="1710" y="1"/>
                      </a:moveTo>
                      <a:cubicBezTo>
                        <a:pt x="1591" y="1"/>
                        <a:pt x="1471" y="94"/>
                        <a:pt x="1523" y="230"/>
                      </a:cubicBezTo>
                      <a:cubicBezTo>
                        <a:pt x="1676" y="631"/>
                        <a:pt x="1938" y="1058"/>
                        <a:pt x="1592" y="1452"/>
                      </a:cubicBezTo>
                      <a:cubicBezTo>
                        <a:pt x="1491" y="1568"/>
                        <a:pt x="1327" y="1644"/>
                        <a:pt x="1166" y="1644"/>
                      </a:cubicBezTo>
                      <a:cubicBezTo>
                        <a:pt x="1088" y="1644"/>
                        <a:pt x="1010" y="1626"/>
                        <a:pt x="941" y="1585"/>
                      </a:cubicBezTo>
                      <a:cubicBezTo>
                        <a:pt x="698" y="1442"/>
                        <a:pt x="716" y="1168"/>
                        <a:pt x="798" y="942"/>
                      </a:cubicBezTo>
                      <a:cubicBezTo>
                        <a:pt x="835" y="843"/>
                        <a:pt x="749" y="772"/>
                        <a:pt x="662" y="772"/>
                      </a:cubicBezTo>
                      <a:cubicBezTo>
                        <a:pt x="629" y="772"/>
                        <a:pt x="595" y="783"/>
                        <a:pt x="568" y="807"/>
                      </a:cubicBezTo>
                      <a:cubicBezTo>
                        <a:pt x="1" y="1323"/>
                        <a:pt x="620" y="2049"/>
                        <a:pt x="1241" y="2049"/>
                      </a:cubicBezTo>
                      <a:cubicBezTo>
                        <a:pt x="1303" y="2049"/>
                        <a:pt x="1365" y="2042"/>
                        <a:pt x="1426" y="2026"/>
                      </a:cubicBezTo>
                      <a:cubicBezTo>
                        <a:pt x="2262" y="1815"/>
                        <a:pt x="2457" y="590"/>
                        <a:pt x="1839" y="47"/>
                      </a:cubicBezTo>
                      <a:cubicBezTo>
                        <a:pt x="1803" y="15"/>
                        <a:pt x="1756" y="1"/>
                        <a:pt x="171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153;p19">
                  <a:extLst>
                    <a:ext uri="{FF2B5EF4-FFF2-40B4-BE49-F238E27FC236}">
                      <a16:creationId xmlns:a16="http://schemas.microsoft.com/office/drawing/2014/main" id="{5A4A7725-6719-9121-0723-21970F9CB90F}"/>
                    </a:ext>
                  </a:extLst>
                </p:cNvPr>
                <p:cNvSpPr/>
                <p:nvPr/>
              </p:nvSpPr>
              <p:spPr>
                <a:xfrm>
                  <a:off x="3359425" y="2158250"/>
                  <a:ext cx="1431450" cy="686100"/>
                </a:xfrm>
                <a:custGeom>
                  <a:avLst/>
                  <a:gdLst/>
                  <a:ahLst/>
                  <a:cxnLst/>
                  <a:rect l="l" t="t" r="r" b="b"/>
                  <a:pathLst>
                    <a:path w="57258" h="27444" extrusionOk="0">
                      <a:moveTo>
                        <a:pt x="16154" y="0"/>
                      </a:moveTo>
                      <a:lnTo>
                        <a:pt x="0" y="2724"/>
                      </a:lnTo>
                      <a:cubicBezTo>
                        <a:pt x="0" y="2724"/>
                        <a:pt x="1356" y="24360"/>
                        <a:pt x="21451" y="27087"/>
                      </a:cubicBezTo>
                      <a:cubicBezTo>
                        <a:pt x="23251" y="27332"/>
                        <a:pt x="25016" y="27443"/>
                        <a:pt x="26738" y="27443"/>
                      </a:cubicBezTo>
                      <a:cubicBezTo>
                        <a:pt x="44235" y="27443"/>
                        <a:pt x="57257" y="15960"/>
                        <a:pt x="57257" y="15960"/>
                      </a:cubicBezTo>
                      <a:lnTo>
                        <a:pt x="48831" y="4506"/>
                      </a:lnTo>
                      <a:cubicBezTo>
                        <a:pt x="48831" y="4506"/>
                        <a:pt x="32105" y="9953"/>
                        <a:pt x="27153" y="9953"/>
                      </a:cubicBezTo>
                      <a:cubicBezTo>
                        <a:pt x="26583" y="9953"/>
                        <a:pt x="26169" y="9881"/>
                        <a:pt x="25954" y="9720"/>
                      </a:cubicBezTo>
                      <a:cubicBezTo>
                        <a:pt x="23876" y="8160"/>
                        <a:pt x="16154" y="0"/>
                        <a:pt x="16154"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154;p19">
                  <a:extLst>
                    <a:ext uri="{FF2B5EF4-FFF2-40B4-BE49-F238E27FC236}">
                      <a16:creationId xmlns:a16="http://schemas.microsoft.com/office/drawing/2014/main" id="{68DB11F5-8CF6-B2B7-3D52-4DB9BA79D01C}"/>
                    </a:ext>
                  </a:extLst>
                </p:cNvPr>
                <p:cNvSpPr/>
                <p:nvPr/>
              </p:nvSpPr>
              <p:spPr>
                <a:xfrm>
                  <a:off x="4560750" y="2041900"/>
                  <a:ext cx="548650" cy="519400"/>
                </a:xfrm>
                <a:custGeom>
                  <a:avLst/>
                  <a:gdLst/>
                  <a:ahLst/>
                  <a:cxnLst/>
                  <a:rect l="l" t="t" r="r" b="b"/>
                  <a:pathLst>
                    <a:path w="21946" h="20776" extrusionOk="0">
                      <a:moveTo>
                        <a:pt x="16606" y="0"/>
                      </a:moveTo>
                      <a:cubicBezTo>
                        <a:pt x="16419" y="0"/>
                        <a:pt x="16194" y="25"/>
                        <a:pt x="15925" y="80"/>
                      </a:cubicBezTo>
                      <a:cubicBezTo>
                        <a:pt x="13279" y="619"/>
                        <a:pt x="6059" y="5124"/>
                        <a:pt x="6059" y="5124"/>
                      </a:cubicBezTo>
                      <a:cubicBezTo>
                        <a:pt x="5628" y="2377"/>
                        <a:pt x="3475" y="2305"/>
                        <a:pt x="3251" y="2305"/>
                      </a:cubicBezTo>
                      <a:cubicBezTo>
                        <a:pt x="3239" y="2305"/>
                        <a:pt x="3232" y="2305"/>
                        <a:pt x="3232" y="2305"/>
                      </a:cubicBezTo>
                      <a:cubicBezTo>
                        <a:pt x="3232" y="2305"/>
                        <a:pt x="3423" y="4021"/>
                        <a:pt x="3300" y="5837"/>
                      </a:cubicBezTo>
                      <a:cubicBezTo>
                        <a:pt x="3180" y="7569"/>
                        <a:pt x="0" y="9410"/>
                        <a:pt x="0" y="9410"/>
                      </a:cubicBezTo>
                      <a:lnTo>
                        <a:pt x="9015" y="20775"/>
                      </a:lnTo>
                      <a:cubicBezTo>
                        <a:pt x="9015" y="20775"/>
                        <a:pt x="11082" y="18834"/>
                        <a:pt x="11329" y="18596"/>
                      </a:cubicBezTo>
                      <a:cubicBezTo>
                        <a:pt x="13254" y="16747"/>
                        <a:pt x="14143" y="16670"/>
                        <a:pt x="17093" y="13521"/>
                      </a:cubicBezTo>
                      <a:cubicBezTo>
                        <a:pt x="17499" y="13086"/>
                        <a:pt x="19046" y="11294"/>
                        <a:pt x="19968" y="9707"/>
                      </a:cubicBezTo>
                      <a:cubicBezTo>
                        <a:pt x="20393" y="8975"/>
                        <a:pt x="20241" y="8134"/>
                        <a:pt x="20006" y="7320"/>
                      </a:cubicBezTo>
                      <a:cubicBezTo>
                        <a:pt x="19976" y="7216"/>
                        <a:pt x="20019" y="7058"/>
                        <a:pt x="20197" y="6815"/>
                      </a:cubicBezTo>
                      <a:cubicBezTo>
                        <a:pt x="21945" y="4450"/>
                        <a:pt x="19731" y="3563"/>
                        <a:pt x="19731" y="3563"/>
                      </a:cubicBezTo>
                      <a:cubicBezTo>
                        <a:pt x="20300" y="2099"/>
                        <a:pt x="18782" y="1870"/>
                        <a:pt x="17775" y="1870"/>
                      </a:cubicBezTo>
                      <a:cubicBezTo>
                        <a:pt x="17316" y="1870"/>
                        <a:pt x="16963" y="1917"/>
                        <a:pt x="16963" y="1917"/>
                      </a:cubicBezTo>
                      <a:cubicBezTo>
                        <a:pt x="16963" y="1917"/>
                        <a:pt x="18260" y="0"/>
                        <a:pt x="16606"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155;p19">
                  <a:extLst>
                    <a:ext uri="{FF2B5EF4-FFF2-40B4-BE49-F238E27FC236}">
                      <a16:creationId xmlns:a16="http://schemas.microsoft.com/office/drawing/2014/main" id="{74C96022-23B7-9EA8-6CB5-1AEFB547B243}"/>
                    </a:ext>
                  </a:extLst>
                </p:cNvPr>
                <p:cNvSpPr/>
                <p:nvPr/>
              </p:nvSpPr>
              <p:spPr>
                <a:xfrm>
                  <a:off x="4842275" y="2086750"/>
                  <a:ext cx="146450" cy="121850"/>
                </a:xfrm>
                <a:custGeom>
                  <a:avLst/>
                  <a:gdLst/>
                  <a:ahLst/>
                  <a:cxnLst/>
                  <a:rect l="l" t="t" r="r" b="b"/>
                  <a:pathLst>
                    <a:path w="5858" h="4874" extrusionOk="0">
                      <a:moveTo>
                        <a:pt x="5703" y="1"/>
                      </a:moveTo>
                      <a:cubicBezTo>
                        <a:pt x="5683" y="1"/>
                        <a:pt x="5662" y="6"/>
                        <a:pt x="5640" y="20"/>
                      </a:cubicBezTo>
                      <a:lnTo>
                        <a:pt x="5641" y="20"/>
                      </a:lnTo>
                      <a:cubicBezTo>
                        <a:pt x="3675" y="1231"/>
                        <a:pt x="1878" y="3002"/>
                        <a:pt x="155" y="4532"/>
                      </a:cubicBezTo>
                      <a:cubicBezTo>
                        <a:pt x="1" y="4669"/>
                        <a:pt x="144" y="4873"/>
                        <a:pt x="308" y="4873"/>
                      </a:cubicBezTo>
                      <a:cubicBezTo>
                        <a:pt x="353" y="4873"/>
                        <a:pt x="400" y="4858"/>
                        <a:pt x="443" y="4821"/>
                      </a:cubicBezTo>
                      <a:cubicBezTo>
                        <a:pt x="2176" y="3312"/>
                        <a:pt x="4282" y="1945"/>
                        <a:pt x="5787" y="209"/>
                      </a:cubicBezTo>
                      <a:cubicBezTo>
                        <a:pt x="5858" y="128"/>
                        <a:pt x="5796" y="1"/>
                        <a:pt x="5703"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156;p19">
                  <a:extLst>
                    <a:ext uri="{FF2B5EF4-FFF2-40B4-BE49-F238E27FC236}">
                      <a16:creationId xmlns:a16="http://schemas.microsoft.com/office/drawing/2014/main" id="{2974B542-0781-EDC6-DFE5-27087FEF690F}"/>
                    </a:ext>
                  </a:extLst>
                </p:cNvPr>
                <p:cNvSpPr/>
                <p:nvPr/>
              </p:nvSpPr>
              <p:spPr>
                <a:xfrm>
                  <a:off x="4702400" y="2161625"/>
                  <a:ext cx="84875" cy="126375"/>
                </a:xfrm>
                <a:custGeom>
                  <a:avLst/>
                  <a:gdLst/>
                  <a:ahLst/>
                  <a:cxnLst/>
                  <a:rect l="l" t="t" r="r" b="b"/>
                  <a:pathLst>
                    <a:path w="3395" h="5055" extrusionOk="0">
                      <a:moveTo>
                        <a:pt x="301" y="0"/>
                      </a:moveTo>
                      <a:cubicBezTo>
                        <a:pt x="300" y="0"/>
                        <a:pt x="299" y="0"/>
                        <a:pt x="298" y="1"/>
                      </a:cubicBezTo>
                      <a:cubicBezTo>
                        <a:pt x="238" y="17"/>
                        <a:pt x="304" y="369"/>
                        <a:pt x="297" y="936"/>
                      </a:cubicBezTo>
                      <a:cubicBezTo>
                        <a:pt x="304" y="1506"/>
                        <a:pt x="135" y="2275"/>
                        <a:pt x="26" y="3200"/>
                      </a:cubicBezTo>
                      <a:lnTo>
                        <a:pt x="1" y="3418"/>
                      </a:lnTo>
                      <a:lnTo>
                        <a:pt x="235" y="3428"/>
                      </a:lnTo>
                      <a:lnTo>
                        <a:pt x="488" y="3440"/>
                      </a:lnTo>
                      <a:cubicBezTo>
                        <a:pt x="1405" y="3512"/>
                        <a:pt x="2162" y="3955"/>
                        <a:pt x="2619" y="4349"/>
                      </a:cubicBezTo>
                      <a:cubicBezTo>
                        <a:pt x="3063" y="4728"/>
                        <a:pt x="3273" y="5055"/>
                        <a:pt x="3341" y="5055"/>
                      </a:cubicBezTo>
                      <a:cubicBezTo>
                        <a:pt x="3345" y="5055"/>
                        <a:pt x="3348" y="5054"/>
                        <a:pt x="3350" y="5052"/>
                      </a:cubicBezTo>
                      <a:cubicBezTo>
                        <a:pt x="3394" y="5033"/>
                        <a:pt x="3276" y="4628"/>
                        <a:pt x="2825" y="4136"/>
                      </a:cubicBezTo>
                      <a:cubicBezTo>
                        <a:pt x="2384" y="3651"/>
                        <a:pt x="1562" y="3104"/>
                        <a:pt x="522" y="3023"/>
                      </a:cubicBezTo>
                      <a:lnTo>
                        <a:pt x="467" y="3020"/>
                      </a:lnTo>
                      <a:lnTo>
                        <a:pt x="467" y="3020"/>
                      </a:lnTo>
                      <a:cubicBezTo>
                        <a:pt x="557" y="2223"/>
                        <a:pt x="660" y="1474"/>
                        <a:pt x="582" y="922"/>
                      </a:cubicBezTo>
                      <a:cubicBezTo>
                        <a:pt x="513" y="333"/>
                        <a:pt x="350" y="0"/>
                        <a:pt x="30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157;p19">
                  <a:extLst>
                    <a:ext uri="{FF2B5EF4-FFF2-40B4-BE49-F238E27FC236}">
                      <a16:creationId xmlns:a16="http://schemas.microsoft.com/office/drawing/2014/main" id="{02F4248C-7BA1-A2FC-36C6-896838ABF867}"/>
                    </a:ext>
                  </a:extLst>
                </p:cNvPr>
                <p:cNvSpPr/>
                <p:nvPr/>
              </p:nvSpPr>
              <p:spPr>
                <a:xfrm>
                  <a:off x="4897175" y="2120825"/>
                  <a:ext cx="169500" cy="143525"/>
                </a:xfrm>
                <a:custGeom>
                  <a:avLst/>
                  <a:gdLst/>
                  <a:ahLst/>
                  <a:cxnLst/>
                  <a:rect l="l" t="t" r="r" b="b"/>
                  <a:pathLst>
                    <a:path w="6780" h="5741" extrusionOk="0">
                      <a:moveTo>
                        <a:pt x="6687" y="1"/>
                      </a:moveTo>
                      <a:cubicBezTo>
                        <a:pt x="6527" y="1"/>
                        <a:pt x="5084" y="1255"/>
                        <a:pt x="3310" y="2784"/>
                      </a:cubicBezTo>
                      <a:cubicBezTo>
                        <a:pt x="1487" y="4366"/>
                        <a:pt x="0" y="5643"/>
                        <a:pt x="72" y="5735"/>
                      </a:cubicBezTo>
                      <a:cubicBezTo>
                        <a:pt x="75" y="5739"/>
                        <a:pt x="79" y="5740"/>
                        <a:pt x="86" y="5740"/>
                      </a:cubicBezTo>
                      <a:cubicBezTo>
                        <a:pt x="264" y="5740"/>
                        <a:pt x="1822" y="4631"/>
                        <a:pt x="3585" y="3101"/>
                      </a:cubicBezTo>
                      <a:cubicBezTo>
                        <a:pt x="5423" y="1516"/>
                        <a:pt x="6780" y="88"/>
                        <a:pt x="6699" y="4"/>
                      </a:cubicBezTo>
                      <a:cubicBezTo>
                        <a:pt x="6696" y="2"/>
                        <a:pt x="6692" y="1"/>
                        <a:pt x="6687"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158;p19">
                  <a:extLst>
                    <a:ext uri="{FF2B5EF4-FFF2-40B4-BE49-F238E27FC236}">
                      <a16:creationId xmlns:a16="http://schemas.microsoft.com/office/drawing/2014/main" id="{0558EC1F-4537-02E0-0822-5F7C05E03C1E}"/>
                    </a:ext>
                  </a:extLst>
                </p:cNvPr>
                <p:cNvSpPr/>
                <p:nvPr/>
              </p:nvSpPr>
              <p:spPr>
                <a:xfrm>
                  <a:off x="3266725" y="1493675"/>
                  <a:ext cx="639727" cy="989437"/>
                </a:xfrm>
                <a:custGeom>
                  <a:avLst/>
                  <a:gdLst/>
                  <a:ahLst/>
                  <a:cxnLst/>
                  <a:rect l="l" t="t" r="r" b="b"/>
                  <a:pathLst>
                    <a:path w="23652" h="38158" extrusionOk="0">
                      <a:moveTo>
                        <a:pt x="1" y="0"/>
                      </a:moveTo>
                      <a:lnTo>
                        <a:pt x="5606" y="38157"/>
                      </a:lnTo>
                      <a:lnTo>
                        <a:pt x="23652" y="30726"/>
                      </a:lnTo>
                      <a:cubicBezTo>
                        <a:pt x="15535" y="1910"/>
                        <a:pt x="1" y="0"/>
                        <a:pt x="1"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159;p19">
                  <a:extLst>
                    <a:ext uri="{FF2B5EF4-FFF2-40B4-BE49-F238E27FC236}">
                      <a16:creationId xmlns:a16="http://schemas.microsoft.com/office/drawing/2014/main" id="{90560500-D22E-A508-7909-43B4EBA100CC}"/>
                    </a:ext>
                  </a:extLst>
                </p:cNvPr>
                <p:cNvSpPr/>
                <p:nvPr/>
              </p:nvSpPr>
              <p:spPr>
                <a:xfrm>
                  <a:off x="3453325" y="1936650"/>
                  <a:ext cx="161525" cy="489125"/>
                </a:xfrm>
                <a:custGeom>
                  <a:avLst/>
                  <a:gdLst/>
                  <a:ahLst/>
                  <a:cxnLst/>
                  <a:rect l="l" t="t" r="r" b="b"/>
                  <a:pathLst>
                    <a:path w="6461" h="19565" extrusionOk="0">
                      <a:moveTo>
                        <a:pt x="169" y="1"/>
                      </a:moveTo>
                      <a:cubicBezTo>
                        <a:pt x="147" y="1"/>
                        <a:pt x="120" y="212"/>
                        <a:pt x="94" y="605"/>
                      </a:cubicBezTo>
                      <a:cubicBezTo>
                        <a:pt x="70" y="999"/>
                        <a:pt x="42" y="1573"/>
                        <a:pt x="28" y="2298"/>
                      </a:cubicBezTo>
                      <a:cubicBezTo>
                        <a:pt x="0" y="3748"/>
                        <a:pt x="35" y="5811"/>
                        <a:pt x="349" y="8197"/>
                      </a:cubicBezTo>
                      <a:lnTo>
                        <a:pt x="371" y="8365"/>
                      </a:lnTo>
                      <a:lnTo>
                        <a:pt x="542" y="8367"/>
                      </a:lnTo>
                      <a:cubicBezTo>
                        <a:pt x="1839" y="8379"/>
                        <a:pt x="3249" y="8962"/>
                        <a:pt x="4311" y="10015"/>
                      </a:cubicBezTo>
                      <a:cubicBezTo>
                        <a:pt x="5521" y="11182"/>
                        <a:pt x="6137" y="12802"/>
                        <a:pt x="6007" y="14246"/>
                      </a:cubicBezTo>
                      <a:cubicBezTo>
                        <a:pt x="5899" y="15701"/>
                        <a:pt x="5203" y="16906"/>
                        <a:pt x="4467" y="17722"/>
                      </a:cubicBezTo>
                      <a:cubicBezTo>
                        <a:pt x="3710" y="18538"/>
                        <a:pt x="2907" y="18996"/>
                        <a:pt x="2328" y="19227"/>
                      </a:cubicBezTo>
                      <a:cubicBezTo>
                        <a:pt x="1747" y="19464"/>
                        <a:pt x="1395" y="19513"/>
                        <a:pt x="1404" y="19557"/>
                      </a:cubicBezTo>
                      <a:cubicBezTo>
                        <a:pt x="1404" y="19562"/>
                        <a:pt x="1418" y="19565"/>
                        <a:pt x="1443" y="19565"/>
                      </a:cubicBezTo>
                      <a:cubicBezTo>
                        <a:pt x="1484" y="19565"/>
                        <a:pt x="1557" y="19558"/>
                        <a:pt x="1661" y="19543"/>
                      </a:cubicBezTo>
                      <a:cubicBezTo>
                        <a:pt x="1831" y="19529"/>
                        <a:pt x="2074" y="19474"/>
                        <a:pt x="2384" y="19380"/>
                      </a:cubicBezTo>
                      <a:cubicBezTo>
                        <a:pt x="2998" y="19188"/>
                        <a:pt x="3859" y="18755"/>
                        <a:pt x="4682" y="17924"/>
                      </a:cubicBezTo>
                      <a:cubicBezTo>
                        <a:pt x="5480" y="17096"/>
                        <a:pt x="6251" y="15840"/>
                        <a:pt x="6390" y="14276"/>
                      </a:cubicBezTo>
                      <a:cubicBezTo>
                        <a:pt x="6461" y="13500"/>
                        <a:pt x="6351" y="12666"/>
                        <a:pt x="6046" y="11875"/>
                      </a:cubicBezTo>
                      <a:cubicBezTo>
                        <a:pt x="5738" y="11085"/>
                        <a:pt x="5240" y="10343"/>
                        <a:pt x="4603" y="9715"/>
                      </a:cubicBezTo>
                      <a:cubicBezTo>
                        <a:pt x="3514" y="8636"/>
                        <a:pt x="2071" y="8020"/>
                        <a:pt x="713" y="7976"/>
                      </a:cubicBezTo>
                      <a:lnTo>
                        <a:pt x="713" y="7976"/>
                      </a:lnTo>
                      <a:cubicBezTo>
                        <a:pt x="392" y="5686"/>
                        <a:pt x="307" y="3709"/>
                        <a:pt x="270" y="2297"/>
                      </a:cubicBezTo>
                      <a:cubicBezTo>
                        <a:pt x="232" y="852"/>
                        <a:pt x="217" y="1"/>
                        <a:pt x="16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160;p19">
                  <a:extLst>
                    <a:ext uri="{FF2B5EF4-FFF2-40B4-BE49-F238E27FC236}">
                      <a16:creationId xmlns:a16="http://schemas.microsoft.com/office/drawing/2014/main" id="{CE8A2EAD-7D7B-28D9-7C29-2863397D5677}"/>
                    </a:ext>
                  </a:extLst>
                </p:cNvPr>
                <p:cNvSpPr/>
                <p:nvPr/>
              </p:nvSpPr>
              <p:spPr>
                <a:xfrm>
                  <a:off x="2733050" y="1378475"/>
                  <a:ext cx="469450" cy="294875"/>
                </a:xfrm>
                <a:custGeom>
                  <a:avLst/>
                  <a:gdLst/>
                  <a:ahLst/>
                  <a:cxnLst/>
                  <a:rect l="l" t="t" r="r" b="b"/>
                  <a:pathLst>
                    <a:path w="18778" h="11795" extrusionOk="0">
                      <a:moveTo>
                        <a:pt x="1" y="0"/>
                      </a:moveTo>
                      <a:lnTo>
                        <a:pt x="1" y="5865"/>
                      </a:lnTo>
                      <a:lnTo>
                        <a:pt x="2356" y="10320"/>
                      </a:lnTo>
                      <a:lnTo>
                        <a:pt x="10137" y="11795"/>
                      </a:lnTo>
                      <a:lnTo>
                        <a:pt x="15913" y="10857"/>
                      </a:lnTo>
                      <a:lnTo>
                        <a:pt x="18778" y="6434"/>
                      </a:lnTo>
                      <a:lnTo>
                        <a:pt x="17528" y="1750"/>
                      </a:lnTo>
                      <a:cubicBezTo>
                        <a:pt x="12051" y="3769"/>
                        <a:pt x="12173" y="8738"/>
                        <a:pt x="12173" y="8738"/>
                      </a:cubicBezTo>
                      <a:cubicBezTo>
                        <a:pt x="11259" y="1258"/>
                        <a:pt x="1" y="0"/>
                        <a:pt x="1"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 name="Google Shape;161;p19">
                  <a:extLst>
                    <a:ext uri="{FF2B5EF4-FFF2-40B4-BE49-F238E27FC236}">
                      <a16:creationId xmlns:a16="http://schemas.microsoft.com/office/drawing/2014/main" id="{5F694340-8778-A558-B505-A3BBB7777C64}"/>
                    </a:ext>
                  </a:extLst>
                </p:cNvPr>
                <p:cNvSpPr/>
                <p:nvPr/>
              </p:nvSpPr>
              <p:spPr>
                <a:xfrm>
                  <a:off x="3027175" y="1612050"/>
                  <a:ext cx="10525" cy="976350"/>
                </a:xfrm>
                <a:custGeom>
                  <a:avLst/>
                  <a:gdLst/>
                  <a:ahLst/>
                  <a:cxnLst/>
                  <a:rect l="l" t="t" r="r" b="b"/>
                  <a:pathLst>
                    <a:path w="421" h="39054" extrusionOk="0">
                      <a:moveTo>
                        <a:pt x="211" y="0"/>
                      </a:moveTo>
                      <a:cubicBezTo>
                        <a:pt x="94" y="0"/>
                        <a:pt x="1" y="8741"/>
                        <a:pt x="1" y="19528"/>
                      </a:cubicBezTo>
                      <a:cubicBezTo>
                        <a:pt x="1" y="30310"/>
                        <a:pt x="94" y="39053"/>
                        <a:pt x="211" y="39053"/>
                      </a:cubicBezTo>
                      <a:cubicBezTo>
                        <a:pt x="325" y="39053"/>
                        <a:pt x="419" y="30310"/>
                        <a:pt x="420" y="19528"/>
                      </a:cubicBezTo>
                      <a:cubicBezTo>
                        <a:pt x="420" y="8741"/>
                        <a:pt x="326" y="0"/>
                        <a:pt x="21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 name="Google Shape;162;p19">
                  <a:extLst>
                    <a:ext uri="{FF2B5EF4-FFF2-40B4-BE49-F238E27FC236}">
                      <a16:creationId xmlns:a16="http://schemas.microsoft.com/office/drawing/2014/main" id="{C0C33911-8448-3C58-8756-7DCFA2A05BFA}"/>
                    </a:ext>
                  </a:extLst>
                </p:cNvPr>
                <p:cNvSpPr/>
                <p:nvPr/>
              </p:nvSpPr>
              <p:spPr>
                <a:xfrm>
                  <a:off x="2601450" y="2115425"/>
                  <a:ext cx="186125" cy="178125"/>
                </a:xfrm>
                <a:custGeom>
                  <a:avLst/>
                  <a:gdLst/>
                  <a:ahLst/>
                  <a:cxnLst/>
                  <a:rect l="l" t="t" r="r" b="b"/>
                  <a:pathLst>
                    <a:path w="7445" h="7125" extrusionOk="0">
                      <a:moveTo>
                        <a:pt x="3499" y="279"/>
                      </a:moveTo>
                      <a:cubicBezTo>
                        <a:pt x="3664" y="279"/>
                        <a:pt x="3836" y="290"/>
                        <a:pt x="4013" y="313"/>
                      </a:cubicBezTo>
                      <a:cubicBezTo>
                        <a:pt x="4507" y="383"/>
                        <a:pt x="5041" y="554"/>
                        <a:pt x="5515" y="888"/>
                      </a:cubicBezTo>
                      <a:cubicBezTo>
                        <a:pt x="5982" y="1224"/>
                        <a:pt x="6387" y="1721"/>
                        <a:pt x="6589" y="2341"/>
                      </a:cubicBezTo>
                      <a:cubicBezTo>
                        <a:pt x="7016" y="3550"/>
                        <a:pt x="6716" y="5241"/>
                        <a:pt x="5510" y="6147"/>
                      </a:cubicBezTo>
                      <a:cubicBezTo>
                        <a:pt x="4961" y="6541"/>
                        <a:pt x="4315" y="6713"/>
                        <a:pt x="3677" y="6713"/>
                      </a:cubicBezTo>
                      <a:cubicBezTo>
                        <a:pt x="2893" y="6713"/>
                        <a:pt x="2122" y="6452"/>
                        <a:pt x="1560" y="6025"/>
                      </a:cubicBezTo>
                      <a:cubicBezTo>
                        <a:pt x="1030" y="5643"/>
                        <a:pt x="682" y="5105"/>
                        <a:pt x="509" y="4557"/>
                      </a:cubicBezTo>
                      <a:cubicBezTo>
                        <a:pt x="339" y="4002"/>
                        <a:pt x="348" y="3441"/>
                        <a:pt x="438" y="2952"/>
                      </a:cubicBezTo>
                      <a:cubicBezTo>
                        <a:pt x="632" y="1962"/>
                        <a:pt x="1158" y="1273"/>
                        <a:pt x="1583" y="908"/>
                      </a:cubicBezTo>
                      <a:cubicBezTo>
                        <a:pt x="1746" y="767"/>
                        <a:pt x="1891" y="663"/>
                        <a:pt x="2008" y="585"/>
                      </a:cubicBezTo>
                      <a:lnTo>
                        <a:pt x="2008" y="585"/>
                      </a:lnTo>
                      <a:cubicBezTo>
                        <a:pt x="2393" y="416"/>
                        <a:pt x="2904" y="279"/>
                        <a:pt x="3499" y="279"/>
                      </a:cubicBezTo>
                      <a:close/>
                      <a:moveTo>
                        <a:pt x="3656" y="1"/>
                      </a:moveTo>
                      <a:cubicBezTo>
                        <a:pt x="2756" y="1"/>
                        <a:pt x="2045" y="302"/>
                        <a:pt x="1621" y="598"/>
                      </a:cubicBezTo>
                      <a:cubicBezTo>
                        <a:pt x="1373" y="764"/>
                        <a:pt x="1204" y="926"/>
                        <a:pt x="1106" y="1047"/>
                      </a:cubicBezTo>
                      <a:cubicBezTo>
                        <a:pt x="1005" y="1166"/>
                        <a:pt x="959" y="1233"/>
                        <a:pt x="970" y="1242"/>
                      </a:cubicBezTo>
                      <a:cubicBezTo>
                        <a:pt x="972" y="1244"/>
                        <a:pt x="974" y="1245"/>
                        <a:pt x="976" y="1245"/>
                      </a:cubicBezTo>
                      <a:cubicBezTo>
                        <a:pt x="977" y="1245"/>
                        <a:pt x="978" y="1244"/>
                        <a:pt x="978" y="1244"/>
                      </a:cubicBezTo>
                      <a:lnTo>
                        <a:pt x="978" y="1244"/>
                      </a:lnTo>
                      <a:cubicBezTo>
                        <a:pt x="638" y="1633"/>
                        <a:pt x="314" y="2183"/>
                        <a:pt x="148" y="2891"/>
                      </a:cubicBezTo>
                      <a:cubicBezTo>
                        <a:pt x="31" y="3415"/>
                        <a:pt x="1" y="4029"/>
                        <a:pt x="175" y="4654"/>
                      </a:cubicBezTo>
                      <a:cubicBezTo>
                        <a:pt x="352" y="5273"/>
                        <a:pt x="740" y="5896"/>
                        <a:pt x="1326" y="6331"/>
                      </a:cubicBezTo>
                      <a:cubicBezTo>
                        <a:pt x="1954" y="6820"/>
                        <a:pt x="2815" y="7125"/>
                        <a:pt x="3699" y="7125"/>
                      </a:cubicBezTo>
                      <a:cubicBezTo>
                        <a:pt x="4405" y="7125"/>
                        <a:pt x="5125" y="6931"/>
                        <a:pt x="5757" y="6484"/>
                      </a:cubicBezTo>
                      <a:cubicBezTo>
                        <a:pt x="7147" y="5428"/>
                        <a:pt x="7444" y="3556"/>
                        <a:pt x="6952" y="2213"/>
                      </a:cubicBezTo>
                      <a:cubicBezTo>
                        <a:pt x="6717" y="1522"/>
                        <a:pt x="6244" y="964"/>
                        <a:pt x="5712" y="602"/>
                      </a:cubicBezTo>
                      <a:cubicBezTo>
                        <a:pt x="5173" y="242"/>
                        <a:pt x="4582" y="74"/>
                        <a:pt x="4047" y="20"/>
                      </a:cubicBezTo>
                      <a:cubicBezTo>
                        <a:pt x="3914" y="7"/>
                        <a:pt x="3783" y="1"/>
                        <a:pt x="3656"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 name="Google Shape;163;p19">
                  <a:extLst>
                    <a:ext uri="{FF2B5EF4-FFF2-40B4-BE49-F238E27FC236}">
                      <a16:creationId xmlns:a16="http://schemas.microsoft.com/office/drawing/2014/main" id="{2876632C-61DD-DF15-C50F-ADE5451775D8}"/>
                    </a:ext>
                  </a:extLst>
                </p:cNvPr>
                <p:cNvSpPr/>
                <p:nvPr/>
              </p:nvSpPr>
              <p:spPr>
                <a:xfrm>
                  <a:off x="2647225" y="1696900"/>
                  <a:ext cx="186100" cy="178150"/>
                </a:xfrm>
                <a:custGeom>
                  <a:avLst/>
                  <a:gdLst/>
                  <a:ahLst/>
                  <a:cxnLst/>
                  <a:rect l="l" t="t" r="r" b="b"/>
                  <a:pathLst>
                    <a:path w="7444" h="7126" extrusionOk="0">
                      <a:moveTo>
                        <a:pt x="3495" y="280"/>
                      </a:moveTo>
                      <a:cubicBezTo>
                        <a:pt x="3662" y="280"/>
                        <a:pt x="3834" y="291"/>
                        <a:pt x="4012" y="315"/>
                      </a:cubicBezTo>
                      <a:cubicBezTo>
                        <a:pt x="4506" y="383"/>
                        <a:pt x="5041" y="554"/>
                        <a:pt x="5515" y="888"/>
                      </a:cubicBezTo>
                      <a:cubicBezTo>
                        <a:pt x="5983" y="1226"/>
                        <a:pt x="6387" y="1721"/>
                        <a:pt x="6588" y="2342"/>
                      </a:cubicBezTo>
                      <a:cubicBezTo>
                        <a:pt x="7015" y="3549"/>
                        <a:pt x="6716" y="5241"/>
                        <a:pt x="5510" y="6146"/>
                      </a:cubicBezTo>
                      <a:cubicBezTo>
                        <a:pt x="4960" y="6540"/>
                        <a:pt x="4315" y="6712"/>
                        <a:pt x="3677" y="6712"/>
                      </a:cubicBezTo>
                      <a:cubicBezTo>
                        <a:pt x="2893" y="6712"/>
                        <a:pt x="2121" y="6452"/>
                        <a:pt x="1559" y="6024"/>
                      </a:cubicBezTo>
                      <a:cubicBezTo>
                        <a:pt x="1029" y="5643"/>
                        <a:pt x="682" y="5105"/>
                        <a:pt x="508" y="4556"/>
                      </a:cubicBezTo>
                      <a:cubicBezTo>
                        <a:pt x="338" y="4002"/>
                        <a:pt x="347" y="3440"/>
                        <a:pt x="438" y="2951"/>
                      </a:cubicBezTo>
                      <a:cubicBezTo>
                        <a:pt x="632" y="1961"/>
                        <a:pt x="1158" y="1273"/>
                        <a:pt x="1582" y="908"/>
                      </a:cubicBezTo>
                      <a:cubicBezTo>
                        <a:pt x="1743" y="768"/>
                        <a:pt x="1887" y="665"/>
                        <a:pt x="2003" y="588"/>
                      </a:cubicBezTo>
                      <a:lnTo>
                        <a:pt x="2003" y="588"/>
                      </a:lnTo>
                      <a:cubicBezTo>
                        <a:pt x="2388" y="418"/>
                        <a:pt x="2899" y="280"/>
                        <a:pt x="3495" y="280"/>
                      </a:cubicBezTo>
                      <a:close/>
                      <a:moveTo>
                        <a:pt x="3659" y="1"/>
                      </a:moveTo>
                      <a:cubicBezTo>
                        <a:pt x="2758" y="1"/>
                        <a:pt x="2044" y="302"/>
                        <a:pt x="1621" y="598"/>
                      </a:cubicBezTo>
                      <a:cubicBezTo>
                        <a:pt x="1372" y="764"/>
                        <a:pt x="1203" y="926"/>
                        <a:pt x="1105" y="1047"/>
                      </a:cubicBezTo>
                      <a:cubicBezTo>
                        <a:pt x="1006" y="1167"/>
                        <a:pt x="959" y="1233"/>
                        <a:pt x="969" y="1243"/>
                      </a:cubicBezTo>
                      <a:cubicBezTo>
                        <a:pt x="971" y="1244"/>
                        <a:pt x="973" y="1245"/>
                        <a:pt x="976" y="1245"/>
                      </a:cubicBezTo>
                      <a:cubicBezTo>
                        <a:pt x="976" y="1245"/>
                        <a:pt x="977" y="1245"/>
                        <a:pt x="977" y="1245"/>
                      </a:cubicBezTo>
                      <a:lnTo>
                        <a:pt x="977" y="1245"/>
                      </a:lnTo>
                      <a:cubicBezTo>
                        <a:pt x="637" y="1634"/>
                        <a:pt x="313" y="2182"/>
                        <a:pt x="148" y="2890"/>
                      </a:cubicBezTo>
                      <a:cubicBezTo>
                        <a:pt x="30" y="3416"/>
                        <a:pt x="1" y="4028"/>
                        <a:pt x="175" y="4654"/>
                      </a:cubicBezTo>
                      <a:cubicBezTo>
                        <a:pt x="351" y="5274"/>
                        <a:pt x="740" y="5896"/>
                        <a:pt x="1326" y="6332"/>
                      </a:cubicBezTo>
                      <a:cubicBezTo>
                        <a:pt x="1954" y="6821"/>
                        <a:pt x="2814" y="7125"/>
                        <a:pt x="3699" y="7125"/>
                      </a:cubicBezTo>
                      <a:cubicBezTo>
                        <a:pt x="4404" y="7125"/>
                        <a:pt x="5125" y="6931"/>
                        <a:pt x="5757" y="6483"/>
                      </a:cubicBezTo>
                      <a:cubicBezTo>
                        <a:pt x="7146" y="5428"/>
                        <a:pt x="7443" y="3557"/>
                        <a:pt x="6951" y="2213"/>
                      </a:cubicBezTo>
                      <a:cubicBezTo>
                        <a:pt x="6716" y="1522"/>
                        <a:pt x="6243" y="963"/>
                        <a:pt x="5711" y="601"/>
                      </a:cubicBezTo>
                      <a:cubicBezTo>
                        <a:pt x="5172" y="241"/>
                        <a:pt x="4582" y="75"/>
                        <a:pt x="4047" y="19"/>
                      </a:cubicBezTo>
                      <a:cubicBezTo>
                        <a:pt x="3914" y="6"/>
                        <a:pt x="3785" y="1"/>
                        <a:pt x="3659"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 name="Google Shape;164;p19">
                  <a:extLst>
                    <a:ext uri="{FF2B5EF4-FFF2-40B4-BE49-F238E27FC236}">
                      <a16:creationId xmlns:a16="http://schemas.microsoft.com/office/drawing/2014/main" id="{1BCE0F76-22FC-AAFB-EF87-EF2E7FD3A133}"/>
                    </a:ext>
                  </a:extLst>
                </p:cNvPr>
                <p:cNvSpPr/>
                <p:nvPr/>
              </p:nvSpPr>
              <p:spPr>
                <a:xfrm>
                  <a:off x="3162000" y="1899325"/>
                  <a:ext cx="186125" cy="178125"/>
                </a:xfrm>
                <a:custGeom>
                  <a:avLst/>
                  <a:gdLst/>
                  <a:ahLst/>
                  <a:cxnLst/>
                  <a:rect l="l" t="t" r="r" b="b"/>
                  <a:pathLst>
                    <a:path w="7445" h="7125" extrusionOk="0">
                      <a:moveTo>
                        <a:pt x="3500" y="280"/>
                      </a:moveTo>
                      <a:cubicBezTo>
                        <a:pt x="3665" y="280"/>
                        <a:pt x="3836" y="290"/>
                        <a:pt x="4014" y="314"/>
                      </a:cubicBezTo>
                      <a:cubicBezTo>
                        <a:pt x="4507" y="383"/>
                        <a:pt x="5042" y="554"/>
                        <a:pt x="5516" y="888"/>
                      </a:cubicBezTo>
                      <a:cubicBezTo>
                        <a:pt x="5984" y="1224"/>
                        <a:pt x="6387" y="1721"/>
                        <a:pt x="6589" y="2342"/>
                      </a:cubicBezTo>
                      <a:cubicBezTo>
                        <a:pt x="7016" y="3549"/>
                        <a:pt x="6716" y="5241"/>
                        <a:pt x="5511" y="6146"/>
                      </a:cubicBezTo>
                      <a:cubicBezTo>
                        <a:pt x="4961" y="6540"/>
                        <a:pt x="4315" y="6712"/>
                        <a:pt x="3677" y="6712"/>
                      </a:cubicBezTo>
                      <a:cubicBezTo>
                        <a:pt x="2893" y="6712"/>
                        <a:pt x="2122" y="6452"/>
                        <a:pt x="1560" y="6024"/>
                      </a:cubicBezTo>
                      <a:cubicBezTo>
                        <a:pt x="1030" y="5642"/>
                        <a:pt x="682" y="5105"/>
                        <a:pt x="509" y="4556"/>
                      </a:cubicBezTo>
                      <a:cubicBezTo>
                        <a:pt x="339" y="4002"/>
                        <a:pt x="347" y="3440"/>
                        <a:pt x="439" y="2951"/>
                      </a:cubicBezTo>
                      <a:cubicBezTo>
                        <a:pt x="632" y="1962"/>
                        <a:pt x="1158" y="1273"/>
                        <a:pt x="1583" y="907"/>
                      </a:cubicBezTo>
                      <a:cubicBezTo>
                        <a:pt x="1744" y="768"/>
                        <a:pt x="1888" y="664"/>
                        <a:pt x="2004" y="587"/>
                      </a:cubicBezTo>
                      <a:lnTo>
                        <a:pt x="2004" y="587"/>
                      </a:lnTo>
                      <a:cubicBezTo>
                        <a:pt x="2390" y="417"/>
                        <a:pt x="2903" y="280"/>
                        <a:pt x="3500" y="280"/>
                      </a:cubicBezTo>
                      <a:close/>
                      <a:moveTo>
                        <a:pt x="3657" y="0"/>
                      </a:moveTo>
                      <a:cubicBezTo>
                        <a:pt x="2757" y="0"/>
                        <a:pt x="2045" y="301"/>
                        <a:pt x="1621" y="598"/>
                      </a:cubicBezTo>
                      <a:cubicBezTo>
                        <a:pt x="1373" y="763"/>
                        <a:pt x="1204" y="925"/>
                        <a:pt x="1106" y="1046"/>
                      </a:cubicBezTo>
                      <a:cubicBezTo>
                        <a:pt x="1006" y="1166"/>
                        <a:pt x="960" y="1232"/>
                        <a:pt x="970" y="1242"/>
                      </a:cubicBezTo>
                      <a:cubicBezTo>
                        <a:pt x="972" y="1243"/>
                        <a:pt x="974" y="1244"/>
                        <a:pt x="977" y="1244"/>
                      </a:cubicBezTo>
                      <a:cubicBezTo>
                        <a:pt x="977" y="1244"/>
                        <a:pt x="978" y="1244"/>
                        <a:pt x="978" y="1244"/>
                      </a:cubicBezTo>
                      <a:lnTo>
                        <a:pt x="978" y="1244"/>
                      </a:lnTo>
                      <a:cubicBezTo>
                        <a:pt x="639" y="1633"/>
                        <a:pt x="315" y="2182"/>
                        <a:pt x="149" y="2890"/>
                      </a:cubicBezTo>
                      <a:cubicBezTo>
                        <a:pt x="31" y="3414"/>
                        <a:pt x="1" y="4028"/>
                        <a:pt x="176" y="4653"/>
                      </a:cubicBezTo>
                      <a:cubicBezTo>
                        <a:pt x="352" y="5273"/>
                        <a:pt x="740" y="5896"/>
                        <a:pt x="1326" y="6331"/>
                      </a:cubicBezTo>
                      <a:cubicBezTo>
                        <a:pt x="1955" y="6820"/>
                        <a:pt x="2815" y="7124"/>
                        <a:pt x="3700" y="7124"/>
                      </a:cubicBezTo>
                      <a:cubicBezTo>
                        <a:pt x="4405" y="7124"/>
                        <a:pt x="5126" y="6931"/>
                        <a:pt x="5757" y="6483"/>
                      </a:cubicBezTo>
                      <a:cubicBezTo>
                        <a:pt x="7147" y="5427"/>
                        <a:pt x="7444" y="3556"/>
                        <a:pt x="6952" y="2213"/>
                      </a:cubicBezTo>
                      <a:cubicBezTo>
                        <a:pt x="6717" y="1521"/>
                        <a:pt x="6244" y="963"/>
                        <a:pt x="5711" y="601"/>
                      </a:cubicBezTo>
                      <a:cubicBezTo>
                        <a:pt x="5173" y="241"/>
                        <a:pt x="4583" y="74"/>
                        <a:pt x="4048" y="19"/>
                      </a:cubicBezTo>
                      <a:cubicBezTo>
                        <a:pt x="3914" y="6"/>
                        <a:pt x="3783" y="0"/>
                        <a:pt x="3657"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165;p19">
                  <a:extLst>
                    <a:ext uri="{FF2B5EF4-FFF2-40B4-BE49-F238E27FC236}">
                      <a16:creationId xmlns:a16="http://schemas.microsoft.com/office/drawing/2014/main" id="{3D51596D-B2AA-AB36-5B06-88358D984884}"/>
                    </a:ext>
                  </a:extLst>
                </p:cNvPr>
                <p:cNvSpPr/>
                <p:nvPr/>
              </p:nvSpPr>
              <p:spPr>
                <a:xfrm>
                  <a:off x="2746400" y="2447975"/>
                  <a:ext cx="186100" cy="178150"/>
                </a:xfrm>
                <a:custGeom>
                  <a:avLst/>
                  <a:gdLst/>
                  <a:ahLst/>
                  <a:cxnLst/>
                  <a:rect l="l" t="t" r="r" b="b"/>
                  <a:pathLst>
                    <a:path w="7444" h="7126" extrusionOk="0">
                      <a:moveTo>
                        <a:pt x="3497" y="281"/>
                      </a:moveTo>
                      <a:cubicBezTo>
                        <a:pt x="3662" y="281"/>
                        <a:pt x="3834" y="291"/>
                        <a:pt x="4012" y="315"/>
                      </a:cubicBezTo>
                      <a:cubicBezTo>
                        <a:pt x="4506" y="383"/>
                        <a:pt x="5041" y="554"/>
                        <a:pt x="5515" y="888"/>
                      </a:cubicBezTo>
                      <a:cubicBezTo>
                        <a:pt x="5982" y="1226"/>
                        <a:pt x="6387" y="1721"/>
                        <a:pt x="6588" y="2342"/>
                      </a:cubicBezTo>
                      <a:cubicBezTo>
                        <a:pt x="7015" y="3550"/>
                        <a:pt x="6716" y="5241"/>
                        <a:pt x="5510" y="6147"/>
                      </a:cubicBezTo>
                      <a:cubicBezTo>
                        <a:pt x="4961" y="6541"/>
                        <a:pt x="4315" y="6713"/>
                        <a:pt x="3678" y="6713"/>
                      </a:cubicBezTo>
                      <a:cubicBezTo>
                        <a:pt x="2893" y="6713"/>
                        <a:pt x="2122" y="6452"/>
                        <a:pt x="1560" y="6024"/>
                      </a:cubicBezTo>
                      <a:cubicBezTo>
                        <a:pt x="1030" y="5643"/>
                        <a:pt x="682" y="5106"/>
                        <a:pt x="508" y="4556"/>
                      </a:cubicBezTo>
                      <a:cubicBezTo>
                        <a:pt x="338" y="4002"/>
                        <a:pt x="347" y="3440"/>
                        <a:pt x="438" y="2951"/>
                      </a:cubicBezTo>
                      <a:cubicBezTo>
                        <a:pt x="632" y="1961"/>
                        <a:pt x="1158" y="1273"/>
                        <a:pt x="1582" y="908"/>
                      </a:cubicBezTo>
                      <a:cubicBezTo>
                        <a:pt x="1742" y="770"/>
                        <a:pt x="1884" y="667"/>
                        <a:pt x="2000" y="590"/>
                      </a:cubicBezTo>
                      <a:lnTo>
                        <a:pt x="2000" y="590"/>
                      </a:lnTo>
                      <a:cubicBezTo>
                        <a:pt x="2386" y="419"/>
                        <a:pt x="2899" y="281"/>
                        <a:pt x="3497" y="281"/>
                      </a:cubicBezTo>
                      <a:close/>
                      <a:moveTo>
                        <a:pt x="3659" y="1"/>
                      </a:moveTo>
                      <a:cubicBezTo>
                        <a:pt x="2758" y="1"/>
                        <a:pt x="2044" y="302"/>
                        <a:pt x="1620" y="599"/>
                      </a:cubicBezTo>
                      <a:cubicBezTo>
                        <a:pt x="1373" y="764"/>
                        <a:pt x="1203" y="925"/>
                        <a:pt x="1106" y="1047"/>
                      </a:cubicBezTo>
                      <a:cubicBezTo>
                        <a:pt x="1005" y="1167"/>
                        <a:pt x="958" y="1233"/>
                        <a:pt x="969" y="1243"/>
                      </a:cubicBezTo>
                      <a:cubicBezTo>
                        <a:pt x="971" y="1244"/>
                        <a:pt x="973" y="1245"/>
                        <a:pt x="975" y="1245"/>
                      </a:cubicBezTo>
                      <a:cubicBezTo>
                        <a:pt x="976" y="1245"/>
                        <a:pt x="977" y="1245"/>
                        <a:pt x="978" y="1245"/>
                      </a:cubicBezTo>
                      <a:lnTo>
                        <a:pt x="978" y="1245"/>
                      </a:lnTo>
                      <a:cubicBezTo>
                        <a:pt x="638" y="1634"/>
                        <a:pt x="314" y="2182"/>
                        <a:pt x="148" y="2890"/>
                      </a:cubicBezTo>
                      <a:cubicBezTo>
                        <a:pt x="29" y="3416"/>
                        <a:pt x="1" y="4030"/>
                        <a:pt x="175" y="4654"/>
                      </a:cubicBezTo>
                      <a:cubicBezTo>
                        <a:pt x="352" y="5273"/>
                        <a:pt x="740" y="5896"/>
                        <a:pt x="1326" y="6332"/>
                      </a:cubicBezTo>
                      <a:cubicBezTo>
                        <a:pt x="1954" y="6821"/>
                        <a:pt x="2814" y="7125"/>
                        <a:pt x="3699" y="7125"/>
                      </a:cubicBezTo>
                      <a:cubicBezTo>
                        <a:pt x="4404" y="7125"/>
                        <a:pt x="5125" y="6931"/>
                        <a:pt x="5757" y="6483"/>
                      </a:cubicBezTo>
                      <a:cubicBezTo>
                        <a:pt x="7146" y="5428"/>
                        <a:pt x="7443" y="3556"/>
                        <a:pt x="6951" y="2213"/>
                      </a:cubicBezTo>
                      <a:cubicBezTo>
                        <a:pt x="6716" y="1522"/>
                        <a:pt x="6244" y="963"/>
                        <a:pt x="5711" y="601"/>
                      </a:cubicBezTo>
                      <a:cubicBezTo>
                        <a:pt x="5172" y="241"/>
                        <a:pt x="4581" y="74"/>
                        <a:pt x="4046" y="19"/>
                      </a:cubicBezTo>
                      <a:cubicBezTo>
                        <a:pt x="3914" y="6"/>
                        <a:pt x="3784" y="1"/>
                        <a:pt x="3659"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166;p19">
                  <a:extLst>
                    <a:ext uri="{FF2B5EF4-FFF2-40B4-BE49-F238E27FC236}">
                      <a16:creationId xmlns:a16="http://schemas.microsoft.com/office/drawing/2014/main" id="{58985FCC-46E6-9B5C-D294-E8EF59707920}"/>
                    </a:ext>
                  </a:extLst>
                </p:cNvPr>
                <p:cNvSpPr/>
                <p:nvPr/>
              </p:nvSpPr>
              <p:spPr>
                <a:xfrm>
                  <a:off x="3345875" y="1574875"/>
                  <a:ext cx="186100" cy="178150"/>
                </a:xfrm>
                <a:custGeom>
                  <a:avLst/>
                  <a:gdLst/>
                  <a:ahLst/>
                  <a:cxnLst/>
                  <a:rect l="l" t="t" r="r" b="b"/>
                  <a:pathLst>
                    <a:path w="7444" h="7126" extrusionOk="0">
                      <a:moveTo>
                        <a:pt x="3497" y="281"/>
                      </a:moveTo>
                      <a:cubicBezTo>
                        <a:pt x="3663" y="281"/>
                        <a:pt x="3835" y="291"/>
                        <a:pt x="4013" y="315"/>
                      </a:cubicBezTo>
                      <a:cubicBezTo>
                        <a:pt x="4507" y="383"/>
                        <a:pt x="5041" y="555"/>
                        <a:pt x="5515" y="889"/>
                      </a:cubicBezTo>
                      <a:cubicBezTo>
                        <a:pt x="5982" y="1226"/>
                        <a:pt x="6387" y="1721"/>
                        <a:pt x="6588" y="2343"/>
                      </a:cubicBezTo>
                      <a:cubicBezTo>
                        <a:pt x="7015" y="3550"/>
                        <a:pt x="6716" y="5242"/>
                        <a:pt x="5510" y="6147"/>
                      </a:cubicBezTo>
                      <a:cubicBezTo>
                        <a:pt x="4961" y="6541"/>
                        <a:pt x="4315" y="6713"/>
                        <a:pt x="3678" y="6713"/>
                      </a:cubicBezTo>
                      <a:cubicBezTo>
                        <a:pt x="2893" y="6713"/>
                        <a:pt x="2122" y="6452"/>
                        <a:pt x="1560" y="6024"/>
                      </a:cubicBezTo>
                      <a:cubicBezTo>
                        <a:pt x="1030" y="5643"/>
                        <a:pt x="682" y="5106"/>
                        <a:pt x="509" y="4556"/>
                      </a:cubicBezTo>
                      <a:cubicBezTo>
                        <a:pt x="338" y="4002"/>
                        <a:pt x="347" y="3441"/>
                        <a:pt x="438" y="2951"/>
                      </a:cubicBezTo>
                      <a:cubicBezTo>
                        <a:pt x="632" y="1963"/>
                        <a:pt x="1158" y="1273"/>
                        <a:pt x="1582" y="909"/>
                      </a:cubicBezTo>
                      <a:cubicBezTo>
                        <a:pt x="1741" y="770"/>
                        <a:pt x="1883" y="668"/>
                        <a:pt x="1999" y="591"/>
                      </a:cubicBezTo>
                      <a:lnTo>
                        <a:pt x="1999" y="591"/>
                      </a:lnTo>
                      <a:cubicBezTo>
                        <a:pt x="2385" y="420"/>
                        <a:pt x="2898" y="281"/>
                        <a:pt x="3497" y="281"/>
                      </a:cubicBezTo>
                      <a:close/>
                      <a:moveTo>
                        <a:pt x="3659" y="1"/>
                      </a:moveTo>
                      <a:cubicBezTo>
                        <a:pt x="2758" y="1"/>
                        <a:pt x="2044" y="302"/>
                        <a:pt x="1621" y="599"/>
                      </a:cubicBezTo>
                      <a:cubicBezTo>
                        <a:pt x="1373" y="764"/>
                        <a:pt x="1203" y="926"/>
                        <a:pt x="1106" y="1047"/>
                      </a:cubicBezTo>
                      <a:cubicBezTo>
                        <a:pt x="1005" y="1167"/>
                        <a:pt x="958" y="1233"/>
                        <a:pt x="970" y="1243"/>
                      </a:cubicBezTo>
                      <a:cubicBezTo>
                        <a:pt x="972" y="1244"/>
                        <a:pt x="974" y="1245"/>
                        <a:pt x="976" y="1245"/>
                      </a:cubicBezTo>
                      <a:cubicBezTo>
                        <a:pt x="977" y="1245"/>
                        <a:pt x="977" y="1245"/>
                        <a:pt x="977" y="1245"/>
                      </a:cubicBezTo>
                      <a:lnTo>
                        <a:pt x="977" y="1245"/>
                      </a:lnTo>
                      <a:cubicBezTo>
                        <a:pt x="638" y="1634"/>
                        <a:pt x="313" y="2182"/>
                        <a:pt x="148" y="2890"/>
                      </a:cubicBezTo>
                      <a:cubicBezTo>
                        <a:pt x="30" y="3416"/>
                        <a:pt x="1" y="4030"/>
                        <a:pt x="175" y="4654"/>
                      </a:cubicBezTo>
                      <a:cubicBezTo>
                        <a:pt x="351" y="5274"/>
                        <a:pt x="740" y="5896"/>
                        <a:pt x="1326" y="6332"/>
                      </a:cubicBezTo>
                      <a:cubicBezTo>
                        <a:pt x="1954" y="6821"/>
                        <a:pt x="2815" y="7125"/>
                        <a:pt x="3700" y="7125"/>
                      </a:cubicBezTo>
                      <a:cubicBezTo>
                        <a:pt x="4405" y="7125"/>
                        <a:pt x="5125" y="6932"/>
                        <a:pt x="5757" y="6485"/>
                      </a:cubicBezTo>
                      <a:cubicBezTo>
                        <a:pt x="7146" y="5429"/>
                        <a:pt x="7443" y="3557"/>
                        <a:pt x="6951" y="2213"/>
                      </a:cubicBezTo>
                      <a:cubicBezTo>
                        <a:pt x="6716" y="1523"/>
                        <a:pt x="6244" y="963"/>
                        <a:pt x="5711" y="602"/>
                      </a:cubicBezTo>
                      <a:cubicBezTo>
                        <a:pt x="5172" y="241"/>
                        <a:pt x="4581" y="75"/>
                        <a:pt x="4046" y="19"/>
                      </a:cubicBezTo>
                      <a:cubicBezTo>
                        <a:pt x="3914" y="7"/>
                        <a:pt x="3785" y="1"/>
                        <a:pt x="3659"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 name="Google Shape;167;p19">
                  <a:extLst>
                    <a:ext uri="{FF2B5EF4-FFF2-40B4-BE49-F238E27FC236}">
                      <a16:creationId xmlns:a16="http://schemas.microsoft.com/office/drawing/2014/main" id="{344F032A-A70D-DA3A-6CFD-0ACC9B66230F}"/>
                    </a:ext>
                  </a:extLst>
                </p:cNvPr>
                <p:cNvSpPr/>
                <p:nvPr/>
              </p:nvSpPr>
              <p:spPr>
                <a:xfrm>
                  <a:off x="3531200" y="1988825"/>
                  <a:ext cx="186050" cy="178150"/>
                </a:xfrm>
                <a:custGeom>
                  <a:avLst/>
                  <a:gdLst/>
                  <a:ahLst/>
                  <a:cxnLst/>
                  <a:rect l="l" t="t" r="r" b="b"/>
                  <a:pathLst>
                    <a:path w="7442" h="7126" extrusionOk="0">
                      <a:moveTo>
                        <a:pt x="3497" y="281"/>
                      </a:moveTo>
                      <a:cubicBezTo>
                        <a:pt x="3663" y="281"/>
                        <a:pt x="3834" y="292"/>
                        <a:pt x="4012" y="315"/>
                      </a:cubicBezTo>
                      <a:cubicBezTo>
                        <a:pt x="4505" y="384"/>
                        <a:pt x="5039" y="555"/>
                        <a:pt x="5513" y="889"/>
                      </a:cubicBezTo>
                      <a:cubicBezTo>
                        <a:pt x="5981" y="1226"/>
                        <a:pt x="6385" y="1722"/>
                        <a:pt x="6587" y="2343"/>
                      </a:cubicBezTo>
                      <a:cubicBezTo>
                        <a:pt x="7013" y="3550"/>
                        <a:pt x="6714" y="5243"/>
                        <a:pt x="5509" y="6147"/>
                      </a:cubicBezTo>
                      <a:cubicBezTo>
                        <a:pt x="4959" y="6541"/>
                        <a:pt x="4313" y="6713"/>
                        <a:pt x="3676" y="6713"/>
                      </a:cubicBezTo>
                      <a:cubicBezTo>
                        <a:pt x="2891" y="6713"/>
                        <a:pt x="2120" y="6453"/>
                        <a:pt x="1558" y="6025"/>
                      </a:cubicBezTo>
                      <a:cubicBezTo>
                        <a:pt x="1028" y="5643"/>
                        <a:pt x="680" y="5106"/>
                        <a:pt x="507" y="4557"/>
                      </a:cubicBezTo>
                      <a:cubicBezTo>
                        <a:pt x="338" y="4003"/>
                        <a:pt x="345" y="3441"/>
                        <a:pt x="437" y="2952"/>
                      </a:cubicBezTo>
                      <a:cubicBezTo>
                        <a:pt x="630" y="1963"/>
                        <a:pt x="1157" y="1273"/>
                        <a:pt x="1580" y="909"/>
                      </a:cubicBezTo>
                      <a:cubicBezTo>
                        <a:pt x="1741" y="770"/>
                        <a:pt x="1884" y="666"/>
                        <a:pt x="2000" y="590"/>
                      </a:cubicBezTo>
                      <a:lnTo>
                        <a:pt x="2000" y="590"/>
                      </a:lnTo>
                      <a:cubicBezTo>
                        <a:pt x="2386" y="419"/>
                        <a:pt x="2899" y="281"/>
                        <a:pt x="3497" y="281"/>
                      </a:cubicBezTo>
                      <a:close/>
                      <a:moveTo>
                        <a:pt x="3657" y="1"/>
                      </a:moveTo>
                      <a:cubicBezTo>
                        <a:pt x="2756" y="1"/>
                        <a:pt x="2042" y="302"/>
                        <a:pt x="1619" y="599"/>
                      </a:cubicBezTo>
                      <a:cubicBezTo>
                        <a:pt x="1371" y="764"/>
                        <a:pt x="1203" y="926"/>
                        <a:pt x="1104" y="1047"/>
                      </a:cubicBezTo>
                      <a:cubicBezTo>
                        <a:pt x="1004" y="1167"/>
                        <a:pt x="958" y="1233"/>
                        <a:pt x="969" y="1243"/>
                      </a:cubicBezTo>
                      <a:cubicBezTo>
                        <a:pt x="970" y="1244"/>
                        <a:pt x="972" y="1245"/>
                        <a:pt x="975" y="1245"/>
                      </a:cubicBezTo>
                      <a:cubicBezTo>
                        <a:pt x="975" y="1245"/>
                        <a:pt x="976" y="1245"/>
                        <a:pt x="976" y="1245"/>
                      </a:cubicBezTo>
                      <a:lnTo>
                        <a:pt x="976" y="1245"/>
                      </a:lnTo>
                      <a:cubicBezTo>
                        <a:pt x="637" y="1634"/>
                        <a:pt x="312" y="2183"/>
                        <a:pt x="146" y="2890"/>
                      </a:cubicBezTo>
                      <a:cubicBezTo>
                        <a:pt x="29" y="3416"/>
                        <a:pt x="0" y="4030"/>
                        <a:pt x="173" y="4654"/>
                      </a:cubicBezTo>
                      <a:cubicBezTo>
                        <a:pt x="350" y="5274"/>
                        <a:pt x="738" y="5896"/>
                        <a:pt x="1324" y="6332"/>
                      </a:cubicBezTo>
                      <a:cubicBezTo>
                        <a:pt x="1953" y="6821"/>
                        <a:pt x="2813" y="7125"/>
                        <a:pt x="3698" y="7125"/>
                      </a:cubicBezTo>
                      <a:cubicBezTo>
                        <a:pt x="4403" y="7125"/>
                        <a:pt x="5124" y="6932"/>
                        <a:pt x="5756" y="6485"/>
                      </a:cubicBezTo>
                      <a:cubicBezTo>
                        <a:pt x="7146" y="5429"/>
                        <a:pt x="7442" y="3557"/>
                        <a:pt x="6950" y="2213"/>
                      </a:cubicBezTo>
                      <a:cubicBezTo>
                        <a:pt x="6714" y="1523"/>
                        <a:pt x="6242" y="963"/>
                        <a:pt x="5710" y="602"/>
                      </a:cubicBezTo>
                      <a:cubicBezTo>
                        <a:pt x="5171" y="241"/>
                        <a:pt x="4581" y="75"/>
                        <a:pt x="4045" y="19"/>
                      </a:cubicBezTo>
                      <a:cubicBezTo>
                        <a:pt x="3912" y="7"/>
                        <a:pt x="3783" y="1"/>
                        <a:pt x="3657"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 name="Google Shape;168;p19">
                  <a:extLst>
                    <a:ext uri="{FF2B5EF4-FFF2-40B4-BE49-F238E27FC236}">
                      <a16:creationId xmlns:a16="http://schemas.microsoft.com/office/drawing/2014/main" id="{BC442791-C12C-C2BF-1E71-D25EA1272A75}"/>
                    </a:ext>
                  </a:extLst>
                </p:cNvPr>
                <p:cNvSpPr/>
                <p:nvPr/>
              </p:nvSpPr>
              <p:spPr>
                <a:xfrm>
                  <a:off x="4244050" y="5222500"/>
                  <a:ext cx="639750" cy="249650"/>
                </a:xfrm>
                <a:custGeom>
                  <a:avLst/>
                  <a:gdLst/>
                  <a:ahLst/>
                  <a:cxnLst/>
                  <a:rect l="l" t="t" r="r" b="b"/>
                  <a:pathLst>
                    <a:path w="25590" h="9986" extrusionOk="0">
                      <a:moveTo>
                        <a:pt x="1007" y="0"/>
                      </a:moveTo>
                      <a:lnTo>
                        <a:pt x="0" y="9986"/>
                      </a:lnTo>
                      <a:lnTo>
                        <a:pt x="25589" y="9986"/>
                      </a:lnTo>
                      <a:cubicBezTo>
                        <a:pt x="25182" y="6795"/>
                        <a:pt x="22394" y="4990"/>
                        <a:pt x="16501" y="4990"/>
                      </a:cubicBezTo>
                      <a:cubicBezTo>
                        <a:pt x="16350" y="4990"/>
                        <a:pt x="16197" y="4991"/>
                        <a:pt x="16042" y="4993"/>
                      </a:cubicBezTo>
                      <a:lnTo>
                        <a:pt x="16520"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 name="Google Shape;169;p19">
                  <a:extLst>
                    <a:ext uri="{FF2B5EF4-FFF2-40B4-BE49-F238E27FC236}">
                      <a16:creationId xmlns:a16="http://schemas.microsoft.com/office/drawing/2014/main" id="{F74E57EC-5649-E841-5B17-52F726FA413B}"/>
                    </a:ext>
                  </a:extLst>
                </p:cNvPr>
                <p:cNvSpPr/>
                <p:nvPr/>
              </p:nvSpPr>
              <p:spPr>
                <a:xfrm>
                  <a:off x="4675450" y="5355225"/>
                  <a:ext cx="41975" cy="61675"/>
                </a:xfrm>
                <a:custGeom>
                  <a:avLst/>
                  <a:gdLst/>
                  <a:ahLst/>
                  <a:cxnLst/>
                  <a:rect l="l" t="t" r="r" b="b"/>
                  <a:pathLst>
                    <a:path w="1679" h="2467" extrusionOk="0">
                      <a:moveTo>
                        <a:pt x="1567" y="1"/>
                      </a:moveTo>
                      <a:cubicBezTo>
                        <a:pt x="1419" y="1"/>
                        <a:pt x="889" y="363"/>
                        <a:pt x="493" y="1020"/>
                      </a:cubicBezTo>
                      <a:cubicBezTo>
                        <a:pt x="48" y="1744"/>
                        <a:pt x="0" y="2449"/>
                        <a:pt x="110" y="2466"/>
                      </a:cubicBezTo>
                      <a:cubicBezTo>
                        <a:pt x="113" y="2466"/>
                        <a:pt x="115" y="2467"/>
                        <a:pt x="118" y="2467"/>
                      </a:cubicBezTo>
                      <a:cubicBezTo>
                        <a:pt x="237" y="2467"/>
                        <a:pt x="455" y="1877"/>
                        <a:pt x="850" y="1238"/>
                      </a:cubicBezTo>
                      <a:cubicBezTo>
                        <a:pt x="1247" y="578"/>
                        <a:pt x="1679" y="107"/>
                        <a:pt x="1601" y="14"/>
                      </a:cubicBezTo>
                      <a:cubicBezTo>
                        <a:pt x="1595" y="5"/>
                        <a:pt x="1583" y="1"/>
                        <a:pt x="156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 name="Google Shape;170;p19">
                  <a:extLst>
                    <a:ext uri="{FF2B5EF4-FFF2-40B4-BE49-F238E27FC236}">
                      <a16:creationId xmlns:a16="http://schemas.microsoft.com/office/drawing/2014/main" id="{900F6262-D9B1-72E9-91B4-A63BDA8C57AF}"/>
                    </a:ext>
                  </a:extLst>
                </p:cNvPr>
                <p:cNvSpPr/>
                <p:nvPr/>
              </p:nvSpPr>
              <p:spPr>
                <a:xfrm>
                  <a:off x="4608275" y="5346825"/>
                  <a:ext cx="46725" cy="58000"/>
                </a:xfrm>
                <a:custGeom>
                  <a:avLst/>
                  <a:gdLst/>
                  <a:ahLst/>
                  <a:cxnLst/>
                  <a:rect l="l" t="t" r="r" b="b"/>
                  <a:pathLst>
                    <a:path w="1869" h="2320" extrusionOk="0">
                      <a:moveTo>
                        <a:pt x="1756" y="1"/>
                      </a:moveTo>
                      <a:cubicBezTo>
                        <a:pt x="1586" y="1"/>
                        <a:pt x="1029" y="292"/>
                        <a:pt x="587" y="896"/>
                      </a:cubicBezTo>
                      <a:cubicBezTo>
                        <a:pt x="75" y="1584"/>
                        <a:pt x="1" y="2299"/>
                        <a:pt x="110" y="2318"/>
                      </a:cubicBezTo>
                      <a:cubicBezTo>
                        <a:pt x="113" y="2319"/>
                        <a:pt x="116" y="2319"/>
                        <a:pt x="119" y="2319"/>
                      </a:cubicBezTo>
                      <a:cubicBezTo>
                        <a:pt x="238" y="2319"/>
                        <a:pt x="477" y="1741"/>
                        <a:pt x="923" y="1144"/>
                      </a:cubicBezTo>
                      <a:cubicBezTo>
                        <a:pt x="1373" y="526"/>
                        <a:pt x="1868" y="123"/>
                        <a:pt x="1804" y="20"/>
                      </a:cubicBezTo>
                      <a:cubicBezTo>
                        <a:pt x="1798" y="7"/>
                        <a:pt x="1781" y="1"/>
                        <a:pt x="1756"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 name="Google Shape;171;p19">
                  <a:extLst>
                    <a:ext uri="{FF2B5EF4-FFF2-40B4-BE49-F238E27FC236}">
                      <a16:creationId xmlns:a16="http://schemas.microsoft.com/office/drawing/2014/main" id="{F2555BAA-2559-22B7-6EC5-332F37E208B3}"/>
                    </a:ext>
                  </a:extLst>
                </p:cNvPr>
                <p:cNvSpPr/>
                <p:nvPr/>
              </p:nvSpPr>
              <p:spPr>
                <a:xfrm>
                  <a:off x="4561975" y="5313325"/>
                  <a:ext cx="87925" cy="22625"/>
                </a:xfrm>
                <a:custGeom>
                  <a:avLst/>
                  <a:gdLst/>
                  <a:ahLst/>
                  <a:cxnLst/>
                  <a:rect l="l" t="t" r="r" b="b"/>
                  <a:pathLst>
                    <a:path w="3517" h="905" extrusionOk="0">
                      <a:moveTo>
                        <a:pt x="2182" y="1"/>
                      </a:moveTo>
                      <a:cubicBezTo>
                        <a:pt x="2025" y="1"/>
                        <a:pt x="1859" y="12"/>
                        <a:pt x="1686" y="39"/>
                      </a:cubicBezTo>
                      <a:cubicBezTo>
                        <a:pt x="643" y="193"/>
                        <a:pt x="0" y="811"/>
                        <a:pt x="78" y="889"/>
                      </a:cubicBezTo>
                      <a:cubicBezTo>
                        <a:pt x="86" y="900"/>
                        <a:pt x="100" y="905"/>
                        <a:pt x="122" y="905"/>
                      </a:cubicBezTo>
                      <a:cubicBezTo>
                        <a:pt x="297" y="905"/>
                        <a:pt x="923" y="572"/>
                        <a:pt x="1749" y="454"/>
                      </a:cubicBezTo>
                      <a:cubicBezTo>
                        <a:pt x="2045" y="406"/>
                        <a:pt x="2325" y="393"/>
                        <a:pt x="2570" y="393"/>
                      </a:cubicBezTo>
                      <a:cubicBezTo>
                        <a:pt x="2882" y="393"/>
                        <a:pt x="3137" y="414"/>
                        <a:pt x="3297" y="414"/>
                      </a:cubicBezTo>
                      <a:cubicBezTo>
                        <a:pt x="3402" y="414"/>
                        <a:pt x="3465" y="405"/>
                        <a:pt x="3475" y="373"/>
                      </a:cubicBezTo>
                      <a:cubicBezTo>
                        <a:pt x="3517" y="292"/>
                        <a:pt x="2969" y="1"/>
                        <a:pt x="2182"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 name="Google Shape;172;p19">
                  <a:extLst>
                    <a:ext uri="{FF2B5EF4-FFF2-40B4-BE49-F238E27FC236}">
                      <a16:creationId xmlns:a16="http://schemas.microsoft.com/office/drawing/2014/main" id="{BA483793-402C-CDC6-F81E-A672484C89B0}"/>
                    </a:ext>
                  </a:extLst>
                </p:cNvPr>
                <p:cNvSpPr/>
                <p:nvPr/>
              </p:nvSpPr>
              <p:spPr>
                <a:xfrm>
                  <a:off x="4262050" y="5440350"/>
                  <a:ext cx="616050" cy="10475"/>
                </a:xfrm>
                <a:custGeom>
                  <a:avLst/>
                  <a:gdLst/>
                  <a:ahLst/>
                  <a:cxnLst/>
                  <a:rect l="l" t="t" r="r" b="b"/>
                  <a:pathLst>
                    <a:path w="24642" h="419" extrusionOk="0">
                      <a:moveTo>
                        <a:pt x="12321" y="0"/>
                      </a:moveTo>
                      <a:cubicBezTo>
                        <a:pt x="5518" y="0"/>
                        <a:pt x="1" y="94"/>
                        <a:pt x="1" y="210"/>
                      </a:cubicBezTo>
                      <a:cubicBezTo>
                        <a:pt x="1" y="325"/>
                        <a:pt x="5518" y="419"/>
                        <a:pt x="12321" y="419"/>
                      </a:cubicBezTo>
                      <a:cubicBezTo>
                        <a:pt x="19126" y="419"/>
                        <a:pt x="24642" y="325"/>
                        <a:pt x="24642" y="210"/>
                      </a:cubicBezTo>
                      <a:cubicBezTo>
                        <a:pt x="24642" y="93"/>
                        <a:pt x="19126" y="0"/>
                        <a:pt x="1232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 name="Google Shape;173;p19">
                  <a:extLst>
                    <a:ext uri="{FF2B5EF4-FFF2-40B4-BE49-F238E27FC236}">
                      <a16:creationId xmlns:a16="http://schemas.microsoft.com/office/drawing/2014/main" id="{CBF98515-4F44-E7E4-54C6-66D1B9E31C39}"/>
                    </a:ext>
                  </a:extLst>
                </p:cNvPr>
                <p:cNvSpPr/>
                <p:nvPr/>
              </p:nvSpPr>
              <p:spPr>
                <a:xfrm>
                  <a:off x="4259250" y="5314625"/>
                  <a:ext cx="211150" cy="132500"/>
                </a:xfrm>
                <a:custGeom>
                  <a:avLst/>
                  <a:gdLst/>
                  <a:ahLst/>
                  <a:cxnLst/>
                  <a:rect l="l" t="t" r="r" b="b"/>
                  <a:pathLst>
                    <a:path w="8446" h="5300" extrusionOk="0">
                      <a:moveTo>
                        <a:pt x="907" y="1"/>
                      </a:moveTo>
                      <a:cubicBezTo>
                        <a:pt x="333" y="1"/>
                        <a:pt x="1" y="78"/>
                        <a:pt x="5" y="111"/>
                      </a:cubicBezTo>
                      <a:cubicBezTo>
                        <a:pt x="8" y="182"/>
                        <a:pt x="597" y="167"/>
                        <a:pt x="1516" y="326"/>
                      </a:cubicBezTo>
                      <a:cubicBezTo>
                        <a:pt x="2433" y="478"/>
                        <a:pt x="3677" y="861"/>
                        <a:pt x="4886" y="1603"/>
                      </a:cubicBezTo>
                      <a:cubicBezTo>
                        <a:pt x="6090" y="2351"/>
                        <a:pt x="6989" y="3292"/>
                        <a:pt x="7536" y="4044"/>
                      </a:cubicBezTo>
                      <a:cubicBezTo>
                        <a:pt x="8075" y="4775"/>
                        <a:pt x="8326" y="5299"/>
                        <a:pt x="8399" y="5299"/>
                      </a:cubicBezTo>
                      <a:cubicBezTo>
                        <a:pt x="8401" y="5299"/>
                        <a:pt x="8402" y="5299"/>
                        <a:pt x="8404" y="5298"/>
                      </a:cubicBezTo>
                      <a:cubicBezTo>
                        <a:pt x="8446" y="5283"/>
                        <a:pt x="8291" y="4700"/>
                        <a:pt x="7782" y="3876"/>
                      </a:cubicBezTo>
                      <a:cubicBezTo>
                        <a:pt x="7279" y="3055"/>
                        <a:pt x="6369" y="2029"/>
                        <a:pt x="5106" y="1246"/>
                      </a:cubicBezTo>
                      <a:cubicBezTo>
                        <a:pt x="3840" y="468"/>
                        <a:pt x="2515" y="112"/>
                        <a:pt x="1555" y="31"/>
                      </a:cubicBezTo>
                      <a:cubicBezTo>
                        <a:pt x="1315" y="9"/>
                        <a:pt x="1097" y="1"/>
                        <a:pt x="90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 name="Google Shape;174;p19">
                  <a:extLst>
                    <a:ext uri="{FF2B5EF4-FFF2-40B4-BE49-F238E27FC236}">
                      <a16:creationId xmlns:a16="http://schemas.microsoft.com/office/drawing/2014/main" id="{B3C97BEE-3E22-F2AC-ADE8-A7B3066A60BF}"/>
                    </a:ext>
                  </a:extLst>
                </p:cNvPr>
                <p:cNvSpPr/>
                <p:nvPr/>
              </p:nvSpPr>
              <p:spPr>
                <a:xfrm>
                  <a:off x="4308975" y="5230400"/>
                  <a:ext cx="25400" cy="91475"/>
                </a:xfrm>
                <a:custGeom>
                  <a:avLst/>
                  <a:gdLst/>
                  <a:ahLst/>
                  <a:cxnLst/>
                  <a:rect l="l" t="t" r="r" b="b"/>
                  <a:pathLst>
                    <a:path w="1016" h="3659" extrusionOk="0">
                      <a:moveTo>
                        <a:pt x="881" y="0"/>
                      </a:moveTo>
                      <a:cubicBezTo>
                        <a:pt x="764" y="0"/>
                        <a:pt x="599" y="813"/>
                        <a:pt x="388" y="1806"/>
                      </a:cubicBezTo>
                      <a:cubicBezTo>
                        <a:pt x="180" y="2804"/>
                        <a:pt x="1" y="3619"/>
                        <a:pt x="113" y="3657"/>
                      </a:cubicBezTo>
                      <a:cubicBezTo>
                        <a:pt x="116" y="3658"/>
                        <a:pt x="118" y="3659"/>
                        <a:pt x="121" y="3659"/>
                      </a:cubicBezTo>
                      <a:cubicBezTo>
                        <a:pt x="237" y="3659"/>
                        <a:pt x="588" y="2895"/>
                        <a:pt x="798" y="1892"/>
                      </a:cubicBezTo>
                      <a:cubicBezTo>
                        <a:pt x="1015" y="866"/>
                        <a:pt x="996" y="10"/>
                        <a:pt x="883" y="0"/>
                      </a:cubicBezTo>
                      <a:cubicBezTo>
                        <a:pt x="882" y="0"/>
                        <a:pt x="882" y="0"/>
                        <a:pt x="88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 name="Google Shape;175;p19">
                  <a:extLst>
                    <a:ext uri="{FF2B5EF4-FFF2-40B4-BE49-F238E27FC236}">
                      <a16:creationId xmlns:a16="http://schemas.microsoft.com/office/drawing/2014/main" id="{F2BAD939-A0CF-80A2-053F-BFEB8B386D6E}"/>
                    </a:ext>
                  </a:extLst>
                </p:cNvPr>
                <p:cNvSpPr/>
                <p:nvPr/>
              </p:nvSpPr>
              <p:spPr>
                <a:xfrm>
                  <a:off x="4733775" y="5369175"/>
                  <a:ext cx="60425" cy="76250"/>
                </a:xfrm>
                <a:custGeom>
                  <a:avLst/>
                  <a:gdLst/>
                  <a:ahLst/>
                  <a:cxnLst/>
                  <a:rect l="l" t="t" r="r" b="b"/>
                  <a:pathLst>
                    <a:path w="2417" h="3050" extrusionOk="0">
                      <a:moveTo>
                        <a:pt x="2225" y="0"/>
                      </a:moveTo>
                      <a:cubicBezTo>
                        <a:pt x="2114" y="0"/>
                        <a:pt x="1951" y="24"/>
                        <a:pt x="1752" y="88"/>
                      </a:cubicBezTo>
                      <a:cubicBezTo>
                        <a:pt x="1380" y="205"/>
                        <a:pt x="884" y="495"/>
                        <a:pt x="516" y="989"/>
                      </a:cubicBezTo>
                      <a:cubicBezTo>
                        <a:pt x="149" y="1483"/>
                        <a:pt x="13" y="2041"/>
                        <a:pt x="8" y="2431"/>
                      </a:cubicBezTo>
                      <a:cubicBezTo>
                        <a:pt x="1" y="2820"/>
                        <a:pt x="92" y="3049"/>
                        <a:pt x="144" y="3049"/>
                      </a:cubicBezTo>
                      <a:cubicBezTo>
                        <a:pt x="145" y="3049"/>
                        <a:pt x="146" y="3049"/>
                        <a:pt x="147" y="3049"/>
                      </a:cubicBezTo>
                      <a:cubicBezTo>
                        <a:pt x="266" y="3048"/>
                        <a:pt x="210" y="2096"/>
                        <a:pt x="853" y="1239"/>
                      </a:cubicBezTo>
                      <a:cubicBezTo>
                        <a:pt x="1489" y="376"/>
                        <a:pt x="2417" y="158"/>
                        <a:pt x="2384" y="43"/>
                      </a:cubicBezTo>
                      <a:cubicBezTo>
                        <a:pt x="2380" y="19"/>
                        <a:pt x="2323" y="0"/>
                        <a:pt x="2225"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 name="Google Shape;176;p19">
                  <a:extLst>
                    <a:ext uri="{FF2B5EF4-FFF2-40B4-BE49-F238E27FC236}">
                      <a16:creationId xmlns:a16="http://schemas.microsoft.com/office/drawing/2014/main" id="{F0630720-A3DC-BEE4-34E8-828AE17A3692}"/>
                    </a:ext>
                  </a:extLst>
                </p:cNvPr>
                <p:cNvSpPr/>
                <p:nvPr/>
              </p:nvSpPr>
              <p:spPr>
                <a:xfrm>
                  <a:off x="3724125" y="5226425"/>
                  <a:ext cx="639750" cy="249650"/>
                </a:xfrm>
                <a:custGeom>
                  <a:avLst/>
                  <a:gdLst/>
                  <a:ahLst/>
                  <a:cxnLst/>
                  <a:rect l="l" t="t" r="r" b="b"/>
                  <a:pathLst>
                    <a:path w="25590" h="9986" extrusionOk="0">
                      <a:moveTo>
                        <a:pt x="1007" y="0"/>
                      </a:moveTo>
                      <a:lnTo>
                        <a:pt x="0" y="9986"/>
                      </a:lnTo>
                      <a:lnTo>
                        <a:pt x="25589" y="9986"/>
                      </a:lnTo>
                      <a:cubicBezTo>
                        <a:pt x="25182" y="6796"/>
                        <a:pt x="22395" y="4989"/>
                        <a:pt x="16505" y="4989"/>
                      </a:cubicBezTo>
                      <a:cubicBezTo>
                        <a:pt x="16353" y="4989"/>
                        <a:pt x="16199" y="4991"/>
                        <a:pt x="16042" y="4993"/>
                      </a:cubicBezTo>
                      <a:lnTo>
                        <a:pt x="16520"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5" name="Google Shape;177;p19">
                  <a:extLst>
                    <a:ext uri="{FF2B5EF4-FFF2-40B4-BE49-F238E27FC236}">
                      <a16:creationId xmlns:a16="http://schemas.microsoft.com/office/drawing/2014/main" id="{BA0B1575-A3D4-0B46-5951-63F185A95509}"/>
                    </a:ext>
                  </a:extLst>
                </p:cNvPr>
                <p:cNvSpPr/>
                <p:nvPr/>
              </p:nvSpPr>
              <p:spPr>
                <a:xfrm>
                  <a:off x="4148725" y="5355225"/>
                  <a:ext cx="41975" cy="61675"/>
                </a:xfrm>
                <a:custGeom>
                  <a:avLst/>
                  <a:gdLst/>
                  <a:ahLst/>
                  <a:cxnLst/>
                  <a:rect l="l" t="t" r="r" b="b"/>
                  <a:pathLst>
                    <a:path w="1679" h="2467" extrusionOk="0">
                      <a:moveTo>
                        <a:pt x="1567" y="1"/>
                      </a:moveTo>
                      <a:cubicBezTo>
                        <a:pt x="1418" y="1"/>
                        <a:pt x="889" y="363"/>
                        <a:pt x="492" y="1020"/>
                      </a:cubicBezTo>
                      <a:cubicBezTo>
                        <a:pt x="49" y="1744"/>
                        <a:pt x="0" y="2449"/>
                        <a:pt x="110" y="2466"/>
                      </a:cubicBezTo>
                      <a:cubicBezTo>
                        <a:pt x="113" y="2466"/>
                        <a:pt x="115" y="2467"/>
                        <a:pt x="118" y="2467"/>
                      </a:cubicBezTo>
                      <a:cubicBezTo>
                        <a:pt x="237" y="2467"/>
                        <a:pt x="456" y="1877"/>
                        <a:pt x="850" y="1238"/>
                      </a:cubicBezTo>
                      <a:cubicBezTo>
                        <a:pt x="1246" y="578"/>
                        <a:pt x="1679" y="107"/>
                        <a:pt x="1602" y="14"/>
                      </a:cubicBezTo>
                      <a:cubicBezTo>
                        <a:pt x="1595" y="5"/>
                        <a:pt x="1583" y="1"/>
                        <a:pt x="156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6" name="Google Shape;178;p19">
                  <a:extLst>
                    <a:ext uri="{FF2B5EF4-FFF2-40B4-BE49-F238E27FC236}">
                      <a16:creationId xmlns:a16="http://schemas.microsoft.com/office/drawing/2014/main" id="{2E46B0AA-086C-898E-5DB3-3AE783D7D9A0}"/>
                    </a:ext>
                  </a:extLst>
                </p:cNvPr>
                <p:cNvSpPr/>
                <p:nvPr/>
              </p:nvSpPr>
              <p:spPr>
                <a:xfrm>
                  <a:off x="4081550" y="5346825"/>
                  <a:ext cx="46750" cy="58000"/>
                </a:xfrm>
                <a:custGeom>
                  <a:avLst/>
                  <a:gdLst/>
                  <a:ahLst/>
                  <a:cxnLst/>
                  <a:rect l="l" t="t" r="r" b="b"/>
                  <a:pathLst>
                    <a:path w="1870" h="2320" extrusionOk="0">
                      <a:moveTo>
                        <a:pt x="1756" y="1"/>
                      </a:moveTo>
                      <a:cubicBezTo>
                        <a:pt x="1586" y="1"/>
                        <a:pt x="1028" y="292"/>
                        <a:pt x="587" y="896"/>
                      </a:cubicBezTo>
                      <a:cubicBezTo>
                        <a:pt x="74" y="1584"/>
                        <a:pt x="1" y="2299"/>
                        <a:pt x="111" y="2318"/>
                      </a:cubicBezTo>
                      <a:cubicBezTo>
                        <a:pt x="113" y="2319"/>
                        <a:pt x="116" y="2319"/>
                        <a:pt x="120" y="2319"/>
                      </a:cubicBezTo>
                      <a:cubicBezTo>
                        <a:pt x="239" y="2319"/>
                        <a:pt x="478" y="1741"/>
                        <a:pt x="924" y="1144"/>
                      </a:cubicBezTo>
                      <a:cubicBezTo>
                        <a:pt x="1374" y="526"/>
                        <a:pt x="1869" y="123"/>
                        <a:pt x="1805" y="20"/>
                      </a:cubicBezTo>
                      <a:cubicBezTo>
                        <a:pt x="1799" y="7"/>
                        <a:pt x="1782" y="1"/>
                        <a:pt x="1756"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 name="Google Shape;179;p19">
                  <a:extLst>
                    <a:ext uri="{FF2B5EF4-FFF2-40B4-BE49-F238E27FC236}">
                      <a16:creationId xmlns:a16="http://schemas.microsoft.com/office/drawing/2014/main" id="{0F262517-A6C6-B16D-8C15-F306F0FBE96F}"/>
                    </a:ext>
                  </a:extLst>
                </p:cNvPr>
                <p:cNvSpPr/>
                <p:nvPr/>
              </p:nvSpPr>
              <p:spPr>
                <a:xfrm>
                  <a:off x="4035225" y="5313325"/>
                  <a:ext cx="87975" cy="22625"/>
                </a:xfrm>
                <a:custGeom>
                  <a:avLst/>
                  <a:gdLst/>
                  <a:ahLst/>
                  <a:cxnLst/>
                  <a:rect l="l" t="t" r="r" b="b"/>
                  <a:pathLst>
                    <a:path w="3519" h="905" extrusionOk="0">
                      <a:moveTo>
                        <a:pt x="2183" y="1"/>
                      </a:moveTo>
                      <a:cubicBezTo>
                        <a:pt x="2026" y="1"/>
                        <a:pt x="1860" y="12"/>
                        <a:pt x="1687" y="39"/>
                      </a:cubicBezTo>
                      <a:cubicBezTo>
                        <a:pt x="644" y="193"/>
                        <a:pt x="1" y="811"/>
                        <a:pt x="79" y="889"/>
                      </a:cubicBezTo>
                      <a:cubicBezTo>
                        <a:pt x="86" y="900"/>
                        <a:pt x="101" y="905"/>
                        <a:pt x="122" y="905"/>
                      </a:cubicBezTo>
                      <a:cubicBezTo>
                        <a:pt x="298" y="905"/>
                        <a:pt x="924" y="572"/>
                        <a:pt x="1751" y="454"/>
                      </a:cubicBezTo>
                      <a:cubicBezTo>
                        <a:pt x="2047" y="406"/>
                        <a:pt x="2327" y="393"/>
                        <a:pt x="2571" y="393"/>
                      </a:cubicBezTo>
                      <a:cubicBezTo>
                        <a:pt x="2884" y="393"/>
                        <a:pt x="3139" y="414"/>
                        <a:pt x="3297" y="414"/>
                      </a:cubicBezTo>
                      <a:cubicBezTo>
                        <a:pt x="3402" y="414"/>
                        <a:pt x="3465" y="405"/>
                        <a:pt x="3475" y="373"/>
                      </a:cubicBezTo>
                      <a:cubicBezTo>
                        <a:pt x="3518" y="292"/>
                        <a:pt x="2971" y="1"/>
                        <a:pt x="2183"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 name="Google Shape;180;p19">
                  <a:extLst>
                    <a:ext uri="{FF2B5EF4-FFF2-40B4-BE49-F238E27FC236}">
                      <a16:creationId xmlns:a16="http://schemas.microsoft.com/office/drawing/2014/main" id="{D9794ED8-949A-5ADD-AD77-06A7F9035F2E}"/>
                    </a:ext>
                  </a:extLst>
                </p:cNvPr>
                <p:cNvSpPr/>
                <p:nvPr/>
              </p:nvSpPr>
              <p:spPr>
                <a:xfrm>
                  <a:off x="3735350" y="5440350"/>
                  <a:ext cx="616050" cy="10475"/>
                </a:xfrm>
                <a:custGeom>
                  <a:avLst/>
                  <a:gdLst/>
                  <a:ahLst/>
                  <a:cxnLst/>
                  <a:rect l="l" t="t" r="r" b="b"/>
                  <a:pathLst>
                    <a:path w="24642" h="419" extrusionOk="0">
                      <a:moveTo>
                        <a:pt x="12321" y="0"/>
                      </a:moveTo>
                      <a:cubicBezTo>
                        <a:pt x="5517" y="0"/>
                        <a:pt x="1" y="94"/>
                        <a:pt x="1" y="210"/>
                      </a:cubicBezTo>
                      <a:cubicBezTo>
                        <a:pt x="1" y="325"/>
                        <a:pt x="5517" y="419"/>
                        <a:pt x="12321" y="419"/>
                      </a:cubicBezTo>
                      <a:cubicBezTo>
                        <a:pt x="19125" y="419"/>
                        <a:pt x="24642" y="325"/>
                        <a:pt x="24642" y="210"/>
                      </a:cubicBezTo>
                      <a:cubicBezTo>
                        <a:pt x="24642" y="93"/>
                        <a:pt x="19125" y="0"/>
                        <a:pt x="1232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 name="Google Shape;181;p19">
                  <a:extLst>
                    <a:ext uri="{FF2B5EF4-FFF2-40B4-BE49-F238E27FC236}">
                      <a16:creationId xmlns:a16="http://schemas.microsoft.com/office/drawing/2014/main" id="{31F7B0FA-FC56-3C64-4921-A60F62CB96CA}"/>
                    </a:ext>
                  </a:extLst>
                </p:cNvPr>
                <p:cNvSpPr/>
                <p:nvPr/>
              </p:nvSpPr>
              <p:spPr>
                <a:xfrm>
                  <a:off x="3732525" y="5314625"/>
                  <a:ext cx="211125" cy="132500"/>
                </a:xfrm>
                <a:custGeom>
                  <a:avLst/>
                  <a:gdLst/>
                  <a:ahLst/>
                  <a:cxnLst/>
                  <a:rect l="l" t="t" r="r" b="b"/>
                  <a:pathLst>
                    <a:path w="8445" h="5300" extrusionOk="0">
                      <a:moveTo>
                        <a:pt x="906" y="1"/>
                      </a:moveTo>
                      <a:cubicBezTo>
                        <a:pt x="333" y="1"/>
                        <a:pt x="1" y="78"/>
                        <a:pt x="5" y="111"/>
                      </a:cubicBezTo>
                      <a:cubicBezTo>
                        <a:pt x="8" y="182"/>
                        <a:pt x="597" y="167"/>
                        <a:pt x="1516" y="326"/>
                      </a:cubicBezTo>
                      <a:cubicBezTo>
                        <a:pt x="2433" y="478"/>
                        <a:pt x="3677" y="861"/>
                        <a:pt x="4884" y="1603"/>
                      </a:cubicBezTo>
                      <a:cubicBezTo>
                        <a:pt x="6090" y="2351"/>
                        <a:pt x="6989" y="3292"/>
                        <a:pt x="7536" y="4044"/>
                      </a:cubicBezTo>
                      <a:cubicBezTo>
                        <a:pt x="8073" y="4775"/>
                        <a:pt x="8325" y="5299"/>
                        <a:pt x="8398" y="5299"/>
                      </a:cubicBezTo>
                      <a:cubicBezTo>
                        <a:pt x="8400" y="5299"/>
                        <a:pt x="8402" y="5299"/>
                        <a:pt x="8404" y="5298"/>
                      </a:cubicBezTo>
                      <a:cubicBezTo>
                        <a:pt x="8444" y="5283"/>
                        <a:pt x="8290" y="4700"/>
                        <a:pt x="7781" y="3876"/>
                      </a:cubicBezTo>
                      <a:cubicBezTo>
                        <a:pt x="7278" y="3055"/>
                        <a:pt x="6368" y="2029"/>
                        <a:pt x="5105" y="1246"/>
                      </a:cubicBezTo>
                      <a:cubicBezTo>
                        <a:pt x="3839" y="468"/>
                        <a:pt x="2515" y="112"/>
                        <a:pt x="1555" y="31"/>
                      </a:cubicBezTo>
                      <a:cubicBezTo>
                        <a:pt x="1314" y="9"/>
                        <a:pt x="1097" y="1"/>
                        <a:pt x="906"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 name="Google Shape;182;p19">
                  <a:extLst>
                    <a:ext uri="{FF2B5EF4-FFF2-40B4-BE49-F238E27FC236}">
                      <a16:creationId xmlns:a16="http://schemas.microsoft.com/office/drawing/2014/main" id="{85D8D264-C08F-C121-C8E7-874A7B78D640}"/>
                    </a:ext>
                  </a:extLst>
                </p:cNvPr>
                <p:cNvSpPr/>
                <p:nvPr/>
              </p:nvSpPr>
              <p:spPr>
                <a:xfrm>
                  <a:off x="3782275" y="5230400"/>
                  <a:ext cx="25400" cy="91475"/>
                </a:xfrm>
                <a:custGeom>
                  <a:avLst/>
                  <a:gdLst/>
                  <a:ahLst/>
                  <a:cxnLst/>
                  <a:rect l="l" t="t" r="r" b="b"/>
                  <a:pathLst>
                    <a:path w="1016" h="3659" extrusionOk="0">
                      <a:moveTo>
                        <a:pt x="881" y="0"/>
                      </a:moveTo>
                      <a:cubicBezTo>
                        <a:pt x="763" y="0"/>
                        <a:pt x="598" y="813"/>
                        <a:pt x="387" y="1806"/>
                      </a:cubicBezTo>
                      <a:cubicBezTo>
                        <a:pt x="179" y="2804"/>
                        <a:pt x="1" y="3619"/>
                        <a:pt x="113" y="3657"/>
                      </a:cubicBezTo>
                      <a:cubicBezTo>
                        <a:pt x="115" y="3658"/>
                        <a:pt x="118" y="3659"/>
                        <a:pt x="121" y="3659"/>
                      </a:cubicBezTo>
                      <a:cubicBezTo>
                        <a:pt x="236" y="3659"/>
                        <a:pt x="588" y="2895"/>
                        <a:pt x="797" y="1892"/>
                      </a:cubicBezTo>
                      <a:cubicBezTo>
                        <a:pt x="1015" y="866"/>
                        <a:pt x="995" y="10"/>
                        <a:pt x="883" y="0"/>
                      </a:cubicBezTo>
                      <a:cubicBezTo>
                        <a:pt x="882" y="0"/>
                        <a:pt x="881" y="0"/>
                        <a:pt x="88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 name="Google Shape;183;p19">
                  <a:extLst>
                    <a:ext uri="{FF2B5EF4-FFF2-40B4-BE49-F238E27FC236}">
                      <a16:creationId xmlns:a16="http://schemas.microsoft.com/office/drawing/2014/main" id="{7A6689A0-AE43-8388-3B81-13AB79CAEE04}"/>
                    </a:ext>
                  </a:extLst>
                </p:cNvPr>
                <p:cNvSpPr/>
                <p:nvPr/>
              </p:nvSpPr>
              <p:spPr>
                <a:xfrm>
                  <a:off x="4207050" y="5369175"/>
                  <a:ext cx="60425" cy="76250"/>
                </a:xfrm>
                <a:custGeom>
                  <a:avLst/>
                  <a:gdLst/>
                  <a:ahLst/>
                  <a:cxnLst/>
                  <a:rect l="l" t="t" r="r" b="b"/>
                  <a:pathLst>
                    <a:path w="2417" h="3050" extrusionOk="0">
                      <a:moveTo>
                        <a:pt x="2225" y="0"/>
                      </a:moveTo>
                      <a:cubicBezTo>
                        <a:pt x="2114" y="0"/>
                        <a:pt x="1951" y="24"/>
                        <a:pt x="1751" y="88"/>
                      </a:cubicBezTo>
                      <a:cubicBezTo>
                        <a:pt x="1380" y="205"/>
                        <a:pt x="884" y="495"/>
                        <a:pt x="517" y="989"/>
                      </a:cubicBezTo>
                      <a:cubicBezTo>
                        <a:pt x="149" y="1483"/>
                        <a:pt x="14" y="2041"/>
                        <a:pt x="8" y="2431"/>
                      </a:cubicBezTo>
                      <a:cubicBezTo>
                        <a:pt x="0" y="2820"/>
                        <a:pt x="91" y="3049"/>
                        <a:pt x="145" y="3049"/>
                      </a:cubicBezTo>
                      <a:cubicBezTo>
                        <a:pt x="146" y="3049"/>
                        <a:pt x="147" y="3049"/>
                        <a:pt x="147" y="3049"/>
                      </a:cubicBezTo>
                      <a:cubicBezTo>
                        <a:pt x="267" y="3048"/>
                        <a:pt x="209" y="2096"/>
                        <a:pt x="852" y="1239"/>
                      </a:cubicBezTo>
                      <a:cubicBezTo>
                        <a:pt x="1490" y="376"/>
                        <a:pt x="2417" y="158"/>
                        <a:pt x="2383" y="43"/>
                      </a:cubicBezTo>
                      <a:cubicBezTo>
                        <a:pt x="2380" y="19"/>
                        <a:pt x="2323" y="0"/>
                        <a:pt x="2225"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 name="Google Shape;184;p19">
                  <a:extLst>
                    <a:ext uri="{FF2B5EF4-FFF2-40B4-BE49-F238E27FC236}">
                      <a16:creationId xmlns:a16="http://schemas.microsoft.com/office/drawing/2014/main" id="{6C111ECB-E11D-3FEC-919D-D441D3EBF0D8}"/>
                    </a:ext>
                  </a:extLst>
                </p:cNvPr>
                <p:cNvSpPr/>
                <p:nvPr/>
              </p:nvSpPr>
              <p:spPr>
                <a:xfrm>
                  <a:off x="2742500" y="3104425"/>
                  <a:ext cx="1988125" cy="2168550"/>
                </a:xfrm>
                <a:custGeom>
                  <a:avLst/>
                  <a:gdLst/>
                  <a:ahLst/>
                  <a:cxnLst/>
                  <a:rect l="l" t="t" r="r" b="b"/>
                  <a:pathLst>
                    <a:path w="79525" h="86742" extrusionOk="0">
                      <a:moveTo>
                        <a:pt x="37" y="0"/>
                      </a:moveTo>
                      <a:lnTo>
                        <a:pt x="33" y="1799"/>
                      </a:lnTo>
                      <a:cubicBezTo>
                        <a:pt x="1" y="15665"/>
                        <a:pt x="10821" y="25793"/>
                        <a:pt x="24687" y="25841"/>
                      </a:cubicBezTo>
                      <a:cubicBezTo>
                        <a:pt x="26162" y="25846"/>
                        <a:pt x="27656" y="25848"/>
                        <a:pt x="29150" y="25848"/>
                      </a:cubicBezTo>
                      <a:cubicBezTo>
                        <a:pt x="32539" y="25848"/>
                        <a:pt x="35924" y="25838"/>
                        <a:pt x="39068" y="25838"/>
                      </a:cubicBezTo>
                      <a:cubicBezTo>
                        <a:pt x="43690" y="25838"/>
                        <a:pt x="47793" y="25858"/>
                        <a:pt x="50625" y="25957"/>
                      </a:cubicBezTo>
                      <a:cubicBezTo>
                        <a:pt x="53112" y="26044"/>
                        <a:pt x="55114" y="28022"/>
                        <a:pt x="55236" y="30507"/>
                      </a:cubicBezTo>
                      <a:lnTo>
                        <a:pt x="54634" y="86741"/>
                      </a:lnTo>
                      <a:lnTo>
                        <a:pt x="77872" y="86741"/>
                      </a:lnTo>
                      <a:lnTo>
                        <a:pt x="79524" y="27583"/>
                      </a:lnTo>
                      <a:cubicBezTo>
                        <a:pt x="79524" y="12276"/>
                        <a:pt x="71824" y="277"/>
                        <a:pt x="56516" y="218"/>
                      </a:cubicBezTo>
                      <a:lnTo>
                        <a:pt x="37"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 name="Google Shape;185;p19">
                  <a:extLst>
                    <a:ext uri="{FF2B5EF4-FFF2-40B4-BE49-F238E27FC236}">
                      <a16:creationId xmlns:a16="http://schemas.microsoft.com/office/drawing/2014/main" id="{35FFD8FF-500E-DA41-DAE1-5203DD9838BC}"/>
                    </a:ext>
                  </a:extLst>
                </p:cNvPr>
                <p:cNvSpPr/>
                <p:nvPr/>
              </p:nvSpPr>
              <p:spPr>
                <a:xfrm>
                  <a:off x="2362900" y="3104425"/>
                  <a:ext cx="1919700" cy="2168550"/>
                </a:xfrm>
                <a:custGeom>
                  <a:avLst/>
                  <a:gdLst/>
                  <a:ahLst/>
                  <a:cxnLst/>
                  <a:rect l="l" t="t" r="r" b="b"/>
                  <a:pathLst>
                    <a:path w="76788" h="86742" extrusionOk="0">
                      <a:moveTo>
                        <a:pt x="37" y="0"/>
                      </a:moveTo>
                      <a:lnTo>
                        <a:pt x="33" y="1799"/>
                      </a:lnTo>
                      <a:cubicBezTo>
                        <a:pt x="1" y="15665"/>
                        <a:pt x="8084" y="25793"/>
                        <a:pt x="21949" y="25841"/>
                      </a:cubicBezTo>
                      <a:cubicBezTo>
                        <a:pt x="23424" y="25846"/>
                        <a:pt x="24919" y="25848"/>
                        <a:pt x="26412" y="25848"/>
                      </a:cubicBezTo>
                      <a:cubicBezTo>
                        <a:pt x="29802" y="25848"/>
                        <a:pt x="33187" y="25838"/>
                        <a:pt x="36331" y="25838"/>
                      </a:cubicBezTo>
                      <a:cubicBezTo>
                        <a:pt x="40953" y="25838"/>
                        <a:pt x="45056" y="25858"/>
                        <a:pt x="47888" y="25957"/>
                      </a:cubicBezTo>
                      <a:cubicBezTo>
                        <a:pt x="50374" y="26044"/>
                        <a:pt x="52376" y="28022"/>
                        <a:pt x="52498" y="30507"/>
                      </a:cubicBezTo>
                      <a:lnTo>
                        <a:pt x="51897" y="86741"/>
                      </a:lnTo>
                      <a:lnTo>
                        <a:pt x="75134" y="86741"/>
                      </a:lnTo>
                      <a:lnTo>
                        <a:pt x="76788" y="27583"/>
                      </a:lnTo>
                      <a:cubicBezTo>
                        <a:pt x="76788" y="12276"/>
                        <a:pt x="69087" y="277"/>
                        <a:pt x="53780" y="218"/>
                      </a:cubicBezTo>
                      <a:lnTo>
                        <a:pt x="37" y="0"/>
                      </a:lnTo>
                      <a:close/>
                    </a:path>
                  </a:pathLst>
                </a:custGeom>
                <a:solidFill>
                  <a:srgbClr val="FFAD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 name="Google Shape;186;p19">
                  <a:extLst>
                    <a:ext uri="{FF2B5EF4-FFF2-40B4-BE49-F238E27FC236}">
                      <a16:creationId xmlns:a16="http://schemas.microsoft.com/office/drawing/2014/main" id="{8329C646-7DE8-D8B4-6A86-5EA1125678A6}"/>
                    </a:ext>
                  </a:extLst>
                </p:cNvPr>
                <p:cNvSpPr/>
                <p:nvPr/>
              </p:nvSpPr>
              <p:spPr>
                <a:xfrm>
                  <a:off x="3942575" y="1887025"/>
                  <a:ext cx="1023500" cy="1001225"/>
                </a:xfrm>
                <a:custGeom>
                  <a:avLst/>
                  <a:gdLst/>
                  <a:ahLst/>
                  <a:cxnLst/>
                  <a:rect l="l" t="t" r="r" b="b"/>
                  <a:pathLst>
                    <a:path w="40940" h="40049" extrusionOk="0">
                      <a:moveTo>
                        <a:pt x="38555" y="1"/>
                      </a:moveTo>
                      <a:lnTo>
                        <a:pt x="32876" y="37663"/>
                      </a:lnTo>
                      <a:lnTo>
                        <a:pt x="1" y="38336"/>
                      </a:lnTo>
                      <a:lnTo>
                        <a:pt x="1" y="40049"/>
                      </a:lnTo>
                      <a:lnTo>
                        <a:pt x="35297" y="40049"/>
                      </a:lnTo>
                      <a:lnTo>
                        <a:pt x="40939" y="1"/>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 name="Google Shape;187;p19">
                  <a:extLst>
                    <a:ext uri="{FF2B5EF4-FFF2-40B4-BE49-F238E27FC236}">
                      <a16:creationId xmlns:a16="http://schemas.microsoft.com/office/drawing/2014/main" id="{FBFAEFB9-A7CA-D061-D59D-D89B1241413E}"/>
                    </a:ext>
                  </a:extLst>
                </p:cNvPr>
                <p:cNvSpPr/>
                <p:nvPr/>
              </p:nvSpPr>
              <p:spPr>
                <a:xfrm>
                  <a:off x="2699750" y="890400"/>
                  <a:ext cx="61650" cy="59325"/>
                </a:xfrm>
                <a:custGeom>
                  <a:avLst/>
                  <a:gdLst/>
                  <a:ahLst/>
                  <a:cxnLst/>
                  <a:rect l="l" t="t" r="r" b="b"/>
                  <a:pathLst>
                    <a:path w="2466" h="2373" extrusionOk="0">
                      <a:moveTo>
                        <a:pt x="1279" y="0"/>
                      </a:moveTo>
                      <a:cubicBezTo>
                        <a:pt x="799" y="0"/>
                        <a:pt x="366" y="289"/>
                        <a:pt x="183" y="733"/>
                      </a:cubicBezTo>
                      <a:cubicBezTo>
                        <a:pt x="0" y="1176"/>
                        <a:pt x="102" y="1686"/>
                        <a:pt x="440" y="2025"/>
                      </a:cubicBezTo>
                      <a:cubicBezTo>
                        <a:pt x="667" y="2252"/>
                        <a:pt x="971" y="2372"/>
                        <a:pt x="1279" y="2372"/>
                      </a:cubicBezTo>
                      <a:cubicBezTo>
                        <a:pt x="1432" y="2372"/>
                        <a:pt x="1586" y="2343"/>
                        <a:pt x="1733" y="2282"/>
                      </a:cubicBezTo>
                      <a:cubicBezTo>
                        <a:pt x="2176" y="2098"/>
                        <a:pt x="2466" y="1666"/>
                        <a:pt x="2466" y="1186"/>
                      </a:cubicBezTo>
                      <a:cubicBezTo>
                        <a:pt x="2466" y="531"/>
                        <a:pt x="1934" y="0"/>
                        <a:pt x="1279"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 name="Google Shape;188;p19">
                  <a:extLst>
                    <a:ext uri="{FF2B5EF4-FFF2-40B4-BE49-F238E27FC236}">
                      <a16:creationId xmlns:a16="http://schemas.microsoft.com/office/drawing/2014/main" id="{B0256FE8-3402-C493-02B8-F2224DBE814D}"/>
                    </a:ext>
                  </a:extLst>
                </p:cNvPr>
                <p:cNvSpPr/>
                <p:nvPr/>
              </p:nvSpPr>
              <p:spPr>
                <a:xfrm>
                  <a:off x="2720350" y="935900"/>
                  <a:ext cx="15450" cy="112825"/>
                </a:xfrm>
                <a:custGeom>
                  <a:avLst/>
                  <a:gdLst/>
                  <a:ahLst/>
                  <a:cxnLst/>
                  <a:rect l="l" t="t" r="r" b="b"/>
                  <a:pathLst>
                    <a:path w="618" h="4513" extrusionOk="0">
                      <a:moveTo>
                        <a:pt x="618" y="1"/>
                      </a:moveTo>
                      <a:lnTo>
                        <a:pt x="0" y="301"/>
                      </a:lnTo>
                      <a:lnTo>
                        <a:pt x="0" y="4512"/>
                      </a:lnTo>
                      <a:lnTo>
                        <a:pt x="618" y="4512"/>
                      </a:lnTo>
                      <a:lnTo>
                        <a:pt x="618" y="1"/>
                      </a:ln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 name="Google Shape;189;p19">
                  <a:extLst>
                    <a:ext uri="{FF2B5EF4-FFF2-40B4-BE49-F238E27FC236}">
                      <a16:creationId xmlns:a16="http://schemas.microsoft.com/office/drawing/2014/main" id="{2249EA05-56E1-54E6-15AD-6C889FCFC831}"/>
                    </a:ext>
                  </a:extLst>
                </p:cNvPr>
                <p:cNvSpPr/>
                <p:nvPr/>
              </p:nvSpPr>
              <p:spPr>
                <a:xfrm>
                  <a:off x="2722700" y="1040375"/>
                  <a:ext cx="491725" cy="660950"/>
                </a:xfrm>
                <a:custGeom>
                  <a:avLst/>
                  <a:gdLst/>
                  <a:ahLst/>
                  <a:cxnLst/>
                  <a:rect l="l" t="t" r="r" b="b"/>
                  <a:pathLst>
                    <a:path w="19669" h="26438" extrusionOk="0">
                      <a:moveTo>
                        <a:pt x="231" y="1"/>
                      </a:moveTo>
                      <a:cubicBezTo>
                        <a:pt x="231" y="1"/>
                        <a:pt x="231" y="1"/>
                        <a:pt x="231" y="1"/>
                      </a:cubicBezTo>
                      <a:cubicBezTo>
                        <a:pt x="216" y="2"/>
                        <a:pt x="223" y="185"/>
                        <a:pt x="245" y="532"/>
                      </a:cubicBezTo>
                      <a:cubicBezTo>
                        <a:pt x="266" y="878"/>
                        <a:pt x="294" y="1388"/>
                        <a:pt x="314" y="2045"/>
                      </a:cubicBezTo>
                      <a:cubicBezTo>
                        <a:pt x="357" y="3361"/>
                        <a:pt x="309" y="5264"/>
                        <a:pt x="212" y="7621"/>
                      </a:cubicBezTo>
                      <a:cubicBezTo>
                        <a:pt x="139" y="9971"/>
                        <a:pt x="0" y="12817"/>
                        <a:pt x="606" y="15917"/>
                      </a:cubicBezTo>
                      <a:cubicBezTo>
                        <a:pt x="910" y="17458"/>
                        <a:pt x="1412" y="19063"/>
                        <a:pt x="2276" y="20561"/>
                      </a:cubicBezTo>
                      <a:cubicBezTo>
                        <a:pt x="3160" y="22118"/>
                        <a:pt x="4399" y="23445"/>
                        <a:pt x="5889" y="24437"/>
                      </a:cubicBezTo>
                      <a:cubicBezTo>
                        <a:pt x="7415" y="25447"/>
                        <a:pt x="9105" y="26133"/>
                        <a:pt x="10828" y="26370"/>
                      </a:cubicBezTo>
                      <a:cubicBezTo>
                        <a:pt x="11164" y="26413"/>
                        <a:pt x="11502" y="26437"/>
                        <a:pt x="11839" y="26437"/>
                      </a:cubicBezTo>
                      <a:cubicBezTo>
                        <a:pt x="12363" y="26437"/>
                        <a:pt x="12883" y="26380"/>
                        <a:pt x="13384" y="26250"/>
                      </a:cubicBezTo>
                      <a:cubicBezTo>
                        <a:pt x="14207" y="26041"/>
                        <a:pt x="14953" y="25615"/>
                        <a:pt x="15552" y="25080"/>
                      </a:cubicBezTo>
                      <a:cubicBezTo>
                        <a:pt x="16756" y="23996"/>
                        <a:pt x="17462" y="22623"/>
                        <a:pt x="18025" y="21354"/>
                      </a:cubicBezTo>
                      <a:cubicBezTo>
                        <a:pt x="18579" y="20069"/>
                        <a:pt x="18964" y="18817"/>
                        <a:pt x="19198" y="17652"/>
                      </a:cubicBezTo>
                      <a:cubicBezTo>
                        <a:pt x="19669" y="15318"/>
                        <a:pt x="19628" y="13374"/>
                        <a:pt x="19485" y="12060"/>
                      </a:cubicBezTo>
                      <a:cubicBezTo>
                        <a:pt x="19436" y="11554"/>
                        <a:pt x="19359" y="11051"/>
                        <a:pt x="19255" y="10554"/>
                      </a:cubicBezTo>
                      <a:cubicBezTo>
                        <a:pt x="19182" y="10216"/>
                        <a:pt x="19136" y="10040"/>
                        <a:pt x="19121" y="10040"/>
                      </a:cubicBezTo>
                      <a:cubicBezTo>
                        <a:pt x="19121" y="10040"/>
                        <a:pt x="19121" y="10040"/>
                        <a:pt x="19121" y="10040"/>
                      </a:cubicBezTo>
                      <a:cubicBezTo>
                        <a:pt x="19107" y="10042"/>
                        <a:pt x="19125" y="10225"/>
                        <a:pt x="19171" y="10568"/>
                      </a:cubicBezTo>
                      <a:cubicBezTo>
                        <a:pt x="19217" y="10910"/>
                        <a:pt x="19282" y="11418"/>
                        <a:pt x="19323" y="12073"/>
                      </a:cubicBezTo>
                      <a:cubicBezTo>
                        <a:pt x="19415" y="13379"/>
                        <a:pt x="19409" y="15300"/>
                        <a:pt x="18908" y="17589"/>
                      </a:cubicBezTo>
                      <a:cubicBezTo>
                        <a:pt x="18660" y="18733"/>
                        <a:pt x="18264" y="19958"/>
                        <a:pt x="17706" y="21212"/>
                      </a:cubicBezTo>
                      <a:cubicBezTo>
                        <a:pt x="17141" y="22455"/>
                        <a:pt x="16435" y="23782"/>
                        <a:pt x="15296" y="24789"/>
                      </a:cubicBezTo>
                      <a:cubicBezTo>
                        <a:pt x="14730" y="25288"/>
                        <a:pt x="14047" y="25671"/>
                        <a:pt x="13285" y="25862"/>
                      </a:cubicBezTo>
                      <a:cubicBezTo>
                        <a:pt x="12828" y="25978"/>
                        <a:pt x="12349" y="26030"/>
                        <a:pt x="11862" y="26030"/>
                      </a:cubicBezTo>
                      <a:cubicBezTo>
                        <a:pt x="11538" y="26030"/>
                        <a:pt x="11209" y="26007"/>
                        <a:pt x="10881" y="25963"/>
                      </a:cubicBezTo>
                      <a:cubicBezTo>
                        <a:pt x="9241" y="25733"/>
                        <a:pt x="7592" y="25065"/>
                        <a:pt x="6123" y="24089"/>
                      </a:cubicBezTo>
                      <a:cubicBezTo>
                        <a:pt x="4685" y="23133"/>
                        <a:pt x="3490" y="21855"/>
                        <a:pt x="2631" y="20356"/>
                      </a:cubicBezTo>
                      <a:cubicBezTo>
                        <a:pt x="1792" y="18910"/>
                        <a:pt x="1292" y="17351"/>
                        <a:pt x="985" y="15840"/>
                      </a:cubicBezTo>
                      <a:cubicBezTo>
                        <a:pt x="369" y="12805"/>
                        <a:pt x="472" y="9979"/>
                        <a:pt x="508" y="7629"/>
                      </a:cubicBezTo>
                      <a:cubicBezTo>
                        <a:pt x="567" y="5273"/>
                        <a:pt x="572" y="3357"/>
                        <a:pt x="478" y="2037"/>
                      </a:cubicBezTo>
                      <a:cubicBezTo>
                        <a:pt x="433" y="1378"/>
                        <a:pt x="380" y="867"/>
                        <a:pt x="329" y="523"/>
                      </a:cubicBezTo>
                      <a:cubicBezTo>
                        <a:pt x="279" y="180"/>
                        <a:pt x="246" y="1"/>
                        <a:pt x="231"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 name="Google Shape;190;p19">
                  <a:extLst>
                    <a:ext uri="{FF2B5EF4-FFF2-40B4-BE49-F238E27FC236}">
                      <a16:creationId xmlns:a16="http://schemas.microsoft.com/office/drawing/2014/main" id="{95FBDE40-1393-5CD3-CF85-94B3CC876D37}"/>
                    </a:ext>
                  </a:extLst>
                </p:cNvPr>
                <p:cNvSpPr/>
                <p:nvPr/>
              </p:nvSpPr>
              <p:spPr>
                <a:xfrm>
                  <a:off x="3017425" y="1700300"/>
                  <a:ext cx="1253525" cy="1449875"/>
                </a:xfrm>
                <a:custGeom>
                  <a:avLst/>
                  <a:gdLst/>
                  <a:ahLst/>
                  <a:cxnLst/>
                  <a:rect l="l" t="t" r="r" b="b"/>
                  <a:pathLst>
                    <a:path w="50141" h="57995" extrusionOk="0">
                      <a:moveTo>
                        <a:pt x="906" y="0"/>
                      </a:moveTo>
                      <a:cubicBezTo>
                        <a:pt x="906" y="0"/>
                        <a:pt x="905" y="0"/>
                        <a:pt x="905" y="0"/>
                      </a:cubicBezTo>
                      <a:cubicBezTo>
                        <a:pt x="876" y="15"/>
                        <a:pt x="1083" y="314"/>
                        <a:pt x="1321" y="953"/>
                      </a:cubicBezTo>
                      <a:cubicBezTo>
                        <a:pt x="1564" y="1585"/>
                        <a:pt x="1819" y="2567"/>
                        <a:pt x="1839" y="3859"/>
                      </a:cubicBezTo>
                      <a:cubicBezTo>
                        <a:pt x="1865" y="5149"/>
                        <a:pt x="1649" y="6724"/>
                        <a:pt x="1224" y="8513"/>
                      </a:cubicBezTo>
                      <a:cubicBezTo>
                        <a:pt x="811" y="10300"/>
                        <a:pt x="188" y="12334"/>
                        <a:pt x="53" y="14683"/>
                      </a:cubicBezTo>
                      <a:cubicBezTo>
                        <a:pt x="1" y="15853"/>
                        <a:pt x="95" y="17110"/>
                        <a:pt x="544" y="18331"/>
                      </a:cubicBezTo>
                      <a:cubicBezTo>
                        <a:pt x="980" y="19563"/>
                        <a:pt x="1812" y="20638"/>
                        <a:pt x="2597" y="21740"/>
                      </a:cubicBezTo>
                      <a:cubicBezTo>
                        <a:pt x="3387" y="22837"/>
                        <a:pt x="4118" y="24053"/>
                        <a:pt x="4278" y="25475"/>
                      </a:cubicBezTo>
                      <a:cubicBezTo>
                        <a:pt x="4470" y="26885"/>
                        <a:pt x="4224" y="28371"/>
                        <a:pt x="3790" y="29820"/>
                      </a:cubicBezTo>
                      <a:cubicBezTo>
                        <a:pt x="3351" y="31273"/>
                        <a:pt x="2701" y="32706"/>
                        <a:pt x="2141" y="34223"/>
                      </a:cubicBezTo>
                      <a:cubicBezTo>
                        <a:pt x="1578" y="35730"/>
                        <a:pt x="1126" y="37370"/>
                        <a:pt x="1123" y="39078"/>
                      </a:cubicBezTo>
                      <a:cubicBezTo>
                        <a:pt x="1079" y="42487"/>
                        <a:pt x="2458" y="45946"/>
                        <a:pt x="4756" y="48688"/>
                      </a:cubicBezTo>
                      <a:cubicBezTo>
                        <a:pt x="7054" y="51449"/>
                        <a:pt x="10006" y="53453"/>
                        <a:pt x="13020" y="54917"/>
                      </a:cubicBezTo>
                      <a:cubicBezTo>
                        <a:pt x="16049" y="56378"/>
                        <a:pt x="19203" y="57290"/>
                        <a:pt x="22262" y="57705"/>
                      </a:cubicBezTo>
                      <a:cubicBezTo>
                        <a:pt x="23678" y="57904"/>
                        <a:pt x="25067" y="57995"/>
                        <a:pt x="26420" y="57995"/>
                      </a:cubicBezTo>
                      <a:cubicBezTo>
                        <a:pt x="30936" y="57995"/>
                        <a:pt x="35039" y="56979"/>
                        <a:pt x="38317" y="55550"/>
                      </a:cubicBezTo>
                      <a:cubicBezTo>
                        <a:pt x="41704" y="54088"/>
                        <a:pt x="44803" y="52032"/>
                        <a:pt x="47466" y="49480"/>
                      </a:cubicBezTo>
                      <a:cubicBezTo>
                        <a:pt x="49322" y="47651"/>
                        <a:pt x="50140" y="46457"/>
                        <a:pt x="50140" y="46457"/>
                      </a:cubicBezTo>
                      <a:cubicBezTo>
                        <a:pt x="50140" y="46457"/>
                        <a:pt x="50140" y="46457"/>
                        <a:pt x="50140" y="46457"/>
                      </a:cubicBezTo>
                      <a:cubicBezTo>
                        <a:pt x="50131" y="46457"/>
                        <a:pt x="50068" y="46521"/>
                        <a:pt x="49953" y="46647"/>
                      </a:cubicBezTo>
                      <a:cubicBezTo>
                        <a:pt x="49823" y="46795"/>
                        <a:pt x="49652" y="46987"/>
                        <a:pt x="49438" y="47228"/>
                      </a:cubicBezTo>
                      <a:cubicBezTo>
                        <a:pt x="48984" y="47739"/>
                        <a:pt x="48292" y="48470"/>
                        <a:pt x="47353" y="49362"/>
                      </a:cubicBezTo>
                      <a:cubicBezTo>
                        <a:pt x="45457" y="51106"/>
                        <a:pt x="42470" y="53473"/>
                        <a:pt x="38202" y="55278"/>
                      </a:cubicBezTo>
                      <a:cubicBezTo>
                        <a:pt x="34974" y="56652"/>
                        <a:pt x="30962" y="57626"/>
                        <a:pt x="26551" y="57626"/>
                      </a:cubicBezTo>
                      <a:cubicBezTo>
                        <a:pt x="25174" y="57626"/>
                        <a:pt x="23758" y="57531"/>
                        <a:pt x="22315" y="57324"/>
                      </a:cubicBezTo>
                      <a:cubicBezTo>
                        <a:pt x="19295" y="56902"/>
                        <a:pt x="16185" y="55995"/>
                        <a:pt x="13200" y="54548"/>
                      </a:cubicBezTo>
                      <a:cubicBezTo>
                        <a:pt x="10227" y="53100"/>
                        <a:pt x="7325" y="51120"/>
                        <a:pt x="5078" y="48421"/>
                      </a:cubicBezTo>
                      <a:cubicBezTo>
                        <a:pt x="2834" y="45743"/>
                        <a:pt x="1497" y="42379"/>
                        <a:pt x="1533" y="39082"/>
                      </a:cubicBezTo>
                      <a:cubicBezTo>
                        <a:pt x="1528" y="35746"/>
                        <a:pt x="3282" y="32888"/>
                        <a:pt x="4160" y="29930"/>
                      </a:cubicBezTo>
                      <a:cubicBezTo>
                        <a:pt x="4598" y="28448"/>
                        <a:pt x="4853" y="26911"/>
                        <a:pt x="4643" y="25425"/>
                      </a:cubicBezTo>
                      <a:cubicBezTo>
                        <a:pt x="4468" y="23923"/>
                        <a:pt x="3679" y="22633"/>
                        <a:pt x="2879" y="21539"/>
                      </a:cubicBezTo>
                      <a:cubicBezTo>
                        <a:pt x="2080" y="20430"/>
                        <a:pt x="1268" y="19390"/>
                        <a:pt x="848" y="18219"/>
                      </a:cubicBezTo>
                      <a:cubicBezTo>
                        <a:pt x="410" y="17055"/>
                        <a:pt x="307" y="15840"/>
                        <a:pt x="349" y="14696"/>
                      </a:cubicBezTo>
                      <a:cubicBezTo>
                        <a:pt x="462" y="12395"/>
                        <a:pt x="1058" y="10366"/>
                        <a:pt x="1453" y="8565"/>
                      </a:cubicBezTo>
                      <a:cubicBezTo>
                        <a:pt x="1858" y="6762"/>
                        <a:pt x="2053" y="5163"/>
                        <a:pt x="2003" y="3855"/>
                      </a:cubicBezTo>
                      <a:cubicBezTo>
                        <a:pt x="1957" y="2545"/>
                        <a:pt x="1671" y="1551"/>
                        <a:pt x="1398" y="922"/>
                      </a:cubicBezTo>
                      <a:cubicBezTo>
                        <a:pt x="1265" y="604"/>
                        <a:pt x="1143" y="373"/>
                        <a:pt x="1048" y="224"/>
                      </a:cubicBezTo>
                      <a:cubicBezTo>
                        <a:pt x="962" y="76"/>
                        <a:pt x="914" y="0"/>
                        <a:pt x="906"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 name="Google Shape;191;p19">
                  <a:extLst>
                    <a:ext uri="{FF2B5EF4-FFF2-40B4-BE49-F238E27FC236}">
                      <a16:creationId xmlns:a16="http://schemas.microsoft.com/office/drawing/2014/main" id="{1F237063-2F63-C69B-0627-0302F6BA4BB5}"/>
                    </a:ext>
                  </a:extLst>
                </p:cNvPr>
                <p:cNvSpPr/>
                <p:nvPr/>
              </p:nvSpPr>
              <p:spPr>
                <a:xfrm>
                  <a:off x="4248775" y="2850000"/>
                  <a:ext cx="33800" cy="32550"/>
                </a:xfrm>
                <a:custGeom>
                  <a:avLst/>
                  <a:gdLst/>
                  <a:ahLst/>
                  <a:cxnLst/>
                  <a:rect l="l" t="t" r="r" b="b"/>
                  <a:pathLst>
                    <a:path w="1352" h="1302" extrusionOk="0">
                      <a:moveTo>
                        <a:pt x="702" y="0"/>
                      </a:moveTo>
                      <a:cubicBezTo>
                        <a:pt x="439" y="0"/>
                        <a:pt x="202" y="159"/>
                        <a:pt x="100" y="402"/>
                      </a:cubicBezTo>
                      <a:cubicBezTo>
                        <a:pt x="0" y="645"/>
                        <a:pt x="56" y="925"/>
                        <a:pt x="241" y="1111"/>
                      </a:cubicBezTo>
                      <a:cubicBezTo>
                        <a:pt x="366" y="1235"/>
                        <a:pt x="532" y="1301"/>
                        <a:pt x="702" y="1301"/>
                      </a:cubicBezTo>
                      <a:cubicBezTo>
                        <a:pt x="785" y="1301"/>
                        <a:pt x="870" y="1285"/>
                        <a:pt x="950" y="1252"/>
                      </a:cubicBezTo>
                      <a:cubicBezTo>
                        <a:pt x="1194" y="1152"/>
                        <a:pt x="1352" y="915"/>
                        <a:pt x="1352" y="651"/>
                      </a:cubicBezTo>
                      <a:cubicBezTo>
                        <a:pt x="1352" y="292"/>
                        <a:pt x="1061" y="0"/>
                        <a:pt x="702"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 name="Google Shape;192;p19">
                  <a:extLst>
                    <a:ext uri="{FF2B5EF4-FFF2-40B4-BE49-F238E27FC236}">
                      <a16:creationId xmlns:a16="http://schemas.microsoft.com/office/drawing/2014/main" id="{8F56F266-AC7F-9047-21AC-2AA2D842B66A}"/>
                    </a:ext>
                  </a:extLst>
                </p:cNvPr>
                <p:cNvSpPr/>
                <p:nvPr/>
              </p:nvSpPr>
              <p:spPr>
                <a:xfrm>
                  <a:off x="3152525" y="2545525"/>
                  <a:ext cx="456375" cy="390425"/>
                </a:xfrm>
                <a:custGeom>
                  <a:avLst/>
                  <a:gdLst/>
                  <a:ahLst/>
                  <a:cxnLst/>
                  <a:rect l="l" t="t" r="r" b="b"/>
                  <a:pathLst>
                    <a:path w="18255" h="15617" extrusionOk="0">
                      <a:moveTo>
                        <a:pt x="6355" y="1"/>
                      </a:moveTo>
                      <a:cubicBezTo>
                        <a:pt x="2705" y="1"/>
                        <a:pt x="1" y="1563"/>
                        <a:pt x="1" y="1563"/>
                      </a:cubicBezTo>
                      <a:lnTo>
                        <a:pt x="3187" y="15617"/>
                      </a:lnTo>
                      <a:lnTo>
                        <a:pt x="13694" y="10460"/>
                      </a:lnTo>
                      <a:cubicBezTo>
                        <a:pt x="14261" y="10675"/>
                        <a:pt x="14706" y="10762"/>
                        <a:pt x="15056" y="10762"/>
                      </a:cubicBezTo>
                      <a:cubicBezTo>
                        <a:pt x="16579" y="10762"/>
                        <a:pt x="16285" y="9108"/>
                        <a:pt x="16285" y="9108"/>
                      </a:cubicBezTo>
                      <a:lnTo>
                        <a:pt x="16285" y="9108"/>
                      </a:lnTo>
                      <a:cubicBezTo>
                        <a:pt x="16600" y="9311"/>
                        <a:pt x="16864" y="9395"/>
                        <a:pt x="17087" y="9395"/>
                      </a:cubicBezTo>
                      <a:cubicBezTo>
                        <a:pt x="18118" y="9395"/>
                        <a:pt x="18254" y="7602"/>
                        <a:pt x="18254" y="7602"/>
                      </a:cubicBezTo>
                      <a:cubicBezTo>
                        <a:pt x="14497" y="1528"/>
                        <a:pt x="9964" y="1"/>
                        <a:pt x="6355"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93;p19">
                  <a:extLst>
                    <a:ext uri="{FF2B5EF4-FFF2-40B4-BE49-F238E27FC236}">
                      <a16:creationId xmlns:a16="http://schemas.microsoft.com/office/drawing/2014/main" id="{5E26A4F6-7523-6BD3-BF36-741DDD9063CD}"/>
                    </a:ext>
                  </a:extLst>
                </p:cNvPr>
                <p:cNvSpPr/>
                <p:nvPr/>
              </p:nvSpPr>
              <p:spPr>
                <a:xfrm>
                  <a:off x="3285900" y="2635425"/>
                  <a:ext cx="278225" cy="144575"/>
                </a:xfrm>
                <a:custGeom>
                  <a:avLst/>
                  <a:gdLst/>
                  <a:ahLst/>
                  <a:cxnLst/>
                  <a:rect l="l" t="t" r="r" b="b"/>
                  <a:pathLst>
                    <a:path w="11129" h="5783" extrusionOk="0">
                      <a:moveTo>
                        <a:pt x="2075" y="1"/>
                      </a:moveTo>
                      <a:cubicBezTo>
                        <a:pt x="1445" y="1"/>
                        <a:pt x="818" y="61"/>
                        <a:pt x="208" y="183"/>
                      </a:cubicBezTo>
                      <a:cubicBezTo>
                        <a:pt x="0" y="225"/>
                        <a:pt x="36" y="570"/>
                        <a:pt x="241" y="570"/>
                      </a:cubicBezTo>
                      <a:cubicBezTo>
                        <a:pt x="247" y="570"/>
                        <a:pt x="254" y="569"/>
                        <a:pt x="260" y="569"/>
                      </a:cubicBezTo>
                      <a:cubicBezTo>
                        <a:pt x="738" y="523"/>
                        <a:pt x="1199" y="500"/>
                        <a:pt x="1645" y="500"/>
                      </a:cubicBezTo>
                      <a:cubicBezTo>
                        <a:pt x="5619" y="500"/>
                        <a:pt x="8352" y="2319"/>
                        <a:pt x="10755" y="5707"/>
                      </a:cubicBezTo>
                      <a:cubicBezTo>
                        <a:pt x="10792" y="5759"/>
                        <a:pt x="10852" y="5782"/>
                        <a:pt x="10911" y="5782"/>
                      </a:cubicBezTo>
                      <a:cubicBezTo>
                        <a:pt x="11021" y="5782"/>
                        <a:pt x="11128" y="5701"/>
                        <a:pt x="11075" y="5572"/>
                      </a:cubicBezTo>
                      <a:lnTo>
                        <a:pt x="11075" y="5571"/>
                      </a:lnTo>
                      <a:cubicBezTo>
                        <a:pt x="9627" y="2073"/>
                        <a:pt x="5787" y="1"/>
                        <a:pt x="2075"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 name="Google Shape;194;p19">
                  <a:extLst>
                    <a:ext uri="{FF2B5EF4-FFF2-40B4-BE49-F238E27FC236}">
                      <a16:creationId xmlns:a16="http://schemas.microsoft.com/office/drawing/2014/main" id="{8AEC3651-370C-DA1B-98C8-B149EF871140}"/>
                    </a:ext>
                  </a:extLst>
                </p:cNvPr>
                <p:cNvSpPr/>
                <p:nvPr/>
              </p:nvSpPr>
              <p:spPr>
                <a:xfrm>
                  <a:off x="3288325" y="2728600"/>
                  <a:ext cx="212475" cy="78200"/>
                </a:xfrm>
                <a:custGeom>
                  <a:avLst/>
                  <a:gdLst/>
                  <a:ahLst/>
                  <a:cxnLst/>
                  <a:rect l="l" t="t" r="r" b="b"/>
                  <a:pathLst>
                    <a:path w="8499" h="3128" extrusionOk="0">
                      <a:moveTo>
                        <a:pt x="330" y="0"/>
                      </a:moveTo>
                      <a:cubicBezTo>
                        <a:pt x="71" y="0"/>
                        <a:pt x="1" y="435"/>
                        <a:pt x="273" y="474"/>
                      </a:cubicBezTo>
                      <a:cubicBezTo>
                        <a:pt x="1600" y="665"/>
                        <a:pt x="2901" y="854"/>
                        <a:pt x="4181" y="1271"/>
                      </a:cubicBezTo>
                      <a:cubicBezTo>
                        <a:pt x="5621" y="1741"/>
                        <a:pt x="6872" y="2514"/>
                        <a:pt x="8245" y="3116"/>
                      </a:cubicBezTo>
                      <a:cubicBezTo>
                        <a:pt x="8263" y="3124"/>
                        <a:pt x="8281" y="3127"/>
                        <a:pt x="8299" y="3127"/>
                      </a:cubicBezTo>
                      <a:cubicBezTo>
                        <a:pt x="8405" y="3127"/>
                        <a:pt x="8498" y="3006"/>
                        <a:pt x="8400" y="2914"/>
                      </a:cubicBezTo>
                      <a:cubicBezTo>
                        <a:pt x="6384" y="1037"/>
                        <a:pt x="3039" y="78"/>
                        <a:pt x="337" y="0"/>
                      </a:cubicBezTo>
                      <a:cubicBezTo>
                        <a:pt x="335" y="0"/>
                        <a:pt x="332" y="0"/>
                        <a:pt x="33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 name="Google Shape;195;p19">
                  <a:extLst>
                    <a:ext uri="{FF2B5EF4-FFF2-40B4-BE49-F238E27FC236}">
                      <a16:creationId xmlns:a16="http://schemas.microsoft.com/office/drawing/2014/main" id="{8B41B438-B775-7090-BFB5-956A34BC210B}"/>
                    </a:ext>
                  </a:extLst>
                </p:cNvPr>
                <p:cNvSpPr/>
                <p:nvPr/>
              </p:nvSpPr>
              <p:spPr>
                <a:xfrm>
                  <a:off x="2111525" y="2406100"/>
                  <a:ext cx="1140300" cy="746025"/>
                </a:xfrm>
                <a:custGeom>
                  <a:avLst/>
                  <a:gdLst/>
                  <a:ahLst/>
                  <a:cxnLst/>
                  <a:rect l="l" t="t" r="r" b="b"/>
                  <a:pathLst>
                    <a:path w="45612" h="29841" extrusionOk="0">
                      <a:moveTo>
                        <a:pt x="9434" y="1"/>
                      </a:moveTo>
                      <a:cubicBezTo>
                        <a:pt x="6304" y="1"/>
                        <a:pt x="2756" y="513"/>
                        <a:pt x="1" y="2325"/>
                      </a:cubicBezTo>
                      <a:cubicBezTo>
                        <a:pt x="1" y="2325"/>
                        <a:pt x="962" y="29302"/>
                        <a:pt x="15588" y="29830"/>
                      </a:cubicBezTo>
                      <a:cubicBezTo>
                        <a:pt x="15792" y="29837"/>
                        <a:pt x="15999" y="29841"/>
                        <a:pt x="16210" y="29841"/>
                      </a:cubicBezTo>
                      <a:cubicBezTo>
                        <a:pt x="26753" y="29841"/>
                        <a:pt x="45612" y="20827"/>
                        <a:pt x="45612" y="20827"/>
                      </a:cubicBezTo>
                      <a:lnTo>
                        <a:pt x="43269" y="6702"/>
                      </a:lnTo>
                      <a:lnTo>
                        <a:pt x="19324" y="10265"/>
                      </a:lnTo>
                      <a:lnTo>
                        <a:pt x="16865" y="865"/>
                      </a:lnTo>
                      <a:cubicBezTo>
                        <a:pt x="16865" y="865"/>
                        <a:pt x="13502" y="1"/>
                        <a:pt x="9434"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 name="Google Shape;196;p19">
                  <a:extLst>
                    <a:ext uri="{FF2B5EF4-FFF2-40B4-BE49-F238E27FC236}">
                      <a16:creationId xmlns:a16="http://schemas.microsoft.com/office/drawing/2014/main" id="{3D487694-C8A7-543C-8A80-C0547F69EB66}"/>
                    </a:ext>
                  </a:extLst>
                </p:cNvPr>
                <p:cNvSpPr/>
                <p:nvPr/>
              </p:nvSpPr>
              <p:spPr>
                <a:xfrm>
                  <a:off x="2504025" y="2653875"/>
                  <a:ext cx="97450" cy="107500"/>
                </a:xfrm>
                <a:custGeom>
                  <a:avLst/>
                  <a:gdLst/>
                  <a:ahLst/>
                  <a:cxnLst/>
                  <a:rect l="l" t="t" r="r" b="b"/>
                  <a:pathLst>
                    <a:path w="3898" h="4300" extrusionOk="0">
                      <a:moveTo>
                        <a:pt x="3804" y="0"/>
                      </a:moveTo>
                      <a:cubicBezTo>
                        <a:pt x="3597" y="0"/>
                        <a:pt x="2433" y="530"/>
                        <a:pt x="1433" y="1689"/>
                      </a:cubicBezTo>
                      <a:cubicBezTo>
                        <a:pt x="337" y="2938"/>
                        <a:pt x="0" y="4277"/>
                        <a:pt x="105" y="4298"/>
                      </a:cubicBezTo>
                      <a:cubicBezTo>
                        <a:pt x="107" y="4299"/>
                        <a:pt x="109" y="4300"/>
                        <a:pt x="112" y="4300"/>
                      </a:cubicBezTo>
                      <a:cubicBezTo>
                        <a:pt x="240" y="4300"/>
                        <a:pt x="732" y="3119"/>
                        <a:pt x="1749" y="1964"/>
                      </a:cubicBezTo>
                      <a:cubicBezTo>
                        <a:pt x="2772" y="775"/>
                        <a:pt x="3898" y="122"/>
                        <a:pt x="3836" y="12"/>
                      </a:cubicBezTo>
                      <a:cubicBezTo>
                        <a:pt x="3833" y="4"/>
                        <a:pt x="3822" y="0"/>
                        <a:pt x="3804"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 name="Google Shape;197;p19">
                  <a:extLst>
                    <a:ext uri="{FF2B5EF4-FFF2-40B4-BE49-F238E27FC236}">
                      <a16:creationId xmlns:a16="http://schemas.microsoft.com/office/drawing/2014/main" id="{B13220B9-0A2D-6D5E-BE94-5A686F43C5C2}"/>
                    </a:ext>
                  </a:extLst>
                </p:cNvPr>
                <p:cNvSpPr/>
                <p:nvPr/>
              </p:nvSpPr>
              <p:spPr>
                <a:xfrm>
                  <a:off x="2102850" y="1537200"/>
                  <a:ext cx="497075" cy="940500"/>
                </a:xfrm>
                <a:custGeom>
                  <a:avLst/>
                  <a:gdLst/>
                  <a:ahLst/>
                  <a:cxnLst/>
                  <a:rect l="l" t="t" r="r" b="b"/>
                  <a:pathLst>
                    <a:path w="19883" h="37620" extrusionOk="0">
                      <a:moveTo>
                        <a:pt x="18703" y="0"/>
                      </a:moveTo>
                      <a:cubicBezTo>
                        <a:pt x="18703" y="0"/>
                        <a:pt x="661" y="2903"/>
                        <a:pt x="1" y="37212"/>
                      </a:cubicBezTo>
                      <a:cubicBezTo>
                        <a:pt x="1" y="37212"/>
                        <a:pt x="2839" y="37619"/>
                        <a:pt x="19883" y="37619"/>
                      </a:cubicBezTo>
                      <a:lnTo>
                        <a:pt x="18703"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 name="Google Shape;198;p19">
                  <a:extLst>
                    <a:ext uri="{FF2B5EF4-FFF2-40B4-BE49-F238E27FC236}">
                      <a16:creationId xmlns:a16="http://schemas.microsoft.com/office/drawing/2014/main" id="{AE5961B2-CD23-A801-AEEE-05A0E17D6774}"/>
                    </a:ext>
                  </a:extLst>
                </p:cNvPr>
                <p:cNvSpPr/>
                <p:nvPr/>
              </p:nvSpPr>
              <p:spPr>
                <a:xfrm>
                  <a:off x="2537775" y="1957425"/>
                  <a:ext cx="34100" cy="472825"/>
                </a:xfrm>
                <a:custGeom>
                  <a:avLst/>
                  <a:gdLst/>
                  <a:ahLst/>
                  <a:cxnLst/>
                  <a:rect l="l" t="t" r="r" b="b"/>
                  <a:pathLst>
                    <a:path w="1364" h="18913" extrusionOk="0">
                      <a:moveTo>
                        <a:pt x="1306" y="0"/>
                      </a:moveTo>
                      <a:cubicBezTo>
                        <a:pt x="1248" y="0"/>
                        <a:pt x="1126" y="1056"/>
                        <a:pt x="976" y="2762"/>
                      </a:cubicBezTo>
                      <a:cubicBezTo>
                        <a:pt x="825" y="4471"/>
                        <a:pt x="646" y="6831"/>
                        <a:pt x="474" y="9443"/>
                      </a:cubicBezTo>
                      <a:cubicBezTo>
                        <a:pt x="301" y="12053"/>
                        <a:pt x="169" y="14418"/>
                        <a:pt x="94" y="16132"/>
                      </a:cubicBezTo>
                      <a:cubicBezTo>
                        <a:pt x="19" y="17845"/>
                        <a:pt x="1" y="18908"/>
                        <a:pt x="59" y="18913"/>
                      </a:cubicBezTo>
                      <a:cubicBezTo>
                        <a:pt x="59" y="18913"/>
                        <a:pt x="59" y="18913"/>
                        <a:pt x="59" y="18913"/>
                      </a:cubicBezTo>
                      <a:cubicBezTo>
                        <a:pt x="118" y="18913"/>
                        <a:pt x="239" y="17860"/>
                        <a:pt x="390" y="16155"/>
                      </a:cubicBezTo>
                      <a:cubicBezTo>
                        <a:pt x="540" y="14446"/>
                        <a:pt x="720" y="12082"/>
                        <a:pt x="891" y="9469"/>
                      </a:cubicBezTo>
                      <a:cubicBezTo>
                        <a:pt x="1063" y="6858"/>
                        <a:pt x="1197" y="4491"/>
                        <a:pt x="1272" y="2778"/>
                      </a:cubicBezTo>
                      <a:cubicBezTo>
                        <a:pt x="1346" y="1064"/>
                        <a:pt x="1363" y="2"/>
                        <a:pt x="1306" y="0"/>
                      </a:cubicBezTo>
                      <a:cubicBezTo>
                        <a:pt x="1306" y="0"/>
                        <a:pt x="1306" y="0"/>
                        <a:pt x="1306"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 name="Google Shape;199;p19">
                  <a:extLst>
                    <a:ext uri="{FF2B5EF4-FFF2-40B4-BE49-F238E27FC236}">
                      <a16:creationId xmlns:a16="http://schemas.microsoft.com/office/drawing/2014/main" id="{0F9F3D13-5A14-7457-F740-53DF11A2D155}"/>
                    </a:ext>
                  </a:extLst>
                </p:cNvPr>
                <p:cNvSpPr/>
                <p:nvPr/>
              </p:nvSpPr>
              <p:spPr>
                <a:xfrm>
                  <a:off x="2381500" y="1644975"/>
                  <a:ext cx="186075" cy="178125"/>
                </a:xfrm>
                <a:custGeom>
                  <a:avLst/>
                  <a:gdLst/>
                  <a:ahLst/>
                  <a:cxnLst/>
                  <a:rect l="l" t="t" r="r" b="b"/>
                  <a:pathLst>
                    <a:path w="7443" h="7125" extrusionOk="0">
                      <a:moveTo>
                        <a:pt x="3498" y="280"/>
                      </a:moveTo>
                      <a:cubicBezTo>
                        <a:pt x="3663" y="280"/>
                        <a:pt x="3835" y="291"/>
                        <a:pt x="4012" y="314"/>
                      </a:cubicBezTo>
                      <a:cubicBezTo>
                        <a:pt x="4505" y="383"/>
                        <a:pt x="5040" y="554"/>
                        <a:pt x="5514" y="888"/>
                      </a:cubicBezTo>
                      <a:cubicBezTo>
                        <a:pt x="5982" y="1225"/>
                        <a:pt x="6387" y="1721"/>
                        <a:pt x="6587" y="2342"/>
                      </a:cubicBezTo>
                      <a:cubicBezTo>
                        <a:pt x="7014" y="3549"/>
                        <a:pt x="6715" y="5242"/>
                        <a:pt x="5509" y="6146"/>
                      </a:cubicBezTo>
                      <a:cubicBezTo>
                        <a:pt x="4960" y="6540"/>
                        <a:pt x="4314" y="6712"/>
                        <a:pt x="3676" y="6712"/>
                      </a:cubicBezTo>
                      <a:cubicBezTo>
                        <a:pt x="2892" y="6712"/>
                        <a:pt x="2120" y="6452"/>
                        <a:pt x="1558" y="6024"/>
                      </a:cubicBezTo>
                      <a:cubicBezTo>
                        <a:pt x="1028" y="5642"/>
                        <a:pt x="681" y="5105"/>
                        <a:pt x="507" y="4556"/>
                      </a:cubicBezTo>
                      <a:cubicBezTo>
                        <a:pt x="338" y="4002"/>
                        <a:pt x="346" y="3440"/>
                        <a:pt x="437" y="2951"/>
                      </a:cubicBezTo>
                      <a:cubicBezTo>
                        <a:pt x="630" y="1961"/>
                        <a:pt x="1157" y="1272"/>
                        <a:pt x="1582" y="908"/>
                      </a:cubicBezTo>
                      <a:cubicBezTo>
                        <a:pt x="1741" y="769"/>
                        <a:pt x="1883" y="666"/>
                        <a:pt x="1999" y="589"/>
                      </a:cubicBezTo>
                      <a:lnTo>
                        <a:pt x="1999" y="589"/>
                      </a:lnTo>
                      <a:cubicBezTo>
                        <a:pt x="2385" y="419"/>
                        <a:pt x="2899" y="280"/>
                        <a:pt x="3498" y="280"/>
                      </a:cubicBezTo>
                      <a:close/>
                      <a:moveTo>
                        <a:pt x="3655" y="0"/>
                      </a:moveTo>
                      <a:cubicBezTo>
                        <a:pt x="2756" y="0"/>
                        <a:pt x="2043" y="301"/>
                        <a:pt x="1620" y="598"/>
                      </a:cubicBezTo>
                      <a:cubicBezTo>
                        <a:pt x="1372" y="763"/>
                        <a:pt x="1202" y="926"/>
                        <a:pt x="1105" y="1046"/>
                      </a:cubicBezTo>
                      <a:cubicBezTo>
                        <a:pt x="1005" y="1166"/>
                        <a:pt x="958" y="1232"/>
                        <a:pt x="969" y="1242"/>
                      </a:cubicBezTo>
                      <a:cubicBezTo>
                        <a:pt x="970" y="1243"/>
                        <a:pt x="972" y="1244"/>
                        <a:pt x="975" y="1244"/>
                      </a:cubicBezTo>
                      <a:cubicBezTo>
                        <a:pt x="976" y="1244"/>
                        <a:pt x="976" y="1244"/>
                        <a:pt x="976" y="1244"/>
                      </a:cubicBezTo>
                      <a:lnTo>
                        <a:pt x="976" y="1244"/>
                      </a:lnTo>
                      <a:cubicBezTo>
                        <a:pt x="637" y="1633"/>
                        <a:pt x="313" y="2182"/>
                        <a:pt x="147" y="2889"/>
                      </a:cubicBezTo>
                      <a:cubicBezTo>
                        <a:pt x="29" y="3415"/>
                        <a:pt x="0" y="4029"/>
                        <a:pt x="174" y="4653"/>
                      </a:cubicBezTo>
                      <a:cubicBezTo>
                        <a:pt x="350" y="5274"/>
                        <a:pt x="739" y="5895"/>
                        <a:pt x="1325" y="6331"/>
                      </a:cubicBezTo>
                      <a:cubicBezTo>
                        <a:pt x="1954" y="6820"/>
                        <a:pt x="2814" y="7124"/>
                        <a:pt x="3699" y="7124"/>
                      </a:cubicBezTo>
                      <a:cubicBezTo>
                        <a:pt x="4404" y="7124"/>
                        <a:pt x="5125" y="6931"/>
                        <a:pt x="5757" y="6483"/>
                      </a:cubicBezTo>
                      <a:cubicBezTo>
                        <a:pt x="7146" y="5427"/>
                        <a:pt x="7443" y="3557"/>
                        <a:pt x="6950" y="2213"/>
                      </a:cubicBezTo>
                      <a:cubicBezTo>
                        <a:pt x="6715" y="1522"/>
                        <a:pt x="6242" y="963"/>
                        <a:pt x="5711" y="601"/>
                      </a:cubicBezTo>
                      <a:cubicBezTo>
                        <a:pt x="5171" y="241"/>
                        <a:pt x="4581" y="75"/>
                        <a:pt x="4046" y="19"/>
                      </a:cubicBezTo>
                      <a:cubicBezTo>
                        <a:pt x="3912" y="6"/>
                        <a:pt x="3782" y="0"/>
                        <a:pt x="3655"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 name="Google Shape;200;p19">
                  <a:extLst>
                    <a:ext uri="{FF2B5EF4-FFF2-40B4-BE49-F238E27FC236}">
                      <a16:creationId xmlns:a16="http://schemas.microsoft.com/office/drawing/2014/main" id="{CD6FBE66-E065-5BEF-12FE-7385CA31DA66}"/>
                    </a:ext>
                  </a:extLst>
                </p:cNvPr>
                <p:cNvSpPr/>
                <p:nvPr/>
              </p:nvSpPr>
              <p:spPr>
                <a:xfrm>
                  <a:off x="2223275" y="1899325"/>
                  <a:ext cx="186075" cy="178125"/>
                </a:xfrm>
                <a:custGeom>
                  <a:avLst/>
                  <a:gdLst/>
                  <a:ahLst/>
                  <a:cxnLst/>
                  <a:rect l="l" t="t" r="r" b="b"/>
                  <a:pathLst>
                    <a:path w="7443" h="7125" extrusionOk="0">
                      <a:moveTo>
                        <a:pt x="3498" y="280"/>
                      </a:moveTo>
                      <a:cubicBezTo>
                        <a:pt x="3663" y="280"/>
                        <a:pt x="3835" y="290"/>
                        <a:pt x="4012" y="314"/>
                      </a:cubicBezTo>
                      <a:cubicBezTo>
                        <a:pt x="4505" y="383"/>
                        <a:pt x="5040" y="554"/>
                        <a:pt x="5514" y="888"/>
                      </a:cubicBezTo>
                      <a:cubicBezTo>
                        <a:pt x="5982" y="1224"/>
                        <a:pt x="6387" y="1721"/>
                        <a:pt x="6588" y="2342"/>
                      </a:cubicBezTo>
                      <a:cubicBezTo>
                        <a:pt x="7015" y="3549"/>
                        <a:pt x="6716" y="5241"/>
                        <a:pt x="5509" y="6146"/>
                      </a:cubicBezTo>
                      <a:cubicBezTo>
                        <a:pt x="4960" y="6540"/>
                        <a:pt x="4314" y="6712"/>
                        <a:pt x="3676" y="6712"/>
                      </a:cubicBezTo>
                      <a:cubicBezTo>
                        <a:pt x="2892" y="6712"/>
                        <a:pt x="2121" y="6452"/>
                        <a:pt x="1558" y="6024"/>
                      </a:cubicBezTo>
                      <a:cubicBezTo>
                        <a:pt x="1028" y="5642"/>
                        <a:pt x="681" y="5105"/>
                        <a:pt x="508" y="4556"/>
                      </a:cubicBezTo>
                      <a:cubicBezTo>
                        <a:pt x="338" y="4002"/>
                        <a:pt x="345" y="3440"/>
                        <a:pt x="437" y="2951"/>
                      </a:cubicBezTo>
                      <a:cubicBezTo>
                        <a:pt x="630" y="1962"/>
                        <a:pt x="1157" y="1273"/>
                        <a:pt x="1582" y="907"/>
                      </a:cubicBezTo>
                      <a:cubicBezTo>
                        <a:pt x="1742" y="768"/>
                        <a:pt x="1885" y="665"/>
                        <a:pt x="2001" y="588"/>
                      </a:cubicBezTo>
                      <a:lnTo>
                        <a:pt x="2001" y="588"/>
                      </a:lnTo>
                      <a:cubicBezTo>
                        <a:pt x="2387" y="418"/>
                        <a:pt x="2900" y="280"/>
                        <a:pt x="3498" y="280"/>
                      </a:cubicBezTo>
                      <a:close/>
                      <a:moveTo>
                        <a:pt x="3655" y="0"/>
                      </a:moveTo>
                      <a:cubicBezTo>
                        <a:pt x="2755" y="0"/>
                        <a:pt x="2043" y="301"/>
                        <a:pt x="1619" y="598"/>
                      </a:cubicBezTo>
                      <a:cubicBezTo>
                        <a:pt x="1371" y="763"/>
                        <a:pt x="1203" y="925"/>
                        <a:pt x="1105" y="1046"/>
                      </a:cubicBezTo>
                      <a:cubicBezTo>
                        <a:pt x="1004" y="1166"/>
                        <a:pt x="958" y="1232"/>
                        <a:pt x="969" y="1242"/>
                      </a:cubicBezTo>
                      <a:cubicBezTo>
                        <a:pt x="971" y="1243"/>
                        <a:pt x="973" y="1244"/>
                        <a:pt x="975" y="1244"/>
                      </a:cubicBezTo>
                      <a:cubicBezTo>
                        <a:pt x="976" y="1244"/>
                        <a:pt x="976" y="1244"/>
                        <a:pt x="977" y="1244"/>
                      </a:cubicBezTo>
                      <a:lnTo>
                        <a:pt x="977" y="1244"/>
                      </a:lnTo>
                      <a:cubicBezTo>
                        <a:pt x="637" y="1633"/>
                        <a:pt x="313" y="2182"/>
                        <a:pt x="148" y="2890"/>
                      </a:cubicBezTo>
                      <a:cubicBezTo>
                        <a:pt x="29" y="3414"/>
                        <a:pt x="0" y="4028"/>
                        <a:pt x="174" y="4653"/>
                      </a:cubicBezTo>
                      <a:cubicBezTo>
                        <a:pt x="351" y="5273"/>
                        <a:pt x="738" y="5896"/>
                        <a:pt x="1326" y="6331"/>
                      </a:cubicBezTo>
                      <a:cubicBezTo>
                        <a:pt x="1954" y="6820"/>
                        <a:pt x="2814" y="7124"/>
                        <a:pt x="3699" y="7124"/>
                      </a:cubicBezTo>
                      <a:cubicBezTo>
                        <a:pt x="4404" y="7124"/>
                        <a:pt x="5125" y="6931"/>
                        <a:pt x="5757" y="6483"/>
                      </a:cubicBezTo>
                      <a:cubicBezTo>
                        <a:pt x="7146" y="5427"/>
                        <a:pt x="7443" y="3556"/>
                        <a:pt x="6951" y="2213"/>
                      </a:cubicBezTo>
                      <a:cubicBezTo>
                        <a:pt x="6716" y="1521"/>
                        <a:pt x="6243" y="963"/>
                        <a:pt x="5711" y="601"/>
                      </a:cubicBezTo>
                      <a:cubicBezTo>
                        <a:pt x="5172" y="241"/>
                        <a:pt x="4581" y="74"/>
                        <a:pt x="4046" y="19"/>
                      </a:cubicBezTo>
                      <a:cubicBezTo>
                        <a:pt x="3912" y="6"/>
                        <a:pt x="3782" y="0"/>
                        <a:pt x="3655"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201;p19">
                  <a:extLst>
                    <a:ext uri="{FF2B5EF4-FFF2-40B4-BE49-F238E27FC236}">
                      <a16:creationId xmlns:a16="http://schemas.microsoft.com/office/drawing/2014/main" id="{3488207C-7506-6244-7EB3-AD35523DC343}"/>
                    </a:ext>
                  </a:extLst>
                </p:cNvPr>
                <p:cNvSpPr/>
                <p:nvPr/>
              </p:nvSpPr>
              <p:spPr>
                <a:xfrm>
                  <a:off x="2284700" y="2215575"/>
                  <a:ext cx="186075" cy="178125"/>
                </a:xfrm>
                <a:custGeom>
                  <a:avLst/>
                  <a:gdLst/>
                  <a:ahLst/>
                  <a:cxnLst/>
                  <a:rect l="l" t="t" r="r" b="b"/>
                  <a:pathLst>
                    <a:path w="7443" h="7125" extrusionOk="0">
                      <a:moveTo>
                        <a:pt x="3498" y="280"/>
                      </a:moveTo>
                      <a:cubicBezTo>
                        <a:pt x="3663" y="280"/>
                        <a:pt x="3835" y="290"/>
                        <a:pt x="4012" y="314"/>
                      </a:cubicBezTo>
                      <a:cubicBezTo>
                        <a:pt x="4505" y="383"/>
                        <a:pt x="5040" y="554"/>
                        <a:pt x="5514" y="888"/>
                      </a:cubicBezTo>
                      <a:cubicBezTo>
                        <a:pt x="5982" y="1225"/>
                        <a:pt x="6386" y="1721"/>
                        <a:pt x="6587" y="2342"/>
                      </a:cubicBezTo>
                      <a:cubicBezTo>
                        <a:pt x="7015" y="3549"/>
                        <a:pt x="6716" y="5241"/>
                        <a:pt x="5509" y="6146"/>
                      </a:cubicBezTo>
                      <a:cubicBezTo>
                        <a:pt x="4960" y="6540"/>
                        <a:pt x="4314" y="6712"/>
                        <a:pt x="3676" y="6712"/>
                      </a:cubicBezTo>
                      <a:cubicBezTo>
                        <a:pt x="2892" y="6712"/>
                        <a:pt x="2121" y="6452"/>
                        <a:pt x="1558" y="6024"/>
                      </a:cubicBezTo>
                      <a:cubicBezTo>
                        <a:pt x="1029" y="5642"/>
                        <a:pt x="682" y="5105"/>
                        <a:pt x="508" y="4556"/>
                      </a:cubicBezTo>
                      <a:cubicBezTo>
                        <a:pt x="338" y="4002"/>
                        <a:pt x="346" y="3440"/>
                        <a:pt x="437" y="2951"/>
                      </a:cubicBezTo>
                      <a:cubicBezTo>
                        <a:pt x="630" y="1962"/>
                        <a:pt x="1157" y="1272"/>
                        <a:pt x="1582" y="907"/>
                      </a:cubicBezTo>
                      <a:cubicBezTo>
                        <a:pt x="1743" y="768"/>
                        <a:pt x="1886" y="664"/>
                        <a:pt x="2003" y="587"/>
                      </a:cubicBezTo>
                      <a:lnTo>
                        <a:pt x="2003" y="587"/>
                      </a:lnTo>
                      <a:cubicBezTo>
                        <a:pt x="2388" y="417"/>
                        <a:pt x="2901" y="280"/>
                        <a:pt x="3498" y="280"/>
                      </a:cubicBezTo>
                      <a:close/>
                      <a:moveTo>
                        <a:pt x="3658" y="0"/>
                      </a:moveTo>
                      <a:cubicBezTo>
                        <a:pt x="2757" y="0"/>
                        <a:pt x="2044" y="302"/>
                        <a:pt x="1619" y="598"/>
                      </a:cubicBezTo>
                      <a:cubicBezTo>
                        <a:pt x="1371" y="764"/>
                        <a:pt x="1203" y="925"/>
                        <a:pt x="1104" y="1046"/>
                      </a:cubicBezTo>
                      <a:cubicBezTo>
                        <a:pt x="1004" y="1167"/>
                        <a:pt x="958" y="1233"/>
                        <a:pt x="969" y="1243"/>
                      </a:cubicBezTo>
                      <a:cubicBezTo>
                        <a:pt x="970" y="1244"/>
                        <a:pt x="973" y="1245"/>
                        <a:pt x="975" y="1245"/>
                      </a:cubicBezTo>
                      <a:cubicBezTo>
                        <a:pt x="975" y="1245"/>
                        <a:pt x="976" y="1245"/>
                        <a:pt x="976" y="1245"/>
                      </a:cubicBezTo>
                      <a:lnTo>
                        <a:pt x="976" y="1245"/>
                      </a:lnTo>
                      <a:cubicBezTo>
                        <a:pt x="637" y="1634"/>
                        <a:pt x="313" y="2182"/>
                        <a:pt x="147" y="2890"/>
                      </a:cubicBezTo>
                      <a:cubicBezTo>
                        <a:pt x="29" y="3414"/>
                        <a:pt x="0" y="4028"/>
                        <a:pt x="173" y="4653"/>
                      </a:cubicBezTo>
                      <a:cubicBezTo>
                        <a:pt x="351" y="5273"/>
                        <a:pt x="739" y="5896"/>
                        <a:pt x="1324" y="6332"/>
                      </a:cubicBezTo>
                      <a:cubicBezTo>
                        <a:pt x="1953" y="6820"/>
                        <a:pt x="2813" y="7125"/>
                        <a:pt x="3697" y="7125"/>
                      </a:cubicBezTo>
                      <a:cubicBezTo>
                        <a:pt x="4403" y="7125"/>
                        <a:pt x="5124" y="6931"/>
                        <a:pt x="5756" y="6483"/>
                      </a:cubicBezTo>
                      <a:cubicBezTo>
                        <a:pt x="7146" y="5428"/>
                        <a:pt x="7443" y="3556"/>
                        <a:pt x="6951" y="2213"/>
                      </a:cubicBezTo>
                      <a:cubicBezTo>
                        <a:pt x="6716" y="1522"/>
                        <a:pt x="6243" y="963"/>
                        <a:pt x="5710" y="601"/>
                      </a:cubicBezTo>
                      <a:cubicBezTo>
                        <a:pt x="5172" y="241"/>
                        <a:pt x="4581" y="74"/>
                        <a:pt x="4046" y="19"/>
                      </a:cubicBezTo>
                      <a:cubicBezTo>
                        <a:pt x="3913" y="6"/>
                        <a:pt x="3784" y="0"/>
                        <a:pt x="3658"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Google Shape;202;p19">
                  <a:extLst>
                    <a:ext uri="{FF2B5EF4-FFF2-40B4-BE49-F238E27FC236}">
                      <a16:creationId xmlns:a16="http://schemas.microsoft.com/office/drawing/2014/main" id="{91EAA783-FC2E-BB89-C29B-E87F83427828}"/>
                    </a:ext>
                  </a:extLst>
                </p:cNvPr>
                <p:cNvSpPr/>
                <p:nvPr/>
              </p:nvSpPr>
              <p:spPr>
                <a:xfrm>
                  <a:off x="2411625" y="4224300"/>
                  <a:ext cx="544050" cy="1237775"/>
                </a:xfrm>
                <a:custGeom>
                  <a:avLst/>
                  <a:gdLst/>
                  <a:ahLst/>
                  <a:cxnLst/>
                  <a:rect l="l" t="t" r="r" b="b"/>
                  <a:pathLst>
                    <a:path w="21762" h="49511" extrusionOk="0">
                      <a:moveTo>
                        <a:pt x="2704" y="1"/>
                      </a:moveTo>
                      <a:lnTo>
                        <a:pt x="3755" y="3940"/>
                      </a:lnTo>
                      <a:cubicBezTo>
                        <a:pt x="3755" y="3940"/>
                        <a:pt x="19349" y="36644"/>
                        <a:pt x="15998" y="41594"/>
                      </a:cubicBezTo>
                      <a:cubicBezTo>
                        <a:pt x="12646" y="46544"/>
                        <a:pt x="2773" y="47351"/>
                        <a:pt x="2773" y="47351"/>
                      </a:cubicBezTo>
                      <a:lnTo>
                        <a:pt x="1" y="49209"/>
                      </a:lnTo>
                      <a:cubicBezTo>
                        <a:pt x="1" y="49209"/>
                        <a:pt x="2908" y="49510"/>
                        <a:pt x="6441" y="49510"/>
                      </a:cubicBezTo>
                      <a:cubicBezTo>
                        <a:pt x="11367" y="49510"/>
                        <a:pt x="17507" y="48925"/>
                        <a:pt x="18678" y="46126"/>
                      </a:cubicBezTo>
                      <a:cubicBezTo>
                        <a:pt x="20689" y="41317"/>
                        <a:pt x="21762" y="34269"/>
                        <a:pt x="18678" y="28276"/>
                      </a:cubicBezTo>
                      <a:cubicBezTo>
                        <a:pt x="15596" y="22283"/>
                        <a:pt x="2705" y="2"/>
                        <a:pt x="2704"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 name="Google Shape;203;p19">
                  <a:extLst>
                    <a:ext uri="{FF2B5EF4-FFF2-40B4-BE49-F238E27FC236}">
                      <a16:creationId xmlns:a16="http://schemas.microsoft.com/office/drawing/2014/main" id="{3C0A0B7C-A4BE-2A5B-DE12-98FD4B0F6285}"/>
                    </a:ext>
                  </a:extLst>
                </p:cNvPr>
                <p:cNvSpPr/>
                <p:nvPr/>
              </p:nvSpPr>
              <p:spPr>
                <a:xfrm>
                  <a:off x="2241600" y="4224300"/>
                  <a:ext cx="544100" cy="1237775"/>
                </a:xfrm>
                <a:custGeom>
                  <a:avLst/>
                  <a:gdLst/>
                  <a:ahLst/>
                  <a:cxnLst/>
                  <a:rect l="l" t="t" r="r" b="b"/>
                  <a:pathLst>
                    <a:path w="21764" h="49511" extrusionOk="0">
                      <a:moveTo>
                        <a:pt x="2706" y="1"/>
                      </a:moveTo>
                      <a:lnTo>
                        <a:pt x="3756" y="3940"/>
                      </a:lnTo>
                      <a:cubicBezTo>
                        <a:pt x="3756" y="3940"/>
                        <a:pt x="19350" y="36644"/>
                        <a:pt x="15998" y="41594"/>
                      </a:cubicBezTo>
                      <a:cubicBezTo>
                        <a:pt x="12648" y="46544"/>
                        <a:pt x="2774" y="47351"/>
                        <a:pt x="2774" y="47351"/>
                      </a:cubicBezTo>
                      <a:lnTo>
                        <a:pt x="1" y="49209"/>
                      </a:lnTo>
                      <a:cubicBezTo>
                        <a:pt x="1" y="49209"/>
                        <a:pt x="2909" y="49510"/>
                        <a:pt x="6442" y="49510"/>
                      </a:cubicBezTo>
                      <a:cubicBezTo>
                        <a:pt x="11368" y="49510"/>
                        <a:pt x="17509" y="48925"/>
                        <a:pt x="18680" y="46126"/>
                      </a:cubicBezTo>
                      <a:cubicBezTo>
                        <a:pt x="20690" y="41317"/>
                        <a:pt x="21763" y="34269"/>
                        <a:pt x="18680" y="28276"/>
                      </a:cubicBezTo>
                      <a:cubicBezTo>
                        <a:pt x="15597" y="22283"/>
                        <a:pt x="2706" y="2"/>
                        <a:pt x="2706"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 name="Google Shape;204;p19">
                  <a:extLst>
                    <a:ext uri="{FF2B5EF4-FFF2-40B4-BE49-F238E27FC236}">
                      <a16:creationId xmlns:a16="http://schemas.microsoft.com/office/drawing/2014/main" id="{9CD35CE0-F7E6-1448-C165-E5C4AA859E8E}"/>
                    </a:ext>
                  </a:extLst>
                </p:cNvPr>
                <p:cNvSpPr/>
                <p:nvPr/>
              </p:nvSpPr>
              <p:spPr>
                <a:xfrm>
                  <a:off x="2192075" y="4025725"/>
                  <a:ext cx="445050" cy="1437650"/>
                </a:xfrm>
                <a:custGeom>
                  <a:avLst/>
                  <a:gdLst/>
                  <a:ahLst/>
                  <a:cxnLst/>
                  <a:rect l="l" t="t" r="r" b="b"/>
                  <a:pathLst>
                    <a:path w="17802" h="57506" extrusionOk="0">
                      <a:moveTo>
                        <a:pt x="6920" y="1"/>
                      </a:moveTo>
                      <a:lnTo>
                        <a:pt x="0" y="57506"/>
                      </a:lnTo>
                      <a:lnTo>
                        <a:pt x="8096" y="57506"/>
                      </a:lnTo>
                      <a:cubicBezTo>
                        <a:pt x="11107" y="57506"/>
                        <a:pt x="13725" y="55441"/>
                        <a:pt x="14426" y="52513"/>
                      </a:cubicBezTo>
                      <a:cubicBezTo>
                        <a:pt x="15814" y="46727"/>
                        <a:pt x="17801" y="37178"/>
                        <a:pt x="17541" y="30859"/>
                      </a:cubicBezTo>
                      <a:cubicBezTo>
                        <a:pt x="17257" y="23949"/>
                        <a:pt x="13960" y="11565"/>
                        <a:pt x="12137" y="5171"/>
                      </a:cubicBezTo>
                      <a:cubicBezTo>
                        <a:pt x="11421" y="2654"/>
                        <a:pt x="9443" y="694"/>
                        <a:pt x="692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 name="Google Shape;205;p19">
                  <a:extLst>
                    <a:ext uri="{FF2B5EF4-FFF2-40B4-BE49-F238E27FC236}">
                      <a16:creationId xmlns:a16="http://schemas.microsoft.com/office/drawing/2014/main" id="{297E9E3C-9B41-8AB9-4F64-6C6B2F1F6EA5}"/>
                    </a:ext>
                  </a:extLst>
                </p:cNvPr>
                <p:cNvSpPr/>
                <p:nvPr/>
              </p:nvSpPr>
              <p:spPr>
                <a:xfrm>
                  <a:off x="1411900" y="4019275"/>
                  <a:ext cx="1064250" cy="1447275"/>
                </a:xfrm>
                <a:custGeom>
                  <a:avLst/>
                  <a:gdLst/>
                  <a:ahLst/>
                  <a:cxnLst/>
                  <a:rect l="l" t="t" r="r" b="b"/>
                  <a:pathLst>
                    <a:path w="42570" h="57891" extrusionOk="0">
                      <a:moveTo>
                        <a:pt x="22900" y="0"/>
                      </a:moveTo>
                      <a:cubicBezTo>
                        <a:pt x="19408" y="0"/>
                        <a:pt x="15990" y="1317"/>
                        <a:pt x="13581" y="3851"/>
                      </a:cubicBezTo>
                      <a:cubicBezTo>
                        <a:pt x="11794" y="5731"/>
                        <a:pt x="10378" y="8411"/>
                        <a:pt x="10565" y="12141"/>
                      </a:cubicBezTo>
                      <a:cubicBezTo>
                        <a:pt x="11040" y="21632"/>
                        <a:pt x="11753" y="30181"/>
                        <a:pt x="11753" y="30181"/>
                      </a:cubicBezTo>
                      <a:cubicBezTo>
                        <a:pt x="11753" y="30181"/>
                        <a:pt x="2290" y="33354"/>
                        <a:pt x="385" y="51179"/>
                      </a:cubicBezTo>
                      <a:cubicBezTo>
                        <a:pt x="0" y="54774"/>
                        <a:pt x="2868" y="57891"/>
                        <a:pt x="6479" y="57891"/>
                      </a:cubicBezTo>
                      <a:cubicBezTo>
                        <a:pt x="6489" y="57891"/>
                        <a:pt x="6499" y="57891"/>
                        <a:pt x="6508" y="57891"/>
                      </a:cubicBezTo>
                      <a:lnTo>
                        <a:pt x="31208" y="57781"/>
                      </a:lnTo>
                      <a:cubicBezTo>
                        <a:pt x="33671" y="57770"/>
                        <a:pt x="35878" y="56285"/>
                        <a:pt x="36833" y="54016"/>
                      </a:cubicBezTo>
                      <a:cubicBezTo>
                        <a:pt x="39051" y="48748"/>
                        <a:pt x="42569" y="38669"/>
                        <a:pt x="42108" y="28601"/>
                      </a:cubicBezTo>
                      <a:cubicBezTo>
                        <a:pt x="41439" y="14033"/>
                        <a:pt x="38127" y="259"/>
                        <a:pt x="38127" y="259"/>
                      </a:cubicBezTo>
                      <a:lnTo>
                        <a:pt x="23137" y="2"/>
                      </a:lnTo>
                      <a:cubicBezTo>
                        <a:pt x="23058" y="1"/>
                        <a:pt x="22979" y="0"/>
                        <a:pt x="22900"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 name="Google Shape;206;p19">
                  <a:extLst>
                    <a:ext uri="{FF2B5EF4-FFF2-40B4-BE49-F238E27FC236}">
                      <a16:creationId xmlns:a16="http://schemas.microsoft.com/office/drawing/2014/main" id="{6F605404-5D71-AFFF-0410-BD88D734AC68}"/>
                    </a:ext>
                  </a:extLst>
                </p:cNvPr>
                <p:cNvSpPr/>
                <p:nvPr/>
              </p:nvSpPr>
              <p:spPr>
                <a:xfrm>
                  <a:off x="1703775" y="4753800"/>
                  <a:ext cx="494125" cy="33400"/>
                </a:xfrm>
                <a:custGeom>
                  <a:avLst/>
                  <a:gdLst/>
                  <a:ahLst/>
                  <a:cxnLst/>
                  <a:rect l="l" t="t" r="r" b="b"/>
                  <a:pathLst>
                    <a:path w="19765" h="1336" extrusionOk="0">
                      <a:moveTo>
                        <a:pt x="7766" y="0"/>
                      </a:moveTo>
                      <a:cubicBezTo>
                        <a:pt x="5882" y="0"/>
                        <a:pt x="4199" y="88"/>
                        <a:pt x="2888" y="205"/>
                      </a:cubicBezTo>
                      <a:cubicBezTo>
                        <a:pt x="1992" y="285"/>
                        <a:pt x="1269" y="369"/>
                        <a:pt x="771" y="445"/>
                      </a:cubicBezTo>
                      <a:cubicBezTo>
                        <a:pt x="274" y="520"/>
                        <a:pt x="0" y="575"/>
                        <a:pt x="4" y="603"/>
                      </a:cubicBezTo>
                      <a:cubicBezTo>
                        <a:pt x="6" y="619"/>
                        <a:pt x="76" y="626"/>
                        <a:pt x="208" y="626"/>
                      </a:cubicBezTo>
                      <a:cubicBezTo>
                        <a:pt x="607" y="626"/>
                        <a:pt x="1565" y="564"/>
                        <a:pt x="2908" y="501"/>
                      </a:cubicBezTo>
                      <a:cubicBezTo>
                        <a:pt x="4029" y="448"/>
                        <a:pt x="5420" y="406"/>
                        <a:pt x="6975" y="406"/>
                      </a:cubicBezTo>
                      <a:cubicBezTo>
                        <a:pt x="7900" y="406"/>
                        <a:pt x="8883" y="421"/>
                        <a:pt x="9901" y="457"/>
                      </a:cubicBezTo>
                      <a:cubicBezTo>
                        <a:pt x="12630" y="559"/>
                        <a:pt x="15092" y="797"/>
                        <a:pt x="16871" y="1009"/>
                      </a:cubicBezTo>
                      <a:cubicBezTo>
                        <a:pt x="18387" y="1190"/>
                        <a:pt x="19410" y="1336"/>
                        <a:pt x="19685" y="1336"/>
                      </a:cubicBezTo>
                      <a:cubicBezTo>
                        <a:pt x="19733" y="1336"/>
                        <a:pt x="19758" y="1331"/>
                        <a:pt x="19760" y="1322"/>
                      </a:cubicBezTo>
                      <a:cubicBezTo>
                        <a:pt x="19765" y="1293"/>
                        <a:pt x="19497" y="1220"/>
                        <a:pt x="19006" y="1107"/>
                      </a:cubicBezTo>
                      <a:cubicBezTo>
                        <a:pt x="18516" y="995"/>
                        <a:pt x="17800" y="859"/>
                        <a:pt x="16912" y="716"/>
                      </a:cubicBezTo>
                      <a:cubicBezTo>
                        <a:pt x="15137" y="425"/>
                        <a:pt x="12662" y="140"/>
                        <a:pt x="9916" y="39"/>
                      </a:cubicBezTo>
                      <a:cubicBezTo>
                        <a:pt x="9178" y="12"/>
                        <a:pt x="8459" y="0"/>
                        <a:pt x="7766"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207;p19">
                  <a:extLst>
                    <a:ext uri="{FF2B5EF4-FFF2-40B4-BE49-F238E27FC236}">
                      <a16:creationId xmlns:a16="http://schemas.microsoft.com/office/drawing/2014/main" id="{23FCC947-1CA1-2538-DDDD-37449F570D12}"/>
                    </a:ext>
                  </a:extLst>
                </p:cNvPr>
                <p:cNvSpPr/>
                <p:nvPr/>
              </p:nvSpPr>
              <p:spPr>
                <a:xfrm>
                  <a:off x="1697675" y="4699875"/>
                  <a:ext cx="507025" cy="69800"/>
                </a:xfrm>
                <a:custGeom>
                  <a:avLst/>
                  <a:gdLst/>
                  <a:ahLst/>
                  <a:cxnLst/>
                  <a:rect l="l" t="t" r="r" b="b"/>
                  <a:pathLst>
                    <a:path w="20281" h="2792" extrusionOk="0">
                      <a:moveTo>
                        <a:pt x="17927" y="1"/>
                      </a:moveTo>
                      <a:cubicBezTo>
                        <a:pt x="17719" y="1"/>
                        <a:pt x="17501" y="2"/>
                        <a:pt x="17271" y="5"/>
                      </a:cubicBezTo>
                      <a:cubicBezTo>
                        <a:pt x="15412" y="23"/>
                        <a:pt x="12840" y="164"/>
                        <a:pt x="10024" y="532"/>
                      </a:cubicBezTo>
                      <a:cubicBezTo>
                        <a:pt x="7207" y="905"/>
                        <a:pt x="4686" y="1433"/>
                        <a:pt x="2886" y="1897"/>
                      </a:cubicBezTo>
                      <a:cubicBezTo>
                        <a:pt x="1985" y="2128"/>
                        <a:pt x="1260" y="2333"/>
                        <a:pt x="767" y="2495"/>
                      </a:cubicBezTo>
                      <a:cubicBezTo>
                        <a:pt x="271" y="2654"/>
                        <a:pt x="1" y="2755"/>
                        <a:pt x="8" y="2783"/>
                      </a:cubicBezTo>
                      <a:cubicBezTo>
                        <a:pt x="10" y="2789"/>
                        <a:pt x="22" y="2791"/>
                        <a:pt x="43" y="2791"/>
                      </a:cubicBezTo>
                      <a:cubicBezTo>
                        <a:pt x="243" y="2791"/>
                        <a:pt x="1313" y="2537"/>
                        <a:pt x="2953" y="2186"/>
                      </a:cubicBezTo>
                      <a:cubicBezTo>
                        <a:pt x="4764" y="1797"/>
                        <a:pt x="7278" y="1318"/>
                        <a:pt x="10079" y="947"/>
                      </a:cubicBezTo>
                      <a:cubicBezTo>
                        <a:pt x="12879" y="580"/>
                        <a:pt x="15431" y="395"/>
                        <a:pt x="17281" y="300"/>
                      </a:cubicBezTo>
                      <a:cubicBezTo>
                        <a:pt x="19131" y="205"/>
                        <a:pt x="20279" y="179"/>
                        <a:pt x="20280" y="114"/>
                      </a:cubicBezTo>
                      <a:cubicBezTo>
                        <a:pt x="20280" y="86"/>
                        <a:pt x="19994" y="58"/>
                        <a:pt x="19474" y="33"/>
                      </a:cubicBezTo>
                      <a:cubicBezTo>
                        <a:pt x="19082" y="12"/>
                        <a:pt x="18559" y="1"/>
                        <a:pt x="1792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 name="Google Shape;208;p19">
                  <a:extLst>
                    <a:ext uri="{FF2B5EF4-FFF2-40B4-BE49-F238E27FC236}">
                      <a16:creationId xmlns:a16="http://schemas.microsoft.com/office/drawing/2014/main" id="{8383F60C-C95E-35F7-5C73-7A9392E374D9}"/>
                    </a:ext>
                  </a:extLst>
                </p:cNvPr>
                <p:cNvSpPr/>
                <p:nvPr/>
              </p:nvSpPr>
              <p:spPr>
                <a:xfrm>
                  <a:off x="1741175" y="4102000"/>
                  <a:ext cx="638075" cy="755900"/>
                </a:xfrm>
                <a:custGeom>
                  <a:avLst/>
                  <a:gdLst/>
                  <a:ahLst/>
                  <a:cxnLst/>
                  <a:rect l="l" t="t" r="r" b="b"/>
                  <a:pathLst>
                    <a:path w="25523" h="30236" extrusionOk="0">
                      <a:moveTo>
                        <a:pt x="10371" y="0"/>
                      </a:moveTo>
                      <a:cubicBezTo>
                        <a:pt x="9355" y="0"/>
                        <a:pt x="8351" y="51"/>
                        <a:pt x="7362" y="212"/>
                      </a:cubicBezTo>
                      <a:cubicBezTo>
                        <a:pt x="4975" y="596"/>
                        <a:pt x="2655" y="1699"/>
                        <a:pt x="1367" y="3621"/>
                      </a:cubicBezTo>
                      <a:cubicBezTo>
                        <a:pt x="734" y="4571"/>
                        <a:pt x="381" y="5643"/>
                        <a:pt x="204" y="6690"/>
                      </a:cubicBezTo>
                      <a:cubicBezTo>
                        <a:pt x="25" y="7740"/>
                        <a:pt x="0" y="8770"/>
                        <a:pt x="15" y="9755"/>
                      </a:cubicBezTo>
                      <a:cubicBezTo>
                        <a:pt x="71" y="11729"/>
                        <a:pt x="187" y="13547"/>
                        <a:pt x="263" y="15217"/>
                      </a:cubicBezTo>
                      <a:cubicBezTo>
                        <a:pt x="437" y="18525"/>
                        <a:pt x="579" y="21214"/>
                        <a:pt x="679" y="23117"/>
                      </a:cubicBezTo>
                      <a:cubicBezTo>
                        <a:pt x="736" y="24021"/>
                        <a:pt x="781" y="24736"/>
                        <a:pt x="814" y="25263"/>
                      </a:cubicBezTo>
                      <a:cubicBezTo>
                        <a:pt x="832" y="25487"/>
                        <a:pt x="847" y="25670"/>
                        <a:pt x="859" y="25820"/>
                      </a:cubicBezTo>
                      <a:cubicBezTo>
                        <a:pt x="872" y="25945"/>
                        <a:pt x="881" y="26009"/>
                        <a:pt x="889" y="26009"/>
                      </a:cubicBezTo>
                      <a:cubicBezTo>
                        <a:pt x="889" y="26009"/>
                        <a:pt x="889" y="26009"/>
                        <a:pt x="889" y="26009"/>
                      </a:cubicBezTo>
                      <a:cubicBezTo>
                        <a:pt x="896" y="26009"/>
                        <a:pt x="901" y="25944"/>
                        <a:pt x="902" y="25818"/>
                      </a:cubicBezTo>
                      <a:cubicBezTo>
                        <a:pt x="901" y="25667"/>
                        <a:pt x="899" y="25484"/>
                        <a:pt x="898" y="25259"/>
                      </a:cubicBezTo>
                      <a:cubicBezTo>
                        <a:pt x="885" y="24731"/>
                        <a:pt x="865" y="24015"/>
                        <a:pt x="842" y="23109"/>
                      </a:cubicBezTo>
                      <a:cubicBezTo>
                        <a:pt x="773" y="21205"/>
                        <a:pt x="677" y="18514"/>
                        <a:pt x="559" y="15204"/>
                      </a:cubicBezTo>
                      <a:cubicBezTo>
                        <a:pt x="503" y="13538"/>
                        <a:pt x="403" y="11704"/>
                        <a:pt x="362" y="9751"/>
                      </a:cubicBezTo>
                      <a:cubicBezTo>
                        <a:pt x="351" y="7826"/>
                        <a:pt x="480" y="5643"/>
                        <a:pt x="1687" y="3838"/>
                      </a:cubicBezTo>
                      <a:cubicBezTo>
                        <a:pt x="2898" y="2043"/>
                        <a:pt x="5112" y="984"/>
                        <a:pt x="7428" y="617"/>
                      </a:cubicBezTo>
                      <a:cubicBezTo>
                        <a:pt x="8373" y="465"/>
                        <a:pt x="9341" y="416"/>
                        <a:pt x="10327" y="416"/>
                      </a:cubicBezTo>
                      <a:cubicBezTo>
                        <a:pt x="11789" y="416"/>
                        <a:pt x="13291" y="523"/>
                        <a:pt x="14818" y="553"/>
                      </a:cubicBezTo>
                      <a:cubicBezTo>
                        <a:pt x="16095" y="575"/>
                        <a:pt x="17350" y="558"/>
                        <a:pt x="18567" y="693"/>
                      </a:cubicBezTo>
                      <a:cubicBezTo>
                        <a:pt x="19777" y="822"/>
                        <a:pt x="20970" y="1111"/>
                        <a:pt x="21930" y="1759"/>
                      </a:cubicBezTo>
                      <a:cubicBezTo>
                        <a:pt x="22903" y="2390"/>
                        <a:pt x="23542" y="3393"/>
                        <a:pt x="23853" y="4472"/>
                      </a:cubicBezTo>
                      <a:cubicBezTo>
                        <a:pt x="24182" y="5552"/>
                        <a:pt x="24275" y="6677"/>
                        <a:pt x="24377" y="7774"/>
                      </a:cubicBezTo>
                      <a:cubicBezTo>
                        <a:pt x="24785" y="12170"/>
                        <a:pt x="25102" y="16130"/>
                        <a:pt x="25174" y="19464"/>
                      </a:cubicBezTo>
                      <a:cubicBezTo>
                        <a:pt x="25264" y="22797"/>
                        <a:pt x="25112" y="25496"/>
                        <a:pt x="24946" y="27351"/>
                      </a:cubicBezTo>
                      <a:cubicBezTo>
                        <a:pt x="24851" y="28280"/>
                        <a:pt x="24776" y="29001"/>
                        <a:pt x="24710" y="29487"/>
                      </a:cubicBezTo>
                      <a:cubicBezTo>
                        <a:pt x="24684" y="29711"/>
                        <a:pt x="24664" y="29894"/>
                        <a:pt x="24647" y="30043"/>
                      </a:cubicBezTo>
                      <a:cubicBezTo>
                        <a:pt x="24635" y="30168"/>
                        <a:pt x="24633" y="30234"/>
                        <a:pt x="24639" y="30235"/>
                      </a:cubicBezTo>
                      <a:cubicBezTo>
                        <a:pt x="24639" y="30235"/>
                        <a:pt x="24639" y="30235"/>
                        <a:pt x="24640" y="30235"/>
                      </a:cubicBezTo>
                      <a:cubicBezTo>
                        <a:pt x="24647" y="30235"/>
                        <a:pt x="24664" y="30172"/>
                        <a:pt x="24690" y="30050"/>
                      </a:cubicBezTo>
                      <a:cubicBezTo>
                        <a:pt x="24717" y="29901"/>
                        <a:pt x="24751" y="29721"/>
                        <a:pt x="24793" y="29500"/>
                      </a:cubicBezTo>
                      <a:cubicBezTo>
                        <a:pt x="24887" y="29016"/>
                        <a:pt x="24987" y="28297"/>
                        <a:pt x="25108" y="27368"/>
                      </a:cubicBezTo>
                      <a:cubicBezTo>
                        <a:pt x="25326" y="25512"/>
                        <a:pt x="25522" y="22805"/>
                        <a:pt x="25470" y="19458"/>
                      </a:cubicBezTo>
                      <a:cubicBezTo>
                        <a:pt x="25436" y="16112"/>
                        <a:pt x="25149" y="12138"/>
                        <a:pt x="24761" y="7740"/>
                      </a:cubicBezTo>
                      <a:cubicBezTo>
                        <a:pt x="24664" y="6643"/>
                        <a:pt x="24577" y="5494"/>
                        <a:pt x="24237" y="4356"/>
                      </a:cubicBezTo>
                      <a:cubicBezTo>
                        <a:pt x="23916" y="3220"/>
                        <a:pt x="23216" y="2105"/>
                        <a:pt x="22159" y="1418"/>
                      </a:cubicBezTo>
                      <a:cubicBezTo>
                        <a:pt x="21116" y="712"/>
                        <a:pt x="19856" y="413"/>
                        <a:pt x="18613" y="279"/>
                      </a:cubicBezTo>
                      <a:cubicBezTo>
                        <a:pt x="17361" y="138"/>
                        <a:pt x="16093" y="156"/>
                        <a:pt x="14824" y="135"/>
                      </a:cubicBezTo>
                      <a:cubicBezTo>
                        <a:pt x="13329" y="106"/>
                        <a:pt x="11839" y="0"/>
                        <a:pt x="1037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 name="Google Shape;209;p19">
                  <a:extLst>
                    <a:ext uri="{FF2B5EF4-FFF2-40B4-BE49-F238E27FC236}">
                      <a16:creationId xmlns:a16="http://schemas.microsoft.com/office/drawing/2014/main" id="{0D7E05B5-0540-46E6-643C-E8EF2F3D1848}"/>
                    </a:ext>
                  </a:extLst>
                </p:cNvPr>
                <p:cNvSpPr/>
                <p:nvPr/>
              </p:nvSpPr>
              <p:spPr>
                <a:xfrm>
                  <a:off x="2350800" y="4846975"/>
                  <a:ext cx="47175" cy="60650"/>
                </a:xfrm>
                <a:custGeom>
                  <a:avLst/>
                  <a:gdLst/>
                  <a:ahLst/>
                  <a:cxnLst/>
                  <a:rect l="l" t="t" r="r" b="b"/>
                  <a:pathLst>
                    <a:path w="1887" h="2426" extrusionOk="0">
                      <a:moveTo>
                        <a:pt x="331" y="395"/>
                      </a:moveTo>
                      <a:lnTo>
                        <a:pt x="331" y="395"/>
                      </a:lnTo>
                      <a:cubicBezTo>
                        <a:pt x="413" y="477"/>
                        <a:pt x="511" y="576"/>
                        <a:pt x="616" y="693"/>
                      </a:cubicBezTo>
                      <a:cubicBezTo>
                        <a:pt x="807" y="902"/>
                        <a:pt x="979" y="1127"/>
                        <a:pt x="1131" y="1365"/>
                      </a:cubicBezTo>
                      <a:cubicBezTo>
                        <a:pt x="1221" y="1505"/>
                        <a:pt x="1302" y="1649"/>
                        <a:pt x="1375" y="1797"/>
                      </a:cubicBezTo>
                      <a:cubicBezTo>
                        <a:pt x="1404" y="1858"/>
                        <a:pt x="1433" y="1913"/>
                        <a:pt x="1449" y="1957"/>
                      </a:cubicBezTo>
                      <a:lnTo>
                        <a:pt x="1449" y="1957"/>
                      </a:lnTo>
                      <a:cubicBezTo>
                        <a:pt x="1407" y="1919"/>
                        <a:pt x="1348" y="1846"/>
                        <a:pt x="1298" y="1790"/>
                      </a:cubicBezTo>
                      <a:cubicBezTo>
                        <a:pt x="1183" y="1658"/>
                        <a:pt x="1078" y="1526"/>
                        <a:pt x="981" y="1397"/>
                      </a:cubicBezTo>
                      <a:cubicBezTo>
                        <a:pt x="810" y="1168"/>
                        <a:pt x="649" y="930"/>
                        <a:pt x="502" y="684"/>
                      </a:cubicBezTo>
                      <a:cubicBezTo>
                        <a:pt x="438" y="578"/>
                        <a:pt x="381" y="480"/>
                        <a:pt x="331" y="395"/>
                      </a:cubicBezTo>
                      <a:close/>
                      <a:moveTo>
                        <a:pt x="57" y="1"/>
                      </a:moveTo>
                      <a:cubicBezTo>
                        <a:pt x="55" y="1"/>
                        <a:pt x="53" y="1"/>
                        <a:pt x="51" y="2"/>
                      </a:cubicBezTo>
                      <a:cubicBezTo>
                        <a:pt x="0" y="19"/>
                        <a:pt x="40" y="339"/>
                        <a:pt x="237" y="818"/>
                      </a:cubicBezTo>
                      <a:cubicBezTo>
                        <a:pt x="355" y="1097"/>
                        <a:pt x="498" y="1365"/>
                        <a:pt x="664" y="1618"/>
                      </a:cubicBezTo>
                      <a:cubicBezTo>
                        <a:pt x="763" y="1769"/>
                        <a:pt x="869" y="1914"/>
                        <a:pt x="983" y="2053"/>
                      </a:cubicBezTo>
                      <a:cubicBezTo>
                        <a:pt x="1046" y="2127"/>
                        <a:pt x="1090" y="2193"/>
                        <a:pt x="1189" y="2284"/>
                      </a:cubicBezTo>
                      <a:cubicBezTo>
                        <a:pt x="1253" y="2333"/>
                        <a:pt x="1354" y="2425"/>
                        <a:pt x="1509" y="2425"/>
                      </a:cubicBezTo>
                      <a:cubicBezTo>
                        <a:pt x="1557" y="2425"/>
                        <a:pt x="1610" y="2416"/>
                        <a:pt x="1669" y="2395"/>
                      </a:cubicBezTo>
                      <a:cubicBezTo>
                        <a:pt x="1772" y="2352"/>
                        <a:pt x="1853" y="2240"/>
                        <a:pt x="1871" y="2145"/>
                      </a:cubicBezTo>
                      <a:cubicBezTo>
                        <a:pt x="1887" y="2068"/>
                        <a:pt x="1886" y="1988"/>
                        <a:pt x="1867" y="1912"/>
                      </a:cubicBezTo>
                      <a:cubicBezTo>
                        <a:pt x="1835" y="1776"/>
                        <a:pt x="1778" y="1690"/>
                        <a:pt x="1740" y="1610"/>
                      </a:cubicBezTo>
                      <a:cubicBezTo>
                        <a:pt x="1653" y="1449"/>
                        <a:pt x="1556" y="1294"/>
                        <a:pt x="1449" y="1146"/>
                      </a:cubicBezTo>
                      <a:cubicBezTo>
                        <a:pt x="1268" y="898"/>
                        <a:pt x="1056" y="673"/>
                        <a:pt x="820" y="478"/>
                      </a:cubicBezTo>
                      <a:cubicBezTo>
                        <a:pt x="508" y="224"/>
                        <a:pt x="253" y="102"/>
                        <a:pt x="139" y="79"/>
                      </a:cubicBezTo>
                      <a:lnTo>
                        <a:pt x="139" y="79"/>
                      </a:lnTo>
                      <a:cubicBezTo>
                        <a:pt x="104" y="29"/>
                        <a:pt x="77" y="1"/>
                        <a:pt x="5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 name="Google Shape;210;p19">
                  <a:extLst>
                    <a:ext uri="{FF2B5EF4-FFF2-40B4-BE49-F238E27FC236}">
                      <a16:creationId xmlns:a16="http://schemas.microsoft.com/office/drawing/2014/main" id="{3626C9B2-383E-295F-FD05-7A6069C7EEA0}"/>
                    </a:ext>
                  </a:extLst>
                </p:cNvPr>
                <p:cNvSpPr/>
                <p:nvPr/>
              </p:nvSpPr>
              <p:spPr>
                <a:xfrm>
                  <a:off x="1477425" y="4775100"/>
                  <a:ext cx="247250" cy="510300"/>
                </a:xfrm>
                <a:custGeom>
                  <a:avLst/>
                  <a:gdLst/>
                  <a:ahLst/>
                  <a:cxnLst/>
                  <a:rect l="l" t="t" r="r" b="b"/>
                  <a:pathLst>
                    <a:path w="9890" h="20412" extrusionOk="0">
                      <a:moveTo>
                        <a:pt x="9833" y="1"/>
                      </a:moveTo>
                      <a:cubicBezTo>
                        <a:pt x="9792" y="1"/>
                        <a:pt x="9535" y="196"/>
                        <a:pt x="9101" y="553"/>
                      </a:cubicBezTo>
                      <a:cubicBezTo>
                        <a:pt x="8639" y="923"/>
                        <a:pt x="8011" y="1509"/>
                        <a:pt x="7281" y="2276"/>
                      </a:cubicBezTo>
                      <a:cubicBezTo>
                        <a:pt x="6544" y="3039"/>
                        <a:pt x="5739" y="4015"/>
                        <a:pt x="4921" y="5155"/>
                      </a:cubicBezTo>
                      <a:cubicBezTo>
                        <a:pt x="4120" y="6308"/>
                        <a:pt x="3317" y="7631"/>
                        <a:pt x="2608" y="9089"/>
                      </a:cubicBezTo>
                      <a:cubicBezTo>
                        <a:pt x="1913" y="10554"/>
                        <a:pt x="1384" y="12007"/>
                        <a:pt x="985" y="13353"/>
                      </a:cubicBezTo>
                      <a:cubicBezTo>
                        <a:pt x="607" y="14704"/>
                        <a:pt x="349" y="15943"/>
                        <a:pt x="214" y="16995"/>
                      </a:cubicBezTo>
                      <a:cubicBezTo>
                        <a:pt x="73" y="18045"/>
                        <a:pt x="7" y="18901"/>
                        <a:pt x="8" y="19492"/>
                      </a:cubicBezTo>
                      <a:cubicBezTo>
                        <a:pt x="1" y="20085"/>
                        <a:pt x="9" y="20411"/>
                        <a:pt x="39" y="20412"/>
                      </a:cubicBezTo>
                      <a:cubicBezTo>
                        <a:pt x="39" y="20412"/>
                        <a:pt x="39" y="20412"/>
                        <a:pt x="39" y="20412"/>
                      </a:cubicBezTo>
                      <a:cubicBezTo>
                        <a:pt x="117" y="20412"/>
                        <a:pt x="154" y="19106"/>
                        <a:pt x="507" y="17040"/>
                      </a:cubicBezTo>
                      <a:cubicBezTo>
                        <a:pt x="678" y="16005"/>
                        <a:pt x="963" y="14789"/>
                        <a:pt x="1356" y="13462"/>
                      </a:cubicBezTo>
                      <a:cubicBezTo>
                        <a:pt x="1769" y="12141"/>
                        <a:pt x="2302" y="10713"/>
                        <a:pt x="2986" y="9271"/>
                      </a:cubicBezTo>
                      <a:cubicBezTo>
                        <a:pt x="3685" y="7833"/>
                        <a:pt x="4465" y="6524"/>
                        <a:pt x="5238" y="5376"/>
                      </a:cubicBezTo>
                      <a:cubicBezTo>
                        <a:pt x="6027" y="4239"/>
                        <a:pt x="6798" y="3256"/>
                        <a:pt x="7500" y="2475"/>
                      </a:cubicBezTo>
                      <a:cubicBezTo>
                        <a:pt x="8892" y="907"/>
                        <a:pt x="9889" y="61"/>
                        <a:pt x="9838" y="2"/>
                      </a:cubicBezTo>
                      <a:cubicBezTo>
                        <a:pt x="9837" y="1"/>
                        <a:pt x="9836" y="1"/>
                        <a:pt x="983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 name="Google Shape;211;p19">
                  <a:extLst>
                    <a:ext uri="{FF2B5EF4-FFF2-40B4-BE49-F238E27FC236}">
                      <a16:creationId xmlns:a16="http://schemas.microsoft.com/office/drawing/2014/main" id="{022A30D0-F15F-6054-57A1-E0E252D0EDB0}"/>
                    </a:ext>
                  </a:extLst>
                </p:cNvPr>
                <p:cNvSpPr/>
                <p:nvPr/>
              </p:nvSpPr>
              <p:spPr>
                <a:xfrm>
                  <a:off x="1584750" y="4915125"/>
                  <a:ext cx="668675" cy="375775"/>
                </a:xfrm>
                <a:custGeom>
                  <a:avLst/>
                  <a:gdLst/>
                  <a:ahLst/>
                  <a:cxnLst/>
                  <a:rect l="l" t="t" r="r" b="b"/>
                  <a:pathLst>
                    <a:path w="26747" h="15031" extrusionOk="0">
                      <a:moveTo>
                        <a:pt x="4043" y="1"/>
                      </a:moveTo>
                      <a:cubicBezTo>
                        <a:pt x="3757" y="2"/>
                        <a:pt x="3608" y="8"/>
                        <a:pt x="3608" y="19"/>
                      </a:cubicBezTo>
                      <a:cubicBezTo>
                        <a:pt x="3607" y="31"/>
                        <a:pt x="3756" y="46"/>
                        <a:pt x="4042" y="67"/>
                      </a:cubicBezTo>
                      <a:lnTo>
                        <a:pt x="5301" y="140"/>
                      </a:lnTo>
                      <a:cubicBezTo>
                        <a:pt x="6439" y="203"/>
                        <a:pt x="8035" y="292"/>
                        <a:pt x="10032" y="402"/>
                      </a:cubicBezTo>
                      <a:cubicBezTo>
                        <a:pt x="14040" y="643"/>
                        <a:pt x="19685" y="1051"/>
                        <a:pt x="26277" y="1785"/>
                      </a:cubicBezTo>
                      <a:lnTo>
                        <a:pt x="26277" y="1785"/>
                      </a:lnTo>
                      <a:cubicBezTo>
                        <a:pt x="25875" y="3694"/>
                        <a:pt x="25453" y="5692"/>
                        <a:pt x="25017" y="7757"/>
                      </a:cubicBezTo>
                      <a:cubicBezTo>
                        <a:pt x="24791" y="8827"/>
                        <a:pt x="24560" y="9914"/>
                        <a:pt x="24327" y="11016"/>
                      </a:cubicBezTo>
                      <a:cubicBezTo>
                        <a:pt x="24085" y="12087"/>
                        <a:pt x="23675" y="13190"/>
                        <a:pt x="22731" y="13769"/>
                      </a:cubicBezTo>
                      <a:cubicBezTo>
                        <a:pt x="21731" y="14402"/>
                        <a:pt x="20473" y="14482"/>
                        <a:pt x="19282" y="14535"/>
                      </a:cubicBezTo>
                      <a:cubicBezTo>
                        <a:pt x="18073" y="14588"/>
                        <a:pt x="16882" y="14612"/>
                        <a:pt x="15710" y="14620"/>
                      </a:cubicBezTo>
                      <a:cubicBezTo>
                        <a:pt x="15525" y="14621"/>
                        <a:pt x="15340" y="14621"/>
                        <a:pt x="15156" y="14621"/>
                      </a:cubicBezTo>
                      <a:cubicBezTo>
                        <a:pt x="13012" y="14621"/>
                        <a:pt x="10939" y="14548"/>
                        <a:pt x="8961" y="14418"/>
                      </a:cubicBezTo>
                      <a:cubicBezTo>
                        <a:pt x="6814" y="14281"/>
                        <a:pt x="4777" y="14071"/>
                        <a:pt x="2879" y="13827"/>
                      </a:cubicBezTo>
                      <a:cubicBezTo>
                        <a:pt x="1969" y="13667"/>
                        <a:pt x="875" y="13733"/>
                        <a:pt x="508" y="12992"/>
                      </a:cubicBezTo>
                      <a:cubicBezTo>
                        <a:pt x="331" y="12641"/>
                        <a:pt x="327" y="12207"/>
                        <a:pt x="354" y="11794"/>
                      </a:cubicBezTo>
                      <a:cubicBezTo>
                        <a:pt x="391" y="11376"/>
                        <a:pt x="428" y="10959"/>
                        <a:pt x="482" y="10558"/>
                      </a:cubicBezTo>
                      <a:cubicBezTo>
                        <a:pt x="890" y="7334"/>
                        <a:pt x="1781" y="4827"/>
                        <a:pt x="2492" y="3160"/>
                      </a:cubicBezTo>
                      <a:cubicBezTo>
                        <a:pt x="2847" y="2322"/>
                        <a:pt x="3172" y="1693"/>
                        <a:pt x="3381" y="1262"/>
                      </a:cubicBezTo>
                      <a:cubicBezTo>
                        <a:pt x="3480" y="1068"/>
                        <a:pt x="3562" y="907"/>
                        <a:pt x="3629" y="776"/>
                      </a:cubicBezTo>
                      <a:cubicBezTo>
                        <a:pt x="3683" y="665"/>
                        <a:pt x="3708" y="606"/>
                        <a:pt x="3701" y="602"/>
                      </a:cubicBezTo>
                      <a:cubicBezTo>
                        <a:pt x="3701" y="602"/>
                        <a:pt x="3701" y="602"/>
                        <a:pt x="3700" y="602"/>
                      </a:cubicBezTo>
                      <a:cubicBezTo>
                        <a:pt x="3693" y="602"/>
                        <a:pt x="3656" y="653"/>
                        <a:pt x="3592" y="755"/>
                      </a:cubicBezTo>
                      <a:cubicBezTo>
                        <a:pt x="3514" y="881"/>
                        <a:pt x="3420" y="1034"/>
                        <a:pt x="3307" y="1221"/>
                      </a:cubicBezTo>
                      <a:cubicBezTo>
                        <a:pt x="3072" y="1641"/>
                        <a:pt x="2723" y="2260"/>
                        <a:pt x="2344" y="3093"/>
                      </a:cubicBezTo>
                      <a:cubicBezTo>
                        <a:pt x="1583" y="4750"/>
                        <a:pt x="639" y="7264"/>
                        <a:pt x="188" y="10519"/>
                      </a:cubicBezTo>
                      <a:cubicBezTo>
                        <a:pt x="128" y="10925"/>
                        <a:pt x="87" y="11341"/>
                        <a:pt x="45" y="11772"/>
                      </a:cubicBezTo>
                      <a:cubicBezTo>
                        <a:pt x="15" y="12202"/>
                        <a:pt x="0" y="12681"/>
                        <a:pt x="220" y="13138"/>
                      </a:cubicBezTo>
                      <a:cubicBezTo>
                        <a:pt x="438" y="13613"/>
                        <a:pt x="961" y="13866"/>
                        <a:pt x="1423" y="13954"/>
                      </a:cubicBezTo>
                      <a:cubicBezTo>
                        <a:pt x="1897" y="14052"/>
                        <a:pt x="2355" y="14098"/>
                        <a:pt x="2833" y="14171"/>
                      </a:cubicBezTo>
                      <a:cubicBezTo>
                        <a:pt x="4737" y="14430"/>
                        <a:pt x="6780" y="14654"/>
                        <a:pt x="8935" y="14802"/>
                      </a:cubicBezTo>
                      <a:cubicBezTo>
                        <a:pt x="11002" y="14948"/>
                        <a:pt x="13173" y="15030"/>
                        <a:pt x="15421" y="15030"/>
                      </a:cubicBezTo>
                      <a:cubicBezTo>
                        <a:pt x="15518" y="15030"/>
                        <a:pt x="15615" y="15030"/>
                        <a:pt x="15713" y="15030"/>
                      </a:cubicBezTo>
                      <a:cubicBezTo>
                        <a:pt x="16888" y="15024"/>
                        <a:pt x="18086" y="15002"/>
                        <a:pt x="19299" y="14950"/>
                      </a:cubicBezTo>
                      <a:cubicBezTo>
                        <a:pt x="20499" y="14893"/>
                        <a:pt x="21819" y="14833"/>
                        <a:pt x="22957" y="14119"/>
                      </a:cubicBezTo>
                      <a:cubicBezTo>
                        <a:pt x="23481" y="13793"/>
                        <a:pt x="23895" y="13301"/>
                        <a:pt x="24166" y="12767"/>
                      </a:cubicBezTo>
                      <a:cubicBezTo>
                        <a:pt x="24441" y="12232"/>
                        <a:pt x="24602" y="11666"/>
                        <a:pt x="24733" y="11110"/>
                      </a:cubicBezTo>
                      <a:cubicBezTo>
                        <a:pt x="24966" y="10003"/>
                        <a:pt x="25194" y="8912"/>
                        <a:pt x="25420" y="7840"/>
                      </a:cubicBezTo>
                      <a:cubicBezTo>
                        <a:pt x="25865" y="5697"/>
                        <a:pt x="26293" y="3628"/>
                        <a:pt x="26703" y="1654"/>
                      </a:cubicBezTo>
                      <a:lnTo>
                        <a:pt x="26747" y="1442"/>
                      </a:lnTo>
                      <a:lnTo>
                        <a:pt x="26533" y="1420"/>
                      </a:lnTo>
                      <a:cubicBezTo>
                        <a:pt x="19838" y="700"/>
                        <a:pt x="14101" y="338"/>
                        <a:pt x="10045" y="163"/>
                      </a:cubicBezTo>
                      <a:cubicBezTo>
                        <a:pt x="8016" y="74"/>
                        <a:pt x="6407" y="30"/>
                        <a:pt x="5305" y="11"/>
                      </a:cubicBezTo>
                      <a:lnTo>
                        <a:pt x="4043" y="1"/>
                      </a:ln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 name="Google Shape;212;p19">
                  <a:extLst>
                    <a:ext uri="{FF2B5EF4-FFF2-40B4-BE49-F238E27FC236}">
                      <a16:creationId xmlns:a16="http://schemas.microsoft.com/office/drawing/2014/main" id="{6E9E3185-2A50-BC7D-EA6C-3C1884686BDE}"/>
                    </a:ext>
                  </a:extLst>
                </p:cNvPr>
                <p:cNvSpPr/>
                <p:nvPr/>
              </p:nvSpPr>
              <p:spPr>
                <a:xfrm>
                  <a:off x="2237125" y="4952100"/>
                  <a:ext cx="57350" cy="45600"/>
                </a:xfrm>
                <a:custGeom>
                  <a:avLst/>
                  <a:gdLst/>
                  <a:ahLst/>
                  <a:cxnLst/>
                  <a:rect l="l" t="t" r="r" b="b"/>
                  <a:pathLst>
                    <a:path w="2294" h="1824" extrusionOk="0">
                      <a:moveTo>
                        <a:pt x="959" y="477"/>
                      </a:moveTo>
                      <a:cubicBezTo>
                        <a:pt x="1119" y="540"/>
                        <a:pt x="1271" y="622"/>
                        <a:pt x="1411" y="721"/>
                      </a:cubicBezTo>
                      <a:cubicBezTo>
                        <a:pt x="1636" y="868"/>
                        <a:pt x="1870" y="1142"/>
                        <a:pt x="1825" y="1303"/>
                      </a:cubicBezTo>
                      <a:cubicBezTo>
                        <a:pt x="1796" y="1375"/>
                        <a:pt x="1770" y="1405"/>
                        <a:pt x="1681" y="1405"/>
                      </a:cubicBezTo>
                      <a:cubicBezTo>
                        <a:pt x="1674" y="1405"/>
                        <a:pt x="1666" y="1405"/>
                        <a:pt x="1658" y="1405"/>
                      </a:cubicBezTo>
                      <a:cubicBezTo>
                        <a:pt x="1552" y="1395"/>
                        <a:pt x="1429" y="1331"/>
                        <a:pt x="1339" y="1253"/>
                      </a:cubicBezTo>
                      <a:cubicBezTo>
                        <a:pt x="1157" y="1115"/>
                        <a:pt x="1106" y="842"/>
                        <a:pt x="1013" y="621"/>
                      </a:cubicBezTo>
                      <a:cubicBezTo>
                        <a:pt x="997" y="570"/>
                        <a:pt x="979" y="522"/>
                        <a:pt x="959" y="477"/>
                      </a:cubicBezTo>
                      <a:close/>
                      <a:moveTo>
                        <a:pt x="536" y="0"/>
                      </a:moveTo>
                      <a:cubicBezTo>
                        <a:pt x="524" y="0"/>
                        <a:pt x="516" y="4"/>
                        <a:pt x="513" y="12"/>
                      </a:cubicBezTo>
                      <a:cubicBezTo>
                        <a:pt x="504" y="28"/>
                        <a:pt x="515" y="56"/>
                        <a:pt x="535" y="101"/>
                      </a:cubicBezTo>
                      <a:lnTo>
                        <a:pt x="535" y="101"/>
                      </a:lnTo>
                      <a:cubicBezTo>
                        <a:pt x="190" y="110"/>
                        <a:pt x="0" y="215"/>
                        <a:pt x="12" y="254"/>
                      </a:cubicBezTo>
                      <a:cubicBezTo>
                        <a:pt x="22" y="313"/>
                        <a:pt x="275" y="290"/>
                        <a:pt x="651" y="380"/>
                      </a:cubicBezTo>
                      <a:lnTo>
                        <a:pt x="651" y="380"/>
                      </a:lnTo>
                      <a:cubicBezTo>
                        <a:pt x="681" y="469"/>
                        <a:pt x="708" y="576"/>
                        <a:pt x="728" y="703"/>
                      </a:cubicBezTo>
                      <a:cubicBezTo>
                        <a:pt x="751" y="815"/>
                        <a:pt x="775" y="942"/>
                        <a:pt x="816" y="1084"/>
                      </a:cubicBezTo>
                      <a:cubicBezTo>
                        <a:pt x="849" y="1219"/>
                        <a:pt x="941" y="1412"/>
                        <a:pt x="1076" y="1536"/>
                      </a:cubicBezTo>
                      <a:cubicBezTo>
                        <a:pt x="1211" y="1665"/>
                        <a:pt x="1378" y="1776"/>
                        <a:pt x="1608" y="1812"/>
                      </a:cubicBezTo>
                      <a:cubicBezTo>
                        <a:pt x="1637" y="1819"/>
                        <a:pt x="1668" y="1823"/>
                        <a:pt x="1701" y="1823"/>
                      </a:cubicBezTo>
                      <a:cubicBezTo>
                        <a:pt x="1920" y="1823"/>
                        <a:pt x="2188" y="1651"/>
                        <a:pt x="2231" y="1405"/>
                      </a:cubicBezTo>
                      <a:cubicBezTo>
                        <a:pt x="2293" y="1116"/>
                        <a:pt x="2160" y="900"/>
                        <a:pt x="2041" y="749"/>
                      </a:cubicBezTo>
                      <a:cubicBezTo>
                        <a:pt x="1910" y="589"/>
                        <a:pt x="1765" y="490"/>
                        <a:pt x="1623" y="399"/>
                      </a:cubicBezTo>
                      <a:cubicBezTo>
                        <a:pt x="1333" y="223"/>
                        <a:pt x="1038" y="137"/>
                        <a:pt x="790" y="112"/>
                      </a:cubicBezTo>
                      <a:cubicBezTo>
                        <a:pt x="762" y="109"/>
                        <a:pt x="734" y="107"/>
                        <a:pt x="708" y="105"/>
                      </a:cubicBezTo>
                      <a:lnTo>
                        <a:pt x="708" y="105"/>
                      </a:lnTo>
                      <a:cubicBezTo>
                        <a:pt x="634" y="35"/>
                        <a:pt x="569" y="0"/>
                        <a:pt x="536"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oogle Shape;213;p19">
                  <a:extLst>
                    <a:ext uri="{FF2B5EF4-FFF2-40B4-BE49-F238E27FC236}">
                      <a16:creationId xmlns:a16="http://schemas.microsoft.com/office/drawing/2014/main" id="{306581BC-9F26-51A6-F55C-9FE439378DFD}"/>
                    </a:ext>
                  </a:extLst>
                </p:cNvPr>
                <p:cNvSpPr/>
                <p:nvPr/>
              </p:nvSpPr>
              <p:spPr>
                <a:xfrm>
                  <a:off x="1943125" y="4472975"/>
                  <a:ext cx="213000" cy="51275"/>
                </a:xfrm>
                <a:custGeom>
                  <a:avLst/>
                  <a:gdLst/>
                  <a:ahLst/>
                  <a:cxnLst/>
                  <a:rect l="l" t="t" r="r" b="b"/>
                  <a:pathLst>
                    <a:path w="8520" h="2051" extrusionOk="0">
                      <a:moveTo>
                        <a:pt x="0" y="0"/>
                      </a:moveTo>
                      <a:lnTo>
                        <a:pt x="0" y="2050"/>
                      </a:lnTo>
                      <a:lnTo>
                        <a:pt x="8520" y="2050"/>
                      </a:lnTo>
                      <a:lnTo>
                        <a:pt x="8520" y="0"/>
                      </a:lnTo>
                      <a:close/>
                    </a:path>
                  </a:pathLst>
                </a:custGeom>
                <a:solidFill>
                  <a:srgbClr val="EAE7E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 name="Google Shape;214;p19">
                  <a:extLst>
                    <a:ext uri="{FF2B5EF4-FFF2-40B4-BE49-F238E27FC236}">
                      <a16:creationId xmlns:a16="http://schemas.microsoft.com/office/drawing/2014/main" id="{9137A46E-5656-575E-4150-7451866F6C74}"/>
                    </a:ext>
                  </a:extLst>
                </p:cNvPr>
                <p:cNvSpPr/>
                <p:nvPr/>
              </p:nvSpPr>
              <p:spPr>
                <a:xfrm>
                  <a:off x="3671925" y="3038675"/>
                  <a:ext cx="108500" cy="2433375"/>
                </a:xfrm>
                <a:custGeom>
                  <a:avLst/>
                  <a:gdLst/>
                  <a:ahLst/>
                  <a:cxnLst/>
                  <a:rect l="l" t="t" r="r" b="b"/>
                  <a:pathLst>
                    <a:path w="4340" h="97335" extrusionOk="0">
                      <a:moveTo>
                        <a:pt x="1" y="1"/>
                      </a:moveTo>
                      <a:lnTo>
                        <a:pt x="1" y="97335"/>
                      </a:lnTo>
                      <a:lnTo>
                        <a:pt x="4340" y="97335"/>
                      </a:lnTo>
                      <a:lnTo>
                        <a:pt x="4340"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 name="Google Shape;215;p19">
                  <a:extLst>
                    <a:ext uri="{FF2B5EF4-FFF2-40B4-BE49-F238E27FC236}">
                      <a16:creationId xmlns:a16="http://schemas.microsoft.com/office/drawing/2014/main" id="{5400A832-FF4C-85B5-449E-D54CD52D554F}"/>
                    </a:ext>
                  </a:extLst>
                </p:cNvPr>
                <p:cNvSpPr/>
                <p:nvPr/>
              </p:nvSpPr>
              <p:spPr>
                <a:xfrm>
                  <a:off x="3780400" y="3045650"/>
                  <a:ext cx="108525" cy="2426400"/>
                </a:xfrm>
                <a:custGeom>
                  <a:avLst/>
                  <a:gdLst/>
                  <a:ahLst/>
                  <a:cxnLst/>
                  <a:rect l="l" t="t" r="r" b="b"/>
                  <a:pathLst>
                    <a:path w="4341" h="97056" extrusionOk="0">
                      <a:moveTo>
                        <a:pt x="1" y="0"/>
                      </a:moveTo>
                      <a:lnTo>
                        <a:pt x="1" y="97056"/>
                      </a:lnTo>
                      <a:lnTo>
                        <a:pt x="4340" y="97056"/>
                      </a:lnTo>
                      <a:lnTo>
                        <a:pt x="4340"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 name="Google Shape;216;p19">
                  <a:extLst>
                    <a:ext uri="{FF2B5EF4-FFF2-40B4-BE49-F238E27FC236}">
                      <a16:creationId xmlns:a16="http://schemas.microsoft.com/office/drawing/2014/main" id="{717DF51F-D1F4-1A41-465B-9FFA7F465170}"/>
                    </a:ext>
                  </a:extLst>
                </p:cNvPr>
                <p:cNvSpPr/>
                <p:nvPr/>
              </p:nvSpPr>
              <p:spPr>
                <a:xfrm>
                  <a:off x="5758425" y="3038675"/>
                  <a:ext cx="108500" cy="2433375"/>
                </a:xfrm>
                <a:custGeom>
                  <a:avLst/>
                  <a:gdLst/>
                  <a:ahLst/>
                  <a:cxnLst/>
                  <a:rect l="l" t="t" r="r" b="b"/>
                  <a:pathLst>
                    <a:path w="4340" h="97335" extrusionOk="0">
                      <a:moveTo>
                        <a:pt x="0" y="1"/>
                      </a:moveTo>
                      <a:lnTo>
                        <a:pt x="0" y="97335"/>
                      </a:lnTo>
                      <a:lnTo>
                        <a:pt x="4339" y="97335"/>
                      </a:lnTo>
                      <a:lnTo>
                        <a:pt x="4339"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217;p19">
                  <a:extLst>
                    <a:ext uri="{FF2B5EF4-FFF2-40B4-BE49-F238E27FC236}">
                      <a16:creationId xmlns:a16="http://schemas.microsoft.com/office/drawing/2014/main" id="{9F1DF8AC-613A-7CF0-05EF-CD8EF857AFEC}"/>
                    </a:ext>
                  </a:extLst>
                </p:cNvPr>
                <p:cNvSpPr/>
                <p:nvPr/>
              </p:nvSpPr>
              <p:spPr>
                <a:xfrm>
                  <a:off x="5866900" y="3045650"/>
                  <a:ext cx="108500" cy="2426400"/>
                </a:xfrm>
                <a:custGeom>
                  <a:avLst/>
                  <a:gdLst/>
                  <a:ahLst/>
                  <a:cxnLst/>
                  <a:rect l="l" t="t" r="r" b="b"/>
                  <a:pathLst>
                    <a:path w="4340" h="97056" extrusionOk="0">
                      <a:moveTo>
                        <a:pt x="0" y="0"/>
                      </a:moveTo>
                      <a:lnTo>
                        <a:pt x="0" y="97056"/>
                      </a:lnTo>
                      <a:lnTo>
                        <a:pt x="4340" y="97056"/>
                      </a:lnTo>
                      <a:lnTo>
                        <a:pt x="4340"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Google Shape;218;p19">
                  <a:extLst>
                    <a:ext uri="{FF2B5EF4-FFF2-40B4-BE49-F238E27FC236}">
                      <a16:creationId xmlns:a16="http://schemas.microsoft.com/office/drawing/2014/main" id="{25BDFEA6-70BF-5774-895F-D124307547CA}"/>
                    </a:ext>
                  </a:extLst>
                </p:cNvPr>
                <p:cNvSpPr/>
                <p:nvPr/>
              </p:nvSpPr>
              <p:spPr>
                <a:xfrm>
                  <a:off x="4808775" y="3038675"/>
                  <a:ext cx="108525" cy="2433375"/>
                </a:xfrm>
                <a:custGeom>
                  <a:avLst/>
                  <a:gdLst/>
                  <a:ahLst/>
                  <a:cxnLst/>
                  <a:rect l="l" t="t" r="r" b="b"/>
                  <a:pathLst>
                    <a:path w="4341" h="97335" extrusionOk="0">
                      <a:moveTo>
                        <a:pt x="1" y="1"/>
                      </a:moveTo>
                      <a:lnTo>
                        <a:pt x="1" y="97335"/>
                      </a:lnTo>
                      <a:lnTo>
                        <a:pt x="4340" y="97335"/>
                      </a:lnTo>
                      <a:lnTo>
                        <a:pt x="4340"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219;p19">
                  <a:extLst>
                    <a:ext uri="{FF2B5EF4-FFF2-40B4-BE49-F238E27FC236}">
                      <a16:creationId xmlns:a16="http://schemas.microsoft.com/office/drawing/2014/main" id="{E420D191-0303-4BAC-2377-CC514391A048}"/>
                    </a:ext>
                  </a:extLst>
                </p:cNvPr>
                <p:cNvSpPr/>
                <p:nvPr/>
              </p:nvSpPr>
              <p:spPr>
                <a:xfrm>
                  <a:off x="4917275" y="3045650"/>
                  <a:ext cx="108500" cy="2426400"/>
                </a:xfrm>
                <a:custGeom>
                  <a:avLst/>
                  <a:gdLst/>
                  <a:ahLst/>
                  <a:cxnLst/>
                  <a:rect l="l" t="t" r="r" b="b"/>
                  <a:pathLst>
                    <a:path w="4340" h="97056" extrusionOk="0">
                      <a:moveTo>
                        <a:pt x="0" y="0"/>
                      </a:moveTo>
                      <a:lnTo>
                        <a:pt x="0" y="97056"/>
                      </a:lnTo>
                      <a:lnTo>
                        <a:pt x="4340" y="97056"/>
                      </a:lnTo>
                      <a:lnTo>
                        <a:pt x="4340" y="0"/>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220;p19">
                  <a:extLst>
                    <a:ext uri="{FF2B5EF4-FFF2-40B4-BE49-F238E27FC236}">
                      <a16:creationId xmlns:a16="http://schemas.microsoft.com/office/drawing/2014/main" id="{62BC78AA-6BA3-1BA6-26E2-0A45F4CCE8C6}"/>
                    </a:ext>
                  </a:extLst>
                </p:cNvPr>
                <p:cNvSpPr/>
                <p:nvPr/>
              </p:nvSpPr>
              <p:spPr>
                <a:xfrm>
                  <a:off x="3359425" y="2888225"/>
                  <a:ext cx="2983650" cy="212400"/>
                </a:xfrm>
                <a:custGeom>
                  <a:avLst/>
                  <a:gdLst/>
                  <a:ahLst/>
                  <a:cxnLst/>
                  <a:rect l="l" t="t" r="r" b="b"/>
                  <a:pathLst>
                    <a:path w="119346" h="8496" extrusionOk="0">
                      <a:moveTo>
                        <a:pt x="0" y="1"/>
                      </a:moveTo>
                      <a:lnTo>
                        <a:pt x="0" y="8496"/>
                      </a:lnTo>
                      <a:lnTo>
                        <a:pt x="119345" y="8496"/>
                      </a:lnTo>
                      <a:lnTo>
                        <a:pt x="119345"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 name="Google Shape;221;p19">
                  <a:extLst>
                    <a:ext uri="{FF2B5EF4-FFF2-40B4-BE49-F238E27FC236}">
                      <a16:creationId xmlns:a16="http://schemas.microsoft.com/office/drawing/2014/main" id="{CE7D9FE6-4D82-3167-3AD3-B15625599E61}"/>
                    </a:ext>
                  </a:extLst>
                </p:cNvPr>
                <p:cNvSpPr/>
                <p:nvPr/>
              </p:nvSpPr>
              <p:spPr>
                <a:xfrm>
                  <a:off x="5849150" y="1733200"/>
                  <a:ext cx="367075" cy="305400"/>
                </a:xfrm>
                <a:custGeom>
                  <a:avLst/>
                  <a:gdLst/>
                  <a:ahLst/>
                  <a:cxnLst/>
                  <a:rect l="l" t="t" r="r" b="b"/>
                  <a:pathLst>
                    <a:path w="14683" h="12216" extrusionOk="0">
                      <a:moveTo>
                        <a:pt x="10353" y="0"/>
                      </a:moveTo>
                      <a:cubicBezTo>
                        <a:pt x="8034" y="0"/>
                        <a:pt x="5709" y="793"/>
                        <a:pt x="3919" y="2271"/>
                      </a:cubicBezTo>
                      <a:cubicBezTo>
                        <a:pt x="1390" y="4359"/>
                        <a:pt x="0" y="7750"/>
                        <a:pt x="338" y="11012"/>
                      </a:cubicBezTo>
                      <a:lnTo>
                        <a:pt x="564" y="11296"/>
                      </a:lnTo>
                      <a:cubicBezTo>
                        <a:pt x="1654" y="11927"/>
                        <a:pt x="2886" y="12215"/>
                        <a:pt x="4136" y="12215"/>
                      </a:cubicBezTo>
                      <a:cubicBezTo>
                        <a:pt x="6043" y="12215"/>
                        <a:pt x="7990" y="11545"/>
                        <a:pt x="9533" y="10400"/>
                      </a:cubicBezTo>
                      <a:cubicBezTo>
                        <a:pt x="12089" y="8505"/>
                        <a:pt x="13660" y="5529"/>
                        <a:pt x="14527" y="2468"/>
                      </a:cubicBezTo>
                      <a:cubicBezTo>
                        <a:pt x="14608" y="2185"/>
                        <a:pt x="14682" y="1890"/>
                        <a:pt x="14628" y="1602"/>
                      </a:cubicBezTo>
                      <a:cubicBezTo>
                        <a:pt x="14507" y="955"/>
                        <a:pt x="13810" y="603"/>
                        <a:pt x="13180" y="412"/>
                      </a:cubicBezTo>
                      <a:cubicBezTo>
                        <a:pt x="12264" y="135"/>
                        <a:pt x="11309" y="0"/>
                        <a:pt x="10353"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222;p19">
                  <a:extLst>
                    <a:ext uri="{FF2B5EF4-FFF2-40B4-BE49-F238E27FC236}">
                      <a16:creationId xmlns:a16="http://schemas.microsoft.com/office/drawing/2014/main" id="{26119D74-3059-CDCF-1BB2-AA4CBD5D6145}"/>
                    </a:ext>
                  </a:extLst>
                </p:cNvPr>
                <p:cNvSpPr/>
                <p:nvPr/>
              </p:nvSpPr>
              <p:spPr>
                <a:xfrm>
                  <a:off x="5428800" y="1307575"/>
                  <a:ext cx="447500" cy="661900"/>
                </a:xfrm>
                <a:custGeom>
                  <a:avLst/>
                  <a:gdLst/>
                  <a:ahLst/>
                  <a:cxnLst/>
                  <a:rect l="l" t="t" r="r" b="b"/>
                  <a:pathLst>
                    <a:path w="17900" h="26476" extrusionOk="0">
                      <a:moveTo>
                        <a:pt x="6671" y="1"/>
                      </a:moveTo>
                      <a:cubicBezTo>
                        <a:pt x="5791" y="1"/>
                        <a:pt x="4991" y="709"/>
                        <a:pt x="4408" y="1417"/>
                      </a:cubicBezTo>
                      <a:cubicBezTo>
                        <a:pt x="1129" y="5399"/>
                        <a:pt x="0" y="11051"/>
                        <a:pt x="1498" y="15985"/>
                      </a:cubicBezTo>
                      <a:cubicBezTo>
                        <a:pt x="2995" y="20920"/>
                        <a:pt x="7077" y="24991"/>
                        <a:pt x="12016" y="26476"/>
                      </a:cubicBezTo>
                      <a:lnTo>
                        <a:pt x="12567" y="26319"/>
                      </a:lnTo>
                      <a:cubicBezTo>
                        <a:pt x="16549" y="23289"/>
                        <a:pt x="17899" y="17613"/>
                        <a:pt x="16696" y="12757"/>
                      </a:cubicBezTo>
                      <a:cubicBezTo>
                        <a:pt x="15491" y="7900"/>
                        <a:pt x="12125" y="3819"/>
                        <a:pt x="8205" y="707"/>
                      </a:cubicBezTo>
                      <a:cubicBezTo>
                        <a:pt x="7845" y="420"/>
                        <a:pt x="7462" y="133"/>
                        <a:pt x="7010" y="37"/>
                      </a:cubicBezTo>
                      <a:cubicBezTo>
                        <a:pt x="6896" y="12"/>
                        <a:pt x="6783" y="1"/>
                        <a:pt x="6671"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 name="Google Shape;223;p19">
                  <a:extLst>
                    <a:ext uri="{FF2B5EF4-FFF2-40B4-BE49-F238E27FC236}">
                      <a16:creationId xmlns:a16="http://schemas.microsoft.com/office/drawing/2014/main" id="{7731CCC7-3F65-A16E-71EA-AED4CBFA5536}"/>
                    </a:ext>
                  </a:extLst>
                </p:cNvPr>
                <p:cNvSpPr/>
                <p:nvPr/>
              </p:nvSpPr>
              <p:spPr>
                <a:xfrm>
                  <a:off x="5648500" y="1603550"/>
                  <a:ext cx="146450" cy="691300"/>
                </a:xfrm>
                <a:custGeom>
                  <a:avLst/>
                  <a:gdLst/>
                  <a:ahLst/>
                  <a:cxnLst/>
                  <a:rect l="l" t="t" r="r" b="b"/>
                  <a:pathLst>
                    <a:path w="5858" h="27652" extrusionOk="0">
                      <a:moveTo>
                        <a:pt x="212" y="0"/>
                      </a:moveTo>
                      <a:cubicBezTo>
                        <a:pt x="110" y="0"/>
                        <a:pt x="0" y="86"/>
                        <a:pt x="28" y="218"/>
                      </a:cubicBezTo>
                      <a:cubicBezTo>
                        <a:pt x="1950" y="9246"/>
                        <a:pt x="3295" y="18396"/>
                        <a:pt x="5212" y="27430"/>
                      </a:cubicBezTo>
                      <a:cubicBezTo>
                        <a:pt x="5245" y="27585"/>
                        <a:pt x="5359" y="27652"/>
                        <a:pt x="5480" y="27652"/>
                      </a:cubicBezTo>
                      <a:cubicBezTo>
                        <a:pt x="5662" y="27652"/>
                        <a:pt x="5858" y="27499"/>
                        <a:pt x="5808" y="27265"/>
                      </a:cubicBezTo>
                      <a:cubicBezTo>
                        <a:pt x="3881" y="18242"/>
                        <a:pt x="2284" y="9151"/>
                        <a:pt x="362" y="125"/>
                      </a:cubicBezTo>
                      <a:cubicBezTo>
                        <a:pt x="344" y="38"/>
                        <a:pt x="279" y="0"/>
                        <a:pt x="21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224;p19">
                  <a:extLst>
                    <a:ext uri="{FF2B5EF4-FFF2-40B4-BE49-F238E27FC236}">
                      <a16:creationId xmlns:a16="http://schemas.microsoft.com/office/drawing/2014/main" id="{CF466A22-1ABF-BC50-2EC6-B3EA913703B0}"/>
                    </a:ext>
                  </a:extLst>
                </p:cNvPr>
                <p:cNvSpPr/>
                <p:nvPr/>
              </p:nvSpPr>
              <p:spPr>
                <a:xfrm>
                  <a:off x="5413625" y="2238250"/>
                  <a:ext cx="685125" cy="654600"/>
                </a:xfrm>
                <a:custGeom>
                  <a:avLst/>
                  <a:gdLst/>
                  <a:ahLst/>
                  <a:cxnLst/>
                  <a:rect l="l" t="t" r="r" b="b"/>
                  <a:pathLst>
                    <a:path w="27405" h="26184" extrusionOk="0">
                      <a:moveTo>
                        <a:pt x="1" y="0"/>
                      </a:moveTo>
                      <a:lnTo>
                        <a:pt x="1" y="26043"/>
                      </a:lnTo>
                      <a:cubicBezTo>
                        <a:pt x="1" y="26120"/>
                        <a:pt x="64" y="26183"/>
                        <a:pt x="141" y="26183"/>
                      </a:cubicBezTo>
                      <a:lnTo>
                        <a:pt x="27263" y="26183"/>
                      </a:lnTo>
                      <a:cubicBezTo>
                        <a:pt x="27341" y="26183"/>
                        <a:pt x="27404" y="26120"/>
                        <a:pt x="27404" y="26043"/>
                      </a:cubicBezTo>
                      <a:lnTo>
                        <a:pt x="27404" y="0"/>
                      </a:lnTo>
                      <a:close/>
                    </a:path>
                  </a:pathLst>
                </a:custGeom>
                <a:solidFill>
                  <a:srgbClr val="FFAD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 name="Google Shape;225;p19">
                  <a:extLst>
                    <a:ext uri="{FF2B5EF4-FFF2-40B4-BE49-F238E27FC236}">
                      <a16:creationId xmlns:a16="http://schemas.microsoft.com/office/drawing/2014/main" id="{186585CF-3261-6D82-13C9-01CD14D8F39F}"/>
                    </a:ext>
                  </a:extLst>
                </p:cNvPr>
                <p:cNvSpPr/>
                <p:nvPr/>
              </p:nvSpPr>
              <p:spPr>
                <a:xfrm>
                  <a:off x="5754025" y="1856100"/>
                  <a:ext cx="269675" cy="278025"/>
                </a:xfrm>
                <a:custGeom>
                  <a:avLst/>
                  <a:gdLst/>
                  <a:ahLst/>
                  <a:cxnLst/>
                  <a:rect l="l" t="t" r="r" b="b"/>
                  <a:pathLst>
                    <a:path w="10787" h="11121" extrusionOk="0">
                      <a:moveTo>
                        <a:pt x="10379" y="1"/>
                      </a:moveTo>
                      <a:cubicBezTo>
                        <a:pt x="10312" y="1"/>
                        <a:pt x="10243" y="29"/>
                        <a:pt x="10183" y="97"/>
                      </a:cubicBezTo>
                      <a:cubicBezTo>
                        <a:pt x="6970" y="3745"/>
                        <a:pt x="2770" y="6898"/>
                        <a:pt x="61" y="10943"/>
                      </a:cubicBezTo>
                      <a:cubicBezTo>
                        <a:pt x="1" y="11032"/>
                        <a:pt x="84" y="11121"/>
                        <a:pt x="170" y="11121"/>
                      </a:cubicBezTo>
                      <a:cubicBezTo>
                        <a:pt x="198" y="11121"/>
                        <a:pt x="226" y="11111"/>
                        <a:pt x="250" y="11090"/>
                      </a:cubicBezTo>
                      <a:lnTo>
                        <a:pt x="250" y="11089"/>
                      </a:lnTo>
                      <a:cubicBezTo>
                        <a:pt x="3840" y="7820"/>
                        <a:pt x="7472" y="4229"/>
                        <a:pt x="10602" y="516"/>
                      </a:cubicBezTo>
                      <a:cubicBezTo>
                        <a:pt x="10787" y="296"/>
                        <a:pt x="10594" y="1"/>
                        <a:pt x="10379"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4" name="Google Shape;226;p19">
                  <a:extLst>
                    <a:ext uri="{FF2B5EF4-FFF2-40B4-BE49-F238E27FC236}">
                      <a16:creationId xmlns:a16="http://schemas.microsoft.com/office/drawing/2014/main" id="{FC7051A8-E20F-64FC-8E6F-941EE04BCBD1}"/>
                    </a:ext>
                  </a:extLst>
                </p:cNvPr>
                <p:cNvSpPr/>
                <p:nvPr/>
              </p:nvSpPr>
              <p:spPr>
                <a:xfrm>
                  <a:off x="5656550" y="2240950"/>
                  <a:ext cx="438375" cy="239725"/>
                </a:xfrm>
                <a:custGeom>
                  <a:avLst/>
                  <a:gdLst/>
                  <a:ahLst/>
                  <a:cxnLst/>
                  <a:rect l="l" t="t" r="r" b="b"/>
                  <a:pathLst>
                    <a:path w="17535" h="9589" extrusionOk="0">
                      <a:moveTo>
                        <a:pt x="8372" y="2708"/>
                      </a:moveTo>
                      <a:cubicBezTo>
                        <a:pt x="8529" y="2708"/>
                        <a:pt x="8685" y="2731"/>
                        <a:pt x="8836" y="2773"/>
                      </a:cubicBezTo>
                      <a:cubicBezTo>
                        <a:pt x="9168" y="2863"/>
                        <a:pt x="9461" y="3063"/>
                        <a:pt x="9733" y="3269"/>
                      </a:cubicBezTo>
                      <a:lnTo>
                        <a:pt x="9733" y="3269"/>
                      </a:lnTo>
                      <a:cubicBezTo>
                        <a:pt x="9864" y="3718"/>
                        <a:pt x="9909" y="4190"/>
                        <a:pt x="9730" y="4568"/>
                      </a:cubicBezTo>
                      <a:cubicBezTo>
                        <a:pt x="9550" y="4965"/>
                        <a:pt x="9151" y="5229"/>
                        <a:pt x="8722" y="5383"/>
                      </a:cubicBezTo>
                      <a:cubicBezTo>
                        <a:pt x="8132" y="5578"/>
                        <a:pt x="7508" y="5657"/>
                        <a:pt x="6904" y="5657"/>
                      </a:cubicBezTo>
                      <a:cubicBezTo>
                        <a:pt x="6800" y="5657"/>
                        <a:pt x="6696" y="5655"/>
                        <a:pt x="6594" y="5650"/>
                      </a:cubicBezTo>
                      <a:lnTo>
                        <a:pt x="6594" y="5650"/>
                      </a:lnTo>
                      <a:cubicBezTo>
                        <a:pt x="6577" y="5590"/>
                        <a:pt x="6561" y="5530"/>
                        <a:pt x="6547" y="5468"/>
                      </a:cubicBezTo>
                      <a:cubicBezTo>
                        <a:pt x="6287" y="4472"/>
                        <a:pt x="6790" y="3240"/>
                        <a:pt x="7782" y="2822"/>
                      </a:cubicBezTo>
                      <a:cubicBezTo>
                        <a:pt x="7971" y="2745"/>
                        <a:pt x="8172" y="2708"/>
                        <a:pt x="8372" y="2708"/>
                      </a:cubicBezTo>
                      <a:close/>
                      <a:moveTo>
                        <a:pt x="14" y="0"/>
                      </a:moveTo>
                      <a:cubicBezTo>
                        <a:pt x="14" y="0"/>
                        <a:pt x="13" y="0"/>
                        <a:pt x="13" y="0"/>
                      </a:cubicBezTo>
                      <a:cubicBezTo>
                        <a:pt x="0" y="2"/>
                        <a:pt x="6" y="104"/>
                        <a:pt x="30" y="296"/>
                      </a:cubicBezTo>
                      <a:cubicBezTo>
                        <a:pt x="72" y="576"/>
                        <a:pt x="135" y="851"/>
                        <a:pt x="219" y="1122"/>
                      </a:cubicBezTo>
                      <a:cubicBezTo>
                        <a:pt x="431" y="1826"/>
                        <a:pt x="879" y="2843"/>
                        <a:pt x="1804" y="3834"/>
                      </a:cubicBezTo>
                      <a:cubicBezTo>
                        <a:pt x="2716" y="4821"/>
                        <a:pt x="4179" y="5729"/>
                        <a:pt x="5997" y="5971"/>
                      </a:cubicBezTo>
                      <a:cubicBezTo>
                        <a:pt x="6091" y="5983"/>
                        <a:pt x="6185" y="5993"/>
                        <a:pt x="6280" y="6002"/>
                      </a:cubicBezTo>
                      <a:lnTo>
                        <a:pt x="6280" y="6002"/>
                      </a:lnTo>
                      <a:cubicBezTo>
                        <a:pt x="6631" y="6957"/>
                        <a:pt x="7328" y="7699"/>
                        <a:pt x="8057" y="8242"/>
                      </a:cubicBezTo>
                      <a:cubicBezTo>
                        <a:pt x="9357" y="9200"/>
                        <a:pt x="10841" y="9589"/>
                        <a:pt x="12156" y="9589"/>
                      </a:cubicBezTo>
                      <a:cubicBezTo>
                        <a:pt x="12579" y="9589"/>
                        <a:pt x="12984" y="9549"/>
                        <a:pt x="13360" y="9474"/>
                      </a:cubicBezTo>
                      <a:cubicBezTo>
                        <a:pt x="14931" y="9167"/>
                        <a:pt x="16023" y="8400"/>
                        <a:pt x="16661" y="7809"/>
                      </a:cubicBezTo>
                      <a:cubicBezTo>
                        <a:pt x="16906" y="7579"/>
                        <a:pt x="17134" y="7328"/>
                        <a:pt x="17338" y="7060"/>
                      </a:cubicBezTo>
                      <a:cubicBezTo>
                        <a:pt x="17471" y="6871"/>
                        <a:pt x="17534" y="6769"/>
                        <a:pt x="17523" y="6760"/>
                      </a:cubicBezTo>
                      <a:cubicBezTo>
                        <a:pt x="17522" y="6759"/>
                        <a:pt x="17521" y="6759"/>
                        <a:pt x="17519" y="6759"/>
                      </a:cubicBezTo>
                      <a:cubicBezTo>
                        <a:pt x="17476" y="6759"/>
                        <a:pt x="17190" y="7148"/>
                        <a:pt x="16553" y="7686"/>
                      </a:cubicBezTo>
                      <a:cubicBezTo>
                        <a:pt x="15899" y="8227"/>
                        <a:pt x="14816" y="8927"/>
                        <a:pt x="13308" y="9183"/>
                      </a:cubicBezTo>
                      <a:cubicBezTo>
                        <a:pt x="12987" y="9238"/>
                        <a:pt x="12645" y="9268"/>
                        <a:pt x="12290" y="9268"/>
                      </a:cubicBezTo>
                      <a:cubicBezTo>
                        <a:pt x="11004" y="9268"/>
                        <a:pt x="9547" y="8881"/>
                        <a:pt x="8288" y="7933"/>
                      </a:cubicBezTo>
                      <a:cubicBezTo>
                        <a:pt x="7651" y="7451"/>
                        <a:pt x="7056" y="6807"/>
                        <a:pt x="6729" y="6032"/>
                      </a:cubicBezTo>
                      <a:lnTo>
                        <a:pt x="6729" y="6032"/>
                      </a:lnTo>
                      <a:cubicBezTo>
                        <a:pt x="6818" y="6035"/>
                        <a:pt x="6906" y="6037"/>
                        <a:pt x="6996" y="6037"/>
                      </a:cubicBezTo>
                      <a:cubicBezTo>
                        <a:pt x="7602" y="6037"/>
                        <a:pt x="8226" y="5959"/>
                        <a:pt x="8857" y="5758"/>
                      </a:cubicBezTo>
                      <a:cubicBezTo>
                        <a:pt x="9336" y="5590"/>
                        <a:pt x="9850" y="5277"/>
                        <a:pt x="10100" y="4740"/>
                      </a:cubicBezTo>
                      <a:cubicBezTo>
                        <a:pt x="10352" y="4202"/>
                        <a:pt x="10267" y="3600"/>
                        <a:pt x="10110" y="3082"/>
                      </a:cubicBezTo>
                      <a:lnTo>
                        <a:pt x="10092" y="3022"/>
                      </a:lnTo>
                      <a:lnTo>
                        <a:pt x="10047" y="2988"/>
                      </a:lnTo>
                      <a:cubicBezTo>
                        <a:pt x="9729" y="2740"/>
                        <a:pt x="9381" y="2491"/>
                        <a:pt x="8953" y="2372"/>
                      </a:cubicBezTo>
                      <a:cubicBezTo>
                        <a:pt x="8768" y="2319"/>
                        <a:pt x="8571" y="2291"/>
                        <a:pt x="8373" y="2291"/>
                      </a:cubicBezTo>
                      <a:cubicBezTo>
                        <a:pt x="8120" y="2291"/>
                        <a:pt x="7864" y="2336"/>
                        <a:pt x="7626" y="2434"/>
                      </a:cubicBezTo>
                      <a:cubicBezTo>
                        <a:pt x="6393" y="2961"/>
                        <a:pt x="5852" y="4403"/>
                        <a:pt x="6147" y="5557"/>
                      </a:cubicBezTo>
                      <a:cubicBezTo>
                        <a:pt x="6151" y="5578"/>
                        <a:pt x="6156" y="5598"/>
                        <a:pt x="6162" y="5619"/>
                      </a:cubicBezTo>
                      <a:lnTo>
                        <a:pt x="6162" y="5619"/>
                      </a:lnTo>
                      <a:cubicBezTo>
                        <a:pt x="6122" y="5615"/>
                        <a:pt x="6083" y="5611"/>
                        <a:pt x="6044" y="5606"/>
                      </a:cubicBezTo>
                      <a:cubicBezTo>
                        <a:pt x="4312" y="5399"/>
                        <a:pt x="2905" y="4566"/>
                        <a:pt x="2002" y="3643"/>
                      </a:cubicBezTo>
                      <a:cubicBezTo>
                        <a:pt x="1280" y="2913"/>
                        <a:pt x="719" y="2037"/>
                        <a:pt x="360" y="1074"/>
                      </a:cubicBezTo>
                      <a:cubicBezTo>
                        <a:pt x="110" y="399"/>
                        <a:pt x="49" y="0"/>
                        <a:pt x="14"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 name="Google Shape;227;p19">
                  <a:extLst>
                    <a:ext uri="{FF2B5EF4-FFF2-40B4-BE49-F238E27FC236}">
                      <a16:creationId xmlns:a16="http://schemas.microsoft.com/office/drawing/2014/main" id="{BABFBF0B-65A2-E435-6D14-3EFC6E93B9AB}"/>
                    </a:ext>
                  </a:extLst>
                </p:cNvPr>
                <p:cNvSpPr/>
                <p:nvPr/>
              </p:nvSpPr>
              <p:spPr>
                <a:xfrm>
                  <a:off x="5409800" y="2464075"/>
                  <a:ext cx="398300" cy="426900"/>
                </a:xfrm>
                <a:custGeom>
                  <a:avLst/>
                  <a:gdLst/>
                  <a:ahLst/>
                  <a:cxnLst/>
                  <a:rect l="l" t="t" r="r" b="b"/>
                  <a:pathLst>
                    <a:path w="15932" h="17076" extrusionOk="0">
                      <a:moveTo>
                        <a:pt x="9503" y="3182"/>
                      </a:moveTo>
                      <a:cubicBezTo>
                        <a:pt x="9725" y="3843"/>
                        <a:pt x="9768" y="4592"/>
                        <a:pt x="9577" y="5310"/>
                      </a:cubicBezTo>
                      <a:cubicBezTo>
                        <a:pt x="9439" y="5824"/>
                        <a:pt x="9173" y="6317"/>
                        <a:pt x="8776" y="6692"/>
                      </a:cubicBezTo>
                      <a:cubicBezTo>
                        <a:pt x="8391" y="7065"/>
                        <a:pt x="7878" y="7299"/>
                        <a:pt x="7328" y="7394"/>
                      </a:cubicBezTo>
                      <a:lnTo>
                        <a:pt x="7328" y="7394"/>
                      </a:lnTo>
                      <a:cubicBezTo>
                        <a:pt x="6970" y="7303"/>
                        <a:pt x="6634" y="7134"/>
                        <a:pt x="6414" y="6875"/>
                      </a:cubicBezTo>
                      <a:cubicBezTo>
                        <a:pt x="6198" y="6598"/>
                        <a:pt x="6133" y="6217"/>
                        <a:pt x="6223" y="5836"/>
                      </a:cubicBezTo>
                      <a:cubicBezTo>
                        <a:pt x="6391" y="5069"/>
                        <a:pt x="6971" y="4375"/>
                        <a:pt x="7659" y="3901"/>
                      </a:cubicBezTo>
                      <a:cubicBezTo>
                        <a:pt x="8217" y="3523"/>
                        <a:pt x="8853" y="3282"/>
                        <a:pt x="9503" y="3182"/>
                      </a:cubicBezTo>
                      <a:close/>
                      <a:moveTo>
                        <a:pt x="4882" y="0"/>
                      </a:moveTo>
                      <a:cubicBezTo>
                        <a:pt x="4774" y="0"/>
                        <a:pt x="4667" y="3"/>
                        <a:pt x="4561" y="8"/>
                      </a:cubicBezTo>
                      <a:cubicBezTo>
                        <a:pt x="3018" y="100"/>
                        <a:pt x="1873" y="592"/>
                        <a:pt x="1123" y="939"/>
                      </a:cubicBezTo>
                      <a:cubicBezTo>
                        <a:pt x="747" y="1118"/>
                        <a:pt x="468" y="1277"/>
                        <a:pt x="281" y="1386"/>
                      </a:cubicBezTo>
                      <a:cubicBezTo>
                        <a:pt x="95" y="1499"/>
                        <a:pt x="1" y="1563"/>
                        <a:pt x="7" y="1573"/>
                      </a:cubicBezTo>
                      <a:cubicBezTo>
                        <a:pt x="8" y="1575"/>
                        <a:pt x="10" y="1576"/>
                        <a:pt x="13" y="1576"/>
                      </a:cubicBezTo>
                      <a:cubicBezTo>
                        <a:pt x="66" y="1576"/>
                        <a:pt x="462" y="1369"/>
                        <a:pt x="1181" y="1067"/>
                      </a:cubicBezTo>
                      <a:cubicBezTo>
                        <a:pt x="1939" y="763"/>
                        <a:pt x="3083" y="322"/>
                        <a:pt x="4572" y="269"/>
                      </a:cubicBezTo>
                      <a:cubicBezTo>
                        <a:pt x="4626" y="267"/>
                        <a:pt x="4681" y="267"/>
                        <a:pt x="4735" y="267"/>
                      </a:cubicBezTo>
                      <a:cubicBezTo>
                        <a:pt x="5430" y="267"/>
                        <a:pt x="6191" y="382"/>
                        <a:pt x="6945" y="680"/>
                      </a:cubicBezTo>
                      <a:cubicBezTo>
                        <a:pt x="7754" y="997"/>
                        <a:pt x="8561" y="1546"/>
                        <a:pt x="9106" y="2365"/>
                      </a:cubicBezTo>
                      <a:cubicBezTo>
                        <a:pt x="9194" y="2497"/>
                        <a:pt x="9273" y="2638"/>
                        <a:pt x="9343" y="2785"/>
                      </a:cubicBezTo>
                      <a:lnTo>
                        <a:pt x="9343" y="2785"/>
                      </a:lnTo>
                      <a:cubicBezTo>
                        <a:pt x="8667" y="2902"/>
                        <a:pt x="8007" y="3158"/>
                        <a:pt x="7423" y="3554"/>
                      </a:cubicBezTo>
                      <a:cubicBezTo>
                        <a:pt x="6664" y="4085"/>
                        <a:pt x="6023" y="4826"/>
                        <a:pt x="5815" y="5752"/>
                      </a:cubicBezTo>
                      <a:cubicBezTo>
                        <a:pt x="5707" y="6204"/>
                        <a:pt x="5781" y="6746"/>
                        <a:pt x="6093" y="7133"/>
                      </a:cubicBezTo>
                      <a:cubicBezTo>
                        <a:pt x="6412" y="7509"/>
                        <a:pt x="6854" y="7700"/>
                        <a:pt x="7271" y="7799"/>
                      </a:cubicBezTo>
                      <a:lnTo>
                        <a:pt x="7311" y="7808"/>
                      </a:lnTo>
                      <a:lnTo>
                        <a:pt x="7352" y="7803"/>
                      </a:lnTo>
                      <a:cubicBezTo>
                        <a:pt x="7986" y="7700"/>
                        <a:pt x="8598" y="7424"/>
                        <a:pt x="9049" y="6982"/>
                      </a:cubicBezTo>
                      <a:cubicBezTo>
                        <a:pt x="9505" y="6545"/>
                        <a:pt x="9801" y="5982"/>
                        <a:pt x="9949" y="5408"/>
                      </a:cubicBezTo>
                      <a:cubicBezTo>
                        <a:pt x="10146" y="4636"/>
                        <a:pt x="10103" y="3845"/>
                        <a:pt x="9873" y="3140"/>
                      </a:cubicBezTo>
                      <a:lnTo>
                        <a:pt x="9873" y="3140"/>
                      </a:lnTo>
                      <a:cubicBezTo>
                        <a:pt x="9984" y="3132"/>
                        <a:pt x="10095" y="3128"/>
                        <a:pt x="10206" y="3128"/>
                      </a:cubicBezTo>
                      <a:cubicBezTo>
                        <a:pt x="10730" y="3128"/>
                        <a:pt x="11247" y="3218"/>
                        <a:pt x="11726" y="3400"/>
                      </a:cubicBezTo>
                      <a:cubicBezTo>
                        <a:pt x="13030" y="3873"/>
                        <a:pt x="14061" y="4859"/>
                        <a:pt x="14692" y="5967"/>
                      </a:cubicBezTo>
                      <a:cubicBezTo>
                        <a:pt x="15326" y="7084"/>
                        <a:pt x="15568" y="8328"/>
                        <a:pt x="15568" y="9475"/>
                      </a:cubicBezTo>
                      <a:cubicBezTo>
                        <a:pt x="15572" y="10628"/>
                        <a:pt x="15343" y="11699"/>
                        <a:pt x="15003" y="12617"/>
                      </a:cubicBezTo>
                      <a:cubicBezTo>
                        <a:pt x="14312" y="14472"/>
                        <a:pt x="13151" y="15676"/>
                        <a:pt x="12243" y="16284"/>
                      </a:cubicBezTo>
                      <a:cubicBezTo>
                        <a:pt x="11327" y="16909"/>
                        <a:pt x="10698" y="17028"/>
                        <a:pt x="10717" y="17075"/>
                      </a:cubicBezTo>
                      <a:cubicBezTo>
                        <a:pt x="10717" y="17075"/>
                        <a:pt x="11361" y="17019"/>
                        <a:pt x="12332" y="16421"/>
                      </a:cubicBezTo>
                      <a:cubicBezTo>
                        <a:pt x="13292" y="15838"/>
                        <a:pt x="14529" y="14627"/>
                        <a:pt x="15279" y="12724"/>
                      </a:cubicBezTo>
                      <a:cubicBezTo>
                        <a:pt x="15648" y="11779"/>
                        <a:pt x="15903" y="10677"/>
                        <a:pt x="15915" y="9476"/>
                      </a:cubicBezTo>
                      <a:cubicBezTo>
                        <a:pt x="15931" y="8282"/>
                        <a:pt x="15692" y="6973"/>
                        <a:pt x="15028" y="5777"/>
                      </a:cubicBezTo>
                      <a:cubicBezTo>
                        <a:pt x="14366" y="4594"/>
                        <a:pt x="13278" y="3534"/>
                        <a:pt x="11866" y="3015"/>
                      </a:cubicBezTo>
                      <a:cubicBezTo>
                        <a:pt x="11340" y="2813"/>
                        <a:pt x="10770" y="2712"/>
                        <a:pt x="10193" y="2712"/>
                      </a:cubicBezTo>
                      <a:cubicBezTo>
                        <a:pt x="10034" y="2712"/>
                        <a:pt x="9875" y="2720"/>
                        <a:pt x="9716" y="2735"/>
                      </a:cubicBezTo>
                      <a:lnTo>
                        <a:pt x="9716" y="2735"/>
                      </a:lnTo>
                      <a:cubicBezTo>
                        <a:pt x="9626" y="2535"/>
                        <a:pt x="9519" y="2345"/>
                        <a:pt x="9398" y="2167"/>
                      </a:cubicBezTo>
                      <a:cubicBezTo>
                        <a:pt x="8792" y="1281"/>
                        <a:pt x="7916" y="711"/>
                        <a:pt x="7057" y="390"/>
                      </a:cubicBezTo>
                      <a:cubicBezTo>
                        <a:pt x="6311" y="109"/>
                        <a:pt x="5566" y="0"/>
                        <a:pt x="4882"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9" name="Google Shape;228;p19">
                <a:extLst>
                  <a:ext uri="{FF2B5EF4-FFF2-40B4-BE49-F238E27FC236}">
                    <a16:creationId xmlns:a16="http://schemas.microsoft.com/office/drawing/2014/main" id="{76D7026C-8ABF-73F1-CD5B-F807529A92C8}"/>
                  </a:ext>
                </a:extLst>
              </p:cNvPr>
              <p:cNvSpPr/>
              <p:nvPr/>
            </p:nvSpPr>
            <p:spPr>
              <a:xfrm>
                <a:off x="3340250" y="2190575"/>
                <a:ext cx="89100" cy="269400"/>
              </a:xfrm>
              <a:prstGeom prst="rect">
                <a:avLst/>
              </a:pr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229;p19">
                <a:extLst>
                  <a:ext uri="{FF2B5EF4-FFF2-40B4-BE49-F238E27FC236}">
                    <a16:creationId xmlns:a16="http://schemas.microsoft.com/office/drawing/2014/main" id="{1E2C5787-3ED8-0C98-9742-36F94AC75AAC}"/>
                  </a:ext>
                </a:extLst>
              </p:cNvPr>
              <p:cNvSpPr/>
              <p:nvPr/>
            </p:nvSpPr>
            <p:spPr>
              <a:xfrm>
                <a:off x="2766025" y="449625"/>
                <a:ext cx="111300" cy="101400"/>
              </a:xfrm>
              <a:prstGeom prst="ellipse">
                <a:avLst/>
              </a:pr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230;p19">
                <a:extLst>
                  <a:ext uri="{FF2B5EF4-FFF2-40B4-BE49-F238E27FC236}">
                    <a16:creationId xmlns:a16="http://schemas.microsoft.com/office/drawing/2014/main" id="{005778D1-1FC1-A996-91C7-3898E26A3432}"/>
                  </a:ext>
                </a:extLst>
              </p:cNvPr>
              <p:cNvSpPr/>
              <p:nvPr/>
            </p:nvSpPr>
            <p:spPr>
              <a:xfrm>
                <a:off x="3261275" y="2271425"/>
                <a:ext cx="186100" cy="178125"/>
              </a:xfrm>
              <a:custGeom>
                <a:avLst/>
                <a:gdLst/>
                <a:ahLst/>
                <a:cxnLst/>
                <a:rect l="l" t="t" r="r" b="b"/>
                <a:pathLst>
                  <a:path w="7444" h="7125" extrusionOk="0">
                    <a:moveTo>
                      <a:pt x="3496" y="279"/>
                    </a:moveTo>
                    <a:cubicBezTo>
                      <a:pt x="3662" y="279"/>
                      <a:pt x="3834" y="290"/>
                      <a:pt x="4013" y="313"/>
                    </a:cubicBezTo>
                    <a:cubicBezTo>
                      <a:pt x="4506" y="382"/>
                      <a:pt x="5041" y="554"/>
                      <a:pt x="5515" y="887"/>
                    </a:cubicBezTo>
                    <a:cubicBezTo>
                      <a:pt x="5983" y="1224"/>
                      <a:pt x="6386" y="1720"/>
                      <a:pt x="6589" y="2342"/>
                    </a:cubicBezTo>
                    <a:cubicBezTo>
                      <a:pt x="7016" y="3549"/>
                      <a:pt x="6716" y="5241"/>
                      <a:pt x="5511" y="6146"/>
                    </a:cubicBezTo>
                    <a:cubicBezTo>
                      <a:pt x="4961" y="6540"/>
                      <a:pt x="4315" y="6712"/>
                      <a:pt x="3677" y="6712"/>
                    </a:cubicBezTo>
                    <a:cubicBezTo>
                      <a:pt x="2893" y="6712"/>
                      <a:pt x="2122" y="6451"/>
                      <a:pt x="1560" y="6024"/>
                    </a:cubicBezTo>
                    <a:cubicBezTo>
                      <a:pt x="1030" y="5642"/>
                      <a:pt x="682" y="5104"/>
                      <a:pt x="509" y="4556"/>
                    </a:cubicBezTo>
                    <a:cubicBezTo>
                      <a:pt x="339" y="4001"/>
                      <a:pt x="347" y="3440"/>
                      <a:pt x="439" y="2951"/>
                    </a:cubicBezTo>
                    <a:cubicBezTo>
                      <a:pt x="632" y="1961"/>
                      <a:pt x="1158" y="1272"/>
                      <a:pt x="1582" y="907"/>
                    </a:cubicBezTo>
                    <a:cubicBezTo>
                      <a:pt x="1745" y="766"/>
                      <a:pt x="1891" y="661"/>
                      <a:pt x="2008" y="584"/>
                    </a:cubicBezTo>
                    <a:lnTo>
                      <a:pt x="2008" y="584"/>
                    </a:lnTo>
                    <a:cubicBezTo>
                      <a:pt x="2393" y="415"/>
                      <a:pt x="2902" y="279"/>
                      <a:pt x="3496" y="279"/>
                    </a:cubicBezTo>
                    <a:close/>
                    <a:moveTo>
                      <a:pt x="3659" y="0"/>
                    </a:moveTo>
                    <a:cubicBezTo>
                      <a:pt x="2758" y="0"/>
                      <a:pt x="2044" y="301"/>
                      <a:pt x="1621" y="597"/>
                    </a:cubicBezTo>
                    <a:cubicBezTo>
                      <a:pt x="1373" y="763"/>
                      <a:pt x="1204" y="925"/>
                      <a:pt x="1106" y="1046"/>
                    </a:cubicBezTo>
                    <a:cubicBezTo>
                      <a:pt x="1006" y="1165"/>
                      <a:pt x="960" y="1233"/>
                      <a:pt x="970" y="1242"/>
                    </a:cubicBezTo>
                    <a:cubicBezTo>
                      <a:pt x="972" y="1244"/>
                      <a:pt x="974" y="1245"/>
                      <a:pt x="977" y="1245"/>
                    </a:cubicBezTo>
                    <a:cubicBezTo>
                      <a:pt x="977" y="1245"/>
                      <a:pt x="977" y="1245"/>
                      <a:pt x="977" y="1245"/>
                    </a:cubicBezTo>
                    <a:lnTo>
                      <a:pt x="977" y="1245"/>
                    </a:lnTo>
                    <a:cubicBezTo>
                      <a:pt x="638" y="1634"/>
                      <a:pt x="314" y="2182"/>
                      <a:pt x="148" y="2890"/>
                    </a:cubicBezTo>
                    <a:cubicBezTo>
                      <a:pt x="31" y="3414"/>
                      <a:pt x="1" y="4028"/>
                      <a:pt x="175" y="4653"/>
                    </a:cubicBezTo>
                    <a:cubicBezTo>
                      <a:pt x="352" y="5273"/>
                      <a:pt x="740" y="5896"/>
                      <a:pt x="1326" y="6331"/>
                    </a:cubicBezTo>
                    <a:cubicBezTo>
                      <a:pt x="1955" y="6820"/>
                      <a:pt x="2815" y="7124"/>
                      <a:pt x="3700" y="7124"/>
                    </a:cubicBezTo>
                    <a:cubicBezTo>
                      <a:pt x="4405" y="7124"/>
                      <a:pt x="5126" y="6931"/>
                      <a:pt x="5757" y="6483"/>
                    </a:cubicBezTo>
                    <a:cubicBezTo>
                      <a:pt x="7148" y="5428"/>
                      <a:pt x="7443" y="3556"/>
                      <a:pt x="6952" y="2213"/>
                    </a:cubicBezTo>
                    <a:cubicBezTo>
                      <a:pt x="6716" y="1522"/>
                      <a:pt x="6244" y="963"/>
                      <a:pt x="5711" y="601"/>
                    </a:cubicBezTo>
                    <a:cubicBezTo>
                      <a:pt x="5173" y="241"/>
                      <a:pt x="4583" y="74"/>
                      <a:pt x="4047" y="19"/>
                    </a:cubicBezTo>
                    <a:cubicBezTo>
                      <a:pt x="3914" y="6"/>
                      <a:pt x="3785" y="0"/>
                      <a:pt x="3659"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6" name="Google Shape;336;p22">
              <a:extLst>
                <a:ext uri="{FF2B5EF4-FFF2-40B4-BE49-F238E27FC236}">
                  <a16:creationId xmlns:a16="http://schemas.microsoft.com/office/drawing/2014/main" id="{7A2748D6-9302-71BD-9709-7850C7C258BC}"/>
                </a:ext>
              </a:extLst>
            </p:cNvPr>
            <p:cNvSpPr/>
            <p:nvPr/>
          </p:nvSpPr>
          <p:spPr>
            <a:xfrm>
              <a:off x="-48555" y="183387"/>
              <a:ext cx="162300" cy="4521900"/>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CuadroTexto 46">
              <a:extLst>
                <a:ext uri="{FF2B5EF4-FFF2-40B4-BE49-F238E27FC236}">
                  <a16:creationId xmlns:a16="http://schemas.microsoft.com/office/drawing/2014/main" id="{E41A8296-104E-C7E4-E2D9-D7597A68461A}"/>
                </a:ext>
              </a:extLst>
            </p:cNvPr>
            <p:cNvSpPr txBox="1"/>
            <p:nvPr/>
          </p:nvSpPr>
          <p:spPr>
            <a:xfrm>
              <a:off x="4581775" y="467291"/>
              <a:ext cx="4120701" cy="792998"/>
            </a:xfrm>
            <a:prstGeom prst="rect">
              <a:avLst/>
            </a:prstGeom>
            <a:noFill/>
          </p:spPr>
          <p:txBody>
            <a:bodyPr wrap="square" rtlCol="0">
              <a:spAutoFit/>
            </a:bodyPr>
            <a:lstStyle/>
            <a:p>
              <a:pPr algn="just"/>
              <a:endParaRPr lang="es-ES" sz="2600" dirty="0">
                <a:solidFill>
                  <a:schemeClr val="bg1"/>
                </a:solidFill>
                <a:latin typeface="Bahnschrift SemiLight Condensed" panose="020B0502040204020203" pitchFamily="34" charset="0"/>
              </a:endParaRPr>
            </a:p>
            <a:p>
              <a:pPr algn="ctr"/>
              <a:endParaRPr lang="es-ES" sz="2600" dirty="0">
                <a:solidFill>
                  <a:schemeClr val="bg1"/>
                </a:solidFill>
                <a:latin typeface="Bahnschrift SemiLight Condensed" panose="020B0502040204020203" pitchFamily="34" charset="0"/>
              </a:endParaRPr>
            </a:p>
          </p:txBody>
        </p:sp>
      </p:grpSp>
      <p:graphicFrame>
        <p:nvGraphicFramePr>
          <p:cNvPr id="269" name="Diagrama 268">
            <a:extLst>
              <a:ext uri="{FF2B5EF4-FFF2-40B4-BE49-F238E27FC236}">
                <a16:creationId xmlns:a16="http://schemas.microsoft.com/office/drawing/2014/main" id="{7A6F9912-A602-B0D0-1166-ADEDBA343F0D}"/>
              </a:ext>
            </a:extLst>
          </p:cNvPr>
          <p:cNvGraphicFramePr/>
          <p:nvPr>
            <p:extLst>
              <p:ext uri="{D42A27DB-BD31-4B8C-83A1-F6EECF244321}">
                <p14:modId xmlns:p14="http://schemas.microsoft.com/office/powerpoint/2010/main" val="4254516795"/>
              </p:ext>
            </p:extLst>
          </p:nvPr>
        </p:nvGraphicFramePr>
        <p:xfrm>
          <a:off x="4287372" y="1359982"/>
          <a:ext cx="7735968" cy="5446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1267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1BF1E08-918B-6CFA-2D8C-4E71BF366DD4}"/>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39D5807C-AF82-FA94-FE2B-F4F7DE3F1735}"/>
              </a:ext>
            </a:extLst>
          </p:cNvPr>
          <p:cNvGrpSpPr/>
          <p:nvPr/>
        </p:nvGrpSpPr>
        <p:grpSpPr>
          <a:xfrm>
            <a:off x="421808" y="646772"/>
            <a:ext cx="11360258" cy="6121747"/>
            <a:chOff x="0" y="-3375"/>
            <a:chExt cx="9256709" cy="5274720"/>
          </a:xfrm>
        </p:grpSpPr>
        <p:sp>
          <p:nvSpPr>
            <p:cNvPr id="3" name="Google Shape;1179;p55">
              <a:extLst>
                <a:ext uri="{FF2B5EF4-FFF2-40B4-BE49-F238E27FC236}">
                  <a16:creationId xmlns:a16="http://schemas.microsoft.com/office/drawing/2014/main" id="{01FF2BA5-18B2-C42C-D8A0-BDD0D5495127}"/>
                </a:ext>
              </a:extLst>
            </p:cNvPr>
            <p:cNvSpPr/>
            <p:nvPr/>
          </p:nvSpPr>
          <p:spPr>
            <a:xfrm rot="444384">
              <a:off x="36518" y="-3375"/>
              <a:ext cx="2900439" cy="677472"/>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accent3">
                <a:alpha val="3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Google Shape;1179;p55">
              <a:extLst>
                <a:ext uri="{FF2B5EF4-FFF2-40B4-BE49-F238E27FC236}">
                  <a16:creationId xmlns:a16="http://schemas.microsoft.com/office/drawing/2014/main" id="{B5A37119-1F49-83DE-44B7-8FFE019258A7}"/>
                </a:ext>
              </a:extLst>
            </p:cNvPr>
            <p:cNvSpPr/>
            <p:nvPr/>
          </p:nvSpPr>
          <p:spPr>
            <a:xfrm rot="444384">
              <a:off x="251085" y="2103086"/>
              <a:ext cx="2537096" cy="510526"/>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accent3">
                <a:alpha val="3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5" name="Google Shape;1147;p35">
              <a:extLst>
                <a:ext uri="{FF2B5EF4-FFF2-40B4-BE49-F238E27FC236}">
                  <a16:creationId xmlns:a16="http://schemas.microsoft.com/office/drawing/2014/main" id="{A1CABE18-02AF-E92D-0B55-47E1090E0506}"/>
                </a:ext>
              </a:extLst>
            </p:cNvPr>
            <p:cNvGrpSpPr/>
            <p:nvPr/>
          </p:nvGrpSpPr>
          <p:grpSpPr>
            <a:xfrm>
              <a:off x="5039358" y="80471"/>
              <a:ext cx="3162303" cy="4784197"/>
              <a:chOff x="5213500" y="1896950"/>
              <a:chExt cx="1894375" cy="2597325"/>
            </a:xfrm>
          </p:grpSpPr>
          <p:sp>
            <p:nvSpPr>
              <p:cNvPr id="21" name="Google Shape;1148;p35">
                <a:extLst>
                  <a:ext uri="{FF2B5EF4-FFF2-40B4-BE49-F238E27FC236}">
                    <a16:creationId xmlns:a16="http://schemas.microsoft.com/office/drawing/2014/main" id="{07CBDADE-D934-3A0F-878C-E67C4DB28D4A}"/>
                  </a:ext>
                </a:extLst>
              </p:cNvPr>
              <p:cNvSpPr/>
              <p:nvPr/>
            </p:nvSpPr>
            <p:spPr>
              <a:xfrm>
                <a:off x="7045175" y="1896950"/>
                <a:ext cx="62700" cy="2588600"/>
              </a:xfrm>
              <a:custGeom>
                <a:avLst/>
                <a:gdLst/>
                <a:ahLst/>
                <a:cxnLst/>
                <a:rect l="l" t="t" r="r" b="b"/>
                <a:pathLst>
                  <a:path w="2508" h="103544" extrusionOk="0">
                    <a:moveTo>
                      <a:pt x="1" y="1"/>
                    </a:moveTo>
                    <a:lnTo>
                      <a:pt x="168" y="103543"/>
                    </a:lnTo>
                    <a:lnTo>
                      <a:pt x="2507" y="103543"/>
                    </a:lnTo>
                    <a:lnTo>
                      <a:pt x="2323"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49;p35">
                <a:extLst>
                  <a:ext uri="{FF2B5EF4-FFF2-40B4-BE49-F238E27FC236}">
                    <a16:creationId xmlns:a16="http://schemas.microsoft.com/office/drawing/2014/main" id="{97B8186A-6419-1DDB-FFB3-4DEF4BCE496B}"/>
                  </a:ext>
                </a:extLst>
              </p:cNvPr>
              <p:cNvSpPr/>
              <p:nvPr/>
            </p:nvSpPr>
            <p:spPr>
              <a:xfrm>
                <a:off x="6905675" y="1897375"/>
                <a:ext cx="62675" cy="2588175"/>
              </a:xfrm>
              <a:custGeom>
                <a:avLst/>
                <a:gdLst/>
                <a:ahLst/>
                <a:cxnLst/>
                <a:rect l="l" t="t" r="r" b="b"/>
                <a:pathLst>
                  <a:path w="2507" h="103527" extrusionOk="0">
                    <a:moveTo>
                      <a:pt x="0" y="0"/>
                    </a:moveTo>
                    <a:lnTo>
                      <a:pt x="167" y="103526"/>
                    </a:lnTo>
                    <a:lnTo>
                      <a:pt x="2507" y="103526"/>
                    </a:lnTo>
                    <a:lnTo>
                      <a:pt x="23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50;p35">
                <a:extLst>
                  <a:ext uri="{FF2B5EF4-FFF2-40B4-BE49-F238E27FC236}">
                    <a16:creationId xmlns:a16="http://schemas.microsoft.com/office/drawing/2014/main" id="{4E157071-3833-89AA-CDA6-FDB913315F66}"/>
                  </a:ext>
                </a:extLst>
              </p:cNvPr>
              <p:cNvSpPr/>
              <p:nvPr/>
            </p:nvSpPr>
            <p:spPr>
              <a:xfrm>
                <a:off x="5687200" y="1899475"/>
                <a:ext cx="62675" cy="2588150"/>
              </a:xfrm>
              <a:custGeom>
                <a:avLst/>
                <a:gdLst/>
                <a:ahLst/>
                <a:cxnLst/>
                <a:rect l="l" t="t" r="r" b="b"/>
                <a:pathLst>
                  <a:path w="2507" h="103526" extrusionOk="0">
                    <a:moveTo>
                      <a:pt x="0" y="0"/>
                    </a:moveTo>
                    <a:lnTo>
                      <a:pt x="184" y="103526"/>
                    </a:lnTo>
                    <a:lnTo>
                      <a:pt x="2507" y="103526"/>
                    </a:lnTo>
                    <a:lnTo>
                      <a:pt x="23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51;p35">
                <a:extLst>
                  <a:ext uri="{FF2B5EF4-FFF2-40B4-BE49-F238E27FC236}">
                    <a16:creationId xmlns:a16="http://schemas.microsoft.com/office/drawing/2014/main" id="{24659EFF-2449-BF51-96D4-03573CA48E8F}"/>
                  </a:ext>
                </a:extLst>
              </p:cNvPr>
              <p:cNvSpPr/>
              <p:nvPr/>
            </p:nvSpPr>
            <p:spPr>
              <a:xfrm>
                <a:off x="5547675" y="1899475"/>
                <a:ext cx="62675" cy="2588575"/>
              </a:xfrm>
              <a:custGeom>
                <a:avLst/>
                <a:gdLst/>
                <a:ahLst/>
                <a:cxnLst/>
                <a:rect l="l" t="t" r="r" b="b"/>
                <a:pathLst>
                  <a:path w="2507" h="103543" extrusionOk="0">
                    <a:moveTo>
                      <a:pt x="2340" y="0"/>
                    </a:moveTo>
                    <a:lnTo>
                      <a:pt x="1" y="17"/>
                    </a:lnTo>
                    <a:lnTo>
                      <a:pt x="184" y="103543"/>
                    </a:lnTo>
                    <a:lnTo>
                      <a:pt x="2507" y="103543"/>
                    </a:lnTo>
                    <a:lnTo>
                      <a:pt x="2340"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52;p35">
                <a:extLst>
                  <a:ext uri="{FF2B5EF4-FFF2-40B4-BE49-F238E27FC236}">
                    <a16:creationId xmlns:a16="http://schemas.microsoft.com/office/drawing/2014/main" id="{5BE8BC50-3C73-D18E-D09D-D7E3E6E7133C}"/>
                  </a:ext>
                </a:extLst>
              </p:cNvPr>
              <p:cNvSpPr/>
              <p:nvPr/>
            </p:nvSpPr>
            <p:spPr>
              <a:xfrm>
                <a:off x="5547675" y="1896950"/>
                <a:ext cx="1555600" cy="61850"/>
              </a:xfrm>
              <a:custGeom>
                <a:avLst/>
                <a:gdLst/>
                <a:ahLst/>
                <a:cxnLst/>
                <a:rect l="l" t="t" r="r" b="b"/>
                <a:pathLst>
                  <a:path w="62224" h="2474" extrusionOk="0">
                    <a:moveTo>
                      <a:pt x="62223" y="1"/>
                    </a:moveTo>
                    <a:lnTo>
                      <a:pt x="1" y="118"/>
                    </a:lnTo>
                    <a:lnTo>
                      <a:pt x="17" y="2474"/>
                    </a:lnTo>
                    <a:lnTo>
                      <a:pt x="62223" y="2373"/>
                    </a:lnTo>
                    <a:lnTo>
                      <a:pt x="62223"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53;p35">
                <a:extLst>
                  <a:ext uri="{FF2B5EF4-FFF2-40B4-BE49-F238E27FC236}">
                    <a16:creationId xmlns:a16="http://schemas.microsoft.com/office/drawing/2014/main" id="{E449246E-65FD-73F8-9F85-E26E44B3CBA0}"/>
                  </a:ext>
                </a:extLst>
              </p:cNvPr>
              <p:cNvSpPr/>
              <p:nvPr/>
            </p:nvSpPr>
            <p:spPr>
              <a:xfrm>
                <a:off x="5548525" y="2428300"/>
                <a:ext cx="1555575" cy="20475"/>
              </a:xfrm>
              <a:custGeom>
                <a:avLst/>
                <a:gdLst/>
                <a:ahLst/>
                <a:cxnLst/>
                <a:rect l="l" t="t" r="r" b="b"/>
                <a:pathLst>
                  <a:path w="62223" h="819" extrusionOk="0">
                    <a:moveTo>
                      <a:pt x="62223" y="0"/>
                    </a:moveTo>
                    <a:lnTo>
                      <a:pt x="0" y="117"/>
                    </a:lnTo>
                    <a:lnTo>
                      <a:pt x="17" y="819"/>
                    </a:lnTo>
                    <a:lnTo>
                      <a:pt x="62223" y="718"/>
                    </a:lnTo>
                    <a:lnTo>
                      <a:pt x="622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54;p35">
                <a:extLst>
                  <a:ext uri="{FF2B5EF4-FFF2-40B4-BE49-F238E27FC236}">
                    <a16:creationId xmlns:a16="http://schemas.microsoft.com/office/drawing/2014/main" id="{D432B686-5AF5-B735-AC93-9D6F2E560F73}"/>
                  </a:ext>
                </a:extLst>
              </p:cNvPr>
              <p:cNvSpPr/>
              <p:nvPr/>
            </p:nvSpPr>
            <p:spPr>
              <a:xfrm>
                <a:off x="5549350" y="2929550"/>
                <a:ext cx="1555600" cy="20075"/>
              </a:xfrm>
              <a:custGeom>
                <a:avLst/>
                <a:gdLst/>
                <a:ahLst/>
                <a:cxnLst/>
                <a:rect l="l" t="t" r="r" b="b"/>
                <a:pathLst>
                  <a:path w="62224" h="803" extrusionOk="0">
                    <a:moveTo>
                      <a:pt x="62223" y="0"/>
                    </a:moveTo>
                    <a:lnTo>
                      <a:pt x="1" y="100"/>
                    </a:lnTo>
                    <a:lnTo>
                      <a:pt x="17" y="802"/>
                    </a:lnTo>
                    <a:lnTo>
                      <a:pt x="62223" y="702"/>
                    </a:lnTo>
                    <a:lnTo>
                      <a:pt x="622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55;p35">
                <a:extLst>
                  <a:ext uri="{FF2B5EF4-FFF2-40B4-BE49-F238E27FC236}">
                    <a16:creationId xmlns:a16="http://schemas.microsoft.com/office/drawing/2014/main" id="{3BF130C4-279E-73EC-C314-659BDBB0BA26}"/>
                  </a:ext>
                </a:extLst>
              </p:cNvPr>
              <p:cNvSpPr/>
              <p:nvPr/>
            </p:nvSpPr>
            <p:spPr>
              <a:xfrm>
                <a:off x="5550600" y="3430375"/>
                <a:ext cx="1555175" cy="20075"/>
              </a:xfrm>
              <a:custGeom>
                <a:avLst/>
                <a:gdLst/>
                <a:ahLst/>
                <a:cxnLst/>
                <a:rect l="l" t="t" r="r" b="b"/>
                <a:pathLst>
                  <a:path w="62207" h="803" extrusionOk="0">
                    <a:moveTo>
                      <a:pt x="62207" y="1"/>
                    </a:moveTo>
                    <a:lnTo>
                      <a:pt x="1" y="101"/>
                    </a:lnTo>
                    <a:lnTo>
                      <a:pt x="1" y="803"/>
                    </a:lnTo>
                    <a:lnTo>
                      <a:pt x="62207" y="702"/>
                    </a:lnTo>
                    <a:lnTo>
                      <a:pt x="62207"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56;p35">
                <a:extLst>
                  <a:ext uri="{FF2B5EF4-FFF2-40B4-BE49-F238E27FC236}">
                    <a16:creationId xmlns:a16="http://schemas.microsoft.com/office/drawing/2014/main" id="{83722D3C-C954-6D4A-D96D-2371F4460C5D}"/>
                  </a:ext>
                </a:extLst>
              </p:cNvPr>
              <p:cNvSpPr/>
              <p:nvPr/>
            </p:nvSpPr>
            <p:spPr>
              <a:xfrm>
                <a:off x="5551450" y="3931225"/>
                <a:ext cx="1555175" cy="20075"/>
              </a:xfrm>
              <a:custGeom>
                <a:avLst/>
                <a:gdLst/>
                <a:ahLst/>
                <a:cxnLst/>
                <a:rect l="l" t="t" r="r" b="b"/>
                <a:pathLst>
                  <a:path w="62207" h="803" extrusionOk="0">
                    <a:moveTo>
                      <a:pt x="62206" y="0"/>
                    </a:moveTo>
                    <a:lnTo>
                      <a:pt x="0" y="101"/>
                    </a:lnTo>
                    <a:lnTo>
                      <a:pt x="0" y="802"/>
                    </a:lnTo>
                    <a:lnTo>
                      <a:pt x="62206" y="702"/>
                    </a:lnTo>
                    <a:lnTo>
                      <a:pt x="62206"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57;p35">
                <a:extLst>
                  <a:ext uri="{FF2B5EF4-FFF2-40B4-BE49-F238E27FC236}">
                    <a16:creationId xmlns:a16="http://schemas.microsoft.com/office/drawing/2014/main" id="{C6DA1FBE-A890-0C76-8222-52CF5F3B9D69}"/>
                  </a:ext>
                </a:extLst>
              </p:cNvPr>
              <p:cNvSpPr/>
              <p:nvPr/>
            </p:nvSpPr>
            <p:spPr>
              <a:xfrm>
                <a:off x="6199325" y="3640075"/>
                <a:ext cx="276125" cy="292850"/>
              </a:xfrm>
              <a:custGeom>
                <a:avLst/>
                <a:gdLst/>
                <a:ahLst/>
                <a:cxnLst/>
                <a:rect l="l" t="t" r="r" b="b"/>
                <a:pathLst>
                  <a:path w="11045" h="11714" extrusionOk="0">
                    <a:moveTo>
                      <a:pt x="11011" y="0"/>
                    </a:moveTo>
                    <a:lnTo>
                      <a:pt x="0" y="17"/>
                    </a:lnTo>
                    <a:lnTo>
                      <a:pt x="17" y="11713"/>
                    </a:lnTo>
                    <a:lnTo>
                      <a:pt x="11044" y="11680"/>
                    </a:lnTo>
                    <a:lnTo>
                      <a:pt x="11011"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58;p35">
                <a:extLst>
                  <a:ext uri="{FF2B5EF4-FFF2-40B4-BE49-F238E27FC236}">
                    <a16:creationId xmlns:a16="http://schemas.microsoft.com/office/drawing/2014/main" id="{2B71452A-7C45-A13F-0644-8BEA767A6AA4}"/>
                  </a:ext>
                </a:extLst>
              </p:cNvPr>
              <p:cNvSpPr/>
              <p:nvPr/>
            </p:nvSpPr>
            <p:spPr>
              <a:xfrm>
                <a:off x="5924875" y="3640500"/>
                <a:ext cx="276125" cy="292825"/>
              </a:xfrm>
              <a:custGeom>
                <a:avLst/>
                <a:gdLst/>
                <a:ahLst/>
                <a:cxnLst/>
                <a:rect l="l" t="t" r="r" b="b"/>
                <a:pathLst>
                  <a:path w="11045" h="11713" extrusionOk="0">
                    <a:moveTo>
                      <a:pt x="11028" y="0"/>
                    </a:moveTo>
                    <a:lnTo>
                      <a:pt x="1" y="17"/>
                    </a:lnTo>
                    <a:lnTo>
                      <a:pt x="17" y="11713"/>
                    </a:lnTo>
                    <a:lnTo>
                      <a:pt x="11045" y="11679"/>
                    </a:lnTo>
                    <a:lnTo>
                      <a:pt x="1102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59;p35">
                <a:extLst>
                  <a:ext uri="{FF2B5EF4-FFF2-40B4-BE49-F238E27FC236}">
                    <a16:creationId xmlns:a16="http://schemas.microsoft.com/office/drawing/2014/main" id="{5ACB2194-7427-3788-C95A-1AA7579AF895}"/>
                  </a:ext>
                </a:extLst>
              </p:cNvPr>
              <p:cNvSpPr/>
              <p:nvPr/>
            </p:nvSpPr>
            <p:spPr>
              <a:xfrm>
                <a:off x="5922375" y="3714875"/>
                <a:ext cx="555150" cy="7525"/>
              </a:xfrm>
              <a:custGeom>
                <a:avLst/>
                <a:gdLst/>
                <a:ahLst/>
                <a:cxnLst/>
                <a:rect l="l" t="t" r="r" b="b"/>
                <a:pathLst>
                  <a:path w="22206" h="301" extrusionOk="0">
                    <a:moveTo>
                      <a:pt x="13223" y="1"/>
                    </a:moveTo>
                    <a:cubicBezTo>
                      <a:pt x="8851" y="1"/>
                      <a:pt x="4481" y="33"/>
                      <a:pt x="117" y="83"/>
                    </a:cubicBezTo>
                    <a:cubicBezTo>
                      <a:pt x="0" y="83"/>
                      <a:pt x="0" y="250"/>
                      <a:pt x="117" y="250"/>
                    </a:cubicBezTo>
                    <a:cubicBezTo>
                      <a:pt x="3465" y="280"/>
                      <a:pt x="6819" y="301"/>
                      <a:pt x="10175" y="301"/>
                    </a:cubicBezTo>
                    <a:cubicBezTo>
                      <a:pt x="14154" y="301"/>
                      <a:pt x="18135" y="272"/>
                      <a:pt x="22106" y="200"/>
                    </a:cubicBezTo>
                    <a:cubicBezTo>
                      <a:pt x="22206" y="200"/>
                      <a:pt x="22206" y="49"/>
                      <a:pt x="22106" y="49"/>
                    </a:cubicBezTo>
                    <a:cubicBezTo>
                      <a:pt x="19144" y="16"/>
                      <a:pt x="16183" y="1"/>
                      <a:pt x="1322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60;p35">
                <a:extLst>
                  <a:ext uri="{FF2B5EF4-FFF2-40B4-BE49-F238E27FC236}">
                    <a16:creationId xmlns:a16="http://schemas.microsoft.com/office/drawing/2014/main" id="{5C618094-D76F-692C-35E5-A6A35C59C336}"/>
                  </a:ext>
                </a:extLst>
              </p:cNvPr>
              <p:cNvSpPr/>
              <p:nvPr/>
            </p:nvSpPr>
            <p:spPr>
              <a:xfrm>
                <a:off x="6271150" y="2538975"/>
                <a:ext cx="202200" cy="214725"/>
              </a:xfrm>
              <a:custGeom>
                <a:avLst/>
                <a:gdLst/>
                <a:ahLst/>
                <a:cxnLst/>
                <a:rect l="l" t="t" r="r" b="b"/>
                <a:pathLst>
                  <a:path w="8088" h="8589" extrusionOk="0">
                    <a:moveTo>
                      <a:pt x="8071" y="1"/>
                    </a:moveTo>
                    <a:lnTo>
                      <a:pt x="1" y="17"/>
                    </a:lnTo>
                    <a:lnTo>
                      <a:pt x="18" y="8589"/>
                    </a:lnTo>
                    <a:lnTo>
                      <a:pt x="8088" y="8572"/>
                    </a:lnTo>
                    <a:lnTo>
                      <a:pt x="807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61;p35">
                <a:extLst>
                  <a:ext uri="{FF2B5EF4-FFF2-40B4-BE49-F238E27FC236}">
                    <a16:creationId xmlns:a16="http://schemas.microsoft.com/office/drawing/2014/main" id="{161921C6-8D7C-FDF8-F4DA-70EFB8ED29E9}"/>
                  </a:ext>
                </a:extLst>
              </p:cNvPr>
              <p:cNvSpPr/>
              <p:nvPr/>
            </p:nvSpPr>
            <p:spPr>
              <a:xfrm>
                <a:off x="6070250" y="2539400"/>
                <a:ext cx="202200" cy="214725"/>
              </a:xfrm>
              <a:custGeom>
                <a:avLst/>
                <a:gdLst/>
                <a:ahLst/>
                <a:cxnLst/>
                <a:rect l="l" t="t" r="r" b="b"/>
                <a:pathLst>
                  <a:path w="8088" h="8589" extrusionOk="0">
                    <a:moveTo>
                      <a:pt x="8070" y="0"/>
                    </a:moveTo>
                    <a:lnTo>
                      <a:pt x="0" y="17"/>
                    </a:lnTo>
                    <a:lnTo>
                      <a:pt x="17" y="8589"/>
                    </a:lnTo>
                    <a:lnTo>
                      <a:pt x="8087" y="8572"/>
                    </a:lnTo>
                    <a:lnTo>
                      <a:pt x="8070"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62;p35">
                <a:extLst>
                  <a:ext uri="{FF2B5EF4-FFF2-40B4-BE49-F238E27FC236}">
                    <a16:creationId xmlns:a16="http://schemas.microsoft.com/office/drawing/2014/main" id="{9F69B666-7A93-F638-AE3A-7AD8DB2012EE}"/>
                  </a:ext>
                </a:extLst>
              </p:cNvPr>
              <p:cNvSpPr/>
              <p:nvPr/>
            </p:nvSpPr>
            <p:spPr>
              <a:xfrm>
                <a:off x="6067725" y="2593475"/>
                <a:ext cx="407300" cy="6525"/>
              </a:xfrm>
              <a:custGeom>
                <a:avLst/>
                <a:gdLst/>
                <a:ahLst/>
                <a:cxnLst/>
                <a:rect l="l" t="t" r="r" b="b"/>
                <a:pathLst>
                  <a:path w="16292" h="261" extrusionOk="0">
                    <a:moveTo>
                      <a:pt x="9147" y="0"/>
                    </a:moveTo>
                    <a:cubicBezTo>
                      <a:pt x="6130" y="0"/>
                      <a:pt x="3113" y="22"/>
                      <a:pt x="101" y="60"/>
                    </a:cubicBezTo>
                    <a:cubicBezTo>
                      <a:pt x="1" y="60"/>
                      <a:pt x="1" y="227"/>
                      <a:pt x="101" y="227"/>
                    </a:cubicBezTo>
                    <a:cubicBezTo>
                      <a:pt x="2442" y="249"/>
                      <a:pt x="4786" y="261"/>
                      <a:pt x="7131" y="261"/>
                    </a:cubicBezTo>
                    <a:cubicBezTo>
                      <a:pt x="10158" y="261"/>
                      <a:pt x="13186" y="240"/>
                      <a:pt x="16208" y="193"/>
                    </a:cubicBezTo>
                    <a:cubicBezTo>
                      <a:pt x="16292" y="177"/>
                      <a:pt x="16292" y="60"/>
                      <a:pt x="16208" y="43"/>
                    </a:cubicBezTo>
                    <a:cubicBezTo>
                      <a:pt x="13857" y="14"/>
                      <a:pt x="11502" y="0"/>
                      <a:pt x="9147"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63;p35">
                <a:extLst>
                  <a:ext uri="{FF2B5EF4-FFF2-40B4-BE49-F238E27FC236}">
                    <a16:creationId xmlns:a16="http://schemas.microsoft.com/office/drawing/2014/main" id="{43E34E43-ACD9-8829-6CB4-7CEC5595343F}"/>
                  </a:ext>
                </a:extLst>
              </p:cNvPr>
              <p:cNvSpPr/>
              <p:nvPr/>
            </p:nvSpPr>
            <p:spPr>
              <a:xfrm>
                <a:off x="6233575" y="2749925"/>
                <a:ext cx="366775" cy="175050"/>
              </a:xfrm>
              <a:custGeom>
                <a:avLst/>
                <a:gdLst/>
                <a:ahLst/>
                <a:cxnLst/>
                <a:rect l="l" t="t" r="r" b="b"/>
                <a:pathLst>
                  <a:path w="14671" h="7002" extrusionOk="0">
                    <a:moveTo>
                      <a:pt x="14670" y="1"/>
                    </a:moveTo>
                    <a:lnTo>
                      <a:pt x="0" y="17"/>
                    </a:lnTo>
                    <a:lnTo>
                      <a:pt x="17" y="7001"/>
                    </a:lnTo>
                    <a:lnTo>
                      <a:pt x="14670" y="6968"/>
                    </a:lnTo>
                    <a:lnTo>
                      <a:pt x="14670"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64;p35">
                <a:extLst>
                  <a:ext uri="{FF2B5EF4-FFF2-40B4-BE49-F238E27FC236}">
                    <a16:creationId xmlns:a16="http://schemas.microsoft.com/office/drawing/2014/main" id="{BB67E262-790A-C008-A5CF-B564A8216CF8}"/>
                  </a:ext>
                </a:extLst>
              </p:cNvPr>
              <p:cNvSpPr/>
              <p:nvPr/>
            </p:nvSpPr>
            <p:spPr>
              <a:xfrm>
                <a:off x="5869325" y="2748675"/>
                <a:ext cx="366775" cy="175050"/>
              </a:xfrm>
              <a:custGeom>
                <a:avLst/>
                <a:gdLst/>
                <a:ahLst/>
                <a:cxnLst/>
                <a:rect l="l" t="t" r="r" b="b"/>
                <a:pathLst>
                  <a:path w="14671" h="7002" extrusionOk="0">
                    <a:moveTo>
                      <a:pt x="14654" y="0"/>
                    </a:moveTo>
                    <a:lnTo>
                      <a:pt x="0" y="34"/>
                    </a:lnTo>
                    <a:lnTo>
                      <a:pt x="0" y="7001"/>
                    </a:lnTo>
                    <a:lnTo>
                      <a:pt x="14670" y="6985"/>
                    </a:lnTo>
                    <a:lnTo>
                      <a:pt x="1465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65;p35">
                <a:extLst>
                  <a:ext uri="{FF2B5EF4-FFF2-40B4-BE49-F238E27FC236}">
                    <a16:creationId xmlns:a16="http://schemas.microsoft.com/office/drawing/2014/main" id="{CD08903F-6F3D-2465-EAE6-8633A165937F}"/>
                  </a:ext>
                </a:extLst>
              </p:cNvPr>
              <p:cNvSpPr/>
              <p:nvPr/>
            </p:nvSpPr>
            <p:spPr>
              <a:xfrm>
                <a:off x="5865975" y="2792450"/>
                <a:ext cx="736450" cy="9100"/>
              </a:xfrm>
              <a:custGeom>
                <a:avLst/>
                <a:gdLst/>
                <a:ahLst/>
                <a:cxnLst/>
                <a:rect l="l" t="t" r="r" b="b"/>
                <a:pathLst>
                  <a:path w="29458" h="364" extrusionOk="0">
                    <a:moveTo>
                      <a:pt x="17345" y="0"/>
                    </a:moveTo>
                    <a:cubicBezTo>
                      <a:pt x="11598" y="0"/>
                      <a:pt x="5846" y="52"/>
                      <a:pt x="101" y="121"/>
                    </a:cubicBezTo>
                    <a:cubicBezTo>
                      <a:pt x="1" y="121"/>
                      <a:pt x="1" y="288"/>
                      <a:pt x="101" y="288"/>
                    </a:cubicBezTo>
                    <a:cubicBezTo>
                      <a:pt x="4671" y="335"/>
                      <a:pt x="9245" y="363"/>
                      <a:pt x="13818" y="363"/>
                    </a:cubicBezTo>
                    <a:cubicBezTo>
                      <a:pt x="19008" y="363"/>
                      <a:pt x="24196" y="327"/>
                      <a:pt x="29374" y="238"/>
                    </a:cubicBezTo>
                    <a:cubicBezTo>
                      <a:pt x="29458" y="221"/>
                      <a:pt x="29458" y="87"/>
                      <a:pt x="29374" y="87"/>
                    </a:cubicBezTo>
                    <a:cubicBezTo>
                      <a:pt x="25369" y="26"/>
                      <a:pt x="21358" y="0"/>
                      <a:pt x="17345"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66;p35">
                <a:extLst>
                  <a:ext uri="{FF2B5EF4-FFF2-40B4-BE49-F238E27FC236}">
                    <a16:creationId xmlns:a16="http://schemas.microsoft.com/office/drawing/2014/main" id="{2E49BF5D-612B-A371-8D78-454E55C35CFC}"/>
                  </a:ext>
                </a:extLst>
              </p:cNvPr>
              <p:cNvSpPr/>
              <p:nvPr/>
            </p:nvSpPr>
            <p:spPr>
              <a:xfrm>
                <a:off x="6493375" y="2071150"/>
                <a:ext cx="92775" cy="359250"/>
              </a:xfrm>
              <a:custGeom>
                <a:avLst/>
                <a:gdLst/>
                <a:ahLst/>
                <a:cxnLst/>
                <a:rect l="l" t="t" r="r" b="b"/>
                <a:pathLst>
                  <a:path w="3711" h="14370" extrusionOk="0">
                    <a:moveTo>
                      <a:pt x="1" y="0"/>
                    </a:moveTo>
                    <a:lnTo>
                      <a:pt x="18" y="14370"/>
                    </a:lnTo>
                    <a:lnTo>
                      <a:pt x="3710" y="14370"/>
                    </a:lnTo>
                    <a:lnTo>
                      <a:pt x="3677"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67;p35">
                <a:extLst>
                  <a:ext uri="{FF2B5EF4-FFF2-40B4-BE49-F238E27FC236}">
                    <a16:creationId xmlns:a16="http://schemas.microsoft.com/office/drawing/2014/main" id="{FE629935-BFF7-C7F3-675B-6CD5B6FF6D92}"/>
                  </a:ext>
                </a:extLst>
              </p:cNvPr>
              <p:cNvSpPr/>
              <p:nvPr/>
            </p:nvSpPr>
            <p:spPr>
              <a:xfrm>
                <a:off x="6587375" y="2168050"/>
                <a:ext cx="92750" cy="261100"/>
              </a:xfrm>
              <a:custGeom>
                <a:avLst/>
                <a:gdLst/>
                <a:ahLst/>
                <a:cxnLst/>
                <a:rect l="l" t="t" r="r" b="b"/>
                <a:pathLst>
                  <a:path w="3710" h="10444" extrusionOk="0">
                    <a:moveTo>
                      <a:pt x="0" y="1"/>
                    </a:moveTo>
                    <a:lnTo>
                      <a:pt x="17" y="10443"/>
                    </a:lnTo>
                    <a:lnTo>
                      <a:pt x="3710" y="10443"/>
                    </a:lnTo>
                    <a:lnTo>
                      <a:pt x="3676"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68;p35">
                <a:extLst>
                  <a:ext uri="{FF2B5EF4-FFF2-40B4-BE49-F238E27FC236}">
                    <a16:creationId xmlns:a16="http://schemas.microsoft.com/office/drawing/2014/main" id="{8C4CEA35-01F2-78B3-3188-43DE5F9BD65E}"/>
                  </a:ext>
                </a:extLst>
              </p:cNvPr>
              <p:cNvSpPr/>
              <p:nvPr/>
            </p:nvSpPr>
            <p:spPr>
              <a:xfrm>
                <a:off x="6349275" y="2138400"/>
                <a:ext cx="143725" cy="291575"/>
              </a:xfrm>
              <a:custGeom>
                <a:avLst/>
                <a:gdLst/>
                <a:ahLst/>
                <a:cxnLst/>
                <a:rect l="l" t="t" r="r" b="b"/>
                <a:pathLst>
                  <a:path w="5749" h="11663" extrusionOk="0">
                    <a:moveTo>
                      <a:pt x="5715" y="0"/>
                    </a:moveTo>
                    <a:lnTo>
                      <a:pt x="0" y="17"/>
                    </a:lnTo>
                    <a:lnTo>
                      <a:pt x="17" y="11663"/>
                    </a:lnTo>
                    <a:lnTo>
                      <a:pt x="5748" y="11646"/>
                    </a:lnTo>
                    <a:lnTo>
                      <a:pt x="571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69;p35">
                <a:extLst>
                  <a:ext uri="{FF2B5EF4-FFF2-40B4-BE49-F238E27FC236}">
                    <a16:creationId xmlns:a16="http://schemas.microsoft.com/office/drawing/2014/main" id="{03CA7B0B-3ADF-4776-4A8B-C8B880BDF9A4}"/>
                  </a:ext>
                </a:extLst>
              </p:cNvPr>
              <p:cNvSpPr/>
              <p:nvPr/>
            </p:nvSpPr>
            <p:spPr>
              <a:xfrm>
                <a:off x="6305825" y="2138800"/>
                <a:ext cx="45975" cy="291175"/>
              </a:xfrm>
              <a:custGeom>
                <a:avLst/>
                <a:gdLst/>
                <a:ahLst/>
                <a:cxnLst/>
                <a:rect l="l" t="t" r="r" b="b"/>
                <a:pathLst>
                  <a:path w="1839" h="11647" extrusionOk="0">
                    <a:moveTo>
                      <a:pt x="1" y="1"/>
                    </a:moveTo>
                    <a:lnTo>
                      <a:pt x="17" y="11647"/>
                    </a:lnTo>
                    <a:lnTo>
                      <a:pt x="1839" y="11647"/>
                    </a:lnTo>
                    <a:lnTo>
                      <a:pt x="1822"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70;p35">
                <a:extLst>
                  <a:ext uri="{FF2B5EF4-FFF2-40B4-BE49-F238E27FC236}">
                    <a16:creationId xmlns:a16="http://schemas.microsoft.com/office/drawing/2014/main" id="{96756C30-E0A0-66D0-413B-02CD7E789407}"/>
                  </a:ext>
                </a:extLst>
              </p:cNvPr>
              <p:cNvSpPr/>
              <p:nvPr/>
            </p:nvSpPr>
            <p:spPr>
              <a:xfrm>
                <a:off x="6260725" y="2206075"/>
                <a:ext cx="45550" cy="223900"/>
              </a:xfrm>
              <a:custGeom>
                <a:avLst/>
                <a:gdLst/>
                <a:ahLst/>
                <a:cxnLst/>
                <a:rect l="l" t="t" r="r" b="b"/>
                <a:pathLst>
                  <a:path w="1822" h="8956" extrusionOk="0">
                    <a:moveTo>
                      <a:pt x="1805" y="0"/>
                    </a:moveTo>
                    <a:lnTo>
                      <a:pt x="0" y="17"/>
                    </a:lnTo>
                    <a:lnTo>
                      <a:pt x="0" y="8956"/>
                    </a:lnTo>
                    <a:lnTo>
                      <a:pt x="1821" y="8956"/>
                    </a:lnTo>
                    <a:lnTo>
                      <a:pt x="180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71;p35">
                <a:extLst>
                  <a:ext uri="{FF2B5EF4-FFF2-40B4-BE49-F238E27FC236}">
                    <a16:creationId xmlns:a16="http://schemas.microsoft.com/office/drawing/2014/main" id="{E645A733-7CDE-82B8-D134-4DB90B8E6DBD}"/>
                  </a:ext>
                </a:extLst>
              </p:cNvPr>
              <p:cNvSpPr/>
              <p:nvPr/>
            </p:nvSpPr>
            <p:spPr>
              <a:xfrm>
                <a:off x="6520125" y="3087025"/>
                <a:ext cx="215150" cy="346300"/>
              </a:xfrm>
              <a:custGeom>
                <a:avLst/>
                <a:gdLst/>
                <a:ahLst/>
                <a:cxnLst/>
                <a:rect l="l" t="t" r="r" b="b"/>
                <a:pathLst>
                  <a:path w="8606" h="13852" extrusionOk="0">
                    <a:moveTo>
                      <a:pt x="3409" y="0"/>
                    </a:moveTo>
                    <a:lnTo>
                      <a:pt x="0" y="1437"/>
                    </a:lnTo>
                    <a:lnTo>
                      <a:pt x="5197" y="13852"/>
                    </a:lnTo>
                    <a:lnTo>
                      <a:pt x="8605" y="12431"/>
                    </a:lnTo>
                    <a:lnTo>
                      <a:pt x="3409"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72;p35">
                <a:extLst>
                  <a:ext uri="{FF2B5EF4-FFF2-40B4-BE49-F238E27FC236}">
                    <a16:creationId xmlns:a16="http://schemas.microsoft.com/office/drawing/2014/main" id="{F6642A15-C9E1-2566-0E86-3252126F0C84}"/>
                  </a:ext>
                </a:extLst>
              </p:cNvPr>
              <p:cNvSpPr/>
              <p:nvPr/>
            </p:nvSpPr>
            <p:spPr>
              <a:xfrm>
                <a:off x="6439925" y="3074075"/>
                <a:ext cx="92750" cy="359250"/>
              </a:xfrm>
              <a:custGeom>
                <a:avLst/>
                <a:gdLst/>
                <a:ahLst/>
                <a:cxnLst/>
                <a:rect l="l" t="t" r="r" b="b"/>
                <a:pathLst>
                  <a:path w="3710" h="14370" extrusionOk="0">
                    <a:moveTo>
                      <a:pt x="3693" y="0"/>
                    </a:moveTo>
                    <a:lnTo>
                      <a:pt x="0" y="17"/>
                    </a:lnTo>
                    <a:lnTo>
                      <a:pt x="34" y="14370"/>
                    </a:lnTo>
                    <a:lnTo>
                      <a:pt x="3709" y="14370"/>
                    </a:lnTo>
                    <a:lnTo>
                      <a:pt x="3693"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73;p35">
                <a:extLst>
                  <a:ext uri="{FF2B5EF4-FFF2-40B4-BE49-F238E27FC236}">
                    <a16:creationId xmlns:a16="http://schemas.microsoft.com/office/drawing/2014/main" id="{A69D496B-D417-FD62-67EC-859117EBDC48}"/>
                  </a:ext>
                </a:extLst>
              </p:cNvPr>
              <p:cNvSpPr/>
              <p:nvPr/>
            </p:nvSpPr>
            <p:spPr>
              <a:xfrm>
                <a:off x="6249850" y="3141750"/>
                <a:ext cx="143725" cy="291150"/>
              </a:xfrm>
              <a:custGeom>
                <a:avLst/>
                <a:gdLst/>
                <a:ahLst/>
                <a:cxnLst/>
                <a:rect l="l" t="t" r="r" b="b"/>
                <a:pathLst>
                  <a:path w="5749" h="11646" extrusionOk="0">
                    <a:moveTo>
                      <a:pt x="5732" y="0"/>
                    </a:moveTo>
                    <a:lnTo>
                      <a:pt x="1" y="17"/>
                    </a:lnTo>
                    <a:lnTo>
                      <a:pt x="17" y="11646"/>
                    </a:lnTo>
                    <a:lnTo>
                      <a:pt x="5749" y="11646"/>
                    </a:lnTo>
                    <a:lnTo>
                      <a:pt x="5732"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74;p35">
                <a:extLst>
                  <a:ext uri="{FF2B5EF4-FFF2-40B4-BE49-F238E27FC236}">
                    <a16:creationId xmlns:a16="http://schemas.microsoft.com/office/drawing/2014/main" id="{831B94BE-6489-C9C9-206C-D873790CEF66}"/>
                  </a:ext>
                </a:extLst>
              </p:cNvPr>
              <p:cNvSpPr/>
              <p:nvPr/>
            </p:nvSpPr>
            <p:spPr>
              <a:xfrm>
                <a:off x="6392725" y="3033975"/>
                <a:ext cx="32175" cy="398925"/>
              </a:xfrm>
              <a:custGeom>
                <a:avLst/>
                <a:gdLst/>
                <a:ahLst/>
                <a:cxnLst/>
                <a:rect l="l" t="t" r="r" b="b"/>
                <a:pathLst>
                  <a:path w="1287" h="15957" extrusionOk="0">
                    <a:moveTo>
                      <a:pt x="0" y="0"/>
                    </a:moveTo>
                    <a:lnTo>
                      <a:pt x="34" y="15957"/>
                    </a:lnTo>
                    <a:lnTo>
                      <a:pt x="1287" y="15957"/>
                    </a:lnTo>
                    <a:lnTo>
                      <a:pt x="1253"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75;p35">
                <a:extLst>
                  <a:ext uri="{FF2B5EF4-FFF2-40B4-BE49-F238E27FC236}">
                    <a16:creationId xmlns:a16="http://schemas.microsoft.com/office/drawing/2014/main" id="{3EE0B107-1375-3E97-C1B0-9C78EAB74A81}"/>
                  </a:ext>
                </a:extLst>
              </p:cNvPr>
              <p:cNvSpPr/>
              <p:nvPr/>
            </p:nvSpPr>
            <p:spPr>
              <a:xfrm>
                <a:off x="6424450" y="3096200"/>
                <a:ext cx="15900" cy="336700"/>
              </a:xfrm>
              <a:custGeom>
                <a:avLst/>
                <a:gdLst/>
                <a:ahLst/>
                <a:cxnLst/>
                <a:rect l="l" t="t" r="r" b="b"/>
                <a:pathLst>
                  <a:path w="636" h="13468" extrusionOk="0">
                    <a:moveTo>
                      <a:pt x="1" y="1"/>
                    </a:moveTo>
                    <a:lnTo>
                      <a:pt x="18" y="13468"/>
                    </a:lnTo>
                    <a:lnTo>
                      <a:pt x="636" y="13468"/>
                    </a:lnTo>
                    <a:lnTo>
                      <a:pt x="619"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76;p35">
                <a:extLst>
                  <a:ext uri="{FF2B5EF4-FFF2-40B4-BE49-F238E27FC236}">
                    <a16:creationId xmlns:a16="http://schemas.microsoft.com/office/drawing/2014/main" id="{8ED30CF5-5715-F706-D3A5-2918BB0E0DE8}"/>
                  </a:ext>
                </a:extLst>
              </p:cNvPr>
              <p:cNvSpPr/>
              <p:nvPr/>
            </p:nvSpPr>
            <p:spPr>
              <a:xfrm>
                <a:off x="5912350" y="3418275"/>
                <a:ext cx="336700" cy="16300"/>
              </a:xfrm>
              <a:custGeom>
                <a:avLst/>
                <a:gdLst/>
                <a:ahLst/>
                <a:cxnLst/>
                <a:rect l="l" t="t" r="r" b="b"/>
                <a:pathLst>
                  <a:path w="13468" h="652" extrusionOk="0">
                    <a:moveTo>
                      <a:pt x="13467" y="0"/>
                    </a:moveTo>
                    <a:lnTo>
                      <a:pt x="0" y="17"/>
                    </a:lnTo>
                    <a:lnTo>
                      <a:pt x="0" y="652"/>
                    </a:lnTo>
                    <a:lnTo>
                      <a:pt x="13467" y="618"/>
                    </a:lnTo>
                    <a:lnTo>
                      <a:pt x="1346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77;p35">
                <a:extLst>
                  <a:ext uri="{FF2B5EF4-FFF2-40B4-BE49-F238E27FC236}">
                    <a16:creationId xmlns:a16="http://schemas.microsoft.com/office/drawing/2014/main" id="{03720FC9-2657-CCA1-171A-B6CFAF23E392}"/>
                  </a:ext>
                </a:extLst>
              </p:cNvPr>
              <p:cNvSpPr/>
              <p:nvPr/>
            </p:nvSpPr>
            <p:spPr>
              <a:xfrm>
                <a:off x="5883100" y="3325125"/>
                <a:ext cx="367200" cy="93575"/>
              </a:xfrm>
              <a:custGeom>
                <a:avLst/>
                <a:gdLst/>
                <a:ahLst/>
                <a:cxnLst/>
                <a:rect l="l" t="t" r="r" b="b"/>
                <a:pathLst>
                  <a:path w="14688" h="3743" extrusionOk="0">
                    <a:moveTo>
                      <a:pt x="14687" y="0"/>
                    </a:moveTo>
                    <a:lnTo>
                      <a:pt x="1" y="17"/>
                    </a:lnTo>
                    <a:lnTo>
                      <a:pt x="17" y="3743"/>
                    </a:lnTo>
                    <a:lnTo>
                      <a:pt x="14687" y="3726"/>
                    </a:lnTo>
                    <a:lnTo>
                      <a:pt x="14687"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78;p35">
                <a:extLst>
                  <a:ext uri="{FF2B5EF4-FFF2-40B4-BE49-F238E27FC236}">
                    <a16:creationId xmlns:a16="http://schemas.microsoft.com/office/drawing/2014/main" id="{53C27927-B555-8587-30BC-9E54CD773CC9}"/>
                  </a:ext>
                </a:extLst>
              </p:cNvPr>
              <p:cNvSpPr/>
              <p:nvPr/>
            </p:nvSpPr>
            <p:spPr>
              <a:xfrm>
                <a:off x="5955375" y="3231125"/>
                <a:ext cx="294925" cy="94025"/>
              </a:xfrm>
              <a:custGeom>
                <a:avLst/>
                <a:gdLst/>
                <a:ahLst/>
                <a:cxnLst/>
                <a:rect l="l" t="t" r="r" b="b"/>
                <a:pathLst>
                  <a:path w="11797" h="3761" extrusionOk="0">
                    <a:moveTo>
                      <a:pt x="11780" y="1"/>
                    </a:moveTo>
                    <a:lnTo>
                      <a:pt x="0" y="34"/>
                    </a:lnTo>
                    <a:lnTo>
                      <a:pt x="0" y="3760"/>
                    </a:lnTo>
                    <a:lnTo>
                      <a:pt x="11796" y="3727"/>
                    </a:lnTo>
                    <a:lnTo>
                      <a:pt x="1178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79;p35">
                <a:extLst>
                  <a:ext uri="{FF2B5EF4-FFF2-40B4-BE49-F238E27FC236}">
                    <a16:creationId xmlns:a16="http://schemas.microsoft.com/office/drawing/2014/main" id="{CB35286C-B9B4-3D1D-CF47-580435F21DAE}"/>
                  </a:ext>
                </a:extLst>
              </p:cNvPr>
              <p:cNvSpPr/>
              <p:nvPr/>
            </p:nvSpPr>
            <p:spPr>
              <a:xfrm>
                <a:off x="5836725" y="4382350"/>
                <a:ext cx="244825" cy="107575"/>
              </a:xfrm>
              <a:custGeom>
                <a:avLst/>
                <a:gdLst/>
                <a:ahLst/>
                <a:cxnLst/>
                <a:rect l="l" t="t" r="r" b="b"/>
                <a:pathLst>
                  <a:path w="9793" h="4303" extrusionOk="0">
                    <a:moveTo>
                      <a:pt x="4496" y="0"/>
                    </a:moveTo>
                    <a:lnTo>
                      <a:pt x="4479" y="2824"/>
                    </a:lnTo>
                    <a:cubicBezTo>
                      <a:pt x="4479" y="2824"/>
                      <a:pt x="1" y="3827"/>
                      <a:pt x="1087" y="4161"/>
                    </a:cubicBezTo>
                    <a:cubicBezTo>
                      <a:pt x="1446" y="4266"/>
                      <a:pt x="2486" y="4302"/>
                      <a:pt x="3729" y="4302"/>
                    </a:cubicBezTo>
                    <a:cubicBezTo>
                      <a:pt x="5843" y="4302"/>
                      <a:pt x="8542" y="4197"/>
                      <a:pt x="9458" y="4144"/>
                    </a:cubicBezTo>
                    <a:lnTo>
                      <a:pt x="9792" y="4111"/>
                    </a:lnTo>
                    <a:lnTo>
                      <a:pt x="9759" y="0"/>
                    </a:ln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80;p35">
                <a:extLst>
                  <a:ext uri="{FF2B5EF4-FFF2-40B4-BE49-F238E27FC236}">
                    <a16:creationId xmlns:a16="http://schemas.microsoft.com/office/drawing/2014/main" id="{E6853810-B270-1216-C512-0A5F5D44FFA4}"/>
                  </a:ext>
                </a:extLst>
              </p:cNvPr>
              <p:cNvSpPr/>
              <p:nvPr/>
            </p:nvSpPr>
            <p:spPr>
              <a:xfrm>
                <a:off x="6033900" y="4448225"/>
                <a:ext cx="47225" cy="37750"/>
              </a:xfrm>
              <a:custGeom>
                <a:avLst/>
                <a:gdLst/>
                <a:ahLst/>
                <a:cxnLst/>
                <a:rect l="l" t="t" r="r" b="b"/>
                <a:pathLst>
                  <a:path w="1889" h="1510" extrusionOk="0">
                    <a:moveTo>
                      <a:pt x="1757" y="0"/>
                    </a:moveTo>
                    <a:cubicBezTo>
                      <a:pt x="1365" y="0"/>
                      <a:pt x="969" y="134"/>
                      <a:pt x="669" y="390"/>
                    </a:cubicBezTo>
                    <a:cubicBezTo>
                      <a:pt x="301" y="657"/>
                      <a:pt x="67" y="1058"/>
                      <a:pt x="0" y="1509"/>
                    </a:cubicBezTo>
                    <a:lnTo>
                      <a:pt x="1889" y="1476"/>
                    </a:lnTo>
                    <a:lnTo>
                      <a:pt x="1889" y="5"/>
                    </a:lnTo>
                    <a:cubicBezTo>
                      <a:pt x="1845" y="2"/>
                      <a:pt x="1801" y="0"/>
                      <a:pt x="1757" y="0"/>
                    </a:cubicBez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81;p35">
                <a:extLst>
                  <a:ext uri="{FF2B5EF4-FFF2-40B4-BE49-F238E27FC236}">
                    <a16:creationId xmlns:a16="http://schemas.microsoft.com/office/drawing/2014/main" id="{E3820293-CD2D-8938-2CA9-731A7D624F0F}"/>
                  </a:ext>
                </a:extLst>
              </p:cNvPr>
              <p:cNvSpPr/>
              <p:nvPr/>
            </p:nvSpPr>
            <p:spPr>
              <a:xfrm>
                <a:off x="5855125" y="4467150"/>
                <a:ext cx="226425" cy="22475"/>
              </a:xfrm>
              <a:custGeom>
                <a:avLst/>
                <a:gdLst/>
                <a:ahLst/>
                <a:cxnLst/>
                <a:rect l="l" t="t" r="r" b="b"/>
                <a:pathLst>
                  <a:path w="9057" h="899" extrusionOk="0">
                    <a:moveTo>
                      <a:pt x="1571" y="0"/>
                    </a:moveTo>
                    <a:cubicBezTo>
                      <a:pt x="1571" y="0"/>
                      <a:pt x="0" y="451"/>
                      <a:pt x="201" y="702"/>
                    </a:cubicBezTo>
                    <a:cubicBezTo>
                      <a:pt x="293" y="836"/>
                      <a:pt x="1842" y="898"/>
                      <a:pt x="3701" y="898"/>
                    </a:cubicBezTo>
                    <a:cubicBezTo>
                      <a:pt x="5560" y="898"/>
                      <a:pt x="7728" y="836"/>
                      <a:pt x="9056" y="719"/>
                    </a:cubicBezTo>
                    <a:lnTo>
                      <a:pt x="9040" y="602"/>
                    </a:lnTo>
                    <a:lnTo>
                      <a:pt x="2039" y="669"/>
                    </a:lnTo>
                    <a:cubicBezTo>
                      <a:pt x="2039" y="669"/>
                      <a:pt x="1872" y="0"/>
                      <a:pt x="1571" y="0"/>
                    </a:cubicBez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82;p35">
                <a:extLst>
                  <a:ext uri="{FF2B5EF4-FFF2-40B4-BE49-F238E27FC236}">
                    <a16:creationId xmlns:a16="http://schemas.microsoft.com/office/drawing/2014/main" id="{B8A0AA22-9297-5DE7-8A64-B5C53A04F51C}"/>
                  </a:ext>
                </a:extLst>
              </p:cNvPr>
              <p:cNvSpPr/>
              <p:nvPr/>
            </p:nvSpPr>
            <p:spPr>
              <a:xfrm>
                <a:off x="5858875" y="4480925"/>
                <a:ext cx="223500" cy="3375"/>
              </a:xfrm>
              <a:custGeom>
                <a:avLst/>
                <a:gdLst/>
                <a:ahLst/>
                <a:cxnLst/>
                <a:rect l="l" t="t" r="r" b="b"/>
                <a:pathLst>
                  <a:path w="8940" h="135" extrusionOk="0">
                    <a:moveTo>
                      <a:pt x="55" y="27"/>
                    </a:moveTo>
                    <a:cubicBezTo>
                      <a:pt x="38" y="27"/>
                      <a:pt x="23" y="34"/>
                      <a:pt x="1" y="34"/>
                    </a:cubicBezTo>
                    <a:lnTo>
                      <a:pt x="84" y="34"/>
                    </a:lnTo>
                    <a:cubicBezTo>
                      <a:pt x="73" y="29"/>
                      <a:pt x="64" y="27"/>
                      <a:pt x="55" y="27"/>
                    </a:cubicBezTo>
                    <a:close/>
                    <a:moveTo>
                      <a:pt x="8839" y="1"/>
                    </a:moveTo>
                    <a:lnTo>
                      <a:pt x="8589" y="17"/>
                    </a:lnTo>
                    <a:lnTo>
                      <a:pt x="7620" y="34"/>
                    </a:lnTo>
                    <a:cubicBezTo>
                      <a:pt x="6818" y="51"/>
                      <a:pt x="5698" y="68"/>
                      <a:pt x="4462" y="68"/>
                    </a:cubicBezTo>
                    <a:cubicBezTo>
                      <a:pt x="4100" y="72"/>
                      <a:pt x="3749" y="74"/>
                      <a:pt x="3413" y="74"/>
                    </a:cubicBezTo>
                    <a:cubicBezTo>
                      <a:pt x="2604" y="74"/>
                      <a:pt x="1883" y="63"/>
                      <a:pt x="1304" y="51"/>
                    </a:cubicBezTo>
                    <a:cubicBezTo>
                      <a:pt x="936" y="34"/>
                      <a:pt x="602" y="34"/>
                      <a:pt x="351" y="34"/>
                    </a:cubicBezTo>
                    <a:lnTo>
                      <a:pt x="84" y="34"/>
                    </a:lnTo>
                    <a:lnTo>
                      <a:pt x="351" y="51"/>
                    </a:lnTo>
                    <a:lnTo>
                      <a:pt x="1304" y="101"/>
                    </a:lnTo>
                    <a:cubicBezTo>
                      <a:pt x="2106" y="118"/>
                      <a:pt x="3225" y="134"/>
                      <a:pt x="4462" y="134"/>
                    </a:cubicBezTo>
                    <a:cubicBezTo>
                      <a:pt x="5698" y="134"/>
                      <a:pt x="6818" y="118"/>
                      <a:pt x="7620" y="84"/>
                    </a:cubicBezTo>
                    <a:lnTo>
                      <a:pt x="8589" y="34"/>
                    </a:lnTo>
                    <a:cubicBezTo>
                      <a:pt x="8672" y="34"/>
                      <a:pt x="8773" y="34"/>
                      <a:pt x="8839" y="17"/>
                    </a:cubicBezTo>
                    <a:lnTo>
                      <a:pt x="8940" y="17"/>
                    </a:lnTo>
                    <a:cubicBezTo>
                      <a:pt x="8906" y="1"/>
                      <a:pt x="8873" y="1"/>
                      <a:pt x="88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83;p35">
                <a:extLst>
                  <a:ext uri="{FF2B5EF4-FFF2-40B4-BE49-F238E27FC236}">
                    <a16:creationId xmlns:a16="http://schemas.microsoft.com/office/drawing/2014/main" id="{89870CC9-3D94-D937-01AB-8AFE7F7D79CB}"/>
                  </a:ext>
                </a:extLst>
              </p:cNvPr>
              <p:cNvSpPr/>
              <p:nvPr/>
            </p:nvSpPr>
            <p:spPr>
              <a:xfrm>
                <a:off x="5893125" y="4465900"/>
                <a:ext cx="13400" cy="20475"/>
              </a:xfrm>
              <a:custGeom>
                <a:avLst/>
                <a:gdLst/>
                <a:ahLst/>
                <a:cxnLst/>
                <a:rect l="l" t="t" r="r" b="b"/>
                <a:pathLst>
                  <a:path w="536" h="819" extrusionOk="0">
                    <a:moveTo>
                      <a:pt x="1" y="0"/>
                    </a:moveTo>
                    <a:lnTo>
                      <a:pt x="1" y="0"/>
                    </a:lnTo>
                    <a:cubicBezTo>
                      <a:pt x="268" y="201"/>
                      <a:pt x="452" y="501"/>
                      <a:pt x="519" y="819"/>
                    </a:cubicBezTo>
                    <a:cubicBezTo>
                      <a:pt x="535" y="468"/>
                      <a:pt x="335" y="151"/>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84;p35">
                <a:extLst>
                  <a:ext uri="{FF2B5EF4-FFF2-40B4-BE49-F238E27FC236}">
                    <a16:creationId xmlns:a16="http://schemas.microsoft.com/office/drawing/2014/main" id="{7B3A7032-4E0E-F6E7-F39D-7C1A04E5F0FD}"/>
                  </a:ext>
                </a:extLst>
              </p:cNvPr>
              <p:cNvSpPr/>
              <p:nvPr/>
            </p:nvSpPr>
            <p:spPr>
              <a:xfrm>
                <a:off x="5939925" y="4452525"/>
                <a:ext cx="7950" cy="11300"/>
              </a:xfrm>
              <a:custGeom>
                <a:avLst/>
                <a:gdLst/>
                <a:ahLst/>
                <a:cxnLst/>
                <a:rect l="l" t="t" r="r" b="b"/>
                <a:pathLst>
                  <a:path w="318" h="452" extrusionOk="0">
                    <a:moveTo>
                      <a:pt x="17" y="0"/>
                    </a:moveTo>
                    <a:lnTo>
                      <a:pt x="17" y="0"/>
                    </a:lnTo>
                    <a:cubicBezTo>
                      <a:pt x="0" y="17"/>
                      <a:pt x="50" y="117"/>
                      <a:pt x="134" y="251"/>
                    </a:cubicBezTo>
                    <a:cubicBezTo>
                      <a:pt x="201" y="368"/>
                      <a:pt x="284" y="452"/>
                      <a:pt x="301" y="452"/>
                    </a:cubicBezTo>
                    <a:cubicBezTo>
                      <a:pt x="317" y="435"/>
                      <a:pt x="251" y="335"/>
                      <a:pt x="184" y="218"/>
                    </a:cubicBezTo>
                    <a:cubicBezTo>
                      <a:pt x="100" y="84"/>
                      <a:pt x="33" y="0"/>
                      <a:pt x="1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185;p35">
                <a:extLst>
                  <a:ext uri="{FF2B5EF4-FFF2-40B4-BE49-F238E27FC236}">
                    <a16:creationId xmlns:a16="http://schemas.microsoft.com/office/drawing/2014/main" id="{1109F58C-4DA8-365C-E32A-0A5E2FCE18DC}"/>
                  </a:ext>
                </a:extLst>
              </p:cNvPr>
              <p:cNvSpPr/>
              <p:nvPr/>
            </p:nvSpPr>
            <p:spPr>
              <a:xfrm>
                <a:off x="5949525" y="4450425"/>
                <a:ext cx="8800" cy="7625"/>
              </a:xfrm>
              <a:custGeom>
                <a:avLst/>
                <a:gdLst/>
                <a:ahLst/>
                <a:cxnLst/>
                <a:rect l="l" t="t" r="r" b="b"/>
                <a:pathLst>
                  <a:path w="352" h="305" extrusionOk="0">
                    <a:moveTo>
                      <a:pt x="0" y="1"/>
                    </a:moveTo>
                    <a:cubicBezTo>
                      <a:pt x="0" y="18"/>
                      <a:pt x="67" y="101"/>
                      <a:pt x="151" y="185"/>
                    </a:cubicBezTo>
                    <a:cubicBezTo>
                      <a:pt x="223" y="257"/>
                      <a:pt x="296" y="305"/>
                      <a:pt x="325" y="305"/>
                    </a:cubicBezTo>
                    <a:cubicBezTo>
                      <a:pt x="329" y="305"/>
                      <a:pt x="332" y="304"/>
                      <a:pt x="334" y="302"/>
                    </a:cubicBezTo>
                    <a:cubicBezTo>
                      <a:pt x="351" y="285"/>
                      <a:pt x="284" y="218"/>
                      <a:pt x="201" y="135"/>
                    </a:cubicBezTo>
                    <a:cubicBezTo>
                      <a:pt x="101" y="51"/>
                      <a:pt x="17" y="1"/>
                      <a:pt x="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186;p35">
                <a:extLst>
                  <a:ext uri="{FF2B5EF4-FFF2-40B4-BE49-F238E27FC236}">
                    <a16:creationId xmlns:a16="http://schemas.microsoft.com/office/drawing/2014/main" id="{DA71E7F8-4CE0-51E1-5BAF-19DCEA5E4D96}"/>
                  </a:ext>
                </a:extLst>
              </p:cNvPr>
              <p:cNvSpPr/>
              <p:nvPr/>
            </p:nvSpPr>
            <p:spPr>
              <a:xfrm>
                <a:off x="5950775" y="4444850"/>
                <a:ext cx="13800" cy="1700"/>
              </a:xfrm>
              <a:custGeom>
                <a:avLst/>
                <a:gdLst/>
                <a:ahLst/>
                <a:cxnLst/>
                <a:rect l="l" t="t" r="r" b="b"/>
                <a:pathLst>
                  <a:path w="552" h="68" extrusionOk="0">
                    <a:moveTo>
                      <a:pt x="304" y="0"/>
                    </a:moveTo>
                    <a:cubicBezTo>
                      <a:pt x="203" y="0"/>
                      <a:pt x="102" y="13"/>
                      <a:pt x="0" y="40"/>
                    </a:cubicBezTo>
                    <a:cubicBezTo>
                      <a:pt x="59" y="60"/>
                      <a:pt x="112" y="68"/>
                      <a:pt x="166" y="68"/>
                    </a:cubicBezTo>
                    <a:cubicBezTo>
                      <a:pt x="204" y="68"/>
                      <a:pt x="243" y="64"/>
                      <a:pt x="284" y="57"/>
                    </a:cubicBezTo>
                    <a:cubicBezTo>
                      <a:pt x="307" y="61"/>
                      <a:pt x="330" y="63"/>
                      <a:pt x="355" y="63"/>
                    </a:cubicBezTo>
                    <a:cubicBezTo>
                      <a:pt x="421" y="63"/>
                      <a:pt x="491" y="48"/>
                      <a:pt x="552" y="23"/>
                    </a:cubicBezTo>
                    <a:cubicBezTo>
                      <a:pt x="469" y="8"/>
                      <a:pt x="387" y="0"/>
                      <a:pt x="30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187;p35">
                <a:extLst>
                  <a:ext uri="{FF2B5EF4-FFF2-40B4-BE49-F238E27FC236}">
                    <a16:creationId xmlns:a16="http://schemas.microsoft.com/office/drawing/2014/main" id="{07ED8EB2-4AC6-7787-68AB-20623520E718}"/>
                  </a:ext>
                </a:extLst>
              </p:cNvPr>
              <p:cNvSpPr/>
              <p:nvPr/>
            </p:nvSpPr>
            <p:spPr>
              <a:xfrm>
                <a:off x="5951200" y="4436650"/>
                <a:ext cx="15900" cy="2575"/>
              </a:xfrm>
              <a:custGeom>
                <a:avLst/>
                <a:gdLst/>
                <a:ahLst/>
                <a:cxnLst/>
                <a:rect l="l" t="t" r="r" b="b"/>
                <a:pathLst>
                  <a:path w="636" h="103" extrusionOk="0">
                    <a:moveTo>
                      <a:pt x="635" y="1"/>
                    </a:moveTo>
                    <a:lnTo>
                      <a:pt x="635" y="1"/>
                    </a:lnTo>
                    <a:cubicBezTo>
                      <a:pt x="418" y="17"/>
                      <a:pt x="217" y="34"/>
                      <a:pt x="0" y="51"/>
                    </a:cubicBezTo>
                    <a:cubicBezTo>
                      <a:pt x="91" y="85"/>
                      <a:pt x="181" y="103"/>
                      <a:pt x="270" y="103"/>
                    </a:cubicBezTo>
                    <a:cubicBezTo>
                      <a:pt x="395" y="103"/>
                      <a:pt x="518" y="69"/>
                      <a:pt x="6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188;p35">
                <a:extLst>
                  <a:ext uri="{FF2B5EF4-FFF2-40B4-BE49-F238E27FC236}">
                    <a16:creationId xmlns:a16="http://schemas.microsoft.com/office/drawing/2014/main" id="{07926C21-515F-901B-143D-1AA746FFF1FC}"/>
                  </a:ext>
                </a:extLst>
              </p:cNvPr>
              <p:cNvSpPr/>
              <p:nvPr/>
            </p:nvSpPr>
            <p:spPr>
              <a:xfrm>
                <a:off x="5917775" y="4440475"/>
                <a:ext cx="25075" cy="14175"/>
              </a:xfrm>
              <a:custGeom>
                <a:avLst/>
                <a:gdLst/>
                <a:ahLst/>
                <a:cxnLst/>
                <a:rect l="l" t="t" r="r" b="b"/>
                <a:pathLst>
                  <a:path w="1003" h="567" extrusionOk="0">
                    <a:moveTo>
                      <a:pt x="336" y="60"/>
                    </a:moveTo>
                    <a:cubicBezTo>
                      <a:pt x="391" y="60"/>
                      <a:pt x="446" y="68"/>
                      <a:pt x="502" y="81"/>
                    </a:cubicBezTo>
                    <a:cubicBezTo>
                      <a:pt x="619" y="115"/>
                      <a:pt x="719" y="182"/>
                      <a:pt x="802" y="265"/>
                    </a:cubicBezTo>
                    <a:cubicBezTo>
                      <a:pt x="847" y="333"/>
                      <a:pt x="885" y="392"/>
                      <a:pt x="915" y="460"/>
                    </a:cubicBezTo>
                    <a:lnTo>
                      <a:pt x="915" y="460"/>
                    </a:lnTo>
                    <a:cubicBezTo>
                      <a:pt x="856" y="454"/>
                      <a:pt x="771" y="441"/>
                      <a:pt x="669" y="416"/>
                    </a:cubicBezTo>
                    <a:cubicBezTo>
                      <a:pt x="552" y="399"/>
                      <a:pt x="435" y="366"/>
                      <a:pt x="318" y="332"/>
                    </a:cubicBezTo>
                    <a:cubicBezTo>
                      <a:pt x="251" y="315"/>
                      <a:pt x="184" y="282"/>
                      <a:pt x="134" y="249"/>
                    </a:cubicBezTo>
                    <a:cubicBezTo>
                      <a:pt x="67" y="215"/>
                      <a:pt x="51" y="148"/>
                      <a:pt x="101" y="115"/>
                    </a:cubicBezTo>
                    <a:cubicBezTo>
                      <a:pt x="179" y="76"/>
                      <a:pt x="257" y="60"/>
                      <a:pt x="336" y="60"/>
                    </a:cubicBezTo>
                    <a:close/>
                    <a:moveTo>
                      <a:pt x="337" y="1"/>
                    </a:moveTo>
                    <a:cubicBezTo>
                      <a:pt x="246" y="1"/>
                      <a:pt x="154" y="21"/>
                      <a:pt x="67" y="65"/>
                    </a:cubicBezTo>
                    <a:cubicBezTo>
                      <a:pt x="17" y="98"/>
                      <a:pt x="0" y="148"/>
                      <a:pt x="17" y="198"/>
                    </a:cubicBezTo>
                    <a:cubicBezTo>
                      <a:pt x="34" y="249"/>
                      <a:pt x="51" y="282"/>
                      <a:pt x="101" y="299"/>
                    </a:cubicBezTo>
                    <a:cubicBezTo>
                      <a:pt x="168" y="332"/>
                      <a:pt x="234" y="366"/>
                      <a:pt x="301" y="382"/>
                    </a:cubicBezTo>
                    <a:cubicBezTo>
                      <a:pt x="418" y="432"/>
                      <a:pt x="535" y="449"/>
                      <a:pt x="669" y="466"/>
                    </a:cubicBezTo>
                    <a:cubicBezTo>
                      <a:pt x="719" y="474"/>
                      <a:pt x="773" y="478"/>
                      <a:pt x="830" y="478"/>
                    </a:cubicBezTo>
                    <a:cubicBezTo>
                      <a:pt x="860" y="478"/>
                      <a:pt x="890" y="477"/>
                      <a:pt x="921" y="475"/>
                    </a:cubicBezTo>
                    <a:lnTo>
                      <a:pt x="921" y="475"/>
                    </a:lnTo>
                    <a:cubicBezTo>
                      <a:pt x="933" y="503"/>
                      <a:pt x="944" y="533"/>
                      <a:pt x="953" y="566"/>
                    </a:cubicBezTo>
                    <a:cubicBezTo>
                      <a:pt x="953" y="535"/>
                      <a:pt x="953" y="504"/>
                      <a:pt x="940" y="473"/>
                    </a:cubicBezTo>
                    <a:lnTo>
                      <a:pt x="940" y="473"/>
                    </a:lnTo>
                    <a:cubicBezTo>
                      <a:pt x="961" y="471"/>
                      <a:pt x="982" y="469"/>
                      <a:pt x="1003" y="466"/>
                    </a:cubicBezTo>
                    <a:cubicBezTo>
                      <a:pt x="1003" y="466"/>
                      <a:pt x="979" y="466"/>
                      <a:pt x="935" y="462"/>
                    </a:cubicBezTo>
                    <a:lnTo>
                      <a:pt x="935" y="462"/>
                    </a:lnTo>
                    <a:cubicBezTo>
                      <a:pt x="918" y="380"/>
                      <a:pt x="885" y="314"/>
                      <a:pt x="836" y="249"/>
                    </a:cubicBezTo>
                    <a:cubicBezTo>
                      <a:pt x="712" y="90"/>
                      <a:pt x="526" y="1"/>
                      <a:pt x="3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189;p35">
                <a:extLst>
                  <a:ext uri="{FF2B5EF4-FFF2-40B4-BE49-F238E27FC236}">
                    <a16:creationId xmlns:a16="http://schemas.microsoft.com/office/drawing/2014/main" id="{33233CBF-3AA9-5E9B-A649-6F89FA5B53D3}"/>
                  </a:ext>
                </a:extLst>
              </p:cNvPr>
              <p:cNvSpPr/>
              <p:nvPr/>
            </p:nvSpPr>
            <p:spPr>
              <a:xfrm>
                <a:off x="5939075" y="4436225"/>
                <a:ext cx="12975" cy="16325"/>
              </a:xfrm>
              <a:custGeom>
                <a:avLst/>
                <a:gdLst/>
                <a:ahLst/>
                <a:cxnLst/>
                <a:rect l="l" t="t" r="r" b="b"/>
                <a:pathLst>
                  <a:path w="519" h="653" extrusionOk="0">
                    <a:moveTo>
                      <a:pt x="402" y="1"/>
                    </a:moveTo>
                    <a:cubicBezTo>
                      <a:pt x="285" y="1"/>
                      <a:pt x="168" y="68"/>
                      <a:pt x="118" y="168"/>
                    </a:cubicBezTo>
                    <a:cubicBezTo>
                      <a:pt x="67" y="251"/>
                      <a:pt x="34" y="335"/>
                      <a:pt x="17" y="419"/>
                    </a:cubicBezTo>
                    <a:cubicBezTo>
                      <a:pt x="1" y="502"/>
                      <a:pt x="17" y="586"/>
                      <a:pt x="67" y="652"/>
                    </a:cubicBezTo>
                    <a:cubicBezTo>
                      <a:pt x="51" y="586"/>
                      <a:pt x="51" y="502"/>
                      <a:pt x="67" y="435"/>
                    </a:cubicBezTo>
                    <a:cubicBezTo>
                      <a:pt x="84" y="352"/>
                      <a:pt x="118" y="268"/>
                      <a:pt x="168" y="201"/>
                    </a:cubicBezTo>
                    <a:cubicBezTo>
                      <a:pt x="213" y="140"/>
                      <a:pt x="287" y="66"/>
                      <a:pt x="363" y="66"/>
                    </a:cubicBezTo>
                    <a:cubicBezTo>
                      <a:pt x="370" y="66"/>
                      <a:pt x="378" y="66"/>
                      <a:pt x="385" y="68"/>
                    </a:cubicBezTo>
                    <a:cubicBezTo>
                      <a:pt x="468" y="84"/>
                      <a:pt x="435" y="201"/>
                      <a:pt x="385" y="285"/>
                    </a:cubicBezTo>
                    <a:cubicBezTo>
                      <a:pt x="351" y="352"/>
                      <a:pt x="301" y="419"/>
                      <a:pt x="251" y="485"/>
                    </a:cubicBezTo>
                    <a:cubicBezTo>
                      <a:pt x="151" y="586"/>
                      <a:pt x="84" y="636"/>
                      <a:pt x="84" y="652"/>
                    </a:cubicBezTo>
                    <a:cubicBezTo>
                      <a:pt x="168" y="619"/>
                      <a:pt x="235" y="569"/>
                      <a:pt x="285" y="519"/>
                    </a:cubicBezTo>
                    <a:cubicBezTo>
                      <a:pt x="351" y="452"/>
                      <a:pt x="402" y="385"/>
                      <a:pt x="435" y="302"/>
                    </a:cubicBezTo>
                    <a:cubicBezTo>
                      <a:pt x="468" y="268"/>
                      <a:pt x="485" y="218"/>
                      <a:pt x="502" y="151"/>
                    </a:cubicBezTo>
                    <a:cubicBezTo>
                      <a:pt x="519" y="84"/>
                      <a:pt x="468" y="18"/>
                      <a:pt x="40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190;p35">
                <a:extLst>
                  <a:ext uri="{FF2B5EF4-FFF2-40B4-BE49-F238E27FC236}">
                    <a16:creationId xmlns:a16="http://schemas.microsoft.com/office/drawing/2014/main" id="{A8914670-4F96-6D30-B3D8-86581366013B}"/>
                  </a:ext>
                </a:extLst>
              </p:cNvPr>
              <p:cNvSpPr/>
              <p:nvPr/>
            </p:nvSpPr>
            <p:spPr>
              <a:xfrm>
                <a:off x="6036400" y="4446775"/>
                <a:ext cx="46825" cy="38350"/>
              </a:xfrm>
              <a:custGeom>
                <a:avLst/>
                <a:gdLst/>
                <a:ahLst/>
                <a:cxnLst/>
                <a:rect l="l" t="t" r="r" b="b"/>
                <a:pathLst>
                  <a:path w="1873" h="1534" extrusionOk="0">
                    <a:moveTo>
                      <a:pt x="1621" y="1"/>
                    </a:moveTo>
                    <a:cubicBezTo>
                      <a:pt x="1571" y="1"/>
                      <a:pt x="1521" y="5"/>
                      <a:pt x="1471" y="13"/>
                    </a:cubicBezTo>
                    <a:cubicBezTo>
                      <a:pt x="819" y="47"/>
                      <a:pt x="251" y="498"/>
                      <a:pt x="51" y="1133"/>
                    </a:cubicBezTo>
                    <a:cubicBezTo>
                      <a:pt x="34" y="1233"/>
                      <a:pt x="17" y="1333"/>
                      <a:pt x="1" y="1417"/>
                    </a:cubicBezTo>
                    <a:cubicBezTo>
                      <a:pt x="1" y="1450"/>
                      <a:pt x="1" y="1500"/>
                      <a:pt x="1" y="1534"/>
                    </a:cubicBezTo>
                    <a:cubicBezTo>
                      <a:pt x="17" y="1534"/>
                      <a:pt x="17" y="1383"/>
                      <a:pt x="101" y="1149"/>
                    </a:cubicBezTo>
                    <a:cubicBezTo>
                      <a:pt x="301" y="548"/>
                      <a:pt x="853" y="114"/>
                      <a:pt x="1488" y="47"/>
                    </a:cubicBezTo>
                    <a:cubicBezTo>
                      <a:pt x="1605" y="38"/>
                      <a:pt x="1701" y="38"/>
                      <a:pt x="1768" y="38"/>
                    </a:cubicBezTo>
                    <a:cubicBezTo>
                      <a:pt x="1834" y="38"/>
                      <a:pt x="1872" y="38"/>
                      <a:pt x="1872" y="30"/>
                    </a:cubicBezTo>
                    <a:cubicBezTo>
                      <a:pt x="1839" y="30"/>
                      <a:pt x="1805" y="13"/>
                      <a:pt x="1772" y="13"/>
                    </a:cubicBezTo>
                    <a:cubicBezTo>
                      <a:pt x="1722" y="5"/>
                      <a:pt x="1672" y="1"/>
                      <a:pt x="16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191;p35">
                <a:extLst>
                  <a:ext uri="{FF2B5EF4-FFF2-40B4-BE49-F238E27FC236}">
                    <a16:creationId xmlns:a16="http://schemas.microsoft.com/office/drawing/2014/main" id="{CABE9715-218B-F88F-DAE9-4ED4504322C1}"/>
                  </a:ext>
                </a:extLst>
              </p:cNvPr>
              <p:cNvSpPr/>
              <p:nvPr/>
            </p:nvSpPr>
            <p:spPr>
              <a:xfrm>
                <a:off x="6068575" y="4388625"/>
                <a:ext cx="2525" cy="54325"/>
              </a:xfrm>
              <a:custGeom>
                <a:avLst/>
                <a:gdLst/>
                <a:ahLst/>
                <a:cxnLst/>
                <a:rect l="l" t="t" r="r" b="b"/>
                <a:pathLst>
                  <a:path w="101" h="2173" extrusionOk="0">
                    <a:moveTo>
                      <a:pt x="34" y="0"/>
                    </a:moveTo>
                    <a:lnTo>
                      <a:pt x="34" y="0"/>
                    </a:lnTo>
                    <a:cubicBezTo>
                      <a:pt x="0" y="735"/>
                      <a:pt x="17" y="1454"/>
                      <a:pt x="67" y="2172"/>
                    </a:cubicBezTo>
                    <a:cubicBezTo>
                      <a:pt x="101" y="1454"/>
                      <a:pt x="84" y="719"/>
                      <a:pt x="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192;p35">
                <a:extLst>
                  <a:ext uri="{FF2B5EF4-FFF2-40B4-BE49-F238E27FC236}">
                    <a16:creationId xmlns:a16="http://schemas.microsoft.com/office/drawing/2014/main" id="{115BFC02-1043-4EC2-B240-AF396787FD21}"/>
                  </a:ext>
                </a:extLst>
              </p:cNvPr>
              <p:cNvSpPr/>
              <p:nvPr/>
            </p:nvSpPr>
            <p:spPr>
              <a:xfrm>
                <a:off x="5981275" y="4468650"/>
                <a:ext cx="38450" cy="2125"/>
              </a:xfrm>
              <a:custGeom>
                <a:avLst/>
                <a:gdLst/>
                <a:ahLst/>
                <a:cxnLst/>
                <a:rect l="l" t="t" r="r" b="b"/>
                <a:pathLst>
                  <a:path w="1538" h="85" extrusionOk="0">
                    <a:moveTo>
                      <a:pt x="1454" y="0"/>
                    </a:moveTo>
                    <a:cubicBezTo>
                      <a:pt x="1326" y="0"/>
                      <a:pt x="1064" y="12"/>
                      <a:pt x="769" y="24"/>
                    </a:cubicBezTo>
                    <a:cubicBezTo>
                      <a:pt x="479" y="24"/>
                      <a:pt x="234" y="16"/>
                      <a:pt x="103" y="16"/>
                    </a:cubicBezTo>
                    <a:cubicBezTo>
                      <a:pt x="37" y="16"/>
                      <a:pt x="0" y="18"/>
                      <a:pt x="0" y="24"/>
                    </a:cubicBezTo>
                    <a:cubicBezTo>
                      <a:pt x="239" y="64"/>
                      <a:pt x="486" y="85"/>
                      <a:pt x="733" y="85"/>
                    </a:cubicBezTo>
                    <a:cubicBezTo>
                      <a:pt x="1004" y="85"/>
                      <a:pt x="1275" y="60"/>
                      <a:pt x="1537" y="7"/>
                    </a:cubicBezTo>
                    <a:cubicBezTo>
                      <a:pt x="1537" y="2"/>
                      <a:pt x="1507" y="0"/>
                      <a:pt x="145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193;p35">
                <a:extLst>
                  <a:ext uri="{FF2B5EF4-FFF2-40B4-BE49-F238E27FC236}">
                    <a16:creationId xmlns:a16="http://schemas.microsoft.com/office/drawing/2014/main" id="{B26B3A55-E00A-90C0-6F11-B7DCDD320D96}"/>
                  </a:ext>
                </a:extLst>
              </p:cNvPr>
              <p:cNvSpPr/>
              <p:nvPr/>
            </p:nvSpPr>
            <p:spPr>
              <a:xfrm>
                <a:off x="6041425" y="4468725"/>
                <a:ext cx="4200" cy="7625"/>
              </a:xfrm>
              <a:custGeom>
                <a:avLst/>
                <a:gdLst/>
                <a:ahLst/>
                <a:cxnLst/>
                <a:rect l="l" t="t" r="r" b="b"/>
                <a:pathLst>
                  <a:path w="168" h="305" extrusionOk="0">
                    <a:moveTo>
                      <a:pt x="158" y="1"/>
                    </a:moveTo>
                    <a:cubicBezTo>
                      <a:pt x="134" y="1"/>
                      <a:pt x="77" y="48"/>
                      <a:pt x="34" y="121"/>
                    </a:cubicBezTo>
                    <a:cubicBezTo>
                      <a:pt x="0" y="221"/>
                      <a:pt x="17" y="305"/>
                      <a:pt x="34" y="305"/>
                    </a:cubicBezTo>
                    <a:cubicBezTo>
                      <a:pt x="50" y="305"/>
                      <a:pt x="67" y="238"/>
                      <a:pt x="100" y="154"/>
                    </a:cubicBezTo>
                    <a:cubicBezTo>
                      <a:pt x="134" y="71"/>
                      <a:pt x="167" y="21"/>
                      <a:pt x="167" y="4"/>
                    </a:cubicBezTo>
                    <a:cubicBezTo>
                      <a:pt x="165" y="2"/>
                      <a:pt x="162" y="1"/>
                      <a:pt x="15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194;p35">
                <a:extLst>
                  <a:ext uri="{FF2B5EF4-FFF2-40B4-BE49-F238E27FC236}">
                    <a16:creationId xmlns:a16="http://schemas.microsoft.com/office/drawing/2014/main" id="{F9360BDE-4D48-D1D4-C861-9CBAABC5CE36}"/>
                  </a:ext>
                </a:extLst>
              </p:cNvPr>
              <p:cNvSpPr/>
              <p:nvPr/>
            </p:nvSpPr>
            <p:spPr>
              <a:xfrm>
                <a:off x="6049775" y="4456600"/>
                <a:ext cx="5875" cy="5150"/>
              </a:xfrm>
              <a:custGeom>
                <a:avLst/>
                <a:gdLst/>
                <a:ahLst/>
                <a:cxnLst/>
                <a:rect l="l" t="t" r="r" b="b"/>
                <a:pathLst>
                  <a:path w="235" h="206" extrusionOk="0">
                    <a:moveTo>
                      <a:pt x="206" y="0"/>
                    </a:moveTo>
                    <a:cubicBezTo>
                      <a:pt x="183" y="0"/>
                      <a:pt x="142" y="30"/>
                      <a:pt x="101" y="71"/>
                    </a:cubicBezTo>
                    <a:cubicBezTo>
                      <a:pt x="34" y="138"/>
                      <a:pt x="0" y="188"/>
                      <a:pt x="17" y="205"/>
                    </a:cubicBezTo>
                    <a:cubicBezTo>
                      <a:pt x="34" y="205"/>
                      <a:pt x="84" y="172"/>
                      <a:pt x="134" y="122"/>
                    </a:cubicBezTo>
                    <a:cubicBezTo>
                      <a:pt x="201" y="71"/>
                      <a:pt x="234" y="5"/>
                      <a:pt x="218" y="5"/>
                    </a:cubicBezTo>
                    <a:cubicBezTo>
                      <a:pt x="215" y="2"/>
                      <a:pt x="211" y="0"/>
                      <a:pt x="20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95;p35">
                <a:extLst>
                  <a:ext uri="{FF2B5EF4-FFF2-40B4-BE49-F238E27FC236}">
                    <a16:creationId xmlns:a16="http://schemas.microsoft.com/office/drawing/2014/main" id="{B4E3379F-E966-8AAE-22BC-A89DD9A1A759}"/>
                  </a:ext>
                </a:extLst>
              </p:cNvPr>
              <p:cNvSpPr/>
              <p:nvPr/>
            </p:nvSpPr>
            <p:spPr>
              <a:xfrm>
                <a:off x="6061475" y="4450475"/>
                <a:ext cx="7825" cy="3325"/>
              </a:xfrm>
              <a:custGeom>
                <a:avLst/>
                <a:gdLst/>
                <a:ahLst/>
                <a:cxnLst/>
                <a:rect l="l" t="t" r="r" b="b"/>
                <a:pathLst>
                  <a:path w="313" h="133" extrusionOk="0">
                    <a:moveTo>
                      <a:pt x="225" y="1"/>
                    </a:moveTo>
                    <a:cubicBezTo>
                      <a:pt x="199" y="1"/>
                      <a:pt x="167" y="5"/>
                      <a:pt x="134" y="16"/>
                    </a:cubicBezTo>
                    <a:cubicBezTo>
                      <a:pt x="34" y="32"/>
                      <a:pt x="0" y="116"/>
                      <a:pt x="0" y="133"/>
                    </a:cubicBezTo>
                    <a:cubicBezTo>
                      <a:pt x="17" y="133"/>
                      <a:pt x="84" y="99"/>
                      <a:pt x="151" y="66"/>
                    </a:cubicBezTo>
                    <a:cubicBezTo>
                      <a:pt x="234" y="32"/>
                      <a:pt x="301" y="49"/>
                      <a:pt x="301" y="16"/>
                    </a:cubicBezTo>
                    <a:cubicBezTo>
                      <a:pt x="312" y="16"/>
                      <a:pt x="279" y="1"/>
                      <a:pt x="22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96;p35">
                <a:extLst>
                  <a:ext uri="{FF2B5EF4-FFF2-40B4-BE49-F238E27FC236}">
                    <a16:creationId xmlns:a16="http://schemas.microsoft.com/office/drawing/2014/main" id="{C1FD0CA4-7433-A7AC-2E6F-88486A2BE43A}"/>
                  </a:ext>
                </a:extLst>
              </p:cNvPr>
              <p:cNvSpPr/>
              <p:nvPr/>
            </p:nvSpPr>
            <p:spPr>
              <a:xfrm>
                <a:off x="6074825" y="4448025"/>
                <a:ext cx="4200" cy="2325"/>
              </a:xfrm>
              <a:custGeom>
                <a:avLst/>
                <a:gdLst/>
                <a:ahLst/>
                <a:cxnLst/>
                <a:rect l="l" t="t" r="r" b="b"/>
                <a:pathLst>
                  <a:path w="168" h="93" extrusionOk="0">
                    <a:moveTo>
                      <a:pt x="139" y="1"/>
                    </a:moveTo>
                    <a:cubicBezTo>
                      <a:pt x="122" y="1"/>
                      <a:pt x="101" y="5"/>
                      <a:pt x="84" y="13"/>
                    </a:cubicBezTo>
                    <a:cubicBezTo>
                      <a:pt x="34" y="30"/>
                      <a:pt x="1" y="64"/>
                      <a:pt x="1" y="80"/>
                    </a:cubicBezTo>
                    <a:cubicBezTo>
                      <a:pt x="9" y="89"/>
                      <a:pt x="22" y="93"/>
                      <a:pt x="38" y="93"/>
                    </a:cubicBezTo>
                    <a:cubicBezTo>
                      <a:pt x="55" y="93"/>
                      <a:pt x="76" y="89"/>
                      <a:pt x="101" y="80"/>
                    </a:cubicBezTo>
                    <a:cubicBezTo>
                      <a:pt x="135" y="64"/>
                      <a:pt x="168" y="30"/>
                      <a:pt x="168" y="13"/>
                    </a:cubicBezTo>
                    <a:cubicBezTo>
                      <a:pt x="168" y="5"/>
                      <a:pt x="155" y="1"/>
                      <a:pt x="1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97;p35">
                <a:extLst>
                  <a:ext uri="{FF2B5EF4-FFF2-40B4-BE49-F238E27FC236}">
                    <a16:creationId xmlns:a16="http://schemas.microsoft.com/office/drawing/2014/main" id="{50289C50-7DF7-0F01-7D48-4462B72BBB79}"/>
                  </a:ext>
                </a:extLst>
              </p:cNvPr>
              <p:cNvSpPr/>
              <p:nvPr/>
            </p:nvSpPr>
            <p:spPr>
              <a:xfrm>
                <a:off x="5485025" y="2132125"/>
                <a:ext cx="1176300" cy="313725"/>
              </a:xfrm>
              <a:custGeom>
                <a:avLst/>
                <a:gdLst/>
                <a:ahLst/>
                <a:cxnLst/>
                <a:rect l="l" t="t" r="r" b="b"/>
                <a:pathLst>
                  <a:path w="47052" h="12549" extrusionOk="0">
                    <a:moveTo>
                      <a:pt x="685" y="1"/>
                    </a:moveTo>
                    <a:lnTo>
                      <a:pt x="0" y="10828"/>
                    </a:lnTo>
                    <a:lnTo>
                      <a:pt x="47052" y="12549"/>
                    </a:lnTo>
                    <a:lnTo>
                      <a:pt x="47052" y="1855"/>
                    </a:lnTo>
                    <a:lnTo>
                      <a:pt x="685" y="1"/>
                    </a:lnTo>
                    <a:close/>
                  </a:path>
                </a:pathLst>
              </a:custGeom>
              <a:solidFill>
                <a:srgbClr val="008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98;p35">
                <a:extLst>
                  <a:ext uri="{FF2B5EF4-FFF2-40B4-BE49-F238E27FC236}">
                    <a16:creationId xmlns:a16="http://schemas.microsoft.com/office/drawing/2014/main" id="{ADAD3F25-CD74-D231-5A49-B6BEB8F6B033}"/>
                  </a:ext>
                </a:extLst>
              </p:cNvPr>
              <p:cNvSpPr/>
              <p:nvPr/>
            </p:nvSpPr>
            <p:spPr>
              <a:xfrm>
                <a:off x="5213500" y="2230225"/>
                <a:ext cx="81900" cy="54975"/>
              </a:xfrm>
              <a:custGeom>
                <a:avLst/>
                <a:gdLst/>
                <a:ahLst/>
                <a:cxnLst/>
                <a:rect l="l" t="t" r="r" b="b"/>
                <a:pathLst>
                  <a:path w="3276" h="2199" extrusionOk="0">
                    <a:moveTo>
                      <a:pt x="2519" y="1"/>
                    </a:moveTo>
                    <a:cubicBezTo>
                      <a:pt x="1688" y="1"/>
                      <a:pt x="416" y="129"/>
                      <a:pt x="1" y="872"/>
                    </a:cubicBezTo>
                    <a:cubicBezTo>
                      <a:pt x="1" y="872"/>
                      <a:pt x="494" y="2199"/>
                      <a:pt x="2860" y="2199"/>
                    </a:cubicBezTo>
                    <a:cubicBezTo>
                      <a:pt x="2957" y="2199"/>
                      <a:pt x="3056" y="2197"/>
                      <a:pt x="3159" y="2192"/>
                    </a:cubicBezTo>
                    <a:lnTo>
                      <a:pt x="3276" y="37"/>
                    </a:lnTo>
                    <a:cubicBezTo>
                      <a:pt x="3276" y="37"/>
                      <a:pt x="2959" y="1"/>
                      <a:pt x="2519" y="1"/>
                    </a:cubicBez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99;p35">
                <a:extLst>
                  <a:ext uri="{FF2B5EF4-FFF2-40B4-BE49-F238E27FC236}">
                    <a16:creationId xmlns:a16="http://schemas.microsoft.com/office/drawing/2014/main" id="{1A3F6564-1F4A-5BA7-6C1E-5EBD3070E1C1}"/>
                  </a:ext>
                </a:extLst>
              </p:cNvPr>
              <p:cNvSpPr/>
              <p:nvPr/>
            </p:nvSpPr>
            <p:spPr>
              <a:xfrm>
                <a:off x="5282850" y="2132125"/>
                <a:ext cx="219325" cy="270700"/>
              </a:xfrm>
              <a:custGeom>
                <a:avLst/>
                <a:gdLst/>
                <a:ahLst/>
                <a:cxnLst/>
                <a:rect l="l" t="t" r="r" b="b"/>
                <a:pathLst>
                  <a:path w="8773" h="10828" extrusionOk="0">
                    <a:moveTo>
                      <a:pt x="8772" y="1"/>
                    </a:moveTo>
                    <a:lnTo>
                      <a:pt x="6684" y="1956"/>
                    </a:lnTo>
                    <a:cubicBezTo>
                      <a:pt x="6266" y="2340"/>
                      <a:pt x="5798" y="2657"/>
                      <a:pt x="5280" y="2875"/>
                    </a:cubicBezTo>
                    <a:cubicBezTo>
                      <a:pt x="4645" y="3159"/>
                      <a:pt x="3793" y="3509"/>
                      <a:pt x="3292" y="3543"/>
                    </a:cubicBezTo>
                    <a:cubicBezTo>
                      <a:pt x="2971" y="3559"/>
                      <a:pt x="2648" y="3566"/>
                      <a:pt x="2324" y="3566"/>
                    </a:cubicBezTo>
                    <a:cubicBezTo>
                      <a:pt x="1638" y="3566"/>
                      <a:pt x="949" y="3533"/>
                      <a:pt x="268" y="3476"/>
                    </a:cubicBezTo>
                    <a:lnTo>
                      <a:pt x="0" y="6433"/>
                    </a:lnTo>
                    <a:lnTo>
                      <a:pt x="3175" y="6734"/>
                    </a:lnTo>
                    <a:cubicBezTo>
                      <a:pt x="3175" y="6734"/>
                      <a:pt x="4478" y="6851"/>
                      <a:pt x="5982" y="8472"/>
                    </a:cubicBezTo>
                    <a:cubicBezTo>
                      <a:pt x="7486" y="10093"/>
                      <a:pt x="8087" y="10828"/>
                      <a:pt x="8087" y="10828"/>
                    </a:cubicBezTo>
                    <a:lnTo>
                      <a:pt x="877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200;p35">
                <a:extLst>
                  <a:ext uri="{FF2B5EF4-FFF2-40B4-BE49-F238E27FC236}">
                    <a16:creationId xmlns:a16="http://schemas.microsoft.com/office/drawing/2014/main" id="{84B9DC55-BE4E-9CF3-DBEF-496B86212CE3}"/>
                  </a:ext>
                </a:extLst>
              </p:cNvPr>
              <p:cNvSpPr/>
              <p:nvPr/>
            </p:nvSpPr>
            <p:spPr>
              <a:xfrm>
                <a:off x="6661300" y="2178500"/>
                <a:ext cx="69800" cy="267350"/>
              </a:xfrm>
              <a:custGeom>
                <a:avLst/>
                <a:gdLst/>
                <a:ahLst/>
                <a:cxnLst/>
                <a:rect l="l" t="t" r="r" b="b"/>
                <a:pathLst>
                  <a:path w="2792" h="10694" extrusionOk="0">
                    <a:moveTo>
                      <a:pt x="1" y="0"/>
                    </a:moveTo>
                    <a:lnTo>
                      <a:pt x="1" y="10694"/>
                    </a:lnTo>
                    <a:cubicBezTo>
                      <a:pt x="1" y="10694"/>
                      <a:pt x="1755" y="9307"/>
                      <a:pt x="2240" y="5748"/>
                    </a:cubicBezTo>
                    <a:cubicBezTo>
                      <a:pt x="2791" y="1604"/>
                      <a:pt x="1" y="0"/>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201;p35">
                <a:extLst>
                  <a:ext uri="{FF2B5EF4-FFF2-40B4-BE49-F238E27FC236}">
                    <a16:creationId xmlns:a16="http://schemas.microsoft.com/office/drawing/2014/main" id="{313853BD-8720-21C9-AFD4-0449A19C1FC1}"/>
                  </a:ext>
                </a:extLst>
              </p:cNvPr>
              <p:cNvSpPr/>
              <p:nvPr/>
            </p:nvSpPr>
            <p:spPr>
              <a:xfrm>
                <a:off x="5492550" y="2230700"/>
                <a:ext cx="1168775" cy="114900"/>
              </a:xfrm>
              <a:custGeom>
                <a:avLst/>
                <a:gdLst/>
                <a:ahLst/>
                <a:cxnLst/>
                <a:rect l="l" t="t" r="r" b="b"/>
                <a:pathLst>
                  <a:path w="46751" h="4596" extrusionOk="0">
                    <a:moveTo>
                      <a:pt x="167" y="1"/>
                    </a:moveTo>
                    <a:lnTo>
                      <a:pt x="0" y="2741"/>
                    </a:lnTo>
                    <a:lnTo>
                      <a:pt x="46751" y="4596"/>
                    </a:lnTo>
                    <a:lnTo>
                      <a:pt x="46751" y="1705"/>
                    </a:lnTo>
                    <a:lnTo>
                      <a:pt x="167" y="1"/>
                    </a:lnTo>
                    <a:close/>
                  </a:path>
                </a:pathLst>
              </a:custGeom>
              <a:solidFill>
                <a:schemeClr val="accent3">
                  <a:lumMod val="60000"/>
                  <a:lumOff val="40000"/>
                  <a:alpha val="562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202;p35">
                <a:extLst>
                  <a:ext uri="{FF2B5EF4-FFF2-40B4-BE49-F238E27FC236}">
                    <a16:creationId xmlns:a16="http://schemas.microsoft.com/office/drawing/2014/main" id="{2C58C8CE-6FCF-59E1-AA4E-2997F032D4FB}"/>
                  </a:ext>
                </a:extLst>
              </p:cNvPr>
              <p:cNvSpPr/>
              <p:nvPr/>
            </p:nvSpPr>
            <p:spPr>
              <a:xfrm>
                <a:off x="6088200" y="2176000"/>
                <a:ext cx="208875" cy="251050"/>
              </a:xfrm>
              <a:custGeom>
                <a:avLst/>
                <a:gdLst/>
                <a:ahLst/>
                <a:cxnLst/>
                <a:rect l="l" t="t" r="r" b="b"/>
                <a:pathLst>
                  <a:path w="8355" h="10042" extrusionOk="0">
                    <a:moveTo>
                      <a:pt x="3108" y="0"/>
                    </a:moveTo>
                    <a:lnTo>
                      <a:pt x="251" y="618"/>
                    </a:lnTo>
                    <a:lnTo>
                      <a:pt x="1" y="9925"/>
                    </a:lnTo>
                    <a:lnTo>
                      <a:pt x="2290" y="10042"/>
                    </a:lnTo>
                    <a:cubicBezTo>
                      <a:pt x="2290" y="9607"/>
                      <a:pt x="2273" y="9073"/>
                      <a:pt x="2273" y="8622"/>
                    </a:cubicBezTo>
                    <a:lnTo>
                      <a:pt x="2273" y="8622"/>
                    </a:lnTo>
                    <a:cubicBezTo>
                      <a:pt x="2301" y="8625"/>
                      <a:pt x="2329" y="8627"/>
                      <a:pt x="2357" y="8627"/>
                    </a:cubicBezTo>
                    <a:cubicBezTo>
                      <a:pt x="2721" y="8627"/>
                      <a:pt x="3023" y="8332"/>
                      <a:pt x="3225" y="8037"/>
                    </a:cubicBezTo>
                    <a:cubicBezTo>
                      <a:pt x="3443" y="7703"/>
                      <a:pt x="3593" y="7318"/>
                      <a:pt x="3877" y="7051"/>
                    </a:cubicBezTo>
                    <a:cubicBezTo>
                      <a:pt x="4050" y="6889"/>
                      <a:pt x="4302" y="6776"/>
                      <a:pt x="4538" y="6776"/>
                    </a:cubicBezTo>
                    <a:cubicBezTo>
                      <a:pt x="4690" y="6776"/>
                      <a:pt x="4835" y="6823"/>
                      <a:pt x="4946" y="6934"/>
                    </a:cubicBezTo>
                    <a:cubicBezTo>
                      <a:pt x="5080" y="7051"/>
                      <a:pt x="5164" y="7268"/>
                      <a:pt x="5347" y="7285"/>
                    </a:cubicBezTo>
                    <a:cubicBezTo>
                      <a:pt x="5368" y="7289"/>
                      <a:pt x="5387" y="7291"/>
                      <a:pt x="5406" y="7291"/>
                    </a:cubicBezTo>
                    <a:cubicBezTo>
                      <a:pt x="5688" y="7291"/>
                      <a:pt x="5736" y="6830"/>
                      <a:pt x="5798" y="6516"/>
                    </a:cubicBezTo>
                    <a:cubicBezTo>
                      <a:pt x="5966" y="5781"/>
                      <a:pt x="6834" y="5497"/>
                      <a:pt x="7386" y="4979"/>
                    </a:cubicBezTo>
                    <a:cubicBezTo>
                      <a:pt x="8355" y="4060"/>
                      <a:pt x="8154" y="2456"/>
                      <a:pt x="6985" y="1805"/>
                    </a:cubicBezTo>
                    <a:cubicBezTo>
                      <a:pt x="6367" y="1454"/>
                      <a:pt x="5581" y="1454"/>
                      <a:pt x="4963" y="1103"/>
                    </a:cubicBezTo>
                    <a:cubicBezTo>
                      <a:pt x="4328" y="752"/>
                      <a:pt x="3844" y="50"/>
                      <a:pt x="3108" y="0"/>
                    </a:cubicBezTo>
                    <a:close/>
                  </a:path>
                </a:pathLst>
              </a:custGeom>
              <a:solidFill>
                <a:srgbClr val="263238">
                  <a:alpha val="32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203;p35">
                <a:extLst>
                  <a:ext uri="{FF2B5EF4-FFF2-40B4-BE49-F238E27FC236}">
                    <a16:creationId xmlns:a16="http://schemas.microsoft.com/office/drawing/2014/main" id="{E3282F05-3EA8-40FE-2B2B-8451947BA12F}"/>
                  </a:ext>
                </a:extLst>
              </p:cNvPr>
              <p:cNvSpPr/>
              <p:nvPr/>
            </p:nvSpPr>
            <p:spPr>
              <a:xfrm>
                <a:off x="6219775" y="4386525"/>
                <a:ext cx="244400" cy="107750"/>
              </a:xfrm>
              <a:custGeom>
                <a:avLst/>
                <a:gdLst/>
                <a:ahLst/>
                <a:cxnLst/>
                <a:rect l="l" t="t" r="r" b="b"/>
                <a:pathLst>
                  <a:path w="9776" h="4310" extrusionOk="0">
                    <a:moveTo>
                      <a:pt x="17" y="1"/>
                    </a:moveTo>
                    <a:lnTo>
                      <a:pt x="1" y="4128"/>
                    </a:lnTo>
                    <a:lnTo>
                      <a:pt x="318" y="4144"/>
                    </a:lnTo>
                    <a:cubicBezTo>
                      <a:pt x="1237" y="4197"/>
                      <a:pt x="3951" y="4310"/>
                      <a:pt x="6068" y="4310"/>
                    </a:cubicBezTo>
                    <a:cubicBezTo>
                      <a:pt x="7302" y="4310"/>
                      <a:pt x="8333" y="4272"/>
                      <a:pt x="8689" y="4161"/>
                    </a:cubicBezTo>
                    <a:cubicBezTo>
                      <a:pt x="9775" y="3827"/>
                      <a:pt x="5297" y="2824"/>
                      <a:pt x="5297" y="2824"/>
                    </a:cubicBezTo>
                    <a:lnTo>
                      <a:pt x="5281" y="17"/>
                    </a:lnTo>
                    <a:lnTo>
                      <a:pt x="17" y="1"/>
                    </a:ln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204;p35">
                <a:extLst>
                  <a:ext uri="{FF2B5EF4-FFF2-40B4-BE49-F238E27FC236}">
                    <a16:creationId xmlns:a16="http://schemas.microsoft.com/office/drawing/2014/main" id="{351799AF-7D9D-8118-D993-A3177FC373D5}"/>
                  </a:ext>
                </a:extLst>
              </p:cNvPr>
              <p:cNvSpPr/>
              <p:nvPr/>
            </p:nvSpPr>
            <p:spPr>
              <a:xfrm>
                <a:off x="6219775" y="4452400"/>
                <a:ext cx="47650" cy="37750"/>
              </a:xfrm>
              <a:custGeom>
                <a:avLst/>
                <a:gdLst/>
                <a:ahLst/>
                <a:cxnLst/>
                <a:rect l="l" t="t" r="r" b="b"/>
                <a:pathLst>
                  <a:path w="1906" h="1510" extrusionOk="0">
                    <a:moveTo>
                      <a:pt x="132" y="0"/>
                    </a:moveTo>
                    <a:cubicBezTo>
                      <a:pt x="88" y="0"/>
                      <a:pt x="44" y="2"/>
                      <a:pt x="1" y="5"/>
                    </a:cubicBezTo>
                    <a:lnTo>
                      <a:pt x="1" y="1476"/>
                    </a:lnTo>
                    <a:lnTo>
                      <a:pt x="1906" y="1509"/>
                    </a:lnTo>
                    <a:cubicBezTo>
                      <a:pt x="1822" y="1058"/>
                      <a:pt x="1588" y="657"/>
                      <a:pt x="1237" y="390"/>
                    </a:cubicBezTo>
                    <a:cubicBezTo>
                      <a:pt x="922" y="134"/>
                      <a:pt x="525" y="0"/>
                      <a:pt x="132" y="0"/>
                    </a:cubicBez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205;p35">
                <a:extLst>
                  <a:ext uri="{FF2B5EF4-FFF2-40B4-BE49-F238E27FC236}">
                    <a16:creationId xmlns:a16="http://schemas.microsoft.com/office/drawing/2014/main" id="{1B06A178-D717-353C-DBFA-3EFB99FE4AB1}"/>
                  </a:ext>
                </a:extLst>
              </p:cNvPr>
              <p:cNvSpPr/>
              <p:nvPr/>
            </p:nvSpPr>
            <p:spPr>
              <a:xfrm>
                <a:off x="6219375" y="4471325"/>
                <a:ext cx="226425" cy="22475"/>
              </a:xfrm>
              <a:custGeom>
                <a:avLst/>
                <a:gdLst/>
                <a:ahLst/>
                <a:cxnLst/>
                <a:rect l="l" t="t" r="r" b="b"/>
                <a:pathLst>
                  <a:path w="9057" h="899" extrusionOk="0">
                    <a:moveTo>
                      <a:pt x="7502" y="0"/>
                    </a:moveTo>
                    <a:cubicBezTo>
                      <a:pt x="7185" y="17"/>
                      <a:pt x="7034" y="669"/>
                      <a:pt x="7034" y="669"/>
                    </a:cubicBezTo>
                    <a:lnTo>
                      <a:pt x="17" y="602"/>
                    </a:lnTo>
                    <a:lnTo>
                      <a:pt x="0" y="719"/>
                    </a:lnTo>
                    <a:cubicBezTo>
                      <a:pt x="1328" y="836"/>
                      <a:pt x="3496" y="898"/>
                      <a:pt x="5357" y="898"/>
                    </a:cubicBezTo>
                    <a:cubicBezTo>
                      <a:pt x="7218" y="898"/>
                      <a:pt x="8772" y="836"/>
                      <a:pt x="8872" y="702"/>
                    </a:cubicBezTo>
                    <a:cubicBezTo>
                      <a:pt x="9056" y="452"/>
                      <a:pt x="7502" y="0"/>
                      <a:pt x="7502" y="0"/>
                    </a:cubicBez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206;p35">
                <a:extLst>
                  <a:ext uri="{FF2B5EF4-FFF2-40B4-BE49-F238E27FC236}">
                    <a16:creationId xmlns:a16="http://schemas.microsoft.com/office/drawing/2014/main" id="{DDCD1969-9B27-C515-813E-7937846BD8DB}"/>
                  </a:ext>
                </a:extLst>
              </p:cNvPr>
              <p:cNvSpPr/>
              <p:nvPr/>
            </p:nvSpPr>
            <p:spPr>
              <a:xfrm>
                <a:off x="6218950" y="4485100"/>
                <a:ext cx="221000" cy="3475"/>
              </a:xfrm>
              <a:custGeom>
                <a:avLst/>
                <a:gdLst/>
                <a:ahLst/>
                <a:cxnLst/>
                <a:rect l="l" t="t" r="r" b="b"/>
                <a:pathLst>
                  <a:path w="8840" h="139" extrusionOk="0">
                    <a:moveTo>
                      <a:pt x="84" y="1"/>
                    </a:moveTo>
                    <a:cubicBezTo>
                      <a:pt x="50" y="1"/>
                      <a:pt x="17" y="1"/>
                      <a:pt x="0" y="17"/>
                    </a:cubicBezTo>
                    <a:lnTo>
                      <a:pt x="84" y="17"/>
                    </a:lnTo>
                    <a:cubicBezTo>
                      <a:pt x="167" y="34"/>
                      <a:pt x="251" y="34"/>
                      <a:pt x="335" y="34"/>
                    </a:cubicBezTo>
                    <a:lnTo>
                      <a:pt x="1304" y="84"/>
                    </a:lnTo>
                    <a:cubicBezTo>
                      <a:pt x="2106" y="118"/>
                      <a:pt x="3225" y="134"/>
                      <a:pt x="4462" y="134"/>
                    </a:cubicBezTo>
                    <a:cubicBezTo>
                      <a:pt x="4698" y="138"/>
                      <a:pt x="4930" y="139"/>
                      <a:pt x="5156" y="139"/>
                    </a:cubicBezTo>
                    <a:cubicBezTo>
                      <a:pt x="6114" y="139"/>
                      <a:pt x="6971" y="115"/>
                      <a:pt x="7619" y="101"/>
                    </a:cubicBezTo>
                    <a:cubicBezTo>
                      <a:pt x="8004" y="84"/>
                      <a:pt x="8321" y="68"/>
                      <a:pt x="8572" y="51"/>
                    </a:cubicBezTo>
                    <a:lnTo>
                      <a:pt x="8839" y="34"/>
                    </a:lnTo>
                    <a:lnTo>
                      <a:pt x="8572" y="34"/>
                    </a:lnTo>
                    <a:lnTo>
                      <a:pt x="7619" y="51"/>
                    </a:lnTo>
                    <a:cubicBezTo>
                      <a:pt x="6817" y="68"/>
                      <a:pt x="5698" y="84"/>
                      <a:pt x="4462" y="84"/>
                    </a:cubicBezTo>
                    <a:cubicBezTo>
                      <a:pt x="3225" y="68"/>
                      <a:pt x="2106" y="51"/>
                      <a:pt x="1304" y="34"/>
                    </a:cubicBezTo>
                    <a:cubicBezTo>
                      <a:pt x="919" y="34"/>
                      <a:pt x="602" y="17"/>
                      <a:pt x="351" y="17"/>
                    </a:cubicBezTo>
                    <a:lnTo>
                      <a:pt x="8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207;p35">
                <a:extLst>
                  <a:ext uri="{FF2B5EF4-FFF2-40B4-BE49-F238E27FC236}">
                    <a16:creationId xmlns:a16="http://schemas.microsoft.com/office/drawing/2014/main" id="{BDCBA7A2-9E32-851D-1F16-FB2231241945}"/>
                  </a:ext>
                </a:extLst>
              </p:cNvPr>
              <p:cNvSpPr/>
              <p:nvPr/>
            </p:nvSpPr>
            <p:spPr>
              <a:xfrm>
                <a:off x="6394375" y="4470075"/>
                <a:ext cx="13400" cy="20475"/>
              </a:xfrm>
              <a:custGeom>
                <a:avLst/>
                <a:gdLst/>
                <a:ahLst/>
                <a:cxnLst/>
                <a:rect l="l" t="t" r="r" b="b"/>
                <a:pathLst>
                  <a:path w="536" h="819" extrusionOk="0">
                    <a:moveTo>
                      <a:pt x="536" y="0"/>
                    </a:moveTo>
                    <a:lnTo>
                      <a:pt x="536" y="0"/>
                    </a:lnTo>
                    <a:cubicBezTo>
                      <a:pt x="201" y="151"/>
                      <a:pt x="1" y="468"/>
                      <a:pt x="34" y="819"/>
                    </a:cubicBezTo>
                    <a:cubicBezTo>
                      <a:pt x="68" y="669"/>
                      <a:pt x="135" y="518"/>
                      <a:pt x="201" y="368"/>
                    </a:cubicBezTo>
                    <a:cubicBezTo>
                      <a:pt x="302" y="234"/>
                      <a:pt x="402" y="117"/>
                      <a:pt x="5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208;p35">
                <a:extLst>
                  <a:ext uri="{FF2B5EF4-FFF2-40B4-BE49-F238E27FC236}">
                    <a16:creationId xmlns:a16="http://schemas.microsoft.com/office/drawing/2014/main" id="{46F3BAB4-9B5E-1E40-0F52-24DEC327800B}"/>
                  </a:ext>
                </a:extLst>
              </p:cNvPr>
              <p:cNvSpPr/>
              <p:nvPr/>
            </p:nvSpPr>
            <p:spPr>
              <a:xfrm>
                <a:off x="6353450" y="4457075"/>
                <a:ext cx="7550" cy="10925"/>
              </a:xfrm>
              <a:custGeom>
                <a:avLst/>
                <a:gdLst/>
                <a:ahLst/>
                <a:cxnLst/>
                <a:rect l="l" t="t" r="r" b="b"/>
                <a:pathLst>
                  <a:path w="302" h="437" extrusionOk="0">
                    <a:moveTo>
                      <a:pt x="279" y="0"/>
                    </a:moveTo>
                    <a:cubicBezTo>
                      <a:pt x="256" y="0"/>
                      <a:pt x="194" y="80"/>
                      <a:pt x="117" y="203"/>
                    </a:cubicBezTo>
                    <a:cubicBezTo>
                      <a:pt x="51" y="320"/>
                      <a:pt x="1" y="420"/>
                      <a:pt x="17" y="437"/>
                    </a:cubicBezTo>
                    <a:cubicBezTo>
                      <a:pt x="17" y="437"/>
                      <a:pt x="101" y="353"/>
                      <a:pt x="184" y="236"/>
                    </a:cubicBezTo>
                    <a:cubicBezTo>
                      <a:pt x="251" y="103"/>
                      <a:pt x="301" y="2"/>
                      <a:pt x="285" y="2"/>
                    </a:cubicBezTo>
                    <a:cubicBezTo>
                      <a:pt x="283" y="1"/>
                      <a:pt x="281" y="0"/>
                      <a:pt x="2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209;p35">
                <a:extLst>
                  <a:ext uri="{FF2B5EF4-FFF2-40B4-BE49-F238E27FC236}">
                    <a16:creationId xmlns:a16="http://schemas.microsoft.com/office/drawing/2014/main" id="{796D6FA1-F938-99A1-0643-FF1FAF6AC1F8}"/>
                  </a:ext>
                </a:extLst>
              </p:cNvPr>
              <p:cNvSpPr/>
              <p:nvPr/>
            </p:nvSpPr>
            <p:spPr>
              <a:xfrm>
                <a:off x="6342600" y="4454950"/>
                <a:ext cx="8775" cy="7275"/>
              </a:xfrm>
              <a:custGeom>
                <a:avLst/>
                <a:gdLst/>
                <a:ahLst/>
                <a:cxnLst/>
                <a:rect l="l" t="t" r="r" b="b"/>
                <a:pathLst>
                  <a:path w="351" h="291" extrusionOk="0">
                    <a:moveTo>
                      <a:pt x="341" y="1"/>
                    </a:moveTo>
                    <a:cubicBezTo>
                      <a:pt x="313" y="1"/>
                      <a:pt x="240" y="48"/>
                      <a:pt x="167" y="121"/>
                    </a:cubicBezTo>
                    <a:cubicBezTo>
                      <a:pt x="67" y="204"/>
                      <a:pt x="0" y="271"/>
                      <a:pt x="17" y="288"/>
                    </a:cubicBezTo>
                    <a:cubicBezTo>
                      <a:pt x="19" y="290"/>
                      <a:pt x="22" y="291"/>
                      <a:pt x="26" y="291"/>
                    </a:cubicBezTo>
                    <a:cubicBezTo>
                      <a:pt x="55" y="291"/>
                      <a:pt x="128" y="244"/>
                      <a:pt x="201" y="171"/>
                    </a:cubicBezTo>
                    <a:cubicBezTo>
                      <a:pt x="301" y="87"/>
                      <a:pt x="351" y="4"/>
                      <a:pt x="351" y="4"/>
                    </a:cubicBezTo>
                    <a:cubicBezTo>
                      <a:pt x="349" y="2"/>
                      <a:pt x="346" y="1"/>
                      <a:pt x="34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210;p35">
                <a:extLst>
                  <a:ext uri="{FF2B5EF4-FFF2-40B4-BE49-F238E27FC236}">
                    <a16:creationId xmlns:a16="http://schemas.microsoft.com/office/drawing/2014/main" id="{D9119D81-E0C9-C832-9B58-9B2A593F5C7B}"/>
                  </a:ext>
                </a:extLst>
              </p:cNvPr>
              <p:cNvSpPr/>
              <p:nvPr/>
            </p:nvSpPr>
            <p:spPr>
              <a:xfrm>
                <a:off x="6336325" y="4449025"/>
                <a:ext cx="13800" cy="1850"/>
              </a:xfrm>
              <a:custGeom>
                <a:avLst/>
                <a:gdLst/>
                <a:ahLst/>
                <a:cxnLst/>
                <a:rect l="l" t="t" r="r" b="b"/>
                <a:pathLst>
                  <a:path w="552" h="74" extrusionOk="0">
                    <a:moveTo>
                      <a:pt x="248" y="0"/>
                    </a:moveTo>
                    <a:cubicBezTo>
                      <a:pt x="166" y="0"/>
                      <a:pt x="83" y="9"/>
                      <a:pt x="0" y="24"/>
                    </a:cubicBezTo>
                    <a:cubicBezTo>
                      <a:pt x="84" y="57"/>
                      <a:pt x="184" y="74"/>
                      <a:pt x="268" y="74"/>
                    </a:cubicBezTo>
                    <a:cubicBezTo>
                      <a:pt x="368" y="74"/>
                      <a:pt x="468" y="74"/>
                      <a:pt x="552" y="40"/>
                    </a:cubicBezTo>
                    <a:cubicBezTo>
                      <a:pt x="451" y="13"/>
                      <a:pt x="349" y="0"/>
                      <a:pt x="24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211;p35">
                <a:extLst>
                  <a:ext uri="{FF2B5EF4-FFF2-40B4-BE49-F238E27FC236}">
                    <a16:creationId xmlns:a16="http://schemas.microsoft.com/office/drawing/2014/main" id="{33C13E5F-CA64-B793-D903-8AD9124937AD}"/>
                  </a:ext>
                </a:extLst>
              </p:cNvPr>
              <p:cNvSpPr/>
              <p:nvPr/>
            </p:nvSpPr>
            <p:spPr>
              <a:xfrm>
                <a:off x="6333825" y="4440825"/>
                <a:ext cx="15900" cy="2575"/>
              </a:xfrm>
              <a:custGeom>
                <a:avLst/>
                <a:gdLst/>
                <a:ahLst/>
                <a:cxnLst/>
                <a:rect l="l" t="t" r="r" b="b"/>
                <a:pathLst>
                  <a:path w="636" h="103" extrusionOk="0">
                    <a:moveTo>
                      <a:pt x="0" y="1"/>
                    </a:moveTo>
                    <a:cubicBezTo>
                      <a:pt x="117" y="69"/>
                      <a:pt x="240" y="103"/>
                      <a:pt x="365" y="103"/>
                    </a:cubicBezTo>
                    <a:cubicBezTo>
                      <a:pt x="454" y="103"/>
                      <a:pt x="545" y="86"/>
                      <a:pt x="635" y="51"/>
                    </a:cubicBezTo>
                    <a:cubicBezTo>
                      <a:pt x="418" y="51"/>
                      <a:pt x="217" y="34"/>
                      <a:pt x="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212;p35">
                <a:extLst>
                  <a:ext uri="{FF2B5EF4-FFF2-40B4-BE49-F238E27FC236}">
                    <a16:creationId xmlns:a16="http://schemas.microsoft.com/office/drawing/2014/main" id="{2030CA26-EA5B-B517-0B25-18532C71364B}"/>
                  </a:ext>
                </a:extLst>
              </p:cNvPr>
              <p:cNvSpPr/>
              <p:nvPr/>
            </p:nvSpPr>
            <p:spPr>
              <a:xfrm>
                <a:off x="6358050" y="4444675"/>
                <a:ext cx="25075" cy="14150"/>
              </a:xfrm>
              <a:custGeom>
                <a:avLst/>
                <a:gdLst/>
                <a:ahLst/>
                <a:cxnLst/>
                <a:rect l="l" t="t" r="r" b="b"/>
                <a:pathLst>
                  <a:path w="1003" h="566" extrusionOk="0">
                    <a:moveTo>
                      <a:pt x="668" y="59"/>
                    </a:moveTo>
                    <a:cubicBezTo>
                      <a:pt x="746" y="59"/>
                      <a:pt x="824" y="75"/>
                      <a:pt x="903" y="114"/>
                    </a:cubicBezTo>
                    <a:cubicBezTo>
                      <a:pt x="953" y="147"/>
                      <a:pt x="936" y="214"/>
                      <a:pt x="869" y="248"/>
                    </a:cubicBezTo>
                    <a:cubicBezTo>
                      <a:pt x="819" y="281"/>
                      <a:pt x="752" y="314"/>
                      <a:pt x="685" y="331"/>
                    </a:cubicBezTo>
                    <a:cubicBezTo>
                      <a:pt x="568" y="365"/>
                      <a:pt x="451" y="398"/>
                      <a:pt x="334" y="415"/>
                    </a:cubicBezTo>
                    <a:cubicBezTo>
                      <a:pt x="235" y="440"/>
                      <a:pt x="152" y="452"/>
                      <a:pt x="93" y="458"/>
                    </a:cubicBezTo>
                    <a:lnTo>
                      <a:pt x="93" y="458"/>
                    </a:lnTo>
                    <a:cubicBezTo>
                      <a:pt x="124" y="395"/>
                      <a:pt x="164" y="335"/>
                      <a:pt x="218" y="281"/>
                    </a:cubicBezTo>
                    <a:cubicBezTo>
                      <a:pt x="284" y="181"/>
                      <a:pt x="385" y="114"/>
                      <a:pt x="502" y="81"/>
                    </a:cubicBezTo>
                    <a:cubicBezTo>
                      <a:pt x="557" y="67"/>
                      <a:pt x="612" y="59"/>
                      <a:pt x="668" y="59"/>
                    </a:cubicBezTo>
                    <a:close/>
                    <a:moveTo>
                      <a:pt x="667" y="0"/>
                    </a:moveTo>
                    <a:cubicBezTo>
                      <a:pt x="477" y="0"/>
                      <a:pt x="292" y="89"/>
                      <a:pt x="167" y="248"/>
                    </a:cubicBezTo>
                    <a:cubicBezTo>
                      <a:pt x="118" y="313"/>
                      <a:pt x="85" y="379"/>
                      <a:pt x="68" y="461"/>
                    </a:cubicBezTo>
                    <a:lnTo>
                      <a:pt x="68" y="461"/>
                    </a:lnTo>
                    <a:cubicBezTo>
                      <a:pt x="25" y="465"/>
                      <a:pt x="0" y="465"/>
                      <a:pt x="0" y="465"/>
                    </a:cubicBezTo>
                    <a:cubicBezTo>
                      <a:pt x="21" y="468"/>
                      <a:pt x="43" y="470"/>
                      <a:pt x="64" y="472"/>
                    </a:cubicBezTo>
                    <a:lnTo>
                      <a:pt x="64" y="472"/>
                    </a:lnTo>
                    <a:cubicBezTo>
                      <a:pt x="50" y="503"/>
                      <a:pt x="50" y="534"/>
                      <a:pt x="50" y="565"/>
                    </a:cubicBezTo>
                    <a:cubicBezTo>
                      <a:pt x="61" y="535"/>
                      <a:pt x="72" y="504"/>
                      <a:pt x="86" y="474"/>
                    </a:cubicBezTo>
                    <a:lnTo>
                      <a:pt x="86" y="474"/>
                    </a:lnTo>
                    <a:cubicBezTo>
                      <a:pt x="116" y="476"/>
                      <a:pt x="145" y="477"/>
                      <a:pt x="174" y="477"/>
                    </a:cubicBezTo>
                    <a:cubicBezTo>
                      <a:pt x="230" y="477"/>
                      <a:pt x="284" y="473"/>
                      <a:pt x="334" y="465"/>
                    </a:cubicBezTo>
                    <a:cubicBezTo>
                      <a:pt x="468" y="448"/>
                      <a:pt x="585" y="431"/>
                      <a:pt x="702" y="381"/>
                    </a:cubicBezTo>
                    <a:cubicBezTo>
                      <a:pt x="769" y="365"/>
                      <a:pt x="836" y="348"/>
                      <a:pt x="903" y="298"/>
                    </a:cubicBezTo>
                    <a:cubicBezTo>
                      <a:pt x="953" y="281"/>
                      <a:pt x="986" y="248"/>
                      <a:pt x="986" y="198"/>
                    </a:cubicBezTo>
                    <a:cubicBezTo>
                      <a:pt x="1003" y="147"/>
                      <a:pt x="986" y="97"/>
                      <a:pt x="936" y="64"/>
                    </a:cubicBezTo>
                    <a:cubicBezTo>
                      <a:pt x="849" y="21"/>
                      <a:pt x="758" y="0"/>
                      <a:pt x="6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213;p35">
                <a:extLst>
                  <a:ext uri="{FF2B5EF4-FFF2-40B4-BE49-F238E27FC236}">
                    <a16:creationId xmlns:a16="http://schemas.microsoft.com/office/drawing/2014/main" id="{EC913A1F-4809-EDBD-6FEB-99660A4CC049}"/>
                  </a:ext>
                </a:extLst>
              </p:cNvPr>
              <p:cNvSpPr/>
              <p:nvPr/>
            </p:nvSpPr>
            <p:spPr>
              <a:xfrm>
                <a:off x="6348850" y="4440400"/>
                <a:ext cx="12975" cy="16325"/>
              </a:xfrm>
              <a:custGeom>
                <a:avLst/>
                <a:gdLst/>
                <a:ahLst/>
                <a:cxnLst/>
                <a:rect l="l" t="t" r="r" b="b"/>
                <a:pathLst>
                  <a:path w="519" h="653" extrusionOk="0">
                    <a:moveTo>
                      <a:pt x="134" y="1"/>
                    </a:moveTo>
                    <a:cubicBezTo>
                      <a:pt x="51" y="18"/>
                      <a:pt x="1" y="84"/>
                      <a:pt x="17" y="151"/>
                    </a:cubicBezTo>
                    <a:cubicBezTo>
                      <a:pt x="34" y="218"/>
                      <a:pt x="51" y="268"/>
                      <a:pt x="84" y="302"/>
                    </a:cubicBezTo>
                    <a:cubicBezTo>
                      <a:pt x="118" y="385"/>
                      <a:pt x="185" y="452"/>
                      <a:pt x="235" y="519"/>
                    </a:cubicBezTo>
                    <a:cubicBezTo>
                      <a:pt x="285" y="569"/>
                      <a:pt x="352" y="619"/>
                      <a:pt x="435" y="653"/>
                    </a:cubicBezTo>
                    <a:cubicBezTo>
                      <a:pt x="435" y="636"/>
                      <a:pt x="368" y="586"/>
                      <a:pt x="268" y="485"/>
                    </a:cubicBezTo>
                    <a:cubicBezTo>
                      <a:pt x="218" y="419"/>
                      <a:pt x="168" y="352"/>
                      <a:pt x="134" y="285"/>
                    </a:cubicBezTo>
                    <a:cubicBezTo>
                      <a:pt x="84" y="201"/>
                      <a:pt x="51" y="84"/>
                      <a:pt x="134" y="68"/>
                    </a:cubicBezTo>
                    <a:cubicBezTo>
                      <a:pt x="142" y="66"/>
                      <a:pt x="149" y="66"/>
                      <a:pt x="156" y="66"/>
                    </a:cubicBezTo>
                    <a:cubicBezTo>
                      <a:pt x="232" y="66"/>
                      <a:pt x="307" y="140"/>
                      <a:pt x="368" y="201"/>
                    </a:cubicBezTo>
                    <a:cubicBezTo>
                      <a:pt x="402" y="268"/>
                      <a:pt x="435" y="352"/>
                      <a:pt x="452" y="435"/>
                    </a:cubicBezTo>
                    <a:cubicBezTo>
                      <a:pt x="469" y="502"/>
                      <a:pt x="469" y="586"/>
                      <a:pt x="469" y="653"/>
                    </a:cubicBezTo>
                    <a:cubicBezTo>
                      <a:pt x="502" y="586"/>
                      <a:pt x="519" y="502"/>
                      <a:pt x="502" y="419"/>
                    </a:cubicBezTo>
                    <a:cubicBezTo>
                      <a:pt x="485" y="335"/>
                      <a:pt x="452" y="252"/>
                      <a:pt x="402" y="168"/>
                    </a:cubicBezTo>
                    <a:cubicBezTo>
                      <a:pt x="352" y="68"/>
                      <a:pt x="251" y="1"/>
                      <a:pt x="1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214;p35">
                <a:extLst>
                  <a:ext uri="{FF2B5EF4-FFF2-40B4-BE49-F238E27FC236}">
                    <a16:creationId xmlns:a16="http://schemas.microsoft.com/office/drawing/2014/main" id="{C3ECE2F5-FF93-0668-5612-A332EAAC3B39}"/>
                  </a:ext>
                </a:extLst>
              </p:cNvPr>
              <p:cNvSpPr/>
              <p:nvPr/>
            </p:nvSpPr>
            <p:spPr>
              <a:xfrm>
                <a:off x="6217700" y="4450950"/>
                <a:ext cx="47225" cy="38350"/>
              </a:xfrm>
              <a:custGeom>
                <a:avLst/>
                <a:gdLst/>
                <a:ahLst/>
                <a:cxnLst/>
                <a:rect l="l" t="t" r="r" b="b"/>
                <a:pathLst>
                  <a:path w="1889" h="1534" extrusionOk="0">
                    <a:moveTo>
                      <a:pt x="253" y="1"/>
                    </a:moveTo>
                    <a:cubicBezTo>
                      <a:pt x="205" y="1"/>
                      <a:pt x="159" y="5"/>
                      <a:pt x="117" y="13"/>
                    </a:cubicBezTo>
                    <a:cubicBezTo>
                      <a:pt x="84" y="13"/>
                      <a:pt x="34" y="30"/>
                      <a:pt x="0" y="30"/>
                    </a:cubicBezTo>
                    <a:cubicBezTo>
                      <a:pt x="9" y="38"/>
                      <a:pt x="46" y="38"/>
                      <a:pt x="113" y="38"/>
                    </a:cubicBezTo>
                    <a:cubicBezTo>
                      <a:pt x="180" y="38"/>
                      <a:pt x="276" y="38"/>
                      <a:pt x="401" y="47"/>
                    </a:cubicBezTo>
                    <a:cubicBezTo>
                      <a:pt x="1036" y="130"/>
                      <a:pt x="1571" y="548"/>
                      <a:pt x="1771" y="1150"/>
                    </a:cubicBezTo>
                    <a:cubicBezTo>
                      <a:pt x="1855" y="1383"/>
                      <a:pt x="1855" y="1534"/>
                      <a:pt x="1872" y="1534"/>
                    </a:cubicBezTo>
                    <a:cubicBezTo>
                      <a:pt x="1888" y="1500"/>
                      <a:pt x="1888" y="1450"/>
                      <a:pt x="1872" y="1417"/>
                    </a:cubicBezTo>
                    <a:cubicBezTo>
                      <a:pt x="1872" y="1333"/>
                      <a:pt x="1838" y="1233"/>
                      <a:pt x="1821" y="1133"/>
                    </a:cubicBezTo>
                    <a:cubicBezTo>
                      <a:pt x="1621" y="498"/>
                      <a:pt x="1070" y="47"/>
                      <a:pt x="401" y="13"/>
                    </a:cubicBezTo>
                    <a:cubicBezTo>
                      <a:pt x="351" y="5"/>
                      <a:pt x="301" y="1"/>
                      <a:pt x="25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215;p35">
                <a:extLst>
                  <a:ext uri="{FF2B5EF4-FFF2-40B4-BE49-F238E27FC236}">
                    <a16:creationId xmlns:a16="http://schemas.microsoft.com/office/drawing/2014/main" id="{36345EC8-6FB9-193A-0E28-11DEF49C28C3}"/>
                  </a:ext>
                </a:extLst>
              </p:cNvPr>
              <p:cNvSpPr/>
              <p:nvPr/>
            </p:nvSpPr>
            <p:spPr>
              <a:xfrm>
                <a:off x="6230225" y="4392800"/>
                <a:ext cx="2125" cy="54325"/>
              </a:xfrm>
              <a:custGeom>
                <a:avLst/>
                <a:gdLst/>
                <a:ahLst/>
                <a:cxnLst/>
                <a:rect l="l" t="t" r="r" b="b"/>
                <a:pathLst>
                  <a:path w="85" h="2173" extrusionOk="0">
                    <a:moveTo>
                      <a:pt x="51" y="0"/>
                    </a:moveTo>
                    <a:lnTo>
                      <a:pt x="51" y="0"/>
                    </a:lnTo>
                    <a:cubicBezTo>
                      <a:pt x="0" y="735"/>
                      <a:pt x="0" y="1454"/>
                      <a:pt x="17" y="2172"/>
                    </a:cubicBezTo>
                    <a:cubicBezTo>
                      <a:pt x="84" y="1454"/>
                      <a:pt x="84" y="735"/>
                      <a:pt x="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216;p35">
                <a:extLst>
                  <a:ext uri="{FF2B5EF4-FFF2-40B4-BE49-F238E27FC236}">
                    <a16:creationId xmlns:a16="http://schemas.microsoft.com/office/drawing/2014/main" id="{5CB045DC-C07D-36D5-20A3-BF4465FBD451}"/>
                  </a:ext>
                </a:extLst>
              </p:cNvPr>
              <p:cNvSpPr/>
              <p:nvPr/>
            </p:nvSpPr>
            <p:spPr>
              <a:xfrm>
                <a:off x="6281175" y="4472825"/>
                <a:ext cx="38475" cy="2125"/>
              </a:xfrm>
              <a:custGeom>
                <a:avLst/>
                <a:gdLst/>
                <a:ahLst/>
                <a:cxnLst/>
                <a:rect l="l" t="t" r="r" b="b"/>
                <a:pathLst>
                  <a:path w="1539" h="85" extrusionOk="0">
                    <a:moveTo>
                      <a:pt x="84" y="0"/>
                    </a:moveTo>
                    <a:cubicBezTo>
                      <a:pt x="31" y="0"/>
                      <a:pt x="1" y="2"/>
                      <a:pt x="1" y="7"/>
                    </a:cubicBezTo>
                    <a:cubicBezTo>
                      <a:pt x="272" y="60"/>
                      <a:pt x="542" y="85"/>
                      <a:pt x="811" y="85"/>
                    </a:cubicBezTo>
                    <a:cubicBezTo>
                      <a:pt x="1056" y="85"/>
                      <a:pt x="1299" y="64"/>
                      <a:pt x="1538" y="24"/>
                    </a:cubicBezTo>
                    <a:cubicBezTo>
                      <a:pt x="1538" y="18"/>
                      <a:pt x="1501" y="16"/>
                      <a:pt x="1435" y="16"/>
                    </a:cubicBezTo>
                    <a:cubicBezTo>
                      <a:pt x="1304" y="16"/>
                      <a:pt x="1059" y="24"/>
                      <a:pt x="770" y="24"/>
                    </a:cubicBezTo>
                    <a:cubicBezTo>
                      <a:pt x="474" y="12"/>
                      <a:pt x="212" y="0"/>
                      <a:pt x="84" y="0"/>
                    </a:cubicBez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217;p35">
                <a:extLst>
                  <a:ext uri="{FF2B5EF4-FFF2-40B4-BE49-F238E27FC236}">
                    <a16:creationId xmlns:a16="http://schemas.microsoft.com/office/drawing/2014/main" id="{C88192A5-D873-1C27-4E1A-622EA54C21DB}"/>
                  </a:ext>
                </a:extLst>
              </p:cNvPr>
              <p:cNvSpPr/>
              <p:nvPr/>
            </p:nvSpPr>
            <p:spPr>
              <a:xfrm>
                <a:off x="6255275" y="4472925"/>
                <a:ext cx="4225" cy="7600"/>
              </a:xfrm>
              <a:custGeom>
                <a:avLst/>
                <a:gdLst/>
                <a:ahLst/>
                <a:cxnLst/>
                <a:rect l="l" t="t" r="r" b="b"/>
                <a:pathLst>
                  <a:path w="169" h="304" extrusionOk="0">
                    <a:moveTo>
                      <a:pt x="21" y="0"/>
                    </a:moveTo>
                    <a:cubicBezTo>
                      <a:pt x="19" y="0"/>
                      <a:pt x="18" y="1"/>
                      <a:pt x="18" y="3"/>
                    </a:cubicBezTo>
                    <a:cubicBezTo>
                      <a:pt x="1" y="20"/>
                      <a:pt x="34" y="70"/>
                      <a:pt x="68" y="154"/>
                    </a:cubicBezTo>
                    <a:cubicBezTo>
                      <a:pt x="101" y="237"/>
                      <a:pt x="135" y="304"/>
                      <a:pt x="151" y="304"/>
                    </a:cubicBezTo>
                    <a:cubicBezTo>
                      <a:pt x="168" y="304"/>
                      <a:pt x="168" y="220"/>
                      <a:pt x="135" y="120"/>
                    </a:cubicBezTo>
                    <a:cubicBezTo>
                      <a:pt x="91" y="47"/>
                      <a:pt x="35" y="0"/>
                      <a:pt x="2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18;p35">
                <a:extLst>
                  <a:ext uri="{FF2B5EF4-FFF2-40B4-BE49-F238E27FC236}">
                    <a16:creationId xmlns:a16="http://schemas.microsoft.com/office/drawing/2014/main" id="{656A2D2A-7097-B61A-376F-C9726C277F81}"/>
                  </a:ext>
                </a:extLst>
              </p:cNvPr>
              <p:cNvSpPr/>
              <p:nvPr/>
            </p:nvSpPr>
            <p:spPr>
              <a:xfrm>
                <a:off x="6245675" y="4460775"/>
                <a:ext cx="5450" cy="5225"/>
              </a:xfrm>
              <a:custGeom>
                <a:avLst/>
                <a:gdLst/>
                <a:ahLst/>
                <a:cxnLst/>
                <a:rect l="l" t="t" r="r" b="b"/>
                <a:pathLst>
                  <a:path w="218" h="209" extrusionOk="0">
                    <a:moveTo>
                      <a:pt x="13" y="0"/>
                    </a:moveTo>
                    <a:cubicBezTo>
                      <a:pt x="8" y="0"/>
                      <a:pt x="4" y="2"/>
                      <a:pt x="1" y="5"/>
                    </a:cubicBezTo>
                    <a:cubicBezTo>
                      <a:pt x="1" y="21"/>
                      <a:pt x="34" y="71"/>
                      <a:pt x="84" y="122"/>
                    </a:cubicBezTo>
                    <a:cubicBezTo>
                      <a:pt x="128" y="165"/>
                      <a:pt x="171" y="208"/>
                      <a:pt x="193" y="208"/>
                    </a:cubicBezTo>
                    <a:cubicBezTo>
                      <a:pt x="196" y="208"/>
                      <a:pt x="199" y="207"/>
                      <a:pt x="201" y="205"/>
                    </a:cubicBezTo>
                    <a:cubicBezTo>
                      <a:pt x="218" y="188"/>
                      <a:pt x="184" y="138"/>
                      <a:pt x="134" y="71"/>
                    </a:cubicBezTo>
                    <a:cubicBezTo>
                      <a:pt x="79" y="30"/>
                      <a:pt x="36" y="0"/>
                      <a:pt x="1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9;p35">
                <a:extLst>
                  <a:ext uri="{FF2B5EF4-FFF2-40B4-BE49-F238E27FC236}">
                    <a16:creationId xmlns:a16="http://schemas.microsoft.com/office/drawing/2014/main" id="{E9ECF01E-D448-B450-7854-14863F54DC26}"/>
                  </a:ext>
                </a:extLst>
              </p:cNvPr>
              <p:cNvSpPr/>
              <p:nvPr/>
            </p:nvSpPr>
            <p:spPr>
              <a:xfrm>
                <a:off x="6231900" y="4454675"/>
                <a:ext cx="7950" cy="3300"/>
              </a:xfrm>
              <a:custGeom>
                <a:avLst/>
                <a:gdLst/>
                <a:ahLst/>
                <a:cxnLst/>
                <a:rect l="l" t="t" r="r" b="b"/>
                <a:pathLst>
                  <a:path w="318" h="132" extrusionOk="0">
                    <a:moveTo>
                      <a:pt x="92" y="0"/>
                    </a:moveTo>
                    <a:cubicBezTo>
                      <a:pt x="40" y="0"/>
                      <a:pt x="0" y="20"/>
                      <a:pt x="0" y="31"/>
                    </a:cubicBezTo>
                    <a:cubicBezTo>
                      <a:pt x="0" y="48"/>
                      <a:pt x="67" y="48"/>
                      <a:pt x="151" y="65"/>
                    </a:cubicBezTo>
                    <a:cubicBezTo>
                      <a:pt x="234" y="98"/>
                      <a:pt x="284" y="132"/>
                      <a:pt x="301" y="132"/>
                    </a:cubicBezTo>
                    <a:cubicBezTo>
                      <a:pt x="318" y="115"/>
                      <a:pt x="268" y="48"/>
                      <a:pt x="167" y="15"/>
                    </a:cubicBezTo>
                    <a:cubicBezTo>
                      <a:pt x="141" y="4"/>
                      <a:pt x="116" y="0"/>
                      <a:pt x="9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0;p35">
                <a:extLst>
                  <a:ext uri="{FF2B5EF4-FFF2-40B4-BE49-F238E27FC236}">
                    <a16:creationId xmlns:a16="http://schemas.microsoft.com/office/drawing/2014/main" id="{B4573F3A-FD4A-7F1A-F363-06048C49EA30}"/>
                  </a:ext>
                </a:extLst>
              </p:cNvPr>
              <p:cNvSpPr/>
              <p:nvPr/>
            </p:nvSpPr>
            <p:spPr>
              <a:xfrm>
                <a:off x="6221875" y="4452200"/>
                <a:ext cx="4200" cy="2325"/>
              </a:xfrm>
              <a:custGeom>
                <a:avLst/>
                <a:gdLst/>
                <a:ahLst/>
                <a:cxnLst/>
                <a:rect l="l" t="t" r="r" b="b"/>
                <a:pathLst>
                  <a:path w="168" h="93" extrusionOk="0">
                    <a:moveTo>
                      <a:pt x="38" y="1"/>
                    </a:moveTo>
                    <a:cubicBezTo>
                      <a:pt x="21" y="1"/>
                      <a:pt x="9" y="5"/>
                      <a:pt x="0" y="13"/>
                    </a:cubicBezTo>
                    <a:cubicBezTo>
                      <a:pt x="0" y="30"/>
                      <a:pt x="34" y="64"/>
                      <a:pt x="67" y="80"/>
                    </a:cubicBezTo>
                    <a:cubicBezTo>
                      <a:pt x="92" y="89"/>
                      <a:pt x="113" y="93"/>
                      <a:pt x="130" y="93"/>
                    </a:cubicBezTo>
                    <a:cubicBezTo>
                      <a:pt x="147" y="93"/>
                      <a:pt x="159" y="89"/>
                      <a:pt x="167" y="80"/>
                    </a:cubicBezTo>
                    <a:cubicBezTo>
                      <a:pt x="167" y="64"/>
                      <a:pt x="134" y="30"/>
                      <a:pt x="101" y="13"/>
                    </a:cubicBezTo>
                    <a:cubicBezTo>
                      <a:pt x="75" y="5"/>
                      <a:pt x="55" y="1"/>
                      <a:pt x="3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21;p35">
                <a:extLst>
                  <a:ext uri="{FF2B5EF4-FFF2-40B4-BE49-F238E27FC236}">
                    <a16:creationId xmlns:a16="http://schemas.microsoft.com/office/drawing/2014/main" id="{D392EFF9-5F7F-C1E6-33A1-44334DA61F3D}"/>
                  </a:ext>
                </a:extLst>
              </p:cNvPr>
              <p:cNvSpPr/>
              <p:nvPr/>
            </p:nvSpPr>
            <p:spPr>
              <a:xfrm>
                <a:off x="5534325" y="2405325"/>
                <a:ext cx="347550" cy="294425"/>
              </a:xfrm>
              <a:custGeom>
                <a:avLst/>
                <a:gdLst/>
                <a:ahLst/>
                <a:cxnLst/>
                <a:rect l="l" t="t" r="r" b="b"/>
                <a:pathLst>
                  <a:path w="13902" h="11777" extrusionOk="0">
                    <a:moveTo>
                      <a:pt x="769" y="0"/>
                    </a:moveTo>
                    <a:cubicBezTo>
                      <a:pt x="769" y="0"/>
                      <a:pt x="0" y="9641"/>
                      <a:pt x="2456" y="11195"/>
                    </a:cubicBezTo>
                    <a:cubicBezTo>
                      <a:pt x="3104" y="11610"/>
                      <a:pt x="3931" y="11777"/>
                      <a:pt x="4844" y="11777"/>
                    </a:cubicBezTo>
                    <a:cubicBezTo>
                      <a:pt x="8636" y="11777"/>
                      <a:pt x="13902" y="8889"/>
                      <a:pt x="13902" y="8889"/>
                    </a:cubicBezTo>
                    <a:lnTo>
                      <a:pt x="13718" y="3275"/>
                    </a:lnTo>
                    <a:cubicBezTo>
                      <a:pt x="13718" y="3275"/>
                      <a:pt x="5856" y="6587"/>
                      <a:pt x="5319" y="6587"/>
                    </a:cubicBezTo>
                    <a:cubicBezTo>
                      <a:pt x="5309" y="6587"/>
                      <a:pt x="5301" y="6586"/>
                      <a:pt x="5297" y="6583"/>
                    </a:cubicBezTo>
                    <a:cubicBezTo>
                      <a:pt x="5063" y="6483"/>
                      <a:pt x="4845" y="150"/>
                      <a:pt x="4845" y="150"/>
                    </a:cubicBezTo>
                    <a:lnTo>
                      <a:pt x="769"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22;p35">
                <a:extLst>
                  <a:ext uri="{FF2B5EF4-FFF2-40B4-BE49-F238E27FC236}">
                    <a16:creationId xmlns:a16="http://schemas.microsoft.com/office/drawing/2014/main" id="{6F60BBF1-0FC1-4CB9-8DF6-1BB0D60D41BE}"/>
                  </a:ext>
                </a:extLst>
              </p:cNvPr>
              <p:cNvSpPr/>
              <p:nvPr/>
            </p:nvSpPr>
            <p:spPr>
              <a:xfrm>
                <a:off x="5921950" y="2111250"/>
                <a:ext cx="200100" cy="384325"/>
              </a:xfrm>
              <a:custGeom>
                <a:avLst/>
                <a:gdLst/>
                <a:ahLst/>
                <a:cxnLst/>
                <a:rect l="l" t="t" r="r" b="b"/>
                <a:pathLst>
                  <a:path w="8004" h="15373" extrusionOk="0">
                    <a:moveTo>
                      <a:pt x="3877" y="0"/>
                    </a:moveTo>
                    <a:lnTo>
                      <a:pt x="118" y="1838"/>
                    </a:lnTo>
                    <a:cubicBezTo>
                      <a:pt x="118" y="1838"/>
                      <a:pt x="1" y="6550"/>
                      <a:pt x="118" y="8588"/>
                    </a:cubicBezTo>
                    <a:cubicBezTo>
                      <a:pt x="251" y="10644"/>
                      <a:pt x="2306" y="10861"/>
                      <a:pt x="2306" y="10861"/>
                    </a:cubicBezTo>
                    <a:cubicBezTo>
                      <a:pt x="2306" y="10861"/>
                      <a:pt x="2323" y="11746"/>
                      <a:pt x="2323" y="12766"/>
                    </a:cubicBezTo>
                    <a:cubicBezTo>
                      <a:pt x="2340" y="14186"/>
                      <a:pt x="3476" y="15339"/>
                      <a:pt x="4896" y="15372"/>
                    </a:cubicBezTo>
                    <a:cubicBezTo>
                      <a:pt x="4907" y="15372"/>
                      <a:pt x="4917" y="15372"/>
                      <a:pt x="4928" y="15372"/>
                    </a:cubicBezTo>
                    <a:cubicBezTo>
                      <a:pt x="6334" y="15372"/>
                      <a:pt x="7503" y="14275"/>
                      <a:pt x="7570" y="12866"/>
                    </a:cubicBezTo>
                    <a:lnTo>
                      <a:pt x="8004" y="3125"/>
                    </a:lnTo>
                    <a:lnTo>
                      <a:pt x="3877"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23;p35">
                <a:extLst>
                  <a:ext uri="{FF2B5EF4-FFF2-40B4-BE49-F238E27FC236}">
                    <a16:creationId xmlns:a16="http://schemas.microsoft.com/office/drawing/2014/main" id="{5633F50A-3E85-2680-11EF-42005CC44FAE}"/>
                  </a:ext>
                </a:extLst>
              </p:cNvPr>
              <p:cNvSpPr/>
              <p:nvPr/>
            </p:nvSpPr>
            <p:spPr>
              <a:xfrm>
                <a:off x="5936150" y="2236550"/>
                <a:ext cx="15075" cy="13275"/>
              </a:xfrm>
              <a:custGeom>
                <a:avLst/>
                <a:gdLst/>
                <a:ahLst/>
                <a:cxnLst/>
                <a:rect l="l" t="t" r="r" b="b"/>
                <a:pathLst>
                  <a:path w="603" h="531" extrusionOk="0">
                    <a:moveTo>
                      <a:pt x="251" y="1"/>
                    </a:moveTo>
                    <a:cubicBezTo>
                      <a:pt x="118" y="1"/>
                      <a:pt x="1" y="118"/>
                      <a:pt x="1" y="268"/>
                    </a:cubicBezTo>
                    <a:cubicBezTo>
                      <a:pt x="1" y="426"/>
                      <a:pt x="130" y="531"/>
                      <a:pt x="260" y="531"/>
                    </a:cubicBezTo>
                    <a:cubicBezTo>
                      <a:pt x="323" y="531"/>
                      <a:pt x="386" y="506"/>
                      <a:pt x="435" y="452"/>
                    </a:cubicBezTo>
                    <a:cubicBezTo>
                      <a:pt x="602" y="285"/>
                      <a:pt x="485" y="1"/>
                      <a:pt x="25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24;p35">
                <a:extLst>
                  <a:ext uri="{FF2B5EF4-FFF2-40B4-BE49-F238E27FC236}">
                    <a16:creationId xmlns:a16="http://schemas.microsoft.com/office/drawing/2014/main" id="{FACA765A-4D3E-AE2C-5EB8-0F2A0F46C9A9}"/>
                  </a:ext>
                </a:extLst>
              </p:cNvPr>
              <p:cNvSpPr/>
              <p:nvPr/>
            </p:nvSpPr>
            <p:spPr>
              <a:xfrm>
                <a:off x="5929475" y="2228000"/>
                <a:ext cx="26325" cy="8275"/>
              </a:xfrm>
              <a:custGeom>
                <a:avLst/>
                <a:gdLst/>
                <a:ahLst/>
                <a:cxnLst/>
                <a:rect l="l" t="t" r="r" b="b"/>
                <a:pathLst>
                  <a:path w="1053" h="331" extrusionOk="0">
                    <a:moveTo>
                      <a:pt x="555" y="0"/>
                    </a:moveTo>
                    <a:cubicBezTo>
                      <a:pt x="393" y="0"/>
                      <a:pt x="231" y="56"/>
                      <a:pt x="101" y="159"/>
                    </a:cubicBezTo>
                    <a:cubicBezTo>
                      <a:pt x="17" y="243"/>
                      <a:pt x="0" y="309"/>
                      <a:pt x="17" y="326"/>
                    </a:cubicBezTo>
                    <a:cubicBezTo>
                      <a:pt x="20" y="329"/>
                      <a:pt x="24" y="330"/>
                      <a:pt x="30" y="330"/>
                    </a:cubicBezTo>
                    <a:cubicBezTo>
                      <a:pt x="85" y="330"/>
                      <a:pt x="260" y="191"/>
                      <a:pt x="518" y="176"/>
                    </a:cubicBezTo>
                    <a:cubicBezTo>
                      <a:pt x="535" y="175"/>
                      <a:pt x="552" y="174"/>
                      <a:pt x="568" y="174"/>
                    </a:cubicBezTo>
                    <a:cubicBezTo>
                      <a:pt x="795" y="174"/>
                      <a:pt x="961" y="265"/>
                      <a:pt x="1019" y="265"/>
                    </a:cubicBezTo>
                    <a:cubicBezTo>
                      <a:pt x="1027" y="265"/>
                      <a:pt x="1032" y="263"/>
                      <a:pt x="1036" y="259"/>
                    </a:cubicBezTo>
                    <a:cubicBezTo>
                      <a:pt x="1053" y="243"/>
                      <a:pt x="1020" y="176"/>
                      <a:pt x="919" y="109"/>
                    </a:cubicBezTo>
                    <a:cubicBezTo>
                      <a:pt x="809" y="35"/>
                      <a:pt x="682" y="0"/>
                      <a:pt x="55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25;p35">
                <a:extLst>
                  <a:ext uri="{FF2B5EF4-FFF2-40B4-BE49-F238E27FC236}">
                    <a16:creationId xmlns:a16="http://schemas.microsoft.com/office/drawing/2014/main" id="{7ED019DE-D10F-6AF5-A410-006C38523D5C}"/>
                  </a:ext>
                </a:extLst>
              </p:cNvPr>
              <p:cNvSpPr/>
              <p:nvPr/>
            </p:nvSpPr>
            <p:spPr>
              <a:xfrm>
                <a:off x="6011750" y="2236550"/>
                <a:ext cx="15500" cy="13275"/>
              </a:xfrm>
              <a:custGeom>
                <a:avLst/>
                <a:gdLst/>
                <a:ahLst/>
                <a:cxnLst/>
                <a:rect l="l" t="t" r="r" b="b"/>
                <a:pathLst>
                  <a:path w="620" h="531" extrusionOk="0">
                    <a:moveTo>
                      <a:pt x="268" y="1"/>
                    </a:moveTo>
                    <a:cubicBezTo>
                      <a:pt x="118" y="1"/>
                      <a:pt x="1" y="118"/>
                      <a:pt x="1" y="268"/>
                    </a:cubicBezTo>
                    <a:cubicBezTo>
                      <a:pt x="1" y="426"/>
                      <a:pt x="130" y="531"/>
                      <a:pt x="266" y="531"/>
                    </a:cubicBezTo>
                    <a:cubicBezTo>
                      <a:pt x="331" y="531"/>
                      <a:pt x="398" y="506"/>
                      <a:pt x="452" y="452"/>
                    </a:cubicBezTo>
                    <a:cubicBezTo>
                      <a:pt x="619" y="285"/>
                      <a:pt x="502" y="1"/>
                      <a:pt x="26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26;p35">
                <a:extLst>
                  <a:ext uri="{FF2B5EF4-FFF2-40B4-BE49-F238E27FC236}">
                    <a16:creationId xmlns:a16="http://schemas.microsoft.com/office/drawing/2014/main" id="{3BC5CCB2-B4EB-5CF1-9980-5919619D3458}"/>
                  </a:ext>
                </a:extLst>
              </p:cNvPr>
              <p:cNvSpPr/>
              <p:nvPr/>
            </p:nvSpPr>
            <p:spPr>
              <a:xfrm>
                <a:off x="6007175" y="2228000"/>
                <a:ext cx="26750" cy="8275"/>
              </a:xfrm>
              <a:custGeom>
                <a:avLst/>
                <a:gdLst/>
                <a:ahLst/>
                <a:cxnLst/>
                <a:rect l="l" t="t" r="r" b="b"/>
                <a:pathLst>
                  <a:path w="1070" h="331" extrusionOk="0">
                    <a:moveTo>
                      <a:pt x="571" y="0"/>
                    </a:moveTo>
                    <a:cubicBezTo>
                      <a:pt x="410" y="0"/>
                      <a:pt x="248" y="56"/>
                      <a:pt x="117" y="159"/>
                    </a:cubicBezTo>
                    <a:cubicBezTo>
                      <a:pt x="34" y="243"/>
                      <a:pt x="0" y="309"/>
                      <a:pt x="17" y="326"/>
                    </a:cubicBezTo>
                    <a:cubicBezTo>
                      <a:pt x="20" y="329"/>
                      <a:pt x="24" y="330"/>
                      <a:pt x="30" y="330"/>
                    </a:cubicBezTo>
                    <a:cubicBezTo>
                      <a:pt x="87" y="330"/>
                      <a:pt x="276" y="191"/>
                      <a:pt x="535" y="176"/>
                    </a:cubicBezTo>
                    <a:cubicBezTo>
                      <a:pt x="552" y="175"/>
                      <a:pt x="568" y="174"/>
                      <a:pt x="584" y="174"/>
                    </a:cubicBezTo>
                    <a:cubicBezTo>
                      <a:pt x="811" y="174"/>
                      <a:pt x="978" y="265"/>
                      <a:pt x="1035" y="265"/>
                    </a:cubicBezTo>
                    <a:cubicBezTo>
                      <a:pt x="1043" y="265"/>
                      <a:pt x="1049" y="263"/>
                      <a:pt x="1053" y="259"/>
                    </a:cubicBezTo>
                    <a:cubicBezTo>
                      <a:pt x="1069" y="243"/>
                      <a:pt x="1036" y="176"/>
                      <a:pt x="936" y="109"/>
                    </a:cubicBezTo>
                    <a:cubicBezTo>
                      <a:pt x="825" y="35"/>
                      <a:pt x="698" y="0"/>
                      <a:pt x="5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27;p35">
                <a:extLst>
                  <a:ext uri="{FF2B5EF4-FFF2-40B4-BE49-F238E27FC236}">
                    <a16:creationId xmlns:a16="http://schemas.microsoft.com/office/drawing/2014/main" id="{A9925595-4BF3-9ADB-CD4D-3EAEA7201DF6}"/>
                  </a:ext>
                </a:extLst>
              </p:cNvPr>
              <p:cNvSpPr/>
              <p:nvPr/>
            </p:nvSpPr>
            <p:spPr>
              <a:xfrm>
                <a:off x="5963300" y="2234050"/>
                <a:ext cx="21325" cy="62675"/>
              </a:xfrm>
              <a:custGeom>
                <a:avLst/>
                <a:gdLst/>
                <a:ahLst/>
                <a:cxnLst/>
                <a:rect l="l" t="t" r="r" b="b"/>
                <a:pathLst>
                  <a:path w="853" h="2507" extrusionOk="0">
                    <a:moveTo>
                      <a:pt x="801" y="0"/>
                    </a:moveTo>
                    <a:cubicBezTo>
                      <a:pt x="763" y="0"/>
                      <a:pt x="499" y="662"/>
                      <a:pt x="235" y="1471"/>
                    </a:cubicBezTo>
                    <a:cubicBezTo>
                      <a:pt x="184" y="1671"/>
                      <a:pt x="118" y="1872"/>
                      <a:pt x="51" y="2056"/>
                    </a:cubicBezTo>
                    <a:cubicBezTo>
                      <a:pt x="17" y="2156"/>
                      <a:pt x="1" y="2273"/>
                      <a:pt x="34" y="2373"/>
                    </a:cubicBezTo>
                    <a:cubicBezTo>
                      <a:pt x="51" y="2440"/>
                      <a:pt x="101" y="2473"/>
                      <a:pt x="168" y="2490"/>
                    </a:cubicBezTo>
                    <a:cubicBezTo>
                      <a:pt x="218" y="2507"/>
                      <a:pt x="251" y="2507"/>
                      <a:pt x="301" y="2507"/>
                    </a:cubicBezTo>
                    <a:cubicBezTo>
                      <a:pt x="452" y="2507"/>
                      <a:pt x="619" y="2507"/>
                      <a:pt x="769" y="2457"/>
                    </a:cubicBezTo>
                    <a:cubicBezTo>
                      <a:pt x="619" y="2407"/>
                      <a:pt x="452" y="2373"/>
                      <a:pt x="301" y="2373"/>
                    </a:cubicBezTo>
                    <a:cubicBezTo>
                      <a:pt x="235" y="2373"/>
                      <a:pt x="168" y="2356"/>
                      <a:pt x="168" y="2323"/>
                    </a:cubicBezTo>
                    <a:cubicBezTo>
                      <a:pt x="168" y="2256"/>
                      <a:pt x="184" y="2173"/>
                      <a:pt x="218" y="2106"/>
                    </a:cubicBezTo>
                    <a:cubicBezTo>
                      <a:pt x="268" y="1922"/>
                      <a:pt x="335" y="1722"/>
                      <a:pt x="402" y="1521"/>
                    </a:cubicBezTo>
                    <a:cubicBezTo>
                      <a:pt x="669" y="702"/>
                      <a:pt x="853" y="17"/>
                      <a:pt x="803" y="1"/>
                    </a:cubicBezTo>
                    <a:cubicBezTo>
                      <a:pt x="802" y="0"/>
                      <a:pt x="802" y="0"/>
                      <a:pt x="8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228;p35">
                <a:extLst>
                  <a:ext uri="{FF2B5EF4-FFF2-40B4-BE49-F238E27FC236}">
                    <a16:creationId xmlns:a16="http://schemas.microsoft.com/office/drawing/2014/main" id="{31135FB0-8B2D-C158-93A3-DE114D20AC23}"/>
                  </a:ext>
                </a:extLst>
              </p:cNvPr>
              <p:cNvSpPr/>
              <p:nvPr/>
            </p:nvSpPr>
            <p:spPr>
              <a:xfrm>
                <a:off x="5971650" y="2301325"/>
                <a:ext cx="38475" cy="20675"/>
              </a:xfrm>
              <a:custGeom>
                <a:avLst/>
                <a:gdLst/>
                <a:ahLst/>
                <a:cxnLst/>
                <a:rect l="l" t="t" r="r" b="b"/>
                <a:pathLst>
                  <a:path w="1539" h="827" extrusionOk="0">
                    <a:moveTo>
                      <a:pt x="1401" y="0"/>
                    </a:moveTo>
                    <a:lnTo>
                      <a:pt x="1401" y="0"/>
                    </a:lnTo>
                    <a:cubicBezTo>
                      <a:pt x="1382" y="0"/>
                      <a:pt x="499" y="501"/>
                      <a:pt x="1" y="501"/>
                    </a:cubicBezTo>
                    <a:cubicBezTo>
                      <a:pt x="143" y="714"/>
                      <a:pt x="385" y="826"/>
                      <a:pt x="634" y="826"/>
                    </a:cubicBezTo>
                    <a:cubicBezTo>
                      <a:pt x="736" y="826"/>
                      <a:pt x="839" y="807"/>
                      <a:pt x="937" y="768"/>
                    </a:cubicBezTo>
                    <a:cubicBezTo>
                      <a:pt x="1538" y="518"/>
                      <a:pt x="1354" y="33"/>
                      <a:pt x="1354" y="33"/>
                    </a:cubicBezTo>
                    <a:cubicBezTo>
                      <a:pt x="1389" y="10"/>
                      <a:pt x="1404" y="0"/>
                      <a:pt x="1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229;p35">
                <a:extLst>
                  <a:ext uri="{FF2B5EF4-FFF2-40B4-BE49-F238E27FC236}">
                    <a16:creationId xmlns:a16="http://schemas.microsoft.com/office/drawing/2014/main" id="{F195B259-180B-B3FF-C95C-23D70557A758}"/>
                  </a:ext>
                </a:extLst>
              </p:cNvPr>
              <p:cNvSpPr/>
              <p:nvPr/>
            </p:nvSpPr>
            <p:spPr>
              <a:xfrm>
                <a:off x="5977100" y="2359775"/>
                <a:ext cx="67675" cy="35625"/>
              </a:xfrm>
              <a:custGeom>
                <a:avLst/>
                <a:gdLst/>
                <a:ahLst/>
                <a:cxnLst/>
                <a:rect l="l" t="t" r="r" b="b"/>
                <a:pathLst>
                  <a:path w="2707" h="1425" extrusionOk="0">
                    <a:moveTo>
                      <a:pt x="2707" y="1"/>
                    </a:moveTo>
                    <a:lnTo>
                      <a:pt x="2707" y="1"/>
                    </a:lnTo>
                    <a:cubicBezTo>
                      <a:pt x="1922" y="552"/>
                      <a:pt x="969" y="870"/>
                      <a:pt x="0" y="920"/>
                    </a:cubicBezTo>
                    <a:lnTo>
                      <a:pt x="50" y="1421"/>
                    </a:lnTo>
                    <a:cubicBezTo>
                      <a:pt x="106" y="1423"/>
                      <a:pt x="160" y="1424"/>
                      <a:pt x="214" y="1424"/>
                    </a:cubicBezTo>
                    <a:cubicBezTo>
                      <a:pt x="2137" y="1424"/>
                      <a:pt x="2707" y="1"/>
                      <a:pt x="2707"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230;p35">
                <a:extLst>
                  <a:ext uri="{FF2B5EF4-FFF2-40B4-BE49-F238E27FC236}">
                    <a16:creationId xmlns:a16="http://schemas.microsoft.com/office/drawing/2014/main" id="{7B74938C-06A2-D12C-6FDC-15E5CBD00EE6}"/>
                  </a:ext>
                </a:extLst>
              </p:cNvPr>
              <p:cNvSpPr/>
              <p:nvPr/>
            </p:nvSpPr>
            <p:spPr>
              <a:xfrm>
                <a:off x="5896475" y="2076900"/>
                <a:ext cx="301675" cy="294175"/>
              </a:xfrm>
              <a:custGeom>
                <a:avLst/>
                <a:gdLst/>
                <a:ahLst/>
                <a:cxnLst/>
                <a:rect l="l" t="t" r="r" b="b"/>
                <a:pathLst>
                  <a:path w="12067" h="11767" extrusionOk="0">
                    <a:moveTo>
                      <a:pt x="12047" y="6203"/>
                    </a:moveTo>
                    <a:lnTo>
                      <a:pt x="12058" y="6448"/>
                    </a:lnTo>
                    <a:lnTo>
                      <a:pt x="12058" y="6448"/>
                    </a:lnTo>
                    <a:cubicBezTo>
                      <a:pt x="12055" y="6292"/>
                      <a:pt x="12047" y="6203"/>
                      <a:pt x="12047" y="6203"/>
                    </a:cubicBezTo>
                    <a:close/>
                    <a:moveTo>
                      <a:pt x="5395" y="0"/>
                    </a:moveTo>
                    <a:cubicBezTo>
                      <a:pt x="4583" y="0"/>
                      <a:pt x="3470" y="218"/>
                      <a:pt x="2039" y="1708"/>
                    </a:cubicBezTo>
                    <a:cubicBezTo>
                      <a:pt x="0" y="3814"/>
                      <a:pt x="1120" y="6086"/>
                      <a:pt x="1120" y="6086"/>
                    </a:cubicBezTo>
                    <a:lnTo>
                      <a:pt x="1454" y="5769"/>
                    </a:lnTo>
                    <a:lnTo>
                      <a:pt x="4445" y="5000"/>
                    </a:lnTo>
                    <a:cubicBezTo>
                      <a:pt x="4211" y="4198"/>
                      <a:pt x="4562" y="3195"/>
                      <a:pt x="4762" y="2728"/>
                    </a:cubicBezTo>
                    <a:lnTo>
                      <a:pt x="4779" y="2711"/>
                    </a:lnTo>
                    <a:cubicBezTo>
                      <a:pt x="5364" y="5769"/>
                      <a:pt x="8739" y="6086"/>
                      <a:pt x="8739" y="6086"/>
                    </a:cubicBezTo>
                    <a:lnTo>
                      <a:pt x="8472" y="11767"/>
                    </a:lnTo>
                    <a:cubicBezTo>
                      <a:pt x="11819" y="11053"/>
                      <a:pt x="12067" y="7627"/>
                      <a:pt x="12060" y="6537"/>
                    </a:cubicBezTo>
                    <a:lnTo>
                      <a:pt x="12060" y="6537"/>
                    </a:lnTo>
                    <a:cubicBezTo>
                      <a:pt x="12061" y="6549"/>
                      <a:pt x="12063" y="6560"/>
                      <a:pt x="12064" y="6571"/>
                    </a:cubicBezTo>
                    <a:lnTo>
                      <a:pt x="12058" y="6448"/>
                    </a:lnTo>
                    <a:lnTo>
                      <a:pt x="12058" y="6448"/>
                    </a:lnTo>
                    <a:cubicBezTo>
                      <a:pt x="12059" y="6476"/>
                      <a:pt x="12059" y="6505"/>
                      <a:pt x="12060" y="6537"/>
                    </a:cubicBezTo>
                    <a:lnTo>
                      <a:pt x="12060" y="6537"/>
                    </a:lnTo>
                    <a:cubicBezTo>
                      <a:pt x="12008" y="6139"/>
                      <a:pt x="11912" y="5328"/>
                      <a:pt x="11847" y="5100"/>
                    </a:cubicBezTo>
                    <a:cubicBezTo>
                      <a:pt x="10727" y="840"/>
                      <a:pt x="6985" y="38"/>
                      <a:pt x="6249" y="38"/>
                    </a:cubicBezTo>
                    <a:cubicBezTo>
                      <a:pt x="6015" y="38"/>
                      <a:pt x="5731" y="0"/>
                      <a:pt x="539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231;p35">
                <a:extLst>
                  <a:ext uri="{FF2B5EF4-FFF2-40B4-BE49-F238E27FC236}">
                    <a16:creationId xmlns:a16="http://schemas.microsoft.com/office/drawing/2014/main" id="{789A5E7B-9E30-DAED-DFDE-4BB4F77E8070}"/>
                  </a:ext>
                </a:extLst>
              </p:cNvPr>
              <p:cNvSpPr/>
              <p:nvPr/>
            </p:nvSpPr>
            <p:spPr>
              <a:xfrm>
                <a:off x="6185675" y="2198775"/>
                <a:ext cx="91775" cy="98975"/>
              </a:xfrm>
              <a:custGeom>
                <a:avLst/>
                <a:gdLst/>
                <a:ahLst/>
                <a:cxnLst/>
                <a:rect l="l" t="t" r="r" b="b"/>
                <a:pathLst>
                  <a:path w="3671" h="3959" extrusionOk="0">
                    <a:moveTo>
                      <a:pt x="1601" y="0"/>
                    </a:moveTo>
                    <a:cubicBezTo>
                      <a:pt x="1467" y="0"/>
                      <a:pt x="1332" y="14"/>
                      <a:pt x="1198" y="41"/>
                    </a:cubicBezTo>
                    <a:cubicBezTo>
                      <a:pt x="770" y="164"/>
                      <a:pt x="398" y="565"/>
                      <a:pt x="376" y="1004"/>
                    </a:cubicBezTo>
                    <a:lnTo>
                      <a:pt x="376" y="1004"/>
                    </a:lnTo>
                    <a:cubicBezTo>
                      <a:pt x="15" y="1700"/>
                      <a:pt x="0" y="2546"/>
                      <a:pt x="379" y="3266"/>
                    </a:cubicBezTo>
                    <a:cubicBezTo>
                      <a:pt x="529" y="3550"/>
                      <a:pt x="763" y="3784"/>
                      <a:pt x="1064" y="3901"/>
                    </a:cubicBezTo>
                    <a:cubicBezTo>
                      <a:pt x="1179" y="3939"/>
                      <a:pt x="1300" y="3958"/>
                      <a:pt x="1420" y="3958"/>
                    </a:cubicBezTo>
                    <a:cubicBezTo>
                      <a:pt x="1667" y="3958"/>
                      <a:pt x="1915" y="3880"/>
                      <a:pt x="2117" y="3734"/>
                    </a:cubicBezTo>
                    <a:cubicBezTo>
                      <a:pt x="2434" y="3534"/>
                      <a:pt x="2701" y="3266"/>
                      <a:pt x="2919" y="2965"/>
                    </a:cubicBezTo>
                    <a:cubicBezTo>
                      <a:pt x="3286" y="2498"/>
                      <a:pt x="3671" y="1946"/>
                      <a:pt x="3554" y="1345"/>
                    </a:cubicBezTo>
                    <a:cubicBezTo>
                      <a:pt x="3470" y="860"/>
                      <a:pt x="3052" y="493"/>
                      <a:pt x="2618" y="275"/>
                    </a:cubicBezTo>
                    <a:cubicBezTo>
                      <a:pt x="2303" y="94"/>
                      <a:pt x="1954" y="0"/>
                      <a:pt x="16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232;p35">
                <a:extLst>
                  <a:ext uri="{FF2B5EF4-FFF2-40B4-BE49-F238E27FC236}">
                    <a16:creationId xmlns:a16="http://schemas.microsoft.com/office/drawing/2014/main" id="{47590F73-E966-95AD-9A3B-DF58212382EE}"/>
                  </a:ext>
                </a:extLst>
              </p:cNvPr>
              <p:cNvSpPr/>
              <p:nvPr/>
            </p:nvSpPr>
            <p:spPr>
              <a:xfrm>
                <a:off x="5901475" y="2104125"/>
                <a:ext cx="109900" cy="115750"/>
              </a:xfrm>
              <a:custGeom>
                <a:avLst/>
                <a:gdLst/>
                <a:ahLst/>
                <a:cxnLst/>
                <a:rect l="l" t="t" r="r" b="b"/>
                <a:pathLst>
                  <a:path w="4396" h="4630" extrusionOk="0">
                    <a:moveTo>
                      <a:pt x="4146" y="1"/>
                    </a:moveTo>
                    <a:cubicBezTo>
                      <a:pt x="3968" y="1"/>
                      <a:pt x="3696" y="27"/>
                      <a:pt x="3359" y="118"/>
                    </a:cubicBezTo>
                    <a:cubicBezTo>
                      <a:pt x="1705" y="553"/>
                      <a:pt x="435" y="1906"/>
                      <a:pt x="118" y="3594"/>
                    </a:cubicBezTo>
                    <a:cubicBezTo>
                      <a:pt x="1" y="4228"/>
                      <a:pt x="68" y="4629"/>
                      <a:pt x="118" y="4629"/>
                    </a:cubicBezTo>
                    <a:cubicBezTo>
                      <a:pt x="168" y="4629"/>
                      <a:pt x="185" y="4245"/>
                      <a:pt x="352" y="3660"/>
                    </a:cubicBezTo>
                    <a:cubicBezTo>
                      <a:pt x="786" y="2123"/>
                      <a:pt x="1939" y="887"/>
                      <a:pt x="3443" y="352"/>
                    </a:cubicBezTo>
                    <a:cubicBezTo>
                      <a:pt x="4011" y="135"/>
                      <a:pt x="4395" y="85"/>
                      <a:pt x="4378" y="35"/>
                    </a:cubicBezTo>
                    <a:cubicBezTo>
                      <a:pt x="4378" y="19"/>
                      <a:pt x="4295" y="1"/>
                      <a:pt x="414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233;p35">
                <a:extLst>
                  <a:ext uri="{FF2B5EF4-FFF2-40B4-BE49-F238E27FC236}">
                    <a16:creationId xmlns:a16="http://schemas.microsoft.com/office/drawing/2014/main" id="{1B6C1AF1-C542-8974-CDDC-2B7042084632}"/>
                  </a:ext>
                </a:extLst>
              </p:cNvPr>
              <p:cNvSpPr/>
              <p:nvPr/>
            </p:nvSpPr>
            <p:spPr>
              <a:xfrm>
                <a:off x="6127475" y="2252000"/>
                <a:ext cx="43875" cy="45125"/>
              </a:xfrm>
              <a:custGeom>
                <a:avLst/>
                <a:gdLst/>
                <a:ahLst/>
                <a:cxnLst/>
                <a:rect l="l" t="t" r="r" b="b"/>
                <a:pathLst>
                  <a:path w="1755" h="1805" extrusionOk="0">
                    <a:moveTo>
                      <a:pt x="918" y="0"/>
                    </a:moveTo>
                    <a:cubicBezTo>
                      <a:pt x="907" y="0"/>
                      <a:pt x="896" y="1"/>
                      <a:pt x="886" y="1"/>
                    </a:cubicBezTo>
                    <a:cubicBezTo>
                      <a:pt x="535" y="68"/>
                      <a:pt x="251" y="318"/>
                      <a:pt x="151" y="636"/>
                    </a:cubicBezTo>
                    <a:cubicBezTo>
                      <a:pt x="34" y="970"/>
                      <a:pt x="0" y="1304"/>
                      <a:pt x="34" y="1655"/>
                    </a:cubicBezTo>
                    <a:lnTo>
                      <a:pt x="67" y="1689"/>
                    </a:lnTo>
                    <a:cubicBezTo>
                      <a:pt x="238" y="1766"/>
                      <a:pt x="419" y="1804"/>
                      <a:pt x="600" y="1804"/>
                    </a:cubicBezTo>
                    <a:cubicBezTo>
                      <a:pt x="808" y="1804"/>
                      <a:pt x="1015" y="1754"/>
                      <a:pt x="1203" y="1655"/>
                    </a:cubicBezTo>
                    <a:cubicBezTo>
                      <a:pt x="1554" y="1471"/>
                      <a:pt x="1755" y="1087"/>
                      <a:pt x="1704" y="686"/>
                    </a:cubicBezTo>
                    <a:cubicBezTo>
                      <a:pt x="1639" y="296"/>
                      <a:pt x="1305" y="0"/>
                      <a:pt x="918"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234;p35">
                <a:extLst>
                  <a:ext uri="{FF2B5EF4-FFF2-40B4-BE49-F238E27FC236}">
                    <a16:creationId xmlns:a16="http://schemas.microsoft.com/office/drawing/2014/main" id="{07D427FB-CF36-2292-4695-F2B5384B5061}"/>
                  </a:ext>
                </a:extLst>
              </p:cNvPr>
              <p:cNvSpPr/>
              <p:nvPr/>
            </p:nvSpPr>
            <p:spPr>
              <a:xfrm>
                <a:off x="6143350" y="2260275"/>
                <a:ext cx="16725" cy="29325"/>
              </a:xfrm>
              <a:custGeom>
                <a:avLst/>
                <a:gdLst/>
                <a:ahLst/>
                <a:cxnLst/>
                <a:rect l="l" t="t" r="r" b="b"/>
                <a:pathLst>
                  <a:path w="669" h="1173" extrusionOk="0">
                    <a:moveTo>
                      <a:pt x="71" y="0"/>
                    </a:moveTo>
                    <a:cubicBezTo>
                      <a:pt x="42" y="0"/>
                      <a:pt x="23" y="8"/>
                      <a:pt x="17" y="21"/>
                    </a:cubicBezTo>
                    <a:cubicBezTo>
                      <a:pt x="17" y="38"/>
                      <a:pt x="100" y="71"/>
                      <a:pt x="201" y="171"/>
                    </a:cubicBezTo>
                    <a:cubicBezTo>
                      <a:pt x="468" y="388"/>
                      <a:pt x="451" y="806"/>
                      <a:pt x="184" y="1023"/>
                    </a:cubicBezTo>
                    <a:cubicBezTo>
                      <a:pt x="84" y="1107"/>
                      <a:pt x="0" y="1140"/>
                      <a:pt x="0" y="1157"/>
                    </a:cubicBezTo>
                    <a:cubicBezTo>
                      <a:pt x="0" y="1165"/>
                      <a:pt x="20" y="1172"/>
                      <a:pt x="56" y="1172"/>
                    </a:cubicBezTo>
                    <a:cubicBezTo>
                      <a:pt x="100" y="1172"/>
                      <a:pt x="168" y="1161"/>
                      <a:pt x="251" y="1124"/>
                    </a:cubicBezTo>
                    <a:cubicBezTo>
                      <a:pt x="652" y="890"/>
                      <a:pt x="668" y="305"/>
                      <a:pt x="267" y="71"/>
                    </a:cubicBezTo>
                    <a:cubicBezTo>
                      <a:pt x="186" y="20"/>
                      <a:pt x="116" y="0"/>
                      <a:pt x="71" y="0"/>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235;p35">
                <a:extLst>
                  <a:ext uri="{FF2B5EF4-FFF2-40B4-BE49-F238E27FC236}">
                    <a16:creationId xmlns:a16="http://schemas.microsoft.com/office/drawing/2014/main" id="{28ED364B-C06F-F982-C8D2-68B131421194}"/>
                  </a:ext>
                </a:extLst>
              </p:cNvPr>
              <p:cNvSpPr/>
              <p:nvPr/>
            </p:nvSpPr>
            <p:spPr>
              <a:xfrm>
                <a:off x="5986275" y="2197950"/>
                <a:ext cx="91925" cy="83925"/>
              </a:xfrm>
              <a:custGeom>
                <a:avLst/>
                <a:gdLst/>
                <a:ahLst/>
                <a:cxnLst/>
                <a:rect l="l" t="t" r="r" b="b"/>
                <a:pathLst>
                  <a:path w="3677" h="3357" extrusionOk="0">
                    <a:moveTo>
                      <a:pt x="1647" y="1"/>
                    </a:moveTo>
                    <a:cubicBezTo>
                      <a:pt x="1276" y="1"/>
                      <a:pt x="910" y="123"/>
                      <a:pt x="619" y="358"/>
                    </a:cubicBezTo>
                    <a:cubicBezTo>
                      <a:pt x="318" y="592"/>
                      <a:pt x="118" y="910"/>
                      <a:pt x="34" y="1277"/>
                    </a:cubicBezTo>
                    <a:cubicBezTo>
                      <a:pt x="17" y="1378"/>
                      <a:pt x="1" y="1478"/>
                      <a:pt x="1" y="1578"/>
                    </a:cubicBezTo>
                    <a:cubicBezTo>
                      <a:pt x="1" y="1645"/>
                      <a:pt x="17" y="1678"/>
                      <a:pt x="17" y="1678"/>
                    </a:cubicBezTo>
                    <a:cubicBezTo>
                      <a:pt x="34" y="1678"/>
                      <a:pt x="34" y="1528"/>
                      <a:pt x="101" y="1294"/>
                    </a:cubicBezTo>
                    <a:cubicBezTo>
                      <a:pt x="201" y="960"/>
                      <a:pt x="402" y="659"/>
                      <a:pt x="686" y="459"/>
                    </a:cubicBezTo>
                    <a:cubicBezTo>
                      <a:pt x="967" y="248"/>
                      <a:pt x="1283" y="152"/>
                      <a:pt x="1591" y="152"/>
                    </a:cubicBezTo>
                    <a:cubicBezTo>
                      <a:pt x="2382" y="152"/>
                      <a:pt x="3125" y="777"/>
                      <a:pt x="3125" y="1678"/>
                    </a:cubicBezTo>
                    <a:cubicBezTo>
                      <a:pt x="3125" y="2580"/>
                      <a:pt x="2382" y="3204"/>
                      <a:pt x="1591" y="3204"/>
                    </a:cubicBezTo>
                    <a:cubicBezTo>
                      <a:pt x="1283" y="3204"/>
                      <a:pt x="967" y="3109"/>
                      <a:pt x="686" y="2898"/>
                    </a:cubicBezTo>
                    <a:cubicBezTo>
                      <a:pt x="402" y="2698"/>
                      <a:pt x="201" y="2397"/>
                      <a:pt x="101" y="2063"/>
                    </a:cubicBezTo>
                    <a:cubicBezTo>
                      <a:pt x="34" y="1829"/>
                      <a:pt x="34" y="1678"/>
                      <a:pt x="17" y="1678"/>
                    </a:cubicBezTo>
                    <a:cubicBezTo>
                      <a:pt x="17" y="1678"/>
                      <a:pt x="1" y="1712"/>
                      <a:pt x="1" y="1779"/>
                    </a:cubicBezTo>
                    <a:cubicBezTo>
                      <a:pt x="1" y="1879"/>
                      <a:pt x="17" y="1979"/>
                      <a:pt x="34" y="2079"/>
                    </a:cubicBezTo>
                    <a:cubicBezTo>
                      <a:pt x="118" y="2447"/>
                      <a:pt x="318" y="2765"/>
                      <a:pt x="619" y="2998"/>
                    </a:cubicBezTo>
                    <a:cubicBezTo>
                      <a:pt x="910" y="3234"/>
                      <a:pt x="1276" y="3356"/>
                      <a:pt x="1647" y="3356"/>
                    </a:cubicBezTo>
                    <a:cubicBezTo>
                      <a:pt x="1829" y="3356"/>
                      <a:pt x="2013" y="3326"/>
                      <a:pt x="2189" y="3266"/>
                    </a:cubicBezTo>
                    <a:cubicBezTo>
                      <a:pt x="3677" y="2731"/>
                      <a:pt x="3677" y="626"/>
                      <a:pt x="2189" y="91"/>
                    </a:cubicBezTo>
                    <a:cubicBezTo>
                      <a:pt x="2013" y="31"/>
                      <a:pt x="1829" y="1"/>
                      <a:pt x="16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236;p35">
                <a:extLst>
                  <a:ext uri="{FF2B5EF4-FFF2-40B4-BE49-F238E27FC236}">
                    <a16:creationId xmlns:a16="http://schemas.microsoft.com/office/drawing/2014/main" id="{7606C7BB-7C96-F5FA-C6AB-5CF8C3C6A5E9}"/>
                  </a:ext>
                </a:extLst>
              </p:cNvPr>
              <p:cNvSpPr/>
              <p:nvPr/>
            </p:nvSpPr>
            <p:spPr>
              <a:xfrm>
                <a:off x="5893975" y="2197950"/>
                <a:ext cx="91900" cy="83925"/>
              </a:xfrm>
              <a:custGeom>
                <a:avLst/>
                <a:gdLst/>
                <a:ahLst/>
                <a:cxnLst/>
                <a:rect l="l" t="t" r="r" b="b"/>
                <a:pathLst>
                  <a:path w="3676" h="3357" extrusionOk="0">
                    <a:moveTo>
                      <a:pt x="1646" y="1"/>
                    </a:moveTo>
                    <a:cubicBezTo>
                      <a:pt x="1275" y="1"/>
                      <a:pt x="909" y="123"/>
                      <a:pt x="618" y="358"/>
                    </a:cubicBezTo>
                    <a:cubicBezTo>
                      <a:pt x="318" y="592"/>
                      <a:pt x="117" y="910"/>
                      <a:pt x="33" y="1277"/>
                    </a:cubicBezTo>
                    <a:cubicBezTo>
                      <a:pt x="17" y="1378"/>
                      <a:pt x="0" y="1478"/>
                      <a:pt x="0" y="1578"/>
                    </a:cubicBezTo>
                    <a:cubicBezTo>
                      <a:pt x="0" y="1645"/>
                      <a:pt x="17" y="1678"/>
                      <a:pt x="17" y="1678"/>
                    </a:cubicBezTo>
                    <a:cubicBezTo>
                      <a:pt x="33" y="1678"/>
                      <a:pt x="33" y="1528"/>
                      <a:pt x="100" y="1294"/>
                    </a:cubicBezTo>
                    <a:cubicBezTo>
                      <a:pt x="201" y="960"/>
                      <a:pt x="401" y="659"/>
                      <a:pt x="685" y="459"/>
                    </a:cubicBezTo>
                    <a:cubicBezTo>
                      <a:pt x="967" y="248"/>
                      <a:pt x="1282" y="152"/>
                      <a:pt x="1591" y="152"/>
                    </a:cubicBezTo>
                    <a:cubicBezTo>
                      <a:pt x="2381" y="152"/>
                      <a:pt x="3125" y="777"/>
                      <a:pt x="3125" y="1678"/>
                    </a:cubicBezTo>
                    <a:cubicBezTo>
                      <a:pt x="3125" y="2580"/>
                      <a:pt x="2381" y="3204"/>
                      <a:pt x="1591" y="3204"/>
                    </a:cubicBezTo>
                    <a:cubicBezTo>
                      <a:pt x="1282" y="3204"/>
                      <a:pt x="967" y="3109"/>
                      <a:pt x="685" y="2898"/>
                    </a:cubicBezTo>
                    <a:cubicBezTo>
                      <a:pt x="401" y="2698"/>
                      <a:pt x="201" y="2397"/>
                      <a:pt x="100" y="2063"/>
                    </a:cubicBezTo>
                    <a:cubicBezTo>
                      <a:pt x="33" y="1829"/>
                      <a:pt x="33" y="1678"/>
                      <a:pt x="17" y="1678"/>
                    </a:cubicBezTo>
                    <a:cubicBezTo>
                      <a:pt x="17" y="1678"/>
                      <a:pt x="0" y="1712"/>
                      <a:pt x="0" y="1779"/>
                    </a:cubicBezTo>
                    <a:cubicBezTo>
                      <a:pt x="0" y="1879"/>
                      <a:pt x="17" y="1979"/>
                      <a:pt x="33" y="2079"/>
                    </a:cubicBezTo>
                    <a:cubicBezTo>
                      <a:pt x="117" y="2447"/>
                      <a:pt x="318" y="2765"/>
                      <a:pt x="618" y="2998"/>
                    </a:cubicBezTo>
                    <a:cubicBezTo>
                      <a:pt x="909" y="3234"/>
                      <a:pt x="1275" y="3356"/>
                      <a:pt x="1646" y="3356"/>
                    </a:cubicBezTo>
                    <a:cubicBezTo>
                      <a:pt x="1829" y="3356"/>
                      <a:pt x="2012" y="3326"/>
                      <a:pt x="2189" y="3266"/>
                    </a:cubicBezTo>
                    <a:cubicBezTo>
                      <a:pt x="3676" y="2731"/>
                      <a:pt x="3676" y="626"/>
                      <a:pt x="2189" y="91"/>
                    </a:cubicBezTo>
                    <a:cubicBezTo>
                      <a:pt x="2012" y="31"/>
                      <a:pt x="1829" y="1"/>
                      <a:pt x="164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237;p35">
                <a:extLst>
                  <a:ext uri="{FF2B5EF4-FFF2-40B4-BE49-F238E27FC236}">
                    <a16:creationId xmlns:a16="http://schemas.microsoft.com/office/drawing/2014/main" id="{594DFF4C-AE70-826C-68FE-34434399E1F6}"/>
                  </a:ext>
                </a:extLst>
              </p:cNvPr>
              <p:cNvSpPr/>
              <p:nvPr/>
            </p:nvSpPr>
            <p:spPr>
              <a:xfrm>
                <a:off x="5974575" y="2239075"/>
                <a:ext cx="14650" cy="4200"/>
              </a:xfrm>
              <a:custGeom>
                <a:avLst/>
                <a:gdLst/>
                <a:ahLst/>
                <a:cxnLst/>
                <a:rect l="l" t="t" r="r" b="b"/>
                <a:pathLst>
                  <a:path w="586" h="168" extrusionOk="0">
                    <a:moveTo>
                      <a:pt x="285" y="0"/>
                    </a:moveTo>
                    <a:cubicBezTo>
                      <a:pt x="134" y="0"/>
                      <a:pt x="1" y="33"/>
                      <a:pt x="1" y="84"/>
                    </a:cubicBezTo>
                    <a:cubicBezTo>
                      <a:pt x="1" y="134"/>
                      <a:pt x="134" y="167"/>
                      <a:pt x="285" y="167"/>
                    </a:cubicBezTo>
                    <a:cubicBezTo>
                      <a:pt x="452" y="167"/>
                      <a:pt x="586" y="134"/>
                      <a:pt x="586" y="84"/>
                    </a:cubicBezTo>
                    <a:cubicBezTo>
                      <a:pt x="586" y="33"/>
                      <a:pt x="452" y="0"/>
                      <a:pt x="28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238;p35">
                <a:extLst>
                  <a:ext uri="{FF2B5EF4-FFF2-40B4-BE49-F238E27FC236}">
                    <a16:creationId xmlns:a16="http://schemas.microsoft.com/office/drawing/2014/main" id="{9E27EE21-2DCA-76B4-64B0-8B11E8A51C6F}"/>
                  </a:ext>
                </a:extLst>
              </p:cNvPr>
              <p:cNvSpPr/>
              <p:nvPr/>
            </p:nvSpPr>
            <p:spPr>
              <a:xfrm>
                <a:off x="6065225" y="2247900"/>
                <a:ext cx="71450" cy="14775"/>
              </a:xfrm>
              <a:custGeom>
                <a:avLst/>
                <a:gdLst/>
                <a:ahLst/>
                <a:cxnLst/>
                <a:rect l="l" t="t" r="r" b="b"/>
                <a:pathLst>
                  <a:path w="2858" h="591" extrusionOk="0">
                    <a:moveTo>
                      <a:pt x="79" y="0"/>
                    </a:moveTo>
                    <a:cubicBezTo>
                      <a:pt x="31" y="0"/>
                      <a:pt x="4" y="5"/>
                      <a:pt x="1" y="15"/>
                    </a:cubicBezTo>
                    <a:cubicBezTo>
                      <a:pt x="1" y="65"/>
                      <a:pt x="619" y="232"/>
                      <a:pt x="1404" y="382"/>
                    </a:cubicBezTo>
                    <a:cubicBezTo>
                      <a:pt x="2074" y="510"/>
                      <a:pt x="2646" y="590"/>
                      <a:pt x="2800" y="590"/>
                    </a:cubicBezTo>
                    <a:cubicBezTo>
                      <a:pt x="2827" y="590"/>
                      <a:pt x="2841" y="588"/>
                      <a:pt x="2841" y="583"/>
                    </a:cubicBezTo>
                    <a:cubicBezTo>
                      <a:pt x="2858" y="533"/>
                      <a:pt x="2223" y="366"/>
                      <a:pt x="1438" y="215"/>
                    </a:cubicBezTo>
                    <a:cubicBezTo>
                      <a:pt x="819" y="81"/>
                      <a:pt x="275" y="0"/>
                      <a:pt x="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239;p35">
                <a:extLst>
                  <a:ext uri="{FF2B5EF4-FFF2-40B4-BE49-F238E27FC236}">
                    <a16:creationId xmlns:a16="http://schemas.microsoft.com/office/drawing/2014/main" id="{85649F1C-B940-8BA7-E78A-B2CE1C0CC114}"/>
                  </a:ext>
                </a:extLst>
              </p:cNvPr>
              <p:cNvSpPr/>
              <p:nvPr/>
            </p:nvSpPr>
            <p:spPr>
              <a:xfrm>
                <a:off x="5833825" y="3063200"/>
                <a:ext cx="564350" cy="1370125"/>
              </a:xfrm>
              <a:custGeom>
                <a:avLst/>
                <a:gdLst/>
                <a:ahLst/>
                <a:cxnLst/>
                <a:rect l="l" t="t" r="r" b="b"/>
                <a:pathLst>
                  <a:path w="22574" h="54805" extrusionOk="0">
                    <a:moveTo>
                      <a:pt x="16007" y="1"/>
                    </a:moveTo>
                    <a:lnTo>
                      <a:pt x="0" y="602"/>
                    </a:lnTo>
                    <a:lnTo>
                      <a:pt x="2556" y="54621"/>
                    </a:lnTo>
                    <a:lnTo>
                      <a:pt x="10760" y="54805"/>
                    </a:lnTo>
                    <a:lnTo>
                      <a:pt x="8638" y="8105"/>
                    </a:lnTo>
                    <a:lnTo>
                      <a:pt x="14186" y="54604"/>
                    </a:lnTo>
                    <a:lnTo>
                      <a:pt x="22573" y="54805"/>
                    </a:lnTo>
                    <a:lnTo>
                      <a:pt x="1600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240;p35">
                <a:extLst>
                  <a:ext uri="{FF2B5EF4-FFF2-40B4-BE49-F238E27FC236}">
                    <a16:creationId xmlns:a16="http://schemas.microsoft.com/office/drawing/2014/main" id="{B6EF113A-B0A7-C3DB-20BC-D21DBCC37054}"/>
                  </a:ext>
                </a:extLst>
              </p:cNvPr>
              <p:cNvSpPr/>
              <p:nvPr/>
            </p:nvSpPr>
            <p:spPr>
              <a:xfrm>
                <a:off x="5931975" y="3082425"/>
                <a:ext cx="63925" cy="1348400"/>
              </a:xfrm>
              <a:custGeom>
                <a:avLst/>
                <a:gdLst/>
                <a:ahLst/>
                <a:cxnLst/>
                <a:rect l="l" t="t" r="r" b="b"/>
                <a:pathLst>
                  <a:path w="2557" h="53936" extrusionOk="0">
                    <a:moveTo>
                      <a:pt x="34" y="1"/>
                    </a:moveTo>
                    <a:lnTo>
                      <a:pt x="34" y="1"/>
                    </a:lnTo>
                    <a:cubicBezTo>
                      <a:pt x="1" y="1"/>
                      <a:pt x="502" y="12081"/>
                      <a:pt x="1187" y="26968"/>
                    </a:cubicBezTo>
                    <a:cubicBezTo>
                      <a:pt x="1872" y="41872"/>
                      <a:pt x="2457" y="53936"/>
                      <a:pt x="2507" y="53936"/>
                    </a:cubicBezTo>
                    <a:cubicBezTo>
                      <a:pt x="2557" y="53936"/>
                      <a:pt x="2039" y="41855"/>
                      <a:pt x="1354" y="26968"/>
                    </a:cubicBezTo>
                    <a:cubicBezTo>
                      <a:pt x="686" y="12064"/>
                      <a:pt x="84" y="1"/>
                      <a:pt x="3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241;p35">
                <a:extLst>
                  <a:ext uri="{FF2B5EF4-FFF2-40B4-BE49-F238E27FC236}">
                    <a16:creationId xmlns:a16="http://schemas.microsoft.com/office/drawing/2014/main" id="{33CA056B-AA21-D2AE-8A3A-BE36CAE980A2}"/>
                  </a:ext>
                </a:extLst>
              </p:cNvPr>
              <p:cNvSpPr/>
              <p:nvPr/>
            </p:nvSpPr>
            <p:spPr>
              <a:xfrm>
                <a:off x="6139175" y="3110000"/>
                <a:ext cx="162500" cy="1309975"/>
              </a:xfrm>
              <a:custGeom>
                <a:avLst/>
                <a:gdLst/>
                <a:ahLst/>
                <a:cxnLst/>
                <a:rect l="l" t="t" r="r" b="b"/>
                <a:pathLst>
                  <a:path w="6500" h="52399" extrusionOk="0">
                    <a:moveTo>
                      <a:pt x="50" y="0"/>
                    </a:moveTo>
                    <a:cubicBezTo>
                      <a:pt x="0" y="0"/>
                      <a:pt x="1387" y="11746"/>
                      <a:pt x="3158" y="26216"/>
                    </a:cubicBezTo>
                    <a:cubicBezTo>
                      <a:pt x="4928" y="40675"/>
                      <a:pt x="6397" y="52398"/>
                      <a:pt x="6449" y="52398"/>
                    </a:cubicBezTo>
                    <a:cubicBezTo>
                      <a:pt x="6449" y="52398"/>
                      <a:pt x="6449" y="52398"/>
                      <a:pt x="6450" y="52398"/>
                    </a:cubicBezTo>
                    <a:cubicBezTo>
                      <a:pt x="6500" y="52398"/>
                      <a:pt x="5113" y="40669"/>
                      <a:pt x="3342" y="26199"/>
                    </a:cubicBezTo>
                    <a:cubicBezTo>
                      <a:pt x="1571" y="11713"/>
                      <a:pt x="100" y="0"/>
                      <a:pt x="5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242;p35">
                <a:extLst>
                  <a:ext uri="{FF2B5EF4-FFF2-40B4-BE49-F238E27FC236}">
                    <a16:creationId xmlns:a16="http://schemas.microsoft.com/office/drawing/2014/main" id="{DB6EF3AA-4F69-D5A4-78D6-CE1C2F47B26B}"/>
                  </a:ext>
                </a:extLst>
              </p:cNvPr>
              <p:cNvSpPr/>
              <p:nvPr/>
            </p:nvSpPr>
            <p:spPr>
              <a:xfrm>
                <a:off x="5683025" y="2421600"/>
                <a:ext cx="708450" cy="660850"/>
              </a:xfrm>
              <a:custGeom>
                <a:avLst/>
                <a:gdLst/>
                <a:ahLst/>
                <a:cxnLst/>
                <a:rect l="l" t="t" r="r" b="b"/>
                <a:pathLst>
                  <a:path w="28338" h="26434" extrusionOk="0">
                    <a:moveTo>
                      <a:pt x="11663" y="1"/>
                    </a:moveTo>
                    <a:lnTo>
                      <a:pt x="11663" y="519"/>
                    </a:lnTo>
                    <a:cubicBezTo>
                      <a:pt x="10293" y="702"/>
                      <a:pt x="8956" y="1103"/>
                      <a:pt x="7720" y="1705"/>
                    </a:cubicBezTo>
                    <a:lnTo>
                      <a:pt x="0" y="4829"/>
                    </a:lnTo>
                    <a:lnTo>
                      <a:pt x="2473" y="11647"/>
                    </a:lnTo>
                    <a:lnTo>
                      <a:pt x="7703" y="9892"/>
                    </a:lnTo>
                    <a:lnTo>
                      <a:pt x="7703" y="9892"/>
                    </a:lnTo>
                    <a:cubicBezTo>
                      <a:pt x="7669" y="9976"/>
                      <a:pt x="7636" y="10076"/>
                      <a:pt x="7603" y="10176"/>
                    </a:cubicBezTo>
                    <a:cubicBezTo>
                      <a:pt x="7402" y="10945"/>
                      <a:pt x="7469" y="11780"/>
                      <a:pt x="7803" y="12499"/>
                    </a:cubicBezTo>
                    <a:cubicBezTo>
                      <a:pt x="7970" y="12850"/>
                      <a:pt x="8187" y="13167"/>
                      <a:pt x="8455" y="13434"/>
                    </a:cubicBezTo>
                    <a:lnTo>
                      <a:pt x="8355" y="18931"/>
                    </a:lnTo>
                    <a:lnTo>
                      <a:pt x="6032" y="26266"/>
                    </a:lnTo>
                    <a:lnTo>
                      <a:pt x="22039" y="26434"/>
                    </a:lnTo>
                    <a:lnTo>
                      <a:pt x="22039" y="26434"/>
                    </a:lnTo>
                    <a:lnTo>
                      <a:pt x="20218" y="18514"/>
                    </a:lnTo>
                    <a:lnTo>
                      <a:pt x="21053" y="10677"/>
                    </a:lnTo>
                    <a:lnTo>
                      <a:pt x="24127" y="13685"/>
                    </a:lnTo>
                    <a:lnTo>
                      <a:pt x="28338" y="8422"/>
                    </a:lnTo>
                    <a:lnTo>
                      <a:pt x="23175" y="3225"/>
                    </a:lnTo>
                    <a:cubicBezTo>
                      <a:pt x="22189" y="2189"/>
                      <a:pt x="20953" y="1387"/>
                      <a:pt x="19599" y="920"/>
                    </a:cubicBezTo>
                    <a:cubicBezTo>
                      <a:pt x="18948" y="669"/>
                      <a:pt x="18263" y="535"/>
                      <a:pt x="17561" y="502"/>
                    </a:cubicBezTo>
                    <a:lnTo>
                      <a:pt x="17561" y="84"/>
                    </a:lnTo>
                    <a:lnTo>
                      <a:pt x="15289" y="134"/>
                    </a:lnTo>
                    <a:cubicBezTo>
                      <a:pt x="15289" y="134"/>
                      <a:pt x="15188" y="485"/>
                      <a:pt x="15055" y="886"/>
                    </a:cubicBezTo>
                    <a:cubicBezTo>
                      <a:pt x="14938" y="1204"/>
                      <a:pt x="14871" y="1872"/>
                      <a:pt x="14737" y="1872"/>
                    </a:cubicBezTo>
                    <a:cubicBezTo>
                      <a:pt x="14570" y="1872"/>
                      <a:pt x="14353" y="1204"/>
                      <a:pt x="14136" y="886"/>
                    </a:cubicBezTo>
                    <a:cubicBezTo>
                      <a:pt x="13935" y="469"/>
                      <a:pt x="13751" y="101"/>
                      <a:pt x="13751" y="101"/>
                    </a:cubicBezTo>
                    <a:lnTo>
                      <a:pt x="11663" y="1"/>
                    </a:lnTo>
                    <a:close/>
                  </a:path>
                </a:pathLst>
              </a:custGeom>
              <a:solidFill>
                <a:srgbClr val="FEB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243;p35">
                <a:extLst>
                  <a:ext uri="{FF2B5EF4-FFF2-40B4-BE49-F238E27FC236}">
                    <a16:creationId xmlns:a16="http://schemas.microsoft.com/office/drawing/2014/main" id="{18DBFDAD-EA92-52BA-6BFA-64E420C49019}"/>
                  </a:ext>
                </a:extLst>
              </p:cNvPr>
              <p:cNvSpPr/>
              <p:nvPr/>
            </p:nvSpPr>
            <p:spPr>
              <a:xfrm>
                <a:off x="5972075" y="2426200"/>
                <a:ext cx="53500" cy="36950"/>
              </a:xfrm>
              <a:custGeom>
                <a:avLst/>
                <a:gdLst/>
                <a:ahLst/>
                <a:cxnLst/>
                <a:rect l="l" t="t" r="r" b="b"/>
                <a:pathLst>
                  <a:path w="2140" h="1478" extrusionOk="0">
                    <a:moveTo>
                      <a:pt x="2139" y="0"/>
                    </a:moveTo>
                    <a:lnTo>
                      <a:pt x="2139" y="0"/>
                    </a:lnTo>
                    <a:cubicBezTo>
                      <a:pt x="2039" y="134"/>
                      <a:pt x="1955" y="285"/>
                      <a:pt x="1905" y="435"/>
                    </a:cubicBezTo>
                    <a:cubicBezTo>
                      <a:pt x="1839" y="602"/>
                      <a:pt x="1772" y="769"/>
                      <a:pt x="1705" y="936"/>
                    </a:cubicBezTo>
                    <a:cubicBezTo>
                      <a:pt x="1648" y="1077"/>
                      <a:pt x="1592" y="1313"/>
                      <a:pt x="1506" y="1313"/>
                    </a:cubicBezTo>
                    <a:cubicBezTo>
                      <a:pt x="1490" y="1313"/>
                      <a:pt x="1472" y="1305"/>
                      <a:pt x="1454" y="1287"/>
                    </a:cubicBezTo>
                    <a:cubicBezTo>
                      <a:pt x="729" y="814"/>
                      <a:pt x="108" y="431"/>
                      <a:pt x="26" y="431"/>
                    </a:cubicBezTo>
                    <a:cubicBezTo>
                      <a:pt x="21" y="431"/>
                      <a:pt x="18" y="432"/>
                      <a:pt x="17" y="435"/>
                    </a:cubicBezTo>
                    <a:cubicBezTo>
                      <a:pt x="1" y="468"/>
                      <a:pt x="585" y="919"/>
                      <a:pt x="1371" y="1437"/>
                    </a:cubicBezTo>
                    <a:cubicBezTo>
                      <a:pt x="1407" y="1465"/>
                      <a:pt x="1454" y="1477"/>
                      <a:pt x="1500" y="1477"/>
                    </a:cubicBezTo>
                    <a:cubicBezTo>
                      <a:pt x="1538" y="1477"/>
                      <a:pt x="1575" y="1469"/>
                      <a:pt x="1605" y="1454"/>
                    </a:cubicBezTo>
                    <a:cubicBezTo>
                      <a:pt x="1671" y="1421"/>
                      <a:pt x="1722" y="1354"/>
                      <a:pt x="1755" y="1287"/>
                    </a:cubicBezTo>
                    <a:cubicBezTo>
                      <a:pt x="1805" y="1170"/>
                      <a:pt x="1822" y="1087"/>
                      <a:pt x="1855" y="986"/>
                    </a:cubicBezTo>
                    <a:cubicBezTo>
                      <a:pt x="1922" y="819"/>
                      <a:pt x="1972" y="652"/>
                      <a:pt x="2022" y="485"/>
                    </a:cubicBezTo>
                    <a:cubicBezTo>
                      <a:pt x="2089" y="318"/>
                      <a:pt x="2123" y="168"/>
                      <a:pt x="213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244;p35">
                <a:extLst>
                  <a:ext uri="{FF2B5EF4-FFF2-40B4-BE49-F238E27FC236}">
                    <a16:creationId xmlns:a16="http://schemas.microsoft.com/office/drawing/2014/main" id="{F2E1B2F3-6881-C60D-AA01-703833D486B7}"/>
                  </a:ext>
                </a:extLst>
              </p:cNvPr>
              <p:cNvSpPr/>
              <p:nvPr/>
            </p:nvSpPr>
            <p:spPr>
              <a:xfrm>
                <a:off x="6066900" y="2432025"/>
                <a:ext cx="61000" cy="43075"/>
              </a:xfrm>
              <a:custGeom>
                <a:avLst/>
                <a:gdLst/>
                <a:ahLst/>
                <a:cxnLst/>
                <a:rect l="l" t="t" r="r" b="b"/>
                <a:pathLst>
                  <a:path w="2440" h="1723" extrusionOk="0">
                    <a:moveTo>
                      <a:pt x="37" y="0"/>
                    </a:moveTo>
                    <a:cubicBezTo>
                      <a:pt x="36" y="0"/>
                      <a:pt x="35" y="1"/>
                      <a:pt x="34" y="1"/>
                    </a:cubicBezTo>
                    <a:cubicBezTo>
                      <a:pt x="0" y="1"/>
                      <a:pt x="201" y="787"/>
                      <a:pt x="786" y="1639"/>
                    </a:cubicBezTo>
                    <a:lnTo>
                      <a:pt x="836" y="1722"/>
                    </a:lnTo>
                    <a:lnTo>
                      <a:pt x="903" y="1672"/>
                    </a:lnTo>
                    <a:cubicBezTo>
                      <a:pt x="953" y="1639"/>
                      <a:pt x="986" y="1605"/>
                      <a:pt x="1020" y="1589"/>
                    </a:cubicBezTo>
                    <a:cubicBezTo>
                      <a:pt x="1922" y="954"/>
                      <a:pt x="2440" y="219"/>
                      <a:pt x="2390" y="185"/>
                    </a:cubicBezTo>
                    <a:cubicBezTo>
                      <a:pt x="2389" y="184"/>
                      <a:pt x="2388" y="184"/>
                      <a:pt x="2386" y="184"/>
                    </a:cubicBezTo>
                    <a:cubicBezTo>
                      <a:pt x="2329" y="184"/>
                      <a:pt x="1767" y="835"/>
                      <a:pt x="919" y="1438"/>
                    </a:cubicBezTo>
                    <a:lnTo>
                      <a:pt x="878" y="1468"/>
                    </a:lnTo>
                    <a:lnTo>
                      <a:pt x="878" y="1468"/>
                    </a:lnTo>
                    <a:cubicBezTo>
                      <a:pt x="360" y="686"/>
                      <a:pt x="94" y="0"/>
                      <a:pt x="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245;p35">
                <a:extLst>
                  <a:ext uri="{FF2B5EF4-FFF2-40B4-BE49-F238E27FC236}">
                    <a16:creationId xmlns:a16="http://schemas.microsoft.com/office/drawing/2014/main" id="{4F5D7F00-11C7-DBC9-FAA6-2EA43D4F59F1}"/>
                  </a:ext>
                </a:extLst>
              </p:cNvPr>
              <p:cNvSpPr/>
              <p:nvPr/>
            </p:nvSpPr>
            <p:spPr>
              <a:xfrm>
                <a:off x="6033475" y="2468400"/>
                <a:ext cx="19250" cy="612375"/>
              </a:xfrm>
              <a:custGeom>
                <a:avLst/>
                <a:gdLst/>
                <a:ahLst/>
                <a:cxnLst/>
                <a:rect l="l" t="t" r="r" b="b"/>
                <a:pathLst>
                  <a:path w="770" h="24495" extrusionOk="0">
                    <a:moveTo>
                      <a:pt x="719" y="0"/>
                    </a:moveTo>
                    <a:cubicBezTo>
                      <a:pt x="702" y="84"/>
                      <a:pt x="702" y="167"/>
                      <a:pt x="702" y="251"/>
                    </a:cubicBezTo>
                    <a:cubicBezTo>
                      <a:pt x="702" y="434"/>
                      <a:pt x="686" y="668"/>
                      <a:pt x="686" y="969"/>
                    </a:cubicBezTo>
                    <a:cubicBezTo>
                      <a:pt x="669" y="1604"/>
                      <a:pt x="652" y="2490"/>
                      <a:pt x="619" y="3592"/>
                    </a:cubicBezTo>
                    <a:cubicBezTo>
                      <a:pt x="535" y="5815"/>
                      <a:pt x="418" y="8872"/>
                      <a:pt x="301" y="12247"/>
                    </a:cubicBezTo>
                    <a:cubicBezTo>
                      <a:pt x="168" y="15622"/>
                      <a:pt x="68" y="18680"/>
                      <a:pt x="17" y="20902"/>
                    </a:cubicBezTo>
                    <a:cubicBezTo>
                      <a:pt x="1" y="22005"/>
                      <a:pt x="1" y="22907"/>
                      <a:pt x="1" y="23526"/>
                    </a:cubicBezTo>
                    <a:cubicBezTo>
                      <a:pt x="17" y="23826"/>
                      <a:pt x="17" y="24060"/>
                      <a:pt x="34" y="24244"/>
                    </a:cubicBezTo>
                    <a:cubicBezTo>
                      <a:pt x="34" y="24328"/>
                      <a:pt x="34" y="24411"/>
                      <a:pt x="51" y="24495"/>
                    </a:cubicBezTo>
                    <a:cubicBezTo>
                      <a:pt x="68" y="24411"/>
                      <a:pt x="68" y="24328"/>
                      <a:pt x="68" y="24244"/>
                    </a:cubicBezTo>
                    <a:cubicBezTo>
                      <a:pt x="68" y="24060"/>
                      <a:pt x="68" y="23826"/>
                      <a:pt x="84" y="23526"/>
                    </a:cubicBezTo>
                    <a:cubicBezTo>
                      <a:pt x="84" y="22891"/>
                      <a:pt x="118" y="22005"/>
                      <a:pt x="151" y="20902"/>
                    </a:cubicBezTo>
                    <a:cubicBezTo>
                      <a:pt x="235" y="18680"/>
                      <a:pt x="335" y="15622"/>
                      <a:pt x="469" y="12247"/>
                    </a:cubicBezTo>
                    <a:cubicBezTo>
                      <a:pt x="602" y="8872"/>
                      <a:pt x="702" y="5798"/>
                      <a:pt x="753" y="3592"/>
                    </a:cubicBezTo>
                    <a:cubicBezTo>
                      <a:pt x="769" y="2473"/>
                      <a:pt x="769" y="1587"/>
                      <a:pt x="753" y="969"/>
                    </a:cubicBezTo>
                    <a:cubicBezTo>
                      <a:pt x="753" y="668"/>
                      <a:pt x="736" y="434"/>
                      <a:pt x="736" y="251"/>
                    </a:cubicBezTo>
                    <a:cubicBezTo>
                      <a:pt x="736" y="167"/>
                      <a:pt x="736" y="84"/>
                      <a:pt x="71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246;p35">
                <a:extLst>
                  <a:ext uri="{FF2B5EF4-FFF2-40B4-BE49-F238E27FC236}">
                    <a16:creationId xmlns:a16="http://schemas.microsoft.com/office/drawing/2014/main" id="{BD8381A4-6A8A-F017-7D60-F738B7F360F4}"/>
                  </a:ext>
                </a:extLst>
              </p:cNvPr>
              <p:cNvSpPr/>
              <p:nvPr/>
            </p:nvSpPr>
            <p:spPr>
              <a:xfrm>
                <a:off x="6073175" y="2568800"/>
                <a:ext cx="20475" cy="18650"/>
              </a:xfrm>
              <a:custGeom>
                <a:avLst/>
                <a:gdLst/>
                <a:ahLst/>
                <a:cxnLst/>
                <a:rect l="l" t="t" r="r" b="b"/>
                <a:pathLst>
                  <a:path w="819" h="746" extrusionOk="0">
                    <a:moveTo>
                      <a:pt x="496" y="0"/>
                    </a:moveTo>
                    <a:cubicBezTo>
                      <a:pt x="474" y="0"/>
                      <a:pt x="463" y="5"/>
                      <a:pt x="468" y="11"/>
                    </a:cubicBezTo>
                    <a:cubicBezTo>
                      <a:pt x="451" y="44"/>
                      <a:pt x="551" y="61"/>
                      <a:pt x="618" y="195"/>
                    </a:cubicBezTo>
                    <a:cubicBezTo>
                      <a:pt x="652" y="261"/>
                      <a:pt x="668" y="345"/>
                      <a:pt x="635" y="412"/>
                    </a:cubicBezTo>
                    <a:cubicBezTo>
                      <a:pt x="586" y="509"/>
                      <a:pt x="492" y="561"/>
                      <a:pt x="399" y="561"/>
                    </a:cubicBezTo>
                    <a:cubicBezTo>
                      <a:pt x="332" y="561"/>
                      <a:pt x="266" y="534"/>
                      <a:pt x="217" y="479"/>
                    </a:cubicBezTo>
                    <a:cubicBezTo>
                      <a:pt x="167" y="412"/>
                      <a:pt x="150" y="345"/>
                      <a:pt x="167" y="261"/>
                    </a:cubicBezTo>
                    <a:cubicBezTo>
                      <a:pt x="184" y="128"/>
                      <a:pt x="267" y="61"/>
                      <a:pt x="267" y="44"/>
                    </a:cubicBezTo>
                    <a:cubicBezTo>
                      <a:pt x="267" y="41"/>
                      <a:pt x="262" y="39"/>
                      <a:pt x="254" y="39"/>
                    </a:cubicBezTo>
                    <a:cubicBezTo>
                      <a:pt x="215" y="39"/>
                      <a:pt x="105" y="78"/>
                      <a:pt x="50" y="228"/>
                    </a:cubicBezTo>
                    <a:cubicBezTo>
                      <a:pt x="0" y="345"/>
                      <a:pt x="17" y="462"/>
                      <a:pt x="84" y="579"/>
                    </a:cubicBezTo>
                    <a:cubicBezTo>
                      <a:pt x="161" y="692"/>
                      <a:pt x="281" y="745"/>
                      <a:pt x="400" y="745"/>
                    </a:cubicBezTo>
                    <a:cubicBezTo>
                      <a:pt x="564" y="745"/>
                      <a:pt x="727" y="645"/>
                      <a:pt x="785" y="462"/>
                    </a:cubicBezTo>
                    <a:cubicBezTo>
                      <a:pt x="819" y="345"/>
                      <a:pt x="802" y="228"/>
                      <a:pt x="719" y="128"/>
                    </a:cubicBezTo>
                    <a:cubicBezTo>
                      <a:pt x="639" y="25"/>
                      <a:pt x="543" y="0"/>
                      <a:pt x="4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247;p35">
                <a:extLst>
                  <a:ext uri="{FF2B5EF4-FFF2-40B4-BE49-F238E27FC236}">
                    <a16:creationId xmlns:a16="http://schemas.microsoft.com/office/drawing/2014/main" id="{33E4B366-5A10-52EC-74B1-DE7E8DED6A9A}"/>
                  </a:ext>
                </a:extLst>
              </p:cNvPr>
              <p:cNvSpPr/>
              <p:nvPr/>
            </p:nvSpPr>
            <p:spPr>
              <a:xfrm>
                <a:off x="6076925" y="2707050"/>
                <a:ext cx="17150" cy="16375"/>
              </a:xfrm>
              <a:custGeom>
                <a:avLst/>
                <a:gdLst/>
                <a:ahLst/>
                <a:cxnLst/>
                <a:rect l="l" t="t" r="r" b="b"/>
                <a:pathLst>
                  <a:path w="686" h="655" extrusionOk="0">
                    <a:moveTo>
                      <a:pt x="403" y="0"/>
                    </a:moveTo>
                    <a:cubicBezTo>
                      <a:pt x="381" y="0"/>
                      <a:pt x="368" y="6"/>
                      <a:pt x="368" y="11"/>
                    </a:cubicBezTo>
                    <a:cubicBezTo>
                      <a:pt x="368" y="45"/>
                      <a:pt x="452" y="78"/>
                      <a:pt x="502" y="178"/>
                    </a:cubicBezTo>
                    <a:cubicBezTo>
                      <a:pt x="569" y="295"/>
                      <a:pt x="502" y="462"/>
                      <a:pt x="368" y="479"/>
                    </a:cubicBezTo>
                    <a:cubicBezTo>
                      <a:pt x="354" y="483"/>
                      <a:pt x="340" y="484"/>
                      <a:pt x="326" y="484"/>
                    </a:cubicBezTo>
                    <a:cubicBezTo>
                      <a:pt x="212" y="484"/>
                      <a:pt x="123" y="365"/>
                      <a:pt x="168" y="245"/>
                    </a:cubicBezTo>
                    <a:cubicBezTo>
                      <a:pt x="201" y="128"/>
                      <a:pt x="284" y="112"/>
                      <a:pt x="284" y="78"/>
                    </a:cubicBezTo>
                    <a:cubicBezTo>
                      <a:pt x="284" y="73"/>
                      <a:pt x="271" y="68"/>
                      <a:pt x="250" y="68"/>
                    </a:cubicBezTo>
                    <a:cubicBezTo>
                      <a:pt x="203" y="68"/>
                      <a:pt x="119" y="92"/>
                      <a:pt x="51" y="195"/>
                    </a:cubicBezTo>
                    <a:cubicBezTo>
                      <a:pt x="0" y="295"/>
                      <a:pt x="0" y="396"/>
                      <a:pt x="51" y="496"/>
                    </a:cubicBezTo>
                    <a:cubicBezTo>
                      <a:pt x="106" y="592"/>
                      <a:pt x="207" y="655"/>
                      <a:pt x="315" y="655"/>
                    </a:cubicBezTo>
                    <a:cubicBezTo>
                      <a:pt x="338" y="655"/>
                      <a:pt x="361" y="652"/>
                      <a:pt x="385" y="646"/>
                    </a:cubicBezTo>
                    <a:cubicBezTo>
                      <a:pt x="535" y="630"/>
                      <a:pt x="635" y="529"/>
                      <a:pt x="669" y="396"/>
                    </a:cubicBezTo>
                    <a:cubicBezTo>
                      <a:pt x="685" y="295"/>
                      <a:pt x="669" y="195"/>
                      <a:pt x="602" y="112"/>
                    </a:cubicBezTo>
                    <a:cubicBezTo>
                      <a:pt x="524" y="22"/>
                      <a:pt x="446" y="0"/>
                      <a:pt x="4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248;p35">
                <a:extLst>
                  <a:ext uri="{FF2B5EF4-FFF2-40B4-BE49-F238E27FC236}">
                    <a16:creationId xmlns:a16="http://schemas.microsoft.com/office/drawing/2014/main" id="{4A823F8A-4169-6377-16DE-DC83CE84D433}"/>
                  </a:ext>
                </a:extLst>
              </p:cNvPr>
              <p:cNvSpPr/>
              <p:nvPr/>
            </p:nvSpPr>
            <p:spPr>
              <a:xfrm>
                <a:off x="5709750" y="2533975"/>
                <a:ext cx="66850" cy="166275"/>
              </a:xfrm>
              <a:custGeom>
                <a:avLst/>
                <a:gdLst/>
                <a:ahLst/>
                <a:cxnLst/>
                <a:rect l="l" t="t" r="r" b="b"/>
                <a:pathLst>
                  <a:path w="2674" h="6651" extrusionOk="0">
                    <a:moveTo>
                      <a:pt x="1" y="0"/>
                    </a:moveTo>
                    <a:lnTo>
                      <a:pt x="1" y="0"/>
                    </a:lnTo>
                    <a:cubicBezTo>
                      <a:pt x="101" y="334"/>
                      <a:pt x="218" y="669"/>
                      <a:pt x="385" y="969"/>
                    </a:cubicBezTo>
                    <a:cubicBezTo>
                      <a:pt x="652" y="1621"/>
                      <a:pt x="986" y="2423"/>
                      <a:pt x="1354" y="3325"/>
                    </a:cubicBezTo>
                    <a:cubicBezTo>
                      <a:pt x="1705" y="4211"/>
                      <a:pt x="2022" y="5030"/>
                      <a:pt x="2273" y="5681"/>
                    </a:cubicBezTo>
                    <a:cubicBezTo>
                      <a:pt x="2390" y="6015"/>
                      <a:pt x="2524" y="6333"/>
                      <a:pt x="2674" y="6650"/>
                    </a:cubicBezTo>
                    <a:cubicBezTo>
                      <a:pt x="2607" y="6299"/>
                      <a:pt x="2524" y="5965"/>
                      <a:pt x="2390" y="5631"/>
                    </a:cubicBezTo>
                    <a:cubicBezTo>
                      <a:pt x="2189" y="5013"/>
                      <a:pt x="1872" y="4177"/>
                      <a:pt x="1504" y="3258"/>
                    </a:cubicBezTo>
                    <a:cubicBezTo>
                      <a:pt x="1137" y="2339"/>
                      <a:pt x="769" y="1521"/>
                      <a:pt x="485" y="919"/>
                    </a:cubicBezTo>
                    <a:cubicBezTo>
                      <a:pt x="351" y="602"/>
                      <a:pt x="184" y="284"/>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249;p35">
                <a:extLst>
                  <a:ext uri="{FF2B5EF4-FFF2-40B4-BE49-F238E27FC236}">
                    <a16:creationId xmlns:a16="http://schemas.microsoft.com/office/drawing/2014/main" id="{E19CDEDC-AC6D-A920-C272-18CDE763E7BA}"/>
                  </a:ext>
                </a:extLst>
              </p:cNvPr>
              <p:cNvSpPr/>
              <p:nvPr/>
            </p:nvSpPr>
            <p:spPr>
              <a:xfrm>
                <a:off x="6254875" y="2614575"/>
                <a:ext cx="121150" cy="123700"/>
              </a:xfrm>
              <a:custGeom>
                <a:avLst/>
                <a:gdLst/>
                <a:ahLst/>
                <a:cxnLst/>
                <a:rect l="l" t="t" r="r" b="b"/>
                <a:pathLst>
                  <a:path w="4846" h="4948" extrusionOk="0">
                    <a:moveTo>
                      <a:pt x="4810" y="0"/>
                    </a:moveTo>
                    <a:cubicBezTo>
                      <a:pt x="4745" y="0"/>
                      <a:pt x="3656" y="1058"/>
                      <a:pt x="2356" y="2407"/>
                    </a:cubicBezTo>
                    <a:cubicBezTo>
                      <a:pt x="1036" y="3777"/>
                      <a:pt x="0" y="4913"/>
                      <a:pt x="34" y="4947"/>
                    </a:cubicBezTo>
                    <a:cubicBezTo>
                      <a:pt x="34" y="4947"/>
                      <a:pt x="35" y="4947"/>
                      <a:pt x="36" y="4947"/>
                    </a:cubicBezTo>
                    <a:cubicBezTo>
                      <a:pt x="100" y="4947"/>
                      <a:pt x="1190" y="3874"/>
                      <a:pt x="2490" y="2524"/>
                    </a:cubicBezTo>
                    <a:cubicBezTo>
                      <a:pt x="3810" y="1171"/>
                      <a:pt x="4846" y="34"/>
                      <a:pt x="4812" y="1"/>
                    </a:cubicBezTo>
                    <a:cubicBezTo>
                      <a:pt x="4812" y="0"/>
                      <a:pt x="4811" y="0"/>
                      <a:pt x="481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250;p35">
                <a:extLst>
                  <a:ext uri="{FF2B5EF4-FFF2-40B4-BE49-F238E27FC236}">
                    <a16:creationId xmlns:a16="http://schemas.microsoft.com/office/drawing/2014/main" id="{6D614840-6BBD-63F1-02EB-CCE689BD8A41}"/>
                  </a:ext>
                </a:extLst>
              </p:cNvPr>
              <p:cNvSpPr/>
              <p:nvPr/>
            </p:nvSpPr>
            <p:spPr>
              <a:xfrm>
                <a:off x="5978350" y="2767050"/>
                <a:ext cx="431525" cy="335525"/>
              </a:xfrm>
              <a:custGeom>
                <a:avLst/>
                <a:gdLst/>
                <a:ahLst/>
                <a:cxnLst/>
                <a:rect l="l" t="t" r="r" b="b"/>
                <a:pathLst>
                  <a:path w="17261" h="13421" extrusionOk="0">
                    <a:moveTo>
                      <a:pt x="14954" y="1"/>
                    </a:moveTo>
                    <a:lnTo>
                      <a:pt x="4344" y="2189"/>
                    </a:lnTo>
                    <a:cubicBezTo>
                      <a:pt x="1704" y="2724"/>
                      <a:pt x="0" y="5314"/>
                      <a:pt x="552" y="7954"/>
                    </a:cubicBezTo>
                    <a:lnTo>
                      <a:pt x="886" y="9524"/>
                    </a:lnTo>
                    <a:cubicBezTo>
                      <a:pt x="1353" y="11829"/>
                      <a:pt x="3386" y="13421"/>
                      <a:pt x="5651" y="13421"/>
                    </a:cubicBezTo>
                    <a:cubicBezTo>
                      <a:pt x="5981" y="13421"/>
                      <a:pt x="6315" y="13387"/>
                      <a:pt x="6650" y="13317"/>
                    </a:cubicBezTo>
                    <a:lnTo>
                      <a:pt x="17260" y="11128"/>
                    </a:lnTo>
                    <a:lnTo>
                      <a:pt x="14954" y="1"/>
                    </a:ln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251;p35">
                <a:extLst>
                  <a:ext uri="{FF2B5EF4-FFF2-40B4-BE49-F238E27FC236}">
                    <a16:creationId xmlns:a16="http://schemas.microsoft.com/office/drawing/2014/main" id="{1727180F-80A0-678C-8526-48EE49084C59}"/>
                  </a:ext>
                </a:extLst>
              </p:cNvPr>
              <p:cNvSpPr/>
              <p:nvPr/>
            </p:nvSpPr>
            <p:spPr>
              <a:xfrm>
                <a:off x="6137500" y="2696575"/>
                <a:ext cx="430250" cy="113950"/>
              </a:xfrm>
              <a:custGeom>
                <a:avLst/>
                <a:gdLst/>
                <a:ahLst/>
                <a:cxnLst/>
                <a:rect l="l" t="t" r="r" b="b"/>
                <a:pathLst>
                  <a:path w="17210" h="4558" extrusionOk="0">
                    <a:moveTo>
                      <a:pt x="15944" y="0"/>
                    </a:moveTo>
                    <a:cubicBezTo>
                      <a:pt x="15855" y="0"/>
                      <a:pt x="15764" y="10"/>
                      <a:pt x="15673" y="29"/>
                    </a:cubicBezTo>
                    <a:lnTo>
                      <a:pt x="1136" y="3037"/>
                    </a:lnTo>
                    <a:cubicBezTo>
                      <a:pt x="435" y="3170"/>
                      <a:pt x="0" y="3856"/>
                      <a:pt x="134" y="4557"/>
                    </a:cubicBezTo>
                    <a:lnTo>
                      <a:pt x="17210" y="1032"/>
                    </a:lnTo>
                    <a:cubicBezTo>
                      <a:pt x="17079" y="421"/>
                      <a:pt x="16544" y="0"/>
                      <a:pt x="15944" y="0"/>
                    </a:cubicBez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252;p35">
                <a:extLst>
                  <a:ext uri="{FF2B5EF4-FFF2-40B4-BE49-F238E27FC236}">
                    <a16:creationId xmlns:a16="http://schemas.microsoft.com/office/drawing/2014/main" id="{6B92409B-364F-5B8E-DA43-B2A68CC76C02}"/>
                  </a:ext>
                </a:extLst>
              </p:cNvPr>
              <p:cNvSpPr/>
              <p:nvPr/>
            </p:nvSpPr>
            <p:spPr>
              <a:xfrm>
                <a:off x="6199725" y="2765375"/>
                <a:ext cx="158350" cy="33025"/>
              </a:xfrm>
              <a:custGeom>
                <a:avLst/>
                <a:gdLst/>
                <a:ahLst/>
                <a:cxnLst/>
                <a:rect l="l" t="t" r="r" b="b"/>
                <a:pathLst>
                  <a:path w="6334" h="1321" extrusionOk="0">
                    <a:moveTo>
                      <a:pt x="6333" y="1"/>
                    </a:moveTo>
                    <a:cubicBezTo>
                      <a:pt x="6016" y="17"/>
                      <a:pt x="5698" y="68"/>
                      <a:pt x="5398" y="134"/>
                    </a:cubicBezTo>
                    <a:cubicBezTo>
                      <a:pt x="4813" y="235"/>
                      <a:pt x="4028" y="402"/>
                      <a:pt x="3159" y="569"/>
                    </a:cubicBezTo>
                    <a:cubicBezTo>
                      <a:pt x="2273" y="753"/>
                      <a:pt x="1488" y="936"/>
                      <a:pt x="920" y="1070"/>
                    </a:cubicBezTo>
                    <a:cubicBezTo>
                      <a:pt x="602" y="1120"/>
                      <a:pt x="302" y="1204"/>
                      <a:pt x="1" y="1321"/>
                    </a:cubicBezTo>
                    <a:cubicBezTo>
                      <a:pt x="318" y="1304"/>
                      <a:pt x="636" y="1254"/>
                      <a:pt x="953" y="1187"/>
                    </a:cubicBezTo>
                    <a:cubicBezTo>
                      <a:pt x="1521" y="1087"/>
                      <a:pt x="2323" y="920"/>
                      <a:pt x="3192" y="753"/>
                    </a:cubicBezTo>
                    <a:cubicBezTo>
                      <a:pt x="4061" y="569"/>
                      <a:pt x="4846" y="385"/>
                      <a:pt x="5414" y="251"/>
                    </a:cubicBezTo>
                    <a:cubicBezTo>
                      <a:pt x="5732" y="201"/>
                      <a:pt x="6033" y="118"/>
                      <a:pt x="6333" y="1"/>
                    </a:cubicBezTo>
                    <a:close/>
                  </a:path>
                </a:pathLst>
              </a:custGeom>
              <a:solidFill>
                <a:srgbClr val="263238">
                  <a:alpha val="32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253;p35">
                <a:extLst>
                  <a:ext uri="{FF2B5EF4-FFF2-40B4-BE49-F238E27FC236}">
                    <a16:creationId xmlns:a16="http://schemas.microsoft.com/office/drawing/2014/main" id="{DB8A2893-A4C2-D926-E50E-C9515E02356E}"/>
                  </a:ext>
                </a:extLst>
              </p:cNvPr>
              <p:cNvSpPr/>
              <p:nvPr/>
            </p:nvSpPr>
            <p:spPr>
              <a:xfrm>
                <a:off x="6196400" y="2855600"/>
                <a:ext cx="177950" cy="232275"/>
              </a:xfrm>
              <a:custGeom>
                <a:avLst/>
                <a:gdLst/>
                <a:ahLst/>
                <a:cxnLst/>
                <a:rect l="l" t="t" r="r" b="b"/>
                <a:pathLst>
                  <a:path w="7118" h="9291" extrusionOk="0">
                    <a:moveTo>
                      <a:pt x="7001" y="1"/>
                    </a:moveTo>
                    <a:cubicBezTo>
                      <a:pt x="4996" y="1622"/>
                      <a:pt x="3158" y="3409"/>
                      <a:pt x="1504" y="5364"/>
                    </a:cubicBezTo>
                    <a:cubicBezTo>
                      <a:pt x="1036" y="5932"/>
                      <a:pt x="551" y="6500"/>
                      <a:pt x="284" y="7185"/>
                    </a:cubicBezTo>
                    <a:cubicBezTo>
                      <a:pt x="33" y="7871"/>
                      <a:pt x="0" y="8673"/>
                      <a:pt x="384" y="9291"/>
                    </a:cubicBezTo>
                    <a:lnTo>
                      <a:pt x="4812" y="8305"/>
                    </a:lnTo>
                    <a:lnTo>
                      <a:pt x="7118" y="786"/>
                    </a:lnTo>
                    <a:cubicBezTo>
                      <a:pt x="7068" y="519"/>
                      <a:pt x="7034" y="268"/>
                      <a:pt x="7001" y="1"/>
                    </a:cubicBezTo>
                    <a:close/>
                  </a:path>
                </a:pathLst>
              </a:custGeom>
              <a:solidFill>
                <a:srgbClr val="263238">
                  <a:alpha val="32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254;p35">
                <a:extLst>
                  <a:ext uri="{FF2B5EF4-FFF2-40B4-BE49-F238E27FC236}">
                    <a16:creationId xmlns:a16="http://schemas.microsoft.com/office/drawing/2014/main" id="{C67D66C2-D7A9-7244-9EC8-06AB0F3007E4}"/>
                  </a:ext>
                </a:extLst>
              </p:cNvPr>
              <p:cNvSpPr/>
              <p:nvPr/>
            </p:nvSpPr>
            <p:spPr>
              <a:xfrm>
                <a:off x="6218950" y="2645925"/>
                <a:ext cx="308300" cy="539050"/>
              </a:xfrm>
              <a:custGeom>
                <a:avLst/>
                <a:gdLst/>
                <a:ahLst/>
                <a:cxnLst/>
                <a:rect l="l" t="t" r="r" b="b"/>
                <a:pathLst>
                  <a:path w="12332" h="21562" extrusionOk="0">
                    <a:moveTo>
                      <a:pt x="6350" y="0"/>
                    </a:moveTo>
                    <a:lnTo>
                      <a:pt x="2974" y="4194"/>
                    </a:lnTo>
                    <a:cubicBezTo>
                      <a:pt x="3125" y="4294"/>
                      <a:pt x="6617" y="8455"/>
                      <a:pt x="6617" y="8455"/>
                    </a:cubicBezTo>
                    <a:lnTo>
                      <a:pt x="1270" y="15105"/>
                    </a:lnTo>
                    <a:cubicBezTo>
                      <a:pt x="451" y="16141"/>
                      <a:pt x="0" y="17578"/>
                      <a:pt x="435" y="18831"/>
                    </a:cubicBezTo>
                    <a:lnTo>
                      <a:pt x="1153" y="20318"/>
                    </a:lnTo>
                    <a:cubicBezTo>
                      <a:pt x="1520" y="21101"/>
                      <a:pt x="2309" y="21561"/>
                      <a:pt x="3131" y="21561"/>
                    </a:cubicBezTo>
                    <a:cubicBezTo>
                      <a:pt x="3432" y="21561"/>
                      <a:pt x="3737" y="21500"/>
                      <a:pt x="4027" y="21370"/>
                    </a:cubicBezTo>
                    <a:lnTo>
                      <a:pt x="5297" y="20802"/>
                    </a:lnTo>
                    <a:cubicBezTo>
                      <a:pt x="5614" y="20652"/>
                      <a:pt x="5681" y="20234"/>
                      <a:pt x="5414" y="20017"/>
                    </a:cubicBezTo>
                    <a:lnTo>
                      <a:pt x="5113" y="19733"/>
                    </a:lnTo>
                    <a:cubicBezTo>
                      <a:pt x="4913" y="19561"/>
                      <a:pt x="4663" y="19475"/>
                      <a:pt x="4406" y="19475"/>
                    </a:cubicBezTo>
                    <a:cubicBezTo>
                      <a:pt x="4364" y="19475"/>
                      <a:pt x="4321" y="19477"/>
                      <a:pt x="4278" y="19482"/>
                    </a:cubicBezTo>
                    <a:lnTo>
                      <a:pt x="2640" y="19633"/>
                    </a:lnTo>
                    <a:lnTo>
                      <a:pt x="2573" y="19332"/>
                    </a:lnTo>
                    <a:lnTo>
                      <a:pt x="10644" y="11579"/>
                    </a:lnTo>
                    <a:cubicBezTo>
                      <a:pt x="12331" y="9658"/>
                      <a:pt x="12315" y="6767"/>
                      <a:pt x="10610" y="4846"/>
                    </a:cubicBezTo>
                    <a:lnTo>
                      <a:pt x="6350"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255;p35">
                <a:extLst>
                  <a:ext uri="{FF2B5EF4-FFF2-40B4-BE49-F238E27FC236}">
                    <a16:creationId xmlns:a16="http://schemas.microsoft.com/office/drawing/2014/main" id="{BE158AB0-9D36-F527-647F-C4BE01285DE8}"/>
                  </a:ext>
                </a:extLst>
              </p:cNvPr>
              <p:cNvSpPr/>
              <p:nvPr/>
            </p:nvSpPr>
            <p:spPr>
              <a:xfrm>
                <a:off x="6282850" y="3129200"/>
                <a:ext cx="75225" cy="35125"/>
              </a:xfrm>
              <a:custGeom>
                <a:avLst/>
                <a:gdLst/>
                <a:ahLst/>
                <a:cxnLst/>
                <a:rect l="l" t="t" r="r" b="b"/>
                <a:pathLst>
                  <a:path w="3009" h="1405" extrusionOk="0">
                    <a:moveTo>
                      <a:pt x="17" y="1"/>
                    </a:moveTo>
                    <a:cubicBezTo>
                      <a:pt x="1" y="201"/>
                      <a:pt x="34" y="385"/>
                      <a:pt x="134" y="552"/>
                    </a:cubicBezTo>
                    <a:cubicBezTo>
                      <a:pt x="218" y="736"/>
                      <a:pt x="352" y="903"/>
                      <a:pt x="485" y="1054"/>
                    </a:cubicBezTo>
                    <a:cubicBezTo>
                      <a:pt x="669" y="1254"/>
                      <a:pt x="920" y="1371"/>
                      <a:pt x="1187" y="1404"/>
                    </a:cubicBezTo>
                    <a:cubicBezTo>
                      <a:pt x="1638" y="1371"/>
                      <a:pt x="2073" y="1271"/>
                      <a:pt x="2490" y="1087"/>
                    </a:cubicBezTo>
                    <a:cubicBezTo>
                      <a:pt x="2674" y="1037"/>
                      <a:pt x="2841" y="970"/>
                      <a:pt x="3008" y="903"/>
                    </a:cubicBezTo>
                    <a:cubicBezTo>
                      <a:pt x="2965" y="899"/>
                      <a:pt x="2921" y="897"/>
                      <a:pt x="2876" y="897"/>
                    </a:cubicBezTo>
                    <a:cubicBezTo>
                      <a:pt x="2732" y="897"/>
                      <a:pt x="2585" y="919"/>
                      <a:pt x="2457" y="970"/>
                    </a:cubicBezTo>
                    <a:cubicBezTo>
                      <a:pt x="2137" y="1050"/>
                      <a:pt x="1710" y="1222"/>
                      <a:pt x="1249" y="1222"/>
                    </a:cubicBezTo>
                    <a:cubicBezTo>
                      <a:pt x="1229" y="1222"/>
                      <a:pt x="1208" y="1221"/>
                      <a:pt x="1187" y="1221"/>
                    </a:cubicBezTo>
                    <a:cubicBezTo>
                      <a:pt x="970" y="1204"/>
                      <a:pt x="753" y="1104"/>
                      <a:pt x="602" y="937"/>
                    </a:cubicBezTo>
                    <a:cubicBezTo>
                      <a:pt x="469" y="803"/>
                      <a:pt x="335" y="669"/>
                      <a:pt x="251" y="502"/>
                    </a:cubicBezTo>
                    <a:cubicBezTo>
                      <a:pt x="68" y="218"/>
                      <a:pt x="51" y="1"/>
                      <a:pt x="17"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256;p35">
                <a:extLst>
                  <a:ext uri="{FF2B5EF4-FFF2-40B4-BE49-F238E27FC236}">
                    <a16:creationId xmlns:a16="http://schemas.microsoft.com/office/drawing/2014/main" id="{7F3E611B-9DAC-301C-29D9-A619A4149D9A}"/>
                  </a:ext>
                </a:extLst>
              </p:cNvPr>
              <p:cNvSpPr/>
              <p:nvPr/>
            </p:nvSpPr>
            <p:spPr>
              <a:xfrm>
                <a:off x="6285375" y="3138975"/>
                <a:ext cx="61425" cy="12575"/>
              </a:xfrm>
              <a:custGeom>
                <a:avLst/>
                <a:gdLst/>
                <a:ahLst/>
                <a:cxnLst/>
                <a:rect l="l" t="t" r="r" b="b"/>
                <a:pathLst>
                  <a:path w="2457" h="503" extrusionOk="0">
                    <a:moveTo>
                      <a:pt x="2416" y="0"/>
                    </a:moveTo>
                    <a:cubicBezTo>
                      <a:pt x="2274" y="0"/>
                      <a:pt x="1773" y="121"/>
                      <a:pt x="1186" y="278"/>
                    </a:cubicBezTo>
                    <a:cubicBezTo>
                      <a:pt x="1064" y="314"/>
                      <a:pt x="941" y="332"/>
                      <a:pt x="818" y="332"/>
                    </a:cubicBezTo>
                    <a:cubicBezTo>
                      <a:pt x="657" y="332"/>
                      <a:pt x="495" y="302"/>
                      <a:pt x="334" y="245"/>
                    </a:cubicBezTo>
                    <a:cubicBezTo>
                      <a:pt x="147" y="182"/>
                      <a:pt x="47" y="76"/>
                      <a:pt x="21" y="76"/>
                    </a:cubicBezTo>
                    <a:cubicBezTo>
                      <a:pt x="19" y="76"/>
                      <a:pt x="18" y="77"/>
                      <a:pt x="17" y="78"/>
                    </a:cubicBezTo>
                    <a:cubicBezTo>
                      <a:pt x="0" y="78"/>
                      <a:pt x="67" y="245"/>
                      <a:pt x="284" y="362"/>
                    </a:cubicBezTo>
                    <a:cubicBezTo>
                      <a:pt x="459" y="454"/>
                      <a:pt x="653" y="503"/>
                      <a:pt x="850" y="503"/>
                    </a:cubicBezTo>
                    <a:cubicBezTo>
                      <a:pt x="973" y="503"/>
                      <a:pt x="1098" y="484"/>
                      <a:pt x="1220" y="445"/>
                    </a:cubicBezTo>
                    <a:cubicBezTo>
                      <a:pt x="1921" y="262"/>
                      <a:pt x="2456" y="61"/>
                      <a:pt x="2456" y="11"/>
                    </a:cubicBezTo>
                    <a:cubicBezTo>
                      <a:pt x="2454" y="4"/>
                      <a:pt x="2440" y="0"/>
                      <a:pt x="2416" y="0"/>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CuadroTexto 5">
              <a:extLst>
                <a:ext uri="{FF2B5EF4-FFF2-40B4-BE49-F238E27FC236}">
                  <a16:creationId xmlns:a16="http://schemas.microsoft.com/office/drawing/2014/main" id="{5B0E92F6-4FAD-6443-012D-C7F48FCC72DF}"/>
                </a:ext>
              </a:extLst>
            </p:cNvPr>
            <p:cNvSpPr txBox="1"/>
            <p:nvPr/>
          </p:nvSpPr>
          <p:spPr>
            <a:xfrm>
              <a:off x="491945" y="98941"/>
              <a:ext cx="4024104" cy="584775"/>
            </a:xfrm>
            <a:prstGeom prst="rect">
              <a:avLst/>
            </a:prstGeom>
            <a:noFill/>
          </p:spPr>
          <p:txBody>
            <a:bodyPr wrap="square" rtlCol="0">
              <a:spAutoFit/>
            </a:bodyPr>
            <a:lstStyle/>
            <a:p>
              <a:r>
                <a:rPr lang="es-ES" sz="32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COMPETENCIAS</a:t>
              </a:r>
              <a:endParaRPr lang="es-CO" sz="32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7" name="CuadroTexto 6">
              <a:extLst>
                <a:ext uri="{FF2B5EF4-FFF2-40B4-BE49-F238E27FC236}">
                  <a16:creationId xmlns:a16="http://schemas.microsoft.com/office/drawing/2014/main" id="{45CB32A0-660D-C218-A3C8-9B2754F6C8B2}"/>
                </a:ext>
              </a:extLst>
            </p:cNvPr>
            <p:cNvSpPr txBox="1"/>
            <p:nvPr/>
          </p:nvSpPr>
          <p:spPr>
            <a:xfrm>
              <a:off x="963477" y="858345"/>
              <a:ext cx="4130799" cy="1034247"/>
            </a:xfrm>
            <a:prstGeom prst="rect">
              <a:avLst/>
            </a:prstGeom>
            <a:noFill/>
          </p:spPr>
          <p:txBody>
            <a:bodyPr wrap="square">
              <a:spAutoFit/>
            </a:bodyPr>
            <a:lstStyle/>
            <a:p>
              <a:r>
                <a:rPr lang="es-CO" sz="2400" dirty="0">
                  <a:solidFill>
                    <a:schemeClr val="bg1">
                      <a:lumMod val="50000"/>
                    </a:schemeClr>
                  </a:solidFill>
                  <a:cs typeface="Calibri"/>
                </a:rPr>
                <a:t>El aprendiz debe desarrollar el 100% de las competencias de su programa de formación.</a:t>
              </a:r>
            </a:p>
          </p:txBody>
        </p:sp>
        <p:sp>
          <p:nvSpPr>
            <p:cNvPr id="8" name="CuadroTexto 7">
              <a:extLst>
                <a:ext uri="{FF2B5EF4-FFF2-40B4-BE49-F238E27FC236}">
                  <a16:creationId xmlns:a16="http://schemas.microsoft.com/office/drawing/2014/main" id="{B7A8039B-E9A6-F6B5-EFB4-0B1CD4A360BF}"/>
                </a:ext>
              </a:extLst>
            </p:cNvPr>
            <p:cNvSpPr txBox="1"/>
            <p:nvPr/>
          </p:nvSpPr>
          <p:spPr>
            <a:xfrm>
              <a:off x="936926" y="2075857"/>
              <a:ext cx="3813540" cy="584775"/>
            </a:xfrm>
            <a:prstGeom prst="rect">
              <a:avLst/>
            </a:prstGeom>
            <a:noFill/>
          </p:spPr>
          <p:txBody>
            <a:bodyPr wrap="square" rtlCol="0">
              <a:spAutoFit/>
            </a:bodyPr>
            <a:lstStyle/>
            <a:p>
              <a:r>
                <a:rPr lang="es-ES" sz="32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PLAZO</a:t>
              </a:r>
              <a:endParaRPr lang="es-CO" sz="32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9" name="9 Rectángulo">
              <a:extLst>
                <a:ext uri="{FF2B5EF4-FFF2-40B4-BE49-F238E27FC236}">
                  <a16:creationId xmlns:a16="http://schemas.microsoft.com/office/drawing/2014/main" id="{9D5AA5A9-ED3E-75CC-E621-81F44FB4E787}"/>
                </a:ext>
              </a:extLst>
            </p:cNvPr>
            <p:cNvSpPr/>
            <p:nvPr/>
          </p:nvSpPr>
          <p:spPr>
            <a:xfrm>
              <a:off x="881134" y="2636487"/>
              <a:ext cx="4218044" cy="1352476"/>
            </a:xfrm>
            <a:prstGeom prst="rect">
              <a:avLst/>
            </a:prstGeom>
          </p:spPr>
          <p:txBody>
            <a:bodyPr wrap="square">
              <a:spAutoFit/>
            </a:bodyPr>
            <a:lstStyle/>
            <a:p>
              <a:r>
                <a:rPr lang="es-CO" sz="2400" dirty="0">
                  <a:solidFill>
                    <a:schemeClr val="bg1">
                      <a:lumMod val="50000"/>
                    </a:schemeClr>
                  </a:solidFill>
                  <a:cs typeface="Calibri"/>
                </a:rPr>
                <a:t>La etapa productiva es un requisito para certificarse y puede realizarse en un tiempo máximo de 2 años (24 meses), una vez finalice la etapa lectiva. </a:t>
              </a:r>
            </a:p>
          </p:txBody>
        </p:sp>
        <p:sp>
          <p:nvSpPr>
            <p:cNvPr id="10" name="Google Shape;294;p21">
              <a:extLst>
                <a:ext uri="{FF2B5EF4-FFF2-40B4-BE49-F238E27FC236}">
                  <a16:creationId xmlns:a16="http://schemas.microsoft.com/office/drawing/2014/main" id="{8F6FFEEB-FA62-6CDE-E406-D4019677ADFE}"/>
                </a:ext>
              </a:extLst>
            </p:cNvPr>
            <p:cNvSpPr/>
            <p:nvPr/>
          </p:nvSpPr>
          <p:spPr>
            <a:xfrm>
              <a:off x="0" y="4864452"/>
              <a:ext cx="9256709" cy="406893"/>
            </a:xfrm>
            <a:custGeom>
              <a:avLst/>
              <a:gdLst/>
              <a:ahLst/>
              <a:cxnLst/>
              <a:rect l="l" t="t" r="r" b="b"/>
              <a:pathLst>
                <a:path w="191462" h="8416" extrusionOk="0">
                  <a:moveTo>
                    <a:pt x="191462" y="1"/>
                  </a:moveTo>
                  <a:lnTo>
                    <a:pt x="0" y="218"/>
                  </a:lnTo>
                  <a:lnTo>
                    <a:pt x="0" y="5936"/>
                  </a:lnTo>
                  <a:lnTo>
                    <a:pt x="189692" y="8415"/>
                  </a:lnTo>
                  <a:lnTo>
                    <a:pt x="191462" y="1"/>
                  </a:lnTo>
                  <a:close/>
                </a:path>
              </a:pathLst>
            </a:custGeom>
            <a:solidFill>
              <a:schemeClr val="accent6">
                <a:lumMod val="60000"/>
                <a:lumOff val="40000"/>
              </a:schemeClr>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11" name="Google Shape;429;p24">
              <a:extLst>
                <a:ext uri="{FF2B5EF4-FFF2-40B4-BE49-F238E27FC236}">
                  <a16:creationId xmlns:a16="http://schemas.microsoft.com/office/drawing/2014/main" id="{41CDCB9F-EF66-5395-5536-A581617D32EF}"/>
                </a:ext>
              </a:extLst>
            </p:cNvPr>
            <p:cNvSpPr/>
            <p:nvPr/>
          </p:nvSpPr>
          <p:spPr>
            <a:xfrm>
              <a:off x="211323" y="4809102"/>
              <a:ext cx="571975" cy="154800"/>
            </a:xfrm>
            <a:prstGeom prst="ellipse">
              <a:avLst/>
            </a:prstGeom>
            <a:solidFill>
              <a:srgbClr val="E4CEC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2" name="Google Shape;1296;p34">
              <a:extLst>
                <a:ext uri="{FF2B5EF4-FFF2-40B4-BE49-F238E27FC236}">
                  <a16:creationId xmlns:a16="http://schemas.microsoft.com/office/drawing/2014/main" id="{A5743406-22A6-03E8-1DCF-0887256E5AF8}"/>
                </a:ext>
              </a:extLst>
            </p:cNvPr>
            <p:cNvGrpSpPr/>
            <p:nvPr/>
          </p:nvGrpSpPr>
          <p:grpSpPr>
            <a:xfrm>
              <a:off x="185462" y="3702488"/>
              <a:ext cx="660379" cy="1210070"/>
              <a:chOff x="3987925" y="1937025"/>
              <a:chExt cx="660379" cy="1210070"/>
            </a:xfrm>
          </p:grpSpPr>
          <p:sp>
            <p:nvSpPr>
              <p:cNvPr id="13" name="Google Shape;1297;p34">
                <a:extLst>
                  <a:ext uri="{FF2B5EF4-FFF2-40B4-BE49-F238E27FC236}">
                    <a16:creationId xmlns:a16="http://schemas.microsoft.com/office/drawing/2014/main" id="{6F09B88D-8713-0A42-9B1C-56700FDD01CE}"/>
                  </a:ext>
                </a:extLst>
              </p:cNvPr>
              <p:cNvSpPr/>
              <p:nvPr/>
            </p:nvSpPr>
            <p:spPr>
              <a:xfrm>
                <a:off x="4340429" y="2293937"/>
                <a:ext cx="307875" cy="256125"/>
              </a:xfrm>
              <a:custGeom>
                <a:avLst/>
                <a:gdLst/>
                <a:ahLst/>
                <a:cxnLst/>
                <a:rect l="l" t="t" r="r" b="b"/>
                <a:pathLst>
                  <a:path w="9150" h="7612" extrusionOk="0">
                    <a:moveTo>
                      <a:pt x="6452" y="1"/>
                    </a:moveTo>
                    <a:cubicBezTo>
                      <a:pt x="5007" y="1"/>
                      <a:pt x="3559" y="495"/>
                      <a:pt x="2443" y="1416"/>
                    </a:cubicBezTo>
                    <a:cubicBezTo>
                      <a:pt x="867" y="2716"/>
                      <a:pt x="1" y="4830"/>
                      <a:pt x="212" y="6862"/>
                    </a:cubicBezTo>
                    <a:lnTo>
                      <a:pt x="353" y="7039"/>
                    </a:lnTo>
                    <a:cubicBezTo>
                      <a:pt x="1032" y="7432"/>
                      <a:pt x="1800" y="7612"/>
                      <a:pt x="2578" y="7612"/>
                    </a:cubicBezTo>
                    <a:cubicBezTo>
                      <a:pt x="3766" y="7612"/>
                      <a:pt x="4980" y="7194"/>
                      <a:pt x="5941" y="6480"/>
                    </a:cubicBezTo>
                    <a:cubicBezTo>
                      <a:pt x="7534" y="5300"/>
                      <a:pt x="8512" y="3445"/>
                      <a:pt x="9053" y="1538"/>
                    </a:cubicBezTo>
                    <a:cubicBezTo>
                      <a:pt x="9103" y="1363"/>
                      <a:pt x="9149" y="1178"/>
                      <a:pt x="9116" y="998"/>
                    </a:cubicBezTo>
                    <a:cubicBezTo>
                      <a:pt x="9041" y="596"/>
                      <a:pt x="8606" y="377"/>
                      <a:pt x="8213" y="258"/>
                    </a:cubicBezTo>
                    <a:cubicBezTo>
                      <a:pt x="7642" y="85"/>
                      <a:pt x="7047" y="1"/>
                      <a:pt x="6452"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98;p34">
                <a:extLst>
                  <a:ext uri="{FF2B5EF4-FFF2-40B4-BE49-F238E27FC236}">
                    <a16:creationId xmlns:a16="http://schemas.microsoft.com/office/drawing/2014/main" id="{E5259DD9-4C07-38A5-DBB1-41B8CBD21BE9}"/>
                  </a:ext>
                </a:extLst>
              </p:cNvPr>
              <p:cNvSpPr/>
              <p:nvPr/>
            </p:nvSpPr>
            <p:spPr>
              <a:xfrm>
                <a:off x="3987925" y="1937025"/>
                <a:ext cx="375304" cy="555049"/>
              </a:xfrm>
              <a:custGeom>
                <a:avLst/>
                <a:gdLst/>
                <a:ahLst/>
                <a:cxnLst/>
                <a:rect l="l" t="t" r="r" b="b"/>
                <a:pathLst>
                  <a:path w="11154" h="16496" extrusionOk="0">
                    <a:moveTo>
                      <a:pt x="4158" y="0"/>
                    </a:moveTo>
                    <a:cubicBezTo>
                      <a:pt x="3609" y="0"/>
                      <a:pt x="3111" y="442"/>
                      <a:pt x="2747" y="883"/>
                    </a:cubicBezTo>
                    <a:cubicBezTo>
                      <a:pt x="704" y="3363"/>
                      <a:pt x="1" y="6884"/>
                      <a:pt x="935" y="9960"/>
                    </a:cubicBezTo>
                    <a:cubicBezTo>
                      <a:pt x="1868" y="13035"/>
                      <a:pt x="4411" y="15570"/>
                      <a:pt x="7488" y="16495"/>
                    </a:cubicBezTo>
                    <a:lnTo>
                      <a:pt x="7831" y="16399"/>
                    </a:lnTo>
                    <a:cubicBezTo>
                      <a:pt x="10312" y="14511"/>
                      <a:pt x="11153" y="10975"/>
                      <a:pt x="10403" y="7948"/>
                    </a:cubicBezTo>
                    <a:cubicBezTo>
                      <a:pt x="9654" y="4922"/>
                      <a:pt x="7555" y="2379"/>
                      <a:pt x="5114" y="440"/>
                    </a:cubicBezTo>
                    <a:cubicBezTo>
                      <a:pt x="4888" y="261"/>
                      <a:pt x="4650" y="82"/>
                      <a:pt x="4369" y="22"/>
                    </a:cubicBezTo>
                    <a:cubicBezTo>
                      <a:pt x="4298" y="7"/>
                      <a:pt x="4227" y="0"/>
                      <a:pt x="4158"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99;p34">
                <a:extLst>
                  <a:ext uri="{FF2B5EF4-FFF2-40B4-BE49-F238E27FC236}">
                    <a16:creationId xmlns:a16="http://schemas.microsoft.com/office/drawing/2014/main" id="{8DEC85F6-3DB1-B300-00C4-5843AC020AD4}"/>
                  </a:ext>
                </a:extLst>
              </p:cNvPr>
              <p:cNvSpPr/>
              <p:nvPr/>
            </p:nvSpPr>
            <p:spPr>
              <a:xfrm>
                <a:off x="4173666" y="2186497"/>
                <a:ext cx="118641" cy="576112"/>
              </a:xfrm>
              <a:custGeom>
                <a:avLst/>
                <a:gdLst/>
                <a:ahLst/>
                <a:cxnLst/>
                <a:rect l="l" t="t" r="r" b="b"/>
                <a:pathLst>
                  <a:path w="3526" h="17122" extrusionOk="0">
                    <a:moveTo>
                      <a:pt x="84" y="1"/>
                    </a:moveTo>
                    <a:cubicBezTo>
                      <a:pt x="44" y="1"/>
                      <a:pt x="0" y="35"/>
                      <a:pt x="11" y="87"/>
                    </a:cubicBezTo>
                    <a:cubicBezTo>
                      <a:pt x="1214" y="5712"/>
                      <a:pt x="2070" y="11408"/>
                      <a:pt x="3272" y="17034"/>
                    </a:cubicBezTo>
                    <a:cubicBezTo>
                      <a:pt x="3285" y="17095"/>
                      <a:pt x="3330" y="17122"/>
                      <a:pt x="3377" y="17122"/>
                    </a:cubicBezTo>
                    <a:cubicBezTo>
                      <a:pt x="3449" y="17122"/>
                      <a:pt x="3526" y="17062"/>
                      <a:pt x="3506" y="16969"/>
                    </a:cubicBezTo>
                    <a:cubicBezTo>
                      <a:pt x="2301" y="11348"/>
                      <a:pt x="1346" y="5674"/>
                      <a:pt x="144" y="50"/>
                    </a:cubicBezTo>
                    <a:cubicBezTo>
                      <a:pt x="137" y="16"/>
                      <a:pt x="111" y="1"/>
                      <a:pt x="84" y="1"/>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00;p34">
                <a:extLst>
                  <a:ext uri="{FF2B5EF4-FFF2-40B4-BE49-F238E27FC236}">
                    <a16:creationId xmlns:a16="http://schemas.microsoft.com/office/drawing/2014/main" id="{B4B56435-DA97-506D-7117-1F276356BDD4}"/>
                  </a:ext>
                </a:extLst>
              </p:cNvPr>
              <p:cNvSpPr/>
              <p:nvPr/>
            </p:nvSpPr>
            <p:spPr>
              <a:xfrm>
                <a:off x="4261893" y="2399392"/>
                <a:ext cx="221939" cy="229947"/>
              </a:xfrm>
              <a:custGeom>
                <a:avLst/>
                <a:gdLst/>
                <a:ahLst/>
                <a:cxnLst/>
                <a:rect l="l" t="t" r="r" b="b"/>
                <a:pathLst>
                  <a:path w="6596" h="6834" extrusionOk="0">
                    <a:moveTo>
                      <a:pt x="6434" y="1"/>
                    </a:moveTo>
                    <a:cubicBezTo>
                      <a:pt x="6408" y="1"/>
                      <a:pt x="6381" y="12"/>
                      <a:pt x="6357" y="39"/>
                    </a:cubicBezTo>
                    <a:cubicBezTo>
                      <a:pt x="4347" y="2340"/>
                      <a:pt x="1837" y="4299"/>
                      <a:pt x="25" y="6762"/>
                    </a:cubicBezTo>
                    <a:cubicBezTo>
                      <a:pt x="0" y="6796"/>
                      <a:pt x="34" y="6833"/>
                      <a:pt x="69" y="6833"/>
                    </a:cubicBezTo>
                    <a:cubicBezTo>
                      <a:pt x="80" y="6833"/>
                      <a:pt x="91" y="6829"/>
                      <a:pt x="100" y="6820"/>
                    </a:cubicBezTo>
                    <a:cubicBezTo>
                      <a:pt x="2266" y="4668"/>
                      <a:pt x="4545" y="2530"/>
                      <a:pt x="6522" y="203"/>
                    </a:cubicBezTo>
                    <a:cubicBezTo>
                      <a:pt x="6595" y="117"/>
                      <a:pt x="6518" y="1"/>
                      <a:pt x="6434" y="1"/>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01;p34">
                <a:extLst>
                  <a:ext uri="{FF2B5EF4-FFF2-40B4-BE49-F238E27FC236}">
                    <a16:creationId xmlns:a16="http://schemas.microsoft.com/office/drawing/2014/main" id="{0EB1490B-43BD-45CC-E587-526F98F2AB51}"/>
                  </a:ext>
                </a:extLst>
              </p:cNvPr>
              <p:cNvSpPr/>
              <p:nvPr/>
            </p:nvSpPr>
            <p:spPr>
              <a:xfrm>
                <a:off x="4129788" y="2749305"/>
                <a:ext cx="324059" cy="397175"/>
              </a:xfrm>
              <a:custGeom>
                <a:avLst/>
                <a:gdLst/>
                <a:ahLst/>
                <a:cxnLst/>
                <a:rect l="l" t="t" r="r" b="b"/>
                <a:pathLst>
                  <a:path w="9631" h="11804" extrusionOk="0">
                    <a:moveTo>
                      <a:pt x="1381" y="0"/>
                    </a:moveTo>
                    <a:lnTo>
                      <a:pt x="2489" y="1713"/>
                    </a:lnTo>
                    <a:cubicBezTo>
                      <a:pt x="84" y="4243"/>
                      <a:pt x="1" y="6770"/>
                      <a:pt x="516" y="8664"/>
                    </a:cubicBezTo>
                    <a:cubicBezTo>
                      <a:pt x="1027" y="10535"/>
                      <a:pt x="2769" y="11803"/>
                      <a:pt x="4708" y="11803"/>
                    </a:cubicBezTo>
                    <a:cubicBezTo>
                      <a:pt x="6792" y="11803"/>
                      <a:pt x="8618" y="10339"/>
                      <a:pt x="8994" y="8290"/>
                    </a:cubicBezTo>
                    <a:cubicBezTo>
                      <a:pt x="9630" y="4813"/>
                      <a:pt x="7179" y="1891"/>
                      <a:pt x="7179" y="1891"/>
                    </a:cubicBezTo>
                    <a:lnTo>
                      <a:pt x="8125" y="0"/>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302;p34">
                <a:extLst>
                  <a:ext uri="{FF2B5EF4-FFF2-40B4-BE49-F238E27FC236}">
                    <a16:creationId xmlns:a16="http://schemas.microsoft.com/office/drawing/2014/main" id="{3612BCB0-EF66-2988-A7EE-7371B91C7DE6}"/>
                  </a:ext>
                </a:extLst>
              </p:cNvPr>
              <p:cNvSpPr/>
              <p:nvPr/>
            </p:nvSpPr>
            <p:spPr>
              <a:xfrm>
                <a:off x="4140185" y="2927912"/>
                <a:ext cx="293507" cy="7739"/>
              </a:xfrm>
              <a:custGeom>
                <a:avLst/>
                <a:gdLst/>
                <a:ahLst/>
                <a:cxnLst/>
                <a:rect l="l" t="t" r="r" b="b"/>
                <a:pathLst>
                  <a:path w="8723" h="230" extrusionOk="0">
                    <a:moveTo>
                      <a:pt x="4077" y="1"/>
                    </a:moveTo>
                    <a:cubicBezTo>
                      <a:pt x="2755" y="1"/>
                      <a:pt x="1432" y="7"/>
                      <a:pt x="110" y="30"/>
                    </a:cubicBezTo>
                    <a:cubicBezTo>
                      <a:pt x="0" y="32"/>
                      <a:pt x="0" y="198"/>
                      <a:pt x="110" y="201"/>
                    </a:cubicBezTo>
                    <a:cubicBezTo>
                      <a:pt x="1445" y="223"/>
                      <a:pt x="2780" y="229"/>
                      <a:pt x="4115" y="229"/>
                    </a:cubicBezTo>
                    <a:cubicBezTo>
                      <a:pt x="5605" y="229"/>
                      <a:pt x="7095" y="222"/>
                      <a:pt x="8585" y="222"/>
                    </a:cubicBezTo>
                    <a:cubicBezTo>
                      <a:pt x="8721" y="222"/>
                      <a:pt x="8723" y="8"/>
                      <a:pt x="8585" y="8"/>
                    </a:cubicBezTo>
                    <a:cubicBezTo>
                      <a:pt x="7083" y="8"/>
                      <a:pt x="5580" y="1"/>
                      <a:pt x="4077" y="1"/>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03;p34">
                <a:extLst>
                  <a:ext uri="{FF2B5EF4-FFF2-40B4-BE49-F238E27FC236}">
                    <a16:creationId xmlns:a16="http://schemas.microsoft.com/office/drawing/2014/main" id="{C5F07B0C-2277-9029-60B0-489FE36AF4EA}"/>
                  </a:ext>
                </a:extLst>
              </p:cNvPr>
              <p:cNvSpPr/>
              <p:nvPr/>
            </p:nvSpPr>
            <p:spPr>
              <a:xfrm>
                <a:off x="4137325" y="2960518"/>
                <a:ext cx="299362" cy="7874"/>
              </a:xfrm>
              <a:custGeom>
                <a:avLst/>
                <a:gdLst/>
                <a:ahLst/>
                <a:cxnLst/>
                <a:rect l="l" t="t" r="r" b="b"/>
                <a:pathLst>
                  <a:path w="8897" h="234" extrusionOk="0">
                    <a:moveTo>
                      <a:pt x="6680" y="0"/>
                    </a:moveTo>
                    <a:cubicBezTo>
                      <a:pt x="4465" y="0"/>
                      <a:pt x="2251" y="50"/>
                      <a:pt x="36" y="88"/>
                    </a:cubicBezTo>
                    <a:cubicBezTo>
                      <a:pt x="1" y="90"/>
                      <a:pt x="1" y="142"/>
                      <a:pt x="36" y="144"/>
                    </a:cubicBezTo>
                    <a:cubicBezTo>
                      <a:pt x="2258" y="183"/>
                      <a:pt x="4478" y="233"/>
                      <a:pt x="6700" y="233"/>
                    </a:cubicBezTo>
                    <a:cubicBezTo>
                      <a:pt x="7389" y="233"/>
                      <a:pt x="8078" y="228"/>
                      <a:pt x="8768" y="217"/>
                    </a:cubicBezTo>
                    <a:cubicBezTo>
                      <a:pt x="8896" y="214"/>
                      <a:pt x="8896" y="19"/>
                      <a:pt x="8768" y="17"/>
                    </a:cubicBezTo>
                    <a:cubicBezTo>
                      <a:pt x="8072" y="5"/>
                      <a:pt x="7376" y="0"/>
                      <a:pt x="6680" y="0"/>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04;p34">
                <a:extLst>
                  <a:ext uri="{FF2B5EF4-FFF2-40B4-BE49-F238E27FC236}">
                    <a16:creationId xmlns:a16="http://schemas.microsoft.com/office/drawing/2014/main" id="{6BC28629-E4AF-D3C2-8E03-3655276DAB92}"/>
                  </a:ext>
                </a:extLst>
              </p:cNvPr>
              <p:cNvSpPr/>
              <p:nvPr/>
            </p:nvSpPr>
            <p:spPr>
              <a:xfrm>
                <a:off x="4147790" y="3017855"/>
                <a:ext cx="284624" cy="129240"/>
              </a:xfrm>
              <a:custGeom>
                <a:avLst/>
                <a:gdLst/>
                <a:ahLst/>
                <a:cxnLst/>
                <a:rect l="l" t="t" r="r" b="b"/>
                <a:pathLst>
                  <a:path w="8459" h="3841" extrusionOk="0">
                    <a:moveTo>
                      <a:pt x="1274" y="0"/>
                    </a:moveTo>
                    <a:cubicBezTo>
                      <a:pt x="1110" y="0"/>
                      <a:pt x="943" y="37"/>
                      <a:pt x="795" y="103"/>
                    </a:cubicBezTo>
                    <a:cubicBezTo>
                      <a:pt x="444" y="261"/>
                      <a:pt x="252" y="461"/>
                      <a:pt x="1" y="753"/>
                    </a:cubicBezTo>
                    <a:cubicBezTo>
                      <a:pt x="1" y="753"/>
                      <a:pt x="916" y="3841"/>
                      <a:pt x="4158" y="3841"/>
                    </a:cubicBezTo>
                    <a:cubicBezTo>
                      <a:pt x="4234" y="3841"/>
                      <a:pt x="4312" y="3839"/>
                      <a:pt x="4391" y="3835"/>
                    </a:cubicBezTo>
                    <a:cubicBezTo>
                      <a:pt x="7917" y="3680"/>
                      <a:pt x="8459" y="308"/>
                      <a:pt x="8459" y="308"/>
                    </a:cubicBezTo>
                    <a:cubicBezTo>
                      <a:pt x="8202" y="200"/>
                      <a:pt x="8017" y="102"/>
                      <a:pt x="7740" y="82"/>
                    </a:cubicBezTo>
                    <a:cubicBezTo>
                      <a:pt x="7715" y="80"/>
                      <a:pt x="7689" y="79"/>
                      <a:pt x="7663" y="79"/>
                    </a:cubicBezTo>
                    <a:cubicBezTo>
                      <a:pt x="7408" y="79"/>
                      <a:pt x="7147" y="169"/>
                      <a:pt x="6994" y="369"/>
                    </a:cubicBezTo>
                    <a:cubicBezTo>
                      <a:pt x="6736" y="707"/>
                      <a:pt x="6833" y="1275"/>
                      <a:pt x="6478" y="1507"/>
                    </a:cubicBezTo>
                    <a:cubicBezTo>
                      <a:pt x="6393" y="1562"/>
                      <a:pt x="6297" y="1586"/>
                      <a:pt x="6199" y="1586"/>
                    </a:cubicBezTo>
                    <a:cubicBezTo>
                      <a:pt x="6011" y="1586"/>
                      <a:pt x="5815" y="1499"/>
                      <a:pt x="5668" y="1376"/>
                    </a:cubicBezTo>
                    <a:cubicBezTo>
                      <a:pt x="5444" y="1186"/>
                      <a:pt x="5292" y="926"/>
                      <a:pt x="5088" y="714"/>
                    </a:cubicBezTo>
                    <a:cubicBezTo>
                      <a:pt x="4919" y="538"/>
                      <a:pt x="4686" y="391"/>
                      <a:pt x="4449" y="391"/>
                    </a:cubicBezTo>
                    <a:cubicBezTo>
                      <a:pt x="4402" y="391"/>
                      <a:pt x="4355" y="397"/>
                      <a:pt x="4308" y="409"/>
                    </a:cubicBezTo>
                    <a:cubicBezTo>
                      <a:pt x="3941" y="508"/>
                      <a:pt x="3796" y="937"/>
                      <a:pt x="3687" y="1300"/>
                    </a:cubicBezTo>
                    <a:cubicBezTo>
                      <a:pt x="3579" y="1663"/>
                      <a:pt x="3374" y="2085"/>
                      <a:pt x="2995" y="2109"/>
                    </a:cubicBezTo>
                    <a:cubicBezTo>
                      <a:pt x="2984" y="2109"/>
                      <a:pt x="2974" y="2110"/>
                      <a:pt x="2963" y="2110"/>
                    </a:cubicBezTo>
                    <a:cubicBezTo>
                      <a:pt x="2588" y="2110"/>
                      <a:pt x="2340" y="1691"/>
                      <a:pt x="2260" y="1317"/>
                    </a:cubicBezTo>
                    <a:cubicBezTo>
                      <a:pt x="2178" y="933"/>
                      <a:pt x="2159" y="496"/>
                      <a:pt x="1875" y="223"/>
                    </a:cubicBezTo>
                    <a:cubicBezTo>
                      <a:pt x="1716" y="68"/>
                      <a:pt x="1497" y="0"/>
                      <a:pt x="1274"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9" name="Google Shape;336;p22">
            <a:extLst>
              <a:ext uri="{FF2B5EF4-FFF2-40B4-BE49-F238E27FC236}">
                <a16:creationId xmlns:a16="http://schemas.microsoft.com/office/drawing/2014/main" id="{E33D5913-C413-5319-21F4-597CE6625043}"/>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60" name="Gráfico 159" descr="Reloj contorno">
            <a:extLst>
              <a:ext uri="{FF2B5EF4-FFF2-40B4-BE49-F238E27FC236}">
                <a16:creationId xmlns:a16="http://schemas.microsoft.com/office/drawing/2014/main" id="{9126FC2A-29FC-EC97-29D7-2971D31483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1752" y="5031218"/>
            <a:ext cx="914400" cy="914400"/>
          </a:xfrm>
          <a:prstGeom prst="rect">
            <a:avLst/>
          </a:prstGeom>
        </p:spPr>
      </p:pic>
    </p:spTree>
    <p:extLst>
      <p:ext uri="{BB962C8B-B14F-4D97-AF65-F5344CB8AC3E}">
        <p14:creationId xmlns:p14="http://schemas.microsoft.com/office/powerpoint/2010/main" val="1121106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99741BC-1390-9A2A-8697-69041BE37B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D8F6496-2256-9812-855E-3B966ADE1575}"/>
              </a:ext>
            </a:extLst>
          </p:cNvPr>
          <p:cNvSpPr txBox="1">
            <a:spLocks/>
          </p:cNvSpPr>
          <p:nvPr/>
        </p:nvSpPr>
        <p:spPr>
          <a:xfrm>
            <a:off x="129767" y="-389229"/>
            <a:ext cx="11001060" cy="119257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s-ES" sz="3600">
                <a:solidFill>
                  <a:schemeClr val="bg1"/>
                </a:solidFill>
                <a:latin typeface="Work Sans Medium" pitchFamily="2" charset="77"/>
              </a:rPr>
            </a:br>
            <a:r>
              <a:rPr lang="es-ES" sz="3600">
                <a:solidFill>
                  <a:schemeClr val="bg1"/>
                </a:solidFill>
                <a:latin typeface="Work Sans Medium" pitchFamily="2" charset="77"/>
              </a:rPr>
              <a:t>ALTERNATIVA PARA EL DESARROLLO DE LA ETAPA PRODUCTIVA EN OFERTA CERRADA</a:t>
            </a:r>
            <a:endParaRPr lang="es-ES" sz="3600" dirty="0">
              <a:solidFill>
                <a:schemeClr val="bg1"/>
              </a:solidFill>
              <a:latin typeface="Work Sans Medium" pitchFamily="2" charset="77"/>
            </a:endParaRPr>
          </a:p>
        </p:txBody>
      </p:sp>
      <p:sp>
        <p:nvSpPr>
          <p:cNvPr id="3" name="Google Shape;1049;p32">
            <a:extLst>
              <a:ext uri="{FF2B5EF4-FFF2-40B4-BE49-F238E27FC236}">
                <a16:creationId xmlns:a16="http://schemas.microsoft.com/office/drawing/2014/main" id="{FFC7B40E-5130-E333-5D03-DD7E9CDE25A3}"/>
              </a:ext>
            </a:extLst>
          </p:cNvPr>
          <p:cNvSpPr/>
          <p:nvPr/>
        </p:nvSpPr>
        <p:spPr>
          <a:xfrm rot="5400000">
            <a:off x="5818863" y="901554"/>
            <a:ext cx="190050" cy="11024551"/>
          </a:xfrm>
          <a:prstGeom prst="rect">
            <a:avLst/>
          </a:prstGeom>
          <a:solidFill>
            <a:schemeClr val="accent6">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 name="Google Shape;1225;p34">
            <a:extLst>
              <a:ext uri="{FF2B5EF4-FFF2-40B4-BE49-F238E27FC236}">
                <a16:creationId xmlns:a16="http://schemas.microsoft.com/office/drawing/2014/main" id="{CB4A9326-B09D-8A35-EEFE-14F6CDDC773E}"/>
              </a:ext>
            </a:extLst>
          </p:cNvPr>
          <p:cNvGrpSpPr/>
          <p:nvPr/>
        </p:nvGrpSpPr>
        <p:grpSpPr>
          <a:xfrm flipH="1">
            <a:off x="185845" y="1701912"/>
            <a:ext cx="2049926" cy="4614760"/>
            <a:chOff x="7293875" y="1309325"/>
            <a:chExt cx="1102550" cy="2504700"/>
          </a:xfrm>
        </p:grpSpPr>
        <p:sp>
          <p:nvSpPr>
            <p:cNvPr id="5" name="Google Shape;1226;p34">
              <a:extLst>
                <a:ext uri="{FF2B5EF4-FFF2-40B4-BE49-F238E27FC236}">
                  <a16:creationId xmlns:a16="http://schemas.microsoft.com/office/drawing/2014/main" id="{7F537C56-517E-4349-28CC-FB63952E3B61}"/>
                </a:ext>
              </a:extLst>
            </p:cNvPr>
            <p:cNvSpPr/>
            <p:nvPr/>
          </p:nvSpPr>
          <p:spPr>
            <a:xfrm>
              <a:off x="8104475" y="3524375"/>
              <a:ext cx="163925" cy="186525"/>
            </a:xfrm>
            <a:custGeom>
              <a:avLst/>
              <a:gdLst/>
              <a:ahLst/>
              <a:cxnLst/>
              <a:rect l="l" t="t" r="r" b="b"/>
              <a:pathLst>
                <a:path w="6557" h="7461" extrusionOk="0">
                  <a:moveTo>
                    <a:pt x="4666" y="0"/>
                  </a:moveTo>
                  <a:cubicBezTo>
                    <a:pt x="2823" y="0"/>
                    <a:pt x="0" y="16"/>
                    <a:pt x="0" y="16"/>
                  </a:cubicBezTo>
                  <a:lnTo>
                    <a:pt x="404" y="7460"/>
                  </a:lnTo>
                  <a:lnTo>
                    <a:pt x="6557" y="7460"/>
                  </a:lnTo>
                  <a:lnTo>
                    <a:pt x="6221" y="16"/>
                  </a:lnTo>
                  <a:cubicBezTo>
                    <a:pt x="6265" y="4"/>
                    <a:pt x="5588" y="0"/>
                    <a:pt x="4666"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227;p34">
              <a:extLst>
                <a:ext uri="{FF2B5EF4-FFF2-40B4-BE49-F238E27FC236}">
                  <a16:creationId xmlns:a16="http://schemas.microsoft.com/office/drawing/2014/main" id="{A670CA2E-0BBF-7A7C-F609-8F1EDBCE1904}"/>
                </a:ext>
              </a:extLst>
            </p:cNvPr>
            <p:cNvSpPr/>
            <p:nvPr/>
          </p:nvSpPr>
          <p:spPr>
            <a:xfrm>
              <a:off x="7356700" y="1953075"/>
              <a:ext cx="481925" cy="439975"/>
            </a:xfrm>
            <a:custGeom>
              <a:avLst/>
              <a:gdLst/>
              <a:ahLst/>
              <a:cxnLst/>
              <a:rect l="l" t="t" r="r" b="b"/>
              <a:pathLst>
                <a:path w="19277" h="17599" extrusionOk="0">
                  <a:moveTo>
                    <a:pt x="4055" y="1"/>
                  </a:moveTo>
                  <a:lnTo>
                    <a:pt x="1" y="3760"/>
                  </a:lnTo>
                  <a:cubicBezTo>
                    <a:pt x="1" y="3760"/>
                    <a:pt x="3854" y="17598"/>
                    <a:pt x="10958" y="17598"/>
                  </a:cubicBezTo>
                  <a:cubicBezTo>
                    <a:pt x="11273" y="17598"/>
                    <a:pt x="11595" y="17571"/>
                    <a:pt x="11922" y="17514"/>
                  </a:cubicBezTo>
                  <a:cubicBezTo>
                    <a:pt x="19011" y="16286"/>
                    <a:pt x="19277" y="4207"/>
                    <a:pt x="19277" y="4207"/>
                  </a:cubicBezTo>
                  <a:lnTo>
                    <a:pt x="11546" y="2874"/>
                  </a:lnTo>
                  <a:lnTo>
                    <a:pt x="10631" y="8813"/>
                  </a:lnTo>
                  <a:lnTo>
                    <a:pt x="4055" y="1"/>
                  </a:ln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28;p34">
              <a:extLst>
                <a:ext uri="{FF2B5EF4-FFF2-40B4-BE49-F238E27FC236}">
                  <a16:creationId xmlns:a16="http://schemas.microsoft.com/office/drawing/2014/main" id="{21CB7380-A7F5-EBF7-DF4C-B66D6E84C20C}"/>
                </a:ext>
              </a:extLst>
            </p:cNvPr>
            <p:cNvSpPr/>
            <p:nvPr/>
          </p:nvSpPr>
          <p:spPr>
            <a:xfrm>
              <a:off x="7757200" y="1748200"/>
              <a:ext cx="466725" cy="671725"/>
            </a:xfrm>
            <a:custGeom>
              <a:avLst/>
              <a:gdLst/>
              <a:ahLst/>
              <a:cxnLst/>
              <a:rect l="l" t="t" r="r" b="b"/>
              <a:pathLst>
                <a:path w="18669" h="26869" extrusionOk="0">
                  <a:moveTo>
                    <a:pt x="7019" y="0"/>
                  </a:moveTo>
                  <a:cubicBezTo>
                    <a:pt x="6126" y="0"/>
                    <a:pt x="5379" y="19"/>
                    <a:pt x="5150" y="77"/>
                  </a:cubicBezTo>
                  <a:cubicBezTo>
                    <a:pt x="4461" y="249"/>
                    <a:pt x="1205" y="6291"/>
                    <a:pt x="602" y="13437"/>
                  </a:cubicBezTo>
                  <a:cubicBezTo>
                    <a:pt x="0" y="20581"/>
                    <a:pt x="814" y="26361"/>
                    <a:pt x="814" y="26361"/>
                  </a:cubicBezTo>
                  <a:lnTo>
                    <a:pt x="18669" y="26869"/>
                  </a:lnTo>
                  <a:lnTo>
                    <a:pt x="17264" y="779"/>
                  </a:lnTo>
                  <a:cubicBezTo>
                    <a:pt x="17264" y="779"/>
                    <a:pt x="14454" y="148"/>
                    <a:pt x="11180" y="77"/>
                  </a:cubicBezTo>
                  <a:cubicBezTo>
                    <a:pt x="11180" y="77"/>
                    <a:pt x="8806" y="0"/>
                    <a:pt x="7019" y="0"/>
                  </a:cubicBez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29;p34">
              <a:extLst>
                <a:ext uri="{FF2B5EF4-FFF2-40B4-BE49-F238E27FC236}">
                  <a16:creationId xmlns:a16="http://schemas.microsoft.com/office/drawing/2014/main" id="{E65C9057-C603-2346-78F3-606A64532E3F}"/>
                </a:ext>
              </a:extLst>
            </p:cNvPr>
            <p:cNvSpPr/>
            <p:nvPr/>
          </p:nvSpPr>
          <p:spPr>
            <a:xfrm>
              <a:off x="7756300" y="1736625"/>
              <a:ext cx="443800" cy="419075"/>
            </a:xfrm>
            <a:custGeom>
              <a:avLst/>
              <a:gdLst/>
              <a:ahLst/>
              <a:cxnLst/>
              <a:rect l="l" t="t" r="r" b="b"/>
              <a:pathLst>
                <a:path w="17752" h="16763" extrusionOk="0">
                  <a:moveTo>
                    <a:pt x="7739" y="1"/>
                  </a:moveTo>
                  <a:cubicBezTo>
                    <a:pt x="5999" y="1"/>
                    <a:pt x="3942" y="99"/>
                    <a:pt x="3386" y="535"/>
                  </a:cubicBezTo>
                  <a:cubicBezTo>
                    <a:pt x="2112" y="1535"/>
                    <a:pt x="661" y="7014"/>
                    <a:pt x="24" y="14556"/>
                  </a:cubicBezTo>
                  <a:lnTo>
                    <a:pt x="1" y="16595"/>
                  </a:lnTo>
                  <a:lnTo>
                    <a:pt x="17752" y="16763"/>
                  </a:lnTo>
                  <a:lnTo>
                    <a:pt x="16602" y="787"/>
                  </a:lnTo>
                  <a:cubicBezTo>
                    <a:pt x="16602" y="787"/>
                    <a:pt x="13832" y="142"/>
                    <a:pt x="10378" y="67"/>
                  </a:cubicBezTo>
                  <a:cubicBezTo>
                    <a:pt x="10378" y="67"/>
                    <a:pt x="9165" y="1"/>
                    <a:pt x="7739" y="1"/>
                  </a:cubicBez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30;p34">
              <a:extLst>
                <a:ext uri="{FF2B5EF4-FFF2-40B4-BE49-F238E27FC236}">
                  <a16:creationId xmlns:a16="http://schemas.microsoft.com/office/drawing/2014/main" id="{07F14A11-DB57-B59E-6500-CE8C9C12D651}"/>
                </a:ext>
              </a:extLst>
            </p:cNvPr>
            <p:cNvSpPr/>
            <p:nvPr/>
          </p:nvSpPr>
          <p:spPr>
            <a:xfrm>
              <a:off x="8163100" y="1754525"/>
              <a:ext cx="212625" cy="401175"/>
            </a:xfrm>
            <a:custGeom>
              <a:avLst/>
              <a:gdLst/>
              <a:ahLst/>
              <a:cxnLst/>
              <a:rect l="l" t="t" r="r" b="b"/>
              <a:pathLst>
                <a:path w="8505" h="16047" extrusionOk="0">
                  <a:moveTo>
                    <a:pt x="1" y="0"/>
                  </a:moveTo>
                  <a:lnTo>
                    <a:pt x="1050" y="16047"/>
                  </a:lnTo>
                  <a:cubicBezTo>
                    <a:pt x="8090" y="16047"/>
                    <a:pt x="8504" y="15879"/>
                    <a:pt x="8504" y="15879"/>
                  </a:cubicBezTo>
                  <a:cubicBezTo>
                    <a:pt x="8231" y="1705"/>
                    <a:pt x="1" y="0"/>
                    <a:pt x="1" y="0"/>
                  </a:cubicBez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31;p34">
              <a:extLst>
                <a:ext uri="{FF2B5EF4-FFF2-40B4-BE49-F238E27FC236}">
                  <a16:creationId xmlns:a16="http://schemas.microsoft.com/office/drawing/2014/main" id="{0C43EB2A-6923-9D92-E520-79EAB2A64330}"/>
                </a:ext>
              </a:extLst>
            </p:cNvPr>
            <p:cNvSpPr/>
            <p:nvPr/>
          </p:nvSpPr>
          <p:spPr>
            <a:xfrm>
              <a:off x="7618200" y="1747225"/>
              <a:ext cx="228025" cy="404275"/>
            </a:xfrm>
            <a:custGeom>
              <a:avLst/>
              <a:gdLst/>
              <a:ahLst/>
              <a:cxnLst/>
              <a:rect l="l" t="t" r="r" b="b"/>
              <a:pathLst>
                <a:path w="9121" h="16171" extrusionOk="0">
                  <a:moveTo>
                    <a:pt x="9121" y="0"/>
                  </a:moveTo>
                  <a:cubicBezTo>
                    <a:pt x="9120" y="0"/>
                    <a:pt x="1" y="1869"/>
                    <a:pt x="309" y="16171"/>
                  </a:cubicBezTo>
                  <a:lnTo>
                    <a:pt x="7950" y="16171"/>
                  </a:lnTo>
                  <a:lnTo>
                    <a:pt x="9121" y="0"/>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32;p34">
              <a:extLst>
                <a:ext uri="{FF2B5EF4-FFF2-40B4-BE49-F238E27FC236}">
                  <a16:creationId xmlns:a16="http://schemas.microsoft.com/office/drawing/2014/main" id="{911CD262-EDD0-F34E-DC60-72E96E4FE2BB}"/>
                </a:ext>
              </a:extLst>
            </p:cNvPr>
            <p:cNvSpPr/>
            <p:nvPr/>
          </p:nvSpPr>
          <p:spPr>
            <a:xfrm>
              <a:off x="7818975" y="3710875"/>
              <a:ext cx="264300" cy="103150"/>
            </a:xfrm>
            <a:custGeom>
              <a:avLst/>
              <a:gdLst/>
              <a:ahLst/>
              <a:cxnLst/>
              <a:rect l="l" t="t" r="r" b="b"/>
              <a:pathLst>
                <a:path w="10572" h="4126" extrusionOk="0">
                  <a:moveTo>
                    <a:pt x="3747" y="0"/>
                  </a:moveTo>
                  <a:lnTo>
                    <a:pt x="3944" y="2062"/>
                  </a:lnTo>
                  <a:cubicBezTo>
                    <a:pt x="3881" y="2062"/>
                    <a:pt x="3818" y="2061"/>
                    <a:pt x="3756" y="2061"/>
                  </a:cubicBezTo>
                  <a:cubicBezTo>
                    <a:pt x="1321" y="2061"/>
                    <a:pt x="168" y="2807"/>
                    <a:pt x="0" y="4126"/>
                  </a:cubicBezTo>
                  <a:lnTo>
                    <a:pt x="10572" y="4126"/>
                  </a:lnTo>
                  <a:lnTo>
                    <a:pt x="10155" y="0"/>
                  </a:lnTo>
                  <a:close/>
                </a:path>
              </a:pathLst>
            </a:custGeom>
            <a:solidFill>
              <a:srgbClr val="7058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33;p34">
              <a:extLst>
                <a:ext uri="{FF2B5EF4-FFF2-40B4-BE49-F238E27FC236}">
                  <a16:creationId xmlns:a16="http://schemas.microsoft.com/office/drawing/2014/main" id="{4382981C-23B7-3341-7307-C3CD4FEC79CE}"/>
                </a:ext>
              </a:extLst>
            </p:cNvPr>
            <p:cNvSpPr/>
            <p:nvPr/>
          </p:nvSpPr>
          <p:spPr>
            <a:xfrm>
              <a:off x="7890525" y="3764100"/>
              <a:ext cx="17275" cy="25475"/>
            </a:xfrm>
            <a:custGeom>
              <a:avLst/>
              <a:gdLst/>
              <a:ahLst/>
              <a:cxnLst/>
              <a:rect l="l" t="t" r="r" b="b"/>
              <a:pathLst>
                <a:path w="691" h="1019" extrusionOk="0">
                  <a:moveTo>
                    <a:pt x="45" y="1"/>
                  </a:moveTo>
                  <a:cubicBezTo>
                    <a:pt x="38" y="1"/>
                    <a:pt x="34" y="2"/>
                    <a:pt x="31" y="6"/>
                  </a:cubicBezTo>
                  <a:cubicBezTo>
                    <a:pt x="0" y="42"/>
                    <a:pt x="180" y="237"/>
                    <a:pt x="344" y="509"/>
                  </a:cubicBezTo>
                  <a:cubicBezTo>
                    <a:pt x="508" y="774"/>
                    <a:pt x="597" y="1019"/>
                    <a:pt x="645" y="1019"/>
                  </a:cubicBezTo>
                  <a:cubicBezTo>
                    <a:pt x="646" y="1019"/>
                    <a:pt x="647" y="1019"/>
                    <a:pt x="648" y="1018"/>
                  </a:cubicBezTo>
                  <a:cubicBezTo>
                    <a:pt x="691" y="1012"/>
                    <a:pt x="668" y="722"/>
                    <a:pt x="487" y="422"/>
                  </a:cubicBezTo>
                  <a:cubicBezTo>
                    <a:pt x="323" y="151"/>
                    <a:pt x="105" y="1"/>
                    <a:pt x="45"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34;p34">
              <a:extLst>
                <a:ext uri="{FF2B5EF4-FFF2-40B4-BE49-F238E27FC236}">
                  <a16:creationId xmlns:a16="http://schemas.microsoft.com/office/drawing/2014/main" id="{B034E093-87BC-6C00-23AF-B1A8C29FA72A}"/>
                </a:ext>
              </a:extLst>
            </p:cNvPr>
            <p:cNvSpPr/>
            <p:nvPr/>
          </p:nvSpPr>
          <p:spPr>
            <a:xfrm>
              <a:off x="7916350" y="3760625"/>
              <a:ext cx="19225" cy="23975"/>
            </a:xfrm>
            <a:custGeom>
              <a:avLst/>
              <a:gdLst/>
              <a:ahLst/>
              <a:cxnLst/>
              <a:rect l="l" t="t" r="r" b="b"/>
              <a:pathLst>
                <a:path w="769" h="959" extrusionOk="0">
                  <a:moveTo>
                    <a:pt x="43" y="1"/>
                  </a:moveTo>
                  <a:cubicBezTo>
                    <a:pt x="33" y="1"/>
                    <a:pt x="27" y="3"/>
                    <a:pt x="24" y="8"/>
                  </a:cubicBezTo>
                  <a:cubicBezTo>
                    <a:pt x="0" y="49"/>
                    <a:pt x="205" y="215"/>
                    <a:pt x="392" y="471"/>
                  </a:cubicBezTo>
                  <a:cubicBezTo>
                    <a:pt x="576" y="718"/>
                    <a:pt x="674" y="958"/>
                    <a:pt x="722" y="958"/>
                  </a:cubicBezTo>
                  <a:cubicBezTo>
                    <a:pt x="723" y="958"/>
                    <a:pt x="724" y="958"/>
                    <a:pt x="725" y="958"/>
                  </a:cubicBezTo>
                  <a:cubicBezTo>
                    <a:pt x="769" y="950"/>
                    <a:pt x="735" y="658"/>
                    <a:pt x="525" y="371"/>
                  </a:cubicBezTo>
                  <a:cubicBezTo>
                    <a:pt x="342" y="121"/>
                    <a:pt x="111" y="1"/>
                    <a:pt x="43"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35;p34">
              <a:extLst>
                <a:ext uri="{FF2B5EF4-FFF2-40B4-BE49-F238E27FC236}">
                  <a16:creationId xmlns:a16="http://schemas.microsoft.com/office/drawing/2014/main" id="{BDCD821F-5389-AC98-AB7A-308CA95B1A85}"/>
                </a:ext>
              </a:extLst>
            </p:cNvPr>
            <p:cNvSpPr/>
            <p:nvPr/>
          </p:nvSpPr>
          <p:spPr>
            <a:xfrm>
              <a:off x="7918425" y="3746850"/>
              <a:ext cx="36275" cy="9275"/>
            </a:xfrm>
            <a:custGeom>
              <a:avLst/>
              <a:gdLst/>
              <a:ahLst/>
              <a:cxnLst/>
              <a:rect l="l" t="t" r="r" b="b"/>
              <a:pathLst>
                <a:path w="1451" h="371" extrusionOk="0">
                  <a:moveTo>
                    <a:pt x="548" y="1"/>
                  </a:moveTo>
                  <a:cubicBezTo>
                    <a:pt x="225" y="1"/>
                    <a:pt x="0" y="119"/>
                    <a:pt x="17" y="151"/>
                  </a:cubicBezTo>
                  <a:cubicBezTo>
                    <a:pt x="21" y="164"/>
                    <a:pt x="45" y="167"/>
                    <a:pt x="84" y="167"/>
                  </a:cubicBezTo>
                  <a:cubicBezTo>
                    <a:pt x="151" y="167"/>
                    <a:pt x="261" y="157"/>
                    <a:pt x="398" y="157"/>
                  </a:cubicBezTo>
                  <a:cubicBezTo>
                    <a:pt x="497" y="157"/>
                    <a:pt x="610" y="162"/>
                    <a:pt x="730" y="181"/>
                  </a:cubicBezTo>
                  <a:cubicBezTo>
                    <a:pt x="1073" y="230"/>
                    <a:pt x="1334" y="371"/>
                    <a:pt x="1404" y="371"/>
                  </a:cubicBezTo>
                  <a:cubicBezTo>
                    <a:pt x="1412" y="371"/>
                    <a:pt x="1418" y="369"/>
                    <a:pt x="1421" y="365"/>
                  </a:cubicBezTo>
                  <a:cubicBezTo>
                    <a:pt x="1451" y="334"/>
                    <a:pt x="1185" y="80"/>
                    <a:pt x="755" y="17"/>
                  </a:cubicBezTo>
                  <a:cubicBezTo>
                    <a:pt x="683" y="6"/>
                    <a:pt x="614" y="1"/>
                    <a:pt x="548"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36;p34">
              <a:extLst>
                <a:ext uri="{FF2B5EF4-FFF2-40B4-BE49-F238E27FC236}">
                  <a16:creationId xmlns:a16="http://schemas.microsoft.com/office/drawing/2014/main" id="{22874F3B-E631-C388-9398-CCDFCD8F0E15}"/>
                </a:ext>
              </a:extLst>
            </p:cNvPr>
            <p:cNvSpPr/>
            <p:nvPr/>
          </p:nvSpPr>
          <p:spPr>
            <a:xfrm>
              <a:off x="7824100" y="3799325"/>
              <a:ext cx="254550" cy="4175"/>
            </a:xfrm>
            <a:custGeom>
              <a:avLst/>
              <a:gdLst/>
              <a:ahLst/>
              <a:cxnLst/>
              <a:rect l="l" t="t" r="r" b="b"/>
              <a:pathLst>
                <a:path w="10182" h="167" extrusionOk="0">
                  <a:moveTo>
                    <a:pt x="5092" y="0"/>
                  </a:moveTo>
                  <a:cubicBezTo>
                    <a:pt x="2280" y="0"/>
                    <a:pt x="1" y="38"/>
                    <a:pt x="1" y="84"/>
                  </a:cubicBezTo>
                  <a:cubicBezTo>
                    <a:pt x="1" y="129"/>
                    <a:pt x="2281" y="167"/>
                    <a:pt x="5092" y="167"/>
                  </a:cubicBezTo>
                  <a:cubicBezTo>
                    <a:pt x="7902" y="167"/>
                    <a:pt x="10181" y="130"/>
                    <a:pt x="10181" y="84"/>
                  </a:cubicBezTo>
                  <a:cubicBezTo>
                    <a:pt x="10181" y="38"/>
                    <a:pt x="7903" y="0"/>
                    <a:pt x="5092"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237;p34">
              <a:extLst>
                <a:ext uri="{FF2B5EF4-FFF2-40B4-BE49-F238E27FC236}">
                  <a16:creationId xmlns:a16="http://schemas.microsoft.com/office/drawing/2014/main" id="{31C34C1F-6EA6-3100-1FBA-AD41A3FDC2CE}"/>
                </a:ext>
              </a:extLst>
            </p:cNvPr>
            <p:cNvSpPr/>
            <p:nvPr/>
          </p:nvSpPr>
          <p:spPr>
            <a:xfrm>
              <a:off x="7992575" y="3747375"/>
              <a:ext cx="87225" cy="54675"/>
            </a:xfrm>
            <a:custGeom>
              <a:avLst/>
              <a:gdLst/>
              <a:ahLst/>
              <a:cxnLst/>
              <a:rect l="l" t="t" r="r" b="b"/>
              <a:pathLst>
                <a:path w="3489" h="2187" extrusionOk="0">
                  <a:moveTo>
                    <a:pt x="3117" y="1"/>
                  </a:moveTo>
                  <a:cubicBezTo>
                    <a:pt x="3038" y="1"/>
                    <a:pt x="2947" y="4"/>
                    <a:pt x="2847" y="13"/>
                  </a:cubicBezTo>
                  <a:cubicBezTo>
                    <a:pt x="2450" y="47"/>
                    <a:pt x="1904" y="194"/>
                    <a:pt x="1381" y="515"/>
                  </a:cubicBezTo>
                  <a:cubicBezTo>
                    <a:pt x="860" y="838"/>
                    <a:pt x="484" y="1261"/>
                    <a:pt x="276" y="1601"/>
                  </a:cubicBezTo>
                  <a:cubicBezTo>
                    <a:pt x="65" y="1941"/>
                    <a:pt x="1" y="2181"/>
                    <a:pt x="17" y="2186"/>
                  </a:cubicBezTo>
                  <a:cubicBezTo>
                    <a:pt x="18" y="2186"/>
                    <a:pt x="19" y="2187"/>
                    <a:pt x="19" y="2187"/>
                  </a:cubicBezTo>
                  <a:cubicBezTo>
                    <a:pt x="48" y="2187"/>
                    <a:pt x="153" y="1969"/>
                    <a:pt x="374" y="1666"/>
                  </a:cubicBezTo>
                  <a:cubicBezTo>
                    <a:pt x="599" y="1355"/>
                    <a:pt x="971" y="967"/>
                    <a:pt x="1469" y="657"/>
                  </a:cubicBezTo>
                  <a:cubicBezTo>
                    <a:pt x="1968" y="349"/>
                    <a:pt x="2482" y="194"/>
                    <a:pt x="2862" y="129"/>
                  </a:cubicBezTo>
                  <a:cubicBezTo>
                    <a:pt x="3242" y="65"/>
                    <a:pt x="3485" y="72"/>
                    <a:pt x="3487" y="44"/>
                  </a:cubicBezTo>
                  <a:cubicBezTo>
                    <a:pt x="3488" y="31"/>
                    <a:pt x="3352" y="1"/>
                    <a:pt x="3117"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238;p34">
              <a:extLst>
                <a:ext uri="{FF2B5EF4-FFF2-40B4-BE49-F238E27FC236}">
                  <a16:creationId xmlns:a16="http://schemas.microsoft.com/office/drawing/2014/main" id="{9C08C423-371E-3561-200A-A70302D0158C}"/>
                </a:ext>
              </a:extLst>
            </p:cNvPr>
            <p:cNvSpPr/>
            <p:nvPr/>
          </p:nvSpPr>
          <p:spPr>
            <a:xfrm>
              <a:off x="8048850" y="3712500"/>
              <a:ext cx="10350" cy="37825"/>
            </a:xfrm>
            <a:custGeom>
              <a:avLst/>
              <a:gdLst/>
              <a:ahLst/>
              <a:cxnLst/>
              <a:rect l="l" t="t" r="r" b="b"/>
              <a:pathLst>
                <a:path w="414" h="1513" extrusionOk="0">
                  <a:moveTo>
                    <a:pt x="51" y="1"/>
                  </a:moveTo>
                  <a:cubicBezTo>
                    <a:pt x="51" y="1"/>
                    <a:pt x="51" y="1"/>
                    <a:pt x="51" y="1"/>
                  </a:cubicBezTo>
                  <a:cubicBezTo>
                    <a:pt x="6" y="4"/>
                    <a:pt x="1" y="358"/>
                    <a:pt x="90" y="781"/>
                  </a:cubicBezTo>
                  <a:cubicBezTo>
                    <a:pt x="176" y="1196"/>
                    <a:pt x="321" y="1513"/>
                    <a:pt x="366" y="1513"/>
                  </a:cubicBezTo>
                  <a:cubicBezTo>
                    <a:pt x="367" y="1513"/>
                    <a:pt x="368" y="1512"/>
                    <a:pt x="369" y="1512"/>
                  </a:cubicBezTo>
                  <a:cubicBezTo>
                    <a:pt x="414" y="1497"/>
                    <a:pt x="340" y="1161"/>
                    <a:pt x="253" y="748"/>
                  </a:cubicBezTo>
                  <a:cubicBezTo>
                    <a:pt x="165" y="336"/>
                    <a:pt x="99" y="1"/>
                    <a:pt x="51"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39;p34">
              <a:extLst>
                <a:ext uri="{FF2B5EF4-FFF2-40B4-BE49-F238E27FC236}">
                  <a16:creationId xmlns:a16="http://schemas.microsoft.com/office/drawing/2014/main" id="{3478D894-9317-6AB9-14C9-A4613C2A5A2C}"/>
                </a:ext>
              </a:extLst>
            </p:cNvPr>
            <p:cNvSpPr/>
            <p:nvPr/>
          </p:nvSpPr>
          <p:spPr>
            <a:xfrm>
              <a:off x="7858775" y="3769875"/>
              <a:ext cx="24925" cy="31475"/>
            </a:xfrm>
            <a:custGeom>
              <a:avLst/>
              <a:gdLst/>
              <a:ahLst/>
              <a:cxnLst/>
              <a:rect l="l" t="t" r="r" b="b"/>
              <a:pathLst>
                <a:path w="997" h="1259" extrusionOk="0">
                  <a:moveTo>
                    <a:pt x="76" y="0"/>
                  </a:moveTo>
                  <a:cubicBezTo>
                    <a:pt x="38" y="0"/>
                    <a:pt x="16" y="7"/>
                    <a:pt x="14" y="17"/>
                  </a:cubicBezTo>
                  <a:cubicBezTo>
                    <a:pt x="1" y="62"/>
                    <a:pt x="386" y="151"/>
                    <a:pt x="649" y="509"/>
                  </a:cubicBezTo>
                  <a:cubicBezTo>
                    <a:pt x="916" y="864"/>
                    <a:pt x="890" y="1258"/>
                    <a:pt x="938" y="1258"/>
                  </a:cubicBezTo>
                  <a:cubicBezTo>
                    <a:pt x="939" y="1258"/>
                    <a:pt x="939" y="1258"/>
                    <a:pt x="939" y="1258"/>
                  </a:cubicBezTo>
                  <a:cubicBezTo>
                    <a:pt x="961" y="1258"/>
                    <a:pt x="997" y="1162"/>
                    <a:pt x="994" y="1004"/>
                  </a:cubicBezTo>
                  <a:cubicBezTo>
                    <a:pt x="990" y="843"/>
                    <a:pt x="935" y="613"/>
                    <a:pt x="784" y="410"/>
                  </a:cubicBezTo>
                  <a:cubicBezTo>
                    <a:pt x="632" y="206"/>
                    <a:pt x="430" y="88"/>
                    <a:pt x="275" y="38"/>
                  </a:cubicBezTo>
                  <a:cubicBezTo>
                    <a:pt x="191" y="10"/>
                    <a:pt x="122" y="0"/>
                    <a:pt x="76"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40;p34">
              <a:extLst>
                <a:ext uri="{FF2B5EF4-FFF2-40B4-BE49-F238E27FC236}">
                  <a16:creationId xmlns:a16="http://schemas.microsoft.com/office/drawing/2014/main" id="{DB642CAC-75BD-1AFD-F97D-F260B3BED2A6}"/>
                </a:ext>
              </a:extLst>
            </p:cNvPr>
            <p:cNvSpPr/>
            <p:nvPr/>
          </p:nvSpPr>
          <p:spPr>
            <a:xfrm>
              <a:off x="8019525" y="3710875"/>
              <a:ext cx="264325" cy="103150"/>
            </a:xfrm>
            <a:custGeom>
              <a:avLst/>
              <a:gdLst/>
              <a:ahLst/>
              <a:cxnLst/>
              <a:rect l="l" t="t" r="r" b="b"/>
              <a:pathLst>
                <a:path w="10573" h="4126" extrusionOk="0">
                  <a:moveTo>
                    <a:pt x="3748" y="0"/>
                  </a:moveTo>
                  <a:lnTo>
                    <a:pt x="3944" y="2062"/>
                  </a:lnTo>
                  <a:cubicBezTo>
                    <a:pt x="3881" y="2062"/>
                    <a:pt x="3819" y="2061"/>
                    <a:pt x="3757" y="2061"/>
                  </a:cubicBezTo>
                  <a:cubicBezTo>
                    <a:pt x="1321" y="2061"/>
                    <a:pt x="169" y="2807"/>
                    <a:pt x="1" y="4126"/>
                  </a:cubicBezTo>
                  <a:lnTo>
                    <a:pt x="10572" y="4126"/>
                  </a:lnTo>
                  <a:lnTo>
                    <a:pt x="10157" y="0"/>
                  </a:lnTo>
                  <a:close/>
                </a:path>
              </a:pathLst>
            </a:custGeom>
            <a:solidFill>
              <a:srgbClr val="84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241;p34">
              <a:extLst>
                <a:ext uri="{FF2B5EF4-FFF2-40B4-BE49-F238E27FC236}">
                  <a16:creationId xmlns:a16="http://schemas.microsoft.com/office/drawing/2014/main" id="{42EF62A2-AB6C-1AC7-1FF7-A90A4330FC9C}"/>
                </a:ext>
              </a:extLst>
            </p:cNvPr>
            <p:cNvSpPr/>
            <p:nvPr/>
          </p:nvSpPr>
          <p:spPr>
            <a:xfrm>
              <a:off x="8091100" y="3764100"/>
              <a:ext cx="17275" cy="25475"/>
            </a:xfrm>
            <a:custGeom>
              <a:avLst/>
              <a:gdLst/>
              <a:ahLst/>
              <a:cxnLst/>
              <a:rect l="l" t="t" r="r" b="b"/>
              <a:pathLst>
                <a:path w="691" h="1019" extrusionOk="0">
                  <a:moveTo>
                    <a:pt x="44" y="1"/>
                  </a:moveTo>
                  <a:cubicBezTo>
                    <a:pt x="38" y="1"/>
                    <a:pt x="33" y="2"/>
                    <a:pt x="31" y="6"/>
                  </a:cubicBezTo>
                  <a:cubicBezTo>
                    <a:pt x="1" y="42"/>
                    <a:pt x="181" y="237"/>
                    <a:pt x="344" y="509"/>
                  </a:cubicBezTo>
                  <a:cubicBezTo>
                    <a:pt x="509" y="774"/>
                    <a:pt x="597" y="1019"/>
                    <a:pt x="644" y="1019"/>
                  </a:cubicBezTo>
                  <a:cubicBezTo>
                    <a:pt x="645" y="1019"/>
                    <a:pt x="646" y="1019"/>
                    <a:pt x="647" y="1018"/>
                  </a:cubicBezTo>
                  <a:cubicBezTo>
                    <a:pt x="691" y="1012"/>
                    <a:pt x="668" y="722"/>
                    <a:pt x="486" y="422"/>
                  </a:cubicBezTo>
                  <a:cubicBezTo>
                    <a:pt x="323" y="151"/>
                    <a:pt x="104" y="1"/>
                    <a:pt x="44"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42;p34">
              <a:extLst>
                <a:ext uri="{FF2B5EF4-FFF2-40B4-BE49-F238E27FC236}">
                  <a16:creationId xmlns:a16="http://schemas.microsoft.com/office/drawing/2014/main" id="{1FFF739A-9AA8-041B-6710-53F3AA054679}"/>
                </a:ext>
              </a:extLst>
            </p:cNvPr>
            <p:cNvSpPr/>
            <p:nvPr/>
          </p:nvSpPr>
          <p:spPr>
            <a:xfrm>
              <a:off x="8116900" y="3760625"/>
              <a:ext cx="19250" cy="23975"/>
            </a:xfrm>
            <a:custGeom>
              <a:avLst/>
              <a:gdLst/>
              <a:ahLst/>
              <a:cxnLst/>
              <a:rect l="l" t="t" r="r" b="b"/>
              <a:pathLst>
                <a:path w="770" h="959" extrusionOk="0">
                  <a:moveTo>
                    <a:pt x="45" y="1"/>
                  </a:moveTo>
                  <a:cubicBezTo>
                    <a:pt x="35" y="1"/>
                    <a:pt x="29" y="3"/>
                    <a:pt x="26" y="8"/>
                  </a:cubicBezTo>
                  <a:cubicBezTo>
                    <a:pt x="1" y="49"/>
                    <a:pt x="206" y="215"/>
                    <a:pt x="393" y="471"/>
                  </a:cubicBezTo>
                  <a:cubicBezTo>
                    <a:pt x="577" y="718"/>
                    <a:pt x="674" y="958"/>
                    <a:pt x="722" y="958"/>
                  </a:cubicBezTo>
                  <a:cubicBezTo>
                    <a:pt x="724" y="958"/>
                    <a:pt x="725" y="958"/>
                    <a:pt x="726" y="958"/>
                  </a:cubicBezTo>
                  <a:cubicBezTo>
                    <a:pt x="769" y="950"/>
                    <a:pt x="736" y="658"/>
                    <a:pt x="527" y="371"/>
                  </a:cubicBezTo>
                  <a:cubicBezTo>
                    <a:pt x="343" y="121"/>
                    <a:pt x="113" y="1"/>
                    <a:pt x="45"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43;p34">
              <a:extLst>
                <a:ext uri="{FF2B5EF4-FFF2-40B4-BE49-F238E27FC236}">
                  <a16:creationId xmlns:a16="http://schemas.microsoft.com/office/drawing/2014/main" id="{059435C3-F246-B983-DD20-960B6DAC575B}"/>
                </a:ext>
              </a:extLst>
            </p:cNvPr>
            <p:cNvSpPr/>
            <p:nvPr/>
          </p:nvSpPr>
          <p:spPr>
            <a:xfrm>
              <a:off x="8118975" y="3746850"/>
              <a:ext cx="36325" cy="9275"/>
            </a:xfrm>
            <a:custGeom>
              <a:avLst/>
              <a:gdLst/>
              <a:ahLst/>
              <a:cxnLst/>
              <a:rect l="l" t="t" r="r" b="b"/>
              <a:pathLst>
                <a:path w="1453" h="371" extrusionOk="0">
                  <a:moveTo>
                    <a:pt x="549" y="1"/>
                  </a:moveTo>
                  <a:cubicBezTo>
                    <a:pt x="225" y="1"/>
                    <a:pt x="1" y="119"/>
                    <a:pt x="18" y="151"/>
                  </a:cubicBezTo>
                  <a:cubicBezTo>
                    <a:pt x="22" y="164"/>
                    <a:pt x="46" y="167"/>
                    <a:pt x="85" y="167"/>
                  </a:cubicBezTo>
                  <a:cubicBezTo>
                    <a:pt x="152" y="167"/>
                    <a:pt x="262" y="157"/>
                    <a:pt x="399" y="157"/>
                  </a:cubicBezTo>
                  <a:cubicBezTo>
                    <a:pt x="498" y="157"/>
                    <a:pt x="611" y="162"/>
                    <a:pt x="731" y="181"/>
                  </a:cubicBezTo>
                  <a:cubicBezTo>
                    <a:pt x="1075" y="230"/>
                    <a:pt x="1334" y="371"/>
                    <a:pt x="1405" y="371"/>
                  </a:cubicBezTo>
                  <a:cubicBezTo>
                    <a:pt x="1413" y="371"/>
                    <a:pt x="1418" y="369"/>
                    <a:pt x="1421" y="365"/>
                  </a:cubicBezTo>
                  <a:cubicBezTo>
                    <a:pt x="1452" y="334"/>
                    <a:pt x="1186" y="80"/>
                    <a:pt x="756" y="17"/>
                  </a:cubicBezTo>
                  <a:cubicBezTo>
                    <a:pt x="684" y="6"/>
                    <a:pt x="614" y="1"/>
                    <a:pt x="549"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44;p34">
              <a:extLst>
                <a:ext uri="{FF2B5EF4-FFF2-40B4-BE49-F238E27FC236}">
                  <a16:creationId xmlns:a16="http://schemas.microsoft.com/office/drawing/2014/main" id="{10844492-21D9-1712-E16A-DCC0DDAD59AD}"/>
                </a:ext>
              </a:extLst>
            </p:cNvPr>
            <p:cNvSpPr/>
            <p:nvPr/>
          </p:nvSpPr>
          <p:spPr>
            <a:xfrm>
              <a:off x="8024700" y="3799325"/>
              <a:ext cx="254500" cy="4175"/>
            </a:xfrm>
            <a:custGeom>
              <a:avLst/>
              <a:gdLst/>
              <a:ahLst/>
              <a:cxnLst/>
              <a:rect l="l" t="t" r="r" b="b"/>
              <a:pathLst>
                <a:path w="10180" h="167" extrusionOk="0">
                  <a:moveTo>
                    <a:pt x="5090" y="0"/>
                  </a:moveTo>
                  <a:cubicBezTo>
                    <a:pt x="2278" y="0"/>
                    <a:pt x="0" y="38"/>
                    <a:pt x="0" y="84"/>
                  </a:cubicBezTo>
                  <a:cubicBezTo>
                    <a:pt x="0" y="129"/>
                    <a:pt x="2279" y="167"/>
                    <a:pt x="5090" y="167"/>
                  </a:cubicBezTo>
                  <a:cubicBezTo>
                    <a:pt x="7901" y="167"/>
                    <a:pt x="10180" y="130"/>
                    <a:pt x="10180" y="84"/>
                  </a:cubicBezTo>
                  <a:cubicBezTo>
                    <a:pt x="10180" y="38"/>
                    <a:pt x="7902" y="0"/>
                    <a:pt x="5090"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245;p34">
              <a:extLst>
                <a:ext uri="{FF2B5EF4-FFF2-40B4-BE49-F238E27FC236}">
                  <a16:creationId xmlns:a16="http://schemas.microsoft.com/office/drawing/2014/main" id="{F35B2A8C-9B58-7B5D-5C78-708195DD1919}"/>
                </a:ext>
              </a:extLst>
            </p:cNvPr>
            <p:cNvSpPr/>
            <p:nvPr/>
          </p:nvSpPr>
          <p:spPr>
            <a:xfrm>
              <a:off x="8193150" y="3747375"/>
              <a:ext cx="87225" cy="54675"/>
            </a:xfrm>
            <a:custGeom>
              <a:avLst/>
              <a:gdLst/>
              <a:ahLst/>
              <a:cxnLst/>
              <a:rect l="l" t="t" r="r" b="b"/>
              <a:pathLst>
                <a:path w="3489" h="2187" extrusionOk="0">
                  <a:moveTo>
                    <a:pt x="3117" y="1"/>
                  </a:moveTo>
                  <a:cubicBezTo>
                    <a:pt x="3038" y="1"/>
                    <a:pt x="2947" y="4"/>
                    <a:pt x="2847" y="13"/>
                  </a:cubicBezTo>
                  <a:cubicBezTo>
                    <a:pt x="2450" y="47"/>
                    <a:pt x="1904" y="194"/>
                    <a:pt x="1381" y="515"/>
                  </a:cubicBezTo>
                  <a:cubicBezTo>
                    <a:pt x="860" y="838"/>
                    <a:pt x="484" y="1261"/>
                    <a:pt x="276" y="1601"/>
                  </a:cubicBezTo>
                  <a:cubicBezTo>
                    <a:pt x="66" y="1941"/>
                    <a:pt x="0" y="2181"/>
                    <a:pt x="17" y="2186"/>
                  </a:cubicBezTo>
                  <a:cubicBezTo>
                    <a:pt x="18" y="2186"/>
                    <a:pt x="18" y="2187"/>
                    <a:pt x="19" y="2187"/>
                  </a:cubicBezTo>
                  <a:cubicBezTo>
                    <a:pt x="49" y="2187"/>
                    <a:pt x="154" y="1969"/>
                    <a:pt x="373" y="1666"/>
                  </a:cubicBezTo>
                  <a:cubicBezTo>
                    <a:pt x="599" y="1355"/>
                    <a:pt x="971" y="967"/>
                    <a:pt x="1468" y="657"/>
                  </a:cubicBezTo>
                  <a:cubicBezTo>
                    <a:pt x="1968" y="349"/>
                    <a:pt x="2482" y="194"/>
                    <a:pt x="2862" y="129"/>
                  </a:cubicBezTo>
                  <a:cubicBezTo>
                    <a:pt x="3242" y="65"/>
                    <a:pt x="3485" y="72"/>
                    <a:pt x="3487" y="44"/>
                  </a:cubicBezTo>
                  <a:cubicBezTo>
                    <a:pt x="3488" y="31"/>
                    <a:pt x="3351" y="1"/>
                    <a:pt x="3117"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246;p34">
              <a:extLst>
                <a:ext uri="{FF2B5EF4-FFF2-40B4-BE49-F238E27FC236}">
                  <a16:creationId xmlns:a16="http://schemas.microsoft.com/office/drawing/2014/main" id="{551059F7-2F10-A90D-7241-90B8328E6902}"/>
                </a:ext>
              </a:extLst>
            </p:cNvPr>
            <p:cNvSpPr/>
            <p:nvPr/>
          </p:nvSpPr>
          <p:spPr>
            <a:xfrm>
              <a:off x="8249425" y="3712500"/>
              <a:ext cx="10350" cy="37825"/>
            </a:xfrm>
            <a:custGeom>
              <a:avLst/>
              <a:gdLst/>
              <a:ahLst/>
              <a:cxnLst/>
              <a:rect l="l" t="t" r="r" b="b"/>
              <a:pathLst>
                <a:path w="414" h="1513" extrusionOk="0">
                  <a:moveTo>
                    <a:pt x="52" y="1"/>
                  </a:moveTo>
                  <a:cubicBezTo>
                    <a:pt x="52" y="1"/>
                    <a:pt x="52" y="1"/>
                    <a:pt x="51" y="1"/>
                  </a:cubicBezTo>
                  <a:cubicBezTo>
                    <a:pt x="6" y="4"/>
                    <a:pt x="0" y="358"/>
                    <a:pt x="89" y="781"/>
                  </a:cubicBezTo>
                  <a:cubicBezTo>
                    <a:pt x="176" y="1196"/>
                    <a:pt x="320" y="1513"/>
                    <a:pt x="366" y="1513"/>
                  </a:cubicBezTo>
                  <a:cubicBezTo>
                    <a:pt x="367" y="1513"/>
                    <a:pt x="368" y="1512"/>
                    <a:pt x="369" y="1512"/>
                  </a:cubicBezTo>
                  <a:cubicBezTo>
                    <a:pt x="413" y="1497"/>
                    <a:pt x="340" y="1161"/>
                    <a:pt x="252" y="748"/>
                  </a:cubicBezTo>
                  <a:cubicBezTo>
                    <a:pt x="165" y="336"/>
                    <a:pt x="99" y="1"/>
                    <a:pt x="52"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247;p34">
              <a:extLst>
                <a:ext uri="{FF2B5EF4-FFF2-40B4-BE49-F238E27FC236}">
                  <a16:creationId xmlns:a16="http://schemas.microsoft.com/office/drawing/2014/main" id="{C282F9CF-39AC-A183-EC2C-EB8C226AD041}"/>
                </a:ext>
              </a:extLst>
            </p:cNvPr>
            <p:cNvSpPr/>
            <p:nvPr/>
          </p:nvSpPr>
          <p:spPr>
            <a:xfrm>
              <a:off x="8059350" y="3769875"/>
              <a:ext cx="24900" cy="31475"/>
            </a:xfrm>
            <a:custGeom>
              <a:avLst/>
              <a:gdLst/>
              <a:ahLst/>
              <a:cxnLst/>
              <a:rect l="l" t="t" r="r" b="b"/>
              <a:pathLst>
                <a:path w="996" h="1259" extrusionOk="0">
                  <a:moveTo>
                    <a:pt x="76" y="0"/>
                  </a:moveTo>
                  <a:cubicBezTo>
                    <a:pt x="37" y="0"/>
                    <a:pt x="15" y="7"/>
                    <a:pt x="14" y="17"/>
                  </a:cubicBezTo>
                  <a:cubicBezTo>
                    <a:pt x="0" y="62"/>
                    <a:pt x="385" y="151"/>
                    <a:pt x="649" y="509"/>
                  </a:cubicBezTo>
                  <a:cubicBezTo>
                    <a:pt x="916" y="864"/>
                    <a:pt x="890" y="1258"/>
                    <a:pt x="938" y="1258"/>
                  </a:cubicBezTo>
                  <a:cubicBezTo>
                    <a:pt x="938" y="1258"/>
                    <a:pt x="938" y="1258"/>
                    <a:pt x="939" y="1258"/>
                  </a:cubicBezTo>
                  <a:cubicBezTo>
                    <a:pt x="960" y="1258"/>
                    <a:pt x="995" y="1162"/>
                    <a:pt x="993" y="1004"/>
                  </a:cubicBezTo>
                  <a:cubicBezTo>
                    <a:pt x="990" y="843"/>
                    <a:pt x="934" y="613"/>
                    <a:pt x="782" y="410"/>
                  </a:cubicBezTo>
                  <a:cubicBezTo>
                    <a:pt x="631" y="206"/>
                    <a:pt x="429" y="88"/>
                    <a:pt x="274" y="38"/>
                  </a:cubicBezTo>
                  <a:cubicBezTo>
                    <a:pt x="190" y="10"/>
                    <a:pt x="121" y="0"/>
                    <a:pt x="76"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248;p34">
              <a:extLst>
                <a:ext uri="{FF2B5EF4-FFF2-40B4-BE49-F238E27FC236}">
                  <a16:creationId xmlns:a16="http://schemas.microsoft.com/office/drawing/2014/main" id="{FE8BFD1E-229F-EAC2-EFC5-B802E5CEA64A}"/>
                </a:ext>
              </a:extLst>
            </p:cNvPr>
            <p:cNvSpPr/>
            <p:nvPr/>
          </p:nvSpPr>
          <p:spPr>
            <a:xfrm>
              <a:off x="7775800" y="2381975"/>
              <a:ext cx="536300" cy="1142825"/>
            </a:xfrm>
            <a:custGeom>
              <a:avLst/>
              <a:gdLst/>
              <a:ahLst/>
              <a:cxnLst/>
              <a:rect l="l" t="t" r="r" b="b"/>
              <a:pathLst>
                <a:path w="21452" h="45713" extrusionOk="0">
                  <a:moveTo>
                    <a:pt x="18272" y="1"/>
                  </a:moveTo>
                  <a:lnTo>
                    <a:pt x="0" y="442"/>
                  </a:lnTo>
                  <a:lnTo>
                    <a:pt x="2865" y="45712"/>
                  </a:lnTo>
                  <a:lnTo>
                    <a:pt x="21452" y="45712"/>
                  </a:lnTo>
                  <a:lnTo>
                    <a:pt x="182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49;p34">
              <a:extLst>
                <a:ext uri="{FF2B5EF4-FFF2-40B4-BE49-F238E27FC236}">
                  <a16:creationId xmlns:a16="http://schemas.microsoft.com/office/drawing/2014/main" id="{1DE8F585-A2D8-152B-7109-74E3DA1E7BFD}"/>
                </a:ext>
              </a:extLst>
            </p:cNvPr>
            <p:cNvSpPr/>
            <p:nvPr/>
          </p:nvSpPr>
          <p:spPr>
            <a:xfrm>
              <a:off x="8003825" y="2580050"/>
              <a:ext cx="69700" cy="945925"/>
            </a:xfrm>
            <a:custGeom>
              <a:avLst/>
              <a:gdLst/>
              <a:ahLst/>
              <a:cxnLst/>
              <a:rect l="l" t="t" r="r" b="b"/>
              <a:pathLst>
                <a:path w="2788" h="37837" extrusionOk="0">
                  <a:moveTo>
                    <a:pt x="43" y="1"/>
                  </a:moveTo>
                  <a:cubicBezTo>
                    <a:pt x="21" y="1"/>
                    <a:pt x="0" y="15"/>
                    <a:pt x="3" y="43"/>
                  </a:cubicBezTo>
                  <a:cubicBezTo>
                    <a:pt x="1017" y="12615"/>
                    <a:pt x="1536" y="25229"/>
                    <a:pt x="2686" y="37789"/>
                  </a:cubicBezTo>
                  <a:cubicBezTo>
                    <a:pt x="2689" y="37820"/>
                    <a:pt x="2715" y="37836"/>
                    <a:pt x="2740" y="37836"/>
                  </a:cubicBezTo>
                  <a:cubicBezTo>
                    <a:pt x="2765" y="37836"/>
                    <a:pt x="2788" y="37821"/>
                    <a:pt x="2786" y="37789"/>
                  </a:cubicBezTo>
                  <a:cubicBezTo>
                    <a:pt x="1802" y="25212"/>
                    <a:pt x="1210" y="12607"/>
                    <a:pt x="90" y="43"/>
                  </a:cubicBezTo>
                  <a:cubicBezTo>
                    <a:pt x="88" y="15"/>
                    <a:pt x="64" y="1"/>
                    <a:pt x="43"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250;p34">
              <a:extLst>
                <a:ext uri="{FF2B5EF4-FFF2-40B4-BE49-F238E27FC236}">
                  <a16:creationId xmlns:a16="http://schemas.microsoft.com/office/drawing/2014/main" id="{E229D368-59DC-CE70-5B26-25A890C4DAA7}"/>
                </a:ext>
              </a:extLst>
            </p:cNvPr>
            <p:cNvSpPr/>
            <p:nvPr/>
          </p:nvSpPr>
          <p:spPr>
            <a:xfrm>
              <a:off x="7293875" y="1827100"/>
              <a:ext cx="191350" cy="235975"/>
            </a:xfrm>
            <a:custGeom>
              <a:avLst/>
              <a:gdLst/>
              <a:ahLst/>
              <a:cxnLst/>
              <a:rect l="l" t="t" r="r" b="b"/>
              <a:pathLst>
                <a:path w="7654" h="9439" extrusionOk="0">
                  <a:moveTo>
                    <a:pt x="2613" y="1"/>
                  </a:moveTo>
                  <a:cubicBezTo>
                    <a:pt x="2214" y="1"/>
                    <a:pt x="2379" y="728"/>
                    <a:pt x="2379" y="728"/>
                  </a:cubicBezTo>
                  <a:cubicBezTo>
                    <a:pt x="2379" y="728"/>
                    <a:pt x="1898" y="461"/>
                    <a:pt x="1518" y="461"/>
                  </a:cubicBezTo>
                  <a:cubicBezTo>
                    <a:pt x="1271" y="461"/>
                    <a:pt x="1067" y="574"/>
                    <a:pt x="1067" y="946"/>
                  </a:cubicBezTo>
                  <a:cubicBezTo>
                    <a:pt x="1067" y="946"/>
                    <a:pt x="82" y="955"/>
                    <a:pt x="399" y="2128"/>
                  </a:cubicBezTo>
                  <a:cubicBezTo>
                    <a:pt x="431" y="2248"/>
                    <a:pt x="425" y="2316"/>
                    <a:pt x="397" y="2351"/>
                  </a:cubicBezTo>
                  <a:cubicBezTo>
                    <a:pt x="185" y="2629"/>
                    <a:pt x="1" y="2930"/>
                    <a:pt x="54" y="3275"/>
                  </a:cubicBezTo>
                  <a:cubicBezTo>
                    <a:pt x="172" y="4025"/>
                    <a:pt x="498" y="4947"/>
                    <a:pt x="589" y="5174"/>
                  </a:cubicBezTo>
                  <a:cubicBezTo>
                    <a:pt x="1253" y="6829"/>
                    <a:pt x="1583" y="6992"/>
                    <a:pt x="2047" y="7993"/>
                  </a:cubicBezTo>
                  <a:cubicBezTo>
                    <a:pt x="2107" y="8122"/>
                    <a:pt x="2801" y="9439"/>
                    <a:pt x="2801" y="9439"/>
                  </a:cubicBezTo>
                  <a:lnTo>
                    <a:pt x="7653" y="6495"/>
                  </a:lnTo>
                  <a:cubicBezTo>
                    <a:pt x="7653" y="6495"/>
                    <a:pt x="6837" y="4969"/>
                    <a:pt x="7051" y="4285"/>
                  </a:cubicBezTo>
                  <a:cubicBezTo>
                    <a:pt x="7276" y="3567"/>
                    <a:pt x="7607" y="2935"/>
                    <a:pt x="7607" y="2935"/>
                  </a:cubicBezTo>
                  <a:cubicBezTo>
                    <a:pt x="7607" y="2935"/>
                    <a:pt x="7444" y="2866"/>
                    <a:pt x="7211" y="2866"/>
                  </a:cubicBezTo>
                  <a:cubicBezTo>
                    <a:pt x="6894" y="2866"/>
                    <a:pt x="6447" y="2994"/>
                    <a:pt x="6096" y="3596"/>
                  </a:cubicBezTo>
                  <a:cubicBezTo>
                    <a:pt x="6096" y="3596"/>
                    <a:pt x="3992" y="780"/>
                    <a:pt x="3055" y="176"/>
                  </a:cubicBezTo>
                  <a:cubicBezTo>
                    <a:pt x="2860" y="51"/>
                    <a:pt x="2717" y="1"/>
                    <a:pt x="2613" y="1"/>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251;p34">
              <a:extLst>
                <a:ext uri="{FF2B5EF4-FFF2-40B4-BE49-F238E27FC236}">
                  <a16:creationId xmlns:a16="http://schemas.microsoft.com/office/drawing/2014/main" id="{DAB323A1-202A-D117-7291-BA29A978B5AD}"/>
                </a:ext>
              </a:extLst>
            </p:cNvPr>
            <p:cNvSpPr/>
            <p:nvPr/>
          </p:nvSpPr>
          <p:spPr>
            <a:xfrm>
              <a:off x="7351850" y="1844150"/>
              <a:ext cx="39025" cy="67250"/>
            </a:xfrm>
            <a:custGeom>
              <a:avLst/>
              <a:gdLst/>
              <a:ahLst/>
              <a:cxnLst/>
              <a:rect l="l" t="t" r="r" b="b"/>
              <a:pathLst>
                <a:path w="1561" h="2690" extrusionOk="0">
                  <a:moveTo>
                    <a:pt x="59" y="1"/>
                  </a:moveTo>
                  <a:cubicBezTo>
                    <a:pt x="29" y="1"/>
                    <a:pt x="0" y="23"/>
                    <a:pt x="14" y="58"/>
                  </a:cubicBezTo>
                  <a:cubicBezTo>
                    <a:pt x="355" y="959"/>
                    <a:pt x="940" y="1797"/>
                    <a:pt x="1387" y="2649"/>
                  </a:cubicBezTo>
                  <a:cubicBezTo>
                    <a:pt x="1403" y="2678"/>
                    <a:pt x="1427" y="2690"/>
                    <a:pt x="1451" y="2690"/>
                  </a:cubicBezTo>
                  <a:cubicBezTo>
                    <a:pt x="1505" y="2690"/>
                    <a:pt x="1560" y="2631"/>
                    <a:pt x="1527" y="2568"/>
                  </a:cubicBezTo>
                  <a:cubicBezTo>
                    <a:pt x="1092" y="1718"/>
                    <a:pt x="662" y="794"/>
                    <a:pt x="101" y="21"/>
                  </a:cubicBezTo>
                  <a:cubicBezTo>
                    <a:pt x="91" y="7"/>
                    <a:pt x="75" y="1"/>
                    <a:pt x="59"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252;p34">
              <a:extLst>
                <a:ext uri="{FF2B5EF4-FFF2-40B4-BE49-F238E27FC236}">
                  <a16:creationId xmlns:a16="http://schemas.microsoft.com/office/drawing/2014/main" id="{2077E873-32A2-B9A2-D9E8-0DA783244E3A}"/>
                </a:ext>
              </a:extLst>
            </p:cNvPr>
            <p:cNvSpPr/>
            <p:nvPr/>
          </p:nvSpPr>
          <p:spPr>
            <a:xfrm>
              <a:off x="8181950" y="1942675"/>
              <a:ext cx="14050" cy="195375"/>
            </a:xfrm>
            <a:custGeom>
              <a:avLst/>
              <a:gdLst/>
              <a:ahLst/>
              <a:cxnLst/>
              <a:rect l="l" t="t" r="r" b="b"/>
              <a:pathLst>
                <a:path w="562" h="7815" extrusionOk="0">
                  <a:moveTo>
                    <a:pt x="23" y="0"/>
                  </a:moveTo>
                  <a:cubicBezTo>
                    <a:pt x="23" y="0"/>
                    <a:pt x="23" y="0"/>
                    <a:pt x="23" y="0"/>
                  </a:cubicBezTo>
                  <a:cubicBezTo>
                    <a:pt x="1" y="2"/>
                    <a:pt x="8" y="439"/>
                    <a:pt x="39" y="1147"/>
                  </a:cubicBezTo>
                  <a:cubicBezTo>
                    <a:pt x="72" y="1855"/>
                    <a:pt x="126" y="2831"/>
                    <a:pt x="197" y="3912"/>
                  </a:cubicBezTo>
                  <a:cubicBezTo>
                    <a:pt x="269" y="4991"/>
                    <a:pt x="343" y="5969"/>
                    <a:pt x="404" y="6674"/>
                  </a:cubicBezTo>
                  <a:cubicBezTo>
                    <a:pt x="466" y="7379"/>
                    <a:pt x="516" y="7814"/>
                    <a:pt x="538" y="7814"/>
                  </a:cubicBezTo>
                  <a:cubicBezTo>
                    <a:pt x="538" y="7814"/>
                    <a:pt x="538" y="7814"/>
                    <a:pt x="538" y="7814"/>
                  </a:cubicBezTo>
                  <a:cubicBezTo>
                    <a:pt x="561" y="7812"/>
                    <a:pt x="554" y="7373"/>
                    <a:pt x="521" y="6665"/>
                  </a:cubicBezTo>
                  <a:cubicBezTo>
                    <a:pt x="490" y="5957"/>
                    <a:pt x="435" y="4980"/>
                    <a:pt x="364" y="3902"/>
                  </a:cubicBezTo>
                  <a:cubicBezTo>
                    <a:pt x="293" y="2823"/>
                    <a:pt x="219" y="1847"/>
                    <a:pt x="157" y="1142"/>
                  </a:cubicBezTo>
                  <a:cubicBezTo>
                    <a:pt x="96" y="437"/>
                    <a:pt x="46" y="0"/>
                    <a:pt x="23" y="0"/>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253;p34">
              <a:extLst>
                <a:ext uri="{FF2B5EF4-FFF2-40B4-BE49-F238E27FC236}">
                  <a16:creationId xmlns:a16="http://schemas.microsoft.com/office/drawing/2014/main" id="{D5610BE8-BFB4-8DE0-DF66-711B0DAC0E4F}"/>
                </a:ext>
              </a:extLst>
            </p:cNvPr>
            <p:cNvSpPr/>
            <p:nvPr/>
          </p:nvSpPr>
          <p:spPr>
            <a:xfrm>
              <a:off x="7760975" y="1961450"/>
              <a:ext cx="5500" cy="200050"/>
            </a:xfrm>
            <a:custGeom>
              <a:avLst/>
              <a:gdLst/>
              <a:ahLst/>
              <a:cxnLst/>
              <a:rect l="l" t="t" r="r" b="b"/>
              <a:pathLst>
                <a:path w="220" h="8002" extrusionOk="0">
                  <a:moveTo>
                    <a:pt x="184" y="0"/>
                  </a:moveTo>
                  <a:cubicBezTo>
                    <a:pt x="173" y="0"/>
                    <a:pt x="156" y="110"/>
                    <a:pt x="136" y="312"/>
                  </a:cubicBezTo>
                  <a:cubicBezTo>
                    <a:pt x="117" y="514"/>
                    <a:pt x="95" y="806"/>
                    <a:pt x="75" y="1168"/>
                  </a:cubicBezTo>
                  <a:cubicBezTo>
                    <a:pt x="34" y="1893"/>
                    <a:pt x="0" y="2894"/>
                    <a:pt x="3" y="4000"/>
                  </a:cubicBezTo>
                  <a:cubicBezTo>
                    <a:pt x="5" y="5108"/>
                    <a:pt x="40" y="6109"/>
                    <a:pt x="84" y="6832"/>
                  </a:cubicBezTo>
                  <a:cubicBezTo>
                    <a:pt x="105" y="7194"/>
                    <a:pt x="127" y="7488"/>
                    <a:pt x="147" y="7689"/>
                  </a:cubicBezTo>
                  <a:cubicBezTo>
                    <a:pt x="167" y="7891"/>
                    <a:pt x="184" y="8002"/>
                    <a:pt x="195" y="8002"/>
                  </a:cubicBezTo>
                  <a:cubicBezTo>
                    <a:pt x="219" y="8000"/>
                    <a:pt x="214" y="7552"/>
                    <a:pt x="201" y="6828"/>
                  </a:cubicBezTo>
                  <a:cubicBezTo>
                    <a:pt x="188" y="6104"/>
                    <a:pt x="170" y="5104"/>
                    <a:pt x="169" y="4000"/>
                  </a:cubicBezTo>
                  <a:cubicBezTo>
                    <a:pt x="168" y="2897"/>
                    <a:pt x="183" y="1897"/>
                    <a:pt x="193" y="1174"/>
                  </a:cubicBezTo>
                  <a:cubicBezTo>
                    <a:pt x="204" y="450"/>
                    <a:pt x="207" y="1"/>
                    <a:pt x="184" y="0"/>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254;p34">
              <a:extLst>
                <a:ext uri="{FF2B5EF4-FFF2-40B4-BE49-F238E27FC236}">
                  <a16:creationId xmlns:a16="http://schemas.microsoft.com/office/drawing/2014/main" id="{657EA8AA-A5A5-63F8-10D4-F406FCAF4A7A}"/>
                </a:ext>
              </a:extLst>
            </p:cNvPr>
            <p:cNvSpPr/>
            <p:nvPr/>
          </p:nvSpPr>
          <p:spPr>
            <a:xfrm>
              <a:off x="7617025" y="2166975"/>
              <a:ext cx="7225" cy="50150"/>
            </a:xfrm>
            <a:custGeom>
              <a:avLst/>
              <a:gdLst/>
              <a:ahLst/>
              <a:cxnLst/>
              <a:rect l="l" t="t" r="r" b="b"/>
              <a:pathLst>
                <a:path w="289" h="2006" extrusionOk="0">
                  <a:moveTo>
                    <a:pt x="49" y="0"/>
                  </a:moveTo>
                  <a:cubicBezTo>
                    <a:pt x="48" y="0"/>
                    <a:pt x="48" y="0"/>
                    <a:pt x="47" y="1"/>
                  </a:cubicBezTo>
                  <a:cubicBezTo>
                    <a:pt x="0" y="14"/>
                    <a:pt x="101" y="454"/>
                    <a:pt x="109" y="1002"/>
                  </a:cubicBezTo>
                  <a:cubicBezTo>
                    <a:pt x="122" y="1550"/>
                    <a:pt x="38" y="1993"/>
                    <a:pt x="86" y="2005"/>
                  </a:cubicBezTo>
                  <a:cubicBezTo>
                    <a:pt x="86" y="2005"/>
                    <a:pt x="87" y="2005"/>
                    <a:pt x="88" y="2005"/>
                  </a:cubicBezTo>
                  <a:cubicBezTo>
                    <a:pt x="132" y="2005"/>
                    <a:pt x="289" y="1566"/>
                    <a:pt x="276" y="999"/>
                  </a:cubicBezTo>
                  <a:cubicBezTo>
                    <a:pt x="267" y="434"/>
                    <a:pt x="94" y="0"/>
                    <a:pt x="49"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255;p34">
              <a:extLst>
                <a:ext uri="{FF2B5EF4-FFF2-40B4-BE49-F238E27FC236}">
                  <a16:creationId xmlns:a16="http://schemas.microsoft.com/office/drawing/2014/main" id="{373A0BB0-9B91-8050-2ED4-DF5B1E8ECD4E}"/>
                </a:ext>
              </a:extLst>
            </p:cNvPr>
            <p:cNvSpPr/>
            <p:nvPr/>
          </p:nvSpPr>
          <p:spPr>
            <a:xfrm>
              <a:off x="7399800" y="1914125"/>
              <a:ext cx="49150" cy="37275"/>
            </a:xfrm>
            <a:custGeom>
              <a:avLst/>
              <a:gdLst/>
              <a:ahLst/>
              <a:cxnLst/>
              <a:rect l="l" t="t" r="r" b="b"/>
              <a:pathLst>
                <a:path w="1966" h="1491" extrusionOk="0">
                  <a:moveTo>
                    <a:pt x="1943" y="0"/>
                  </a:moveTo>
                  <a:cubicBezTo>
                    <a:pt x="1919" y="0"/>
                    <a:pt x="1812" y="104"/>
                    <a:pt x="1701" y="314"/>
                  </a:cubicBezTo>
                  <a:cubicBezTo>
                    <a:pt x="1588" y="515"/>
                    <a:pt x="1516" y="821"/>
                    <a:pt x="1431" y="1142"/>
                  </a:cubicBezTo>
                  <a:lnTo>
                    <a:pt x="1431" y="1142"/>
                  </a:lnTo>
                  <a:lnTo>
                    <a:pt x="1406" y="1134"/>
                  </a:lnTo>
                  <a:cubicBezTo>
                    <a:pt x="1264" y="1091"/>
                    <a:pt x="1124" y="1073"/>
                    <a:pt x="991" y="1073"/>
                  </a:cubicBezTo>
                  <a:cubicBezTo>
                    <a:pt x="739" y="1073"/>
                    <a:pt x="513" y="1137"/>
                    <a:pt x="355" y="1216"/>
                  </a:cubicBezTo>
                  <a:cubicBezTo>
                    <a:pt x="107" y="1338"/>
                    <a:pt x="0" y="1475"/>
                    <a:pt x="14" y="1488"/>
                  </a:cubicBezTo>
                  <a:cubicBezTo>
                    <a:pt x="15" y="1490"/>
                    <a:pt x="18" y="1491"/>
                    <a:pt x="21" y="1491"/>
                  </a:cubicBezTo>
                  <a:cubicBezTo>
                    <a:pt x="55" y="1491"/>
                    <a:pt x="183" y="1401"/>
                    <a:pt x="400" y="1325"/>
                  </a:cubicBezTo>
                  <a:cubicBezTo>
                    <a:pt x="543" y="1274"/>
                    <a:pt x="731" y="1233"/>
                    <a:pt x="938" y="1233"/>
                  </a:cubicBezTo>
                  <a:cubicBezTo>
                    <a:pt x="1073" y="1233"/>
                    <a:pt x="1215" y="1250"/>
                    <a:pt x="1359" y="1293"/>
                  </a:cubicBezTo>
                  <a:lnTo>
                    <a:pt x="1457" y="1327"/>
                  </a:lnTo>
                  <a:lnTo>
                    <a:pt x="1546" y="1357"/>
                  </a:lnTo>
                  <a:lnTo>
                    <a:pt x="1568" y="1272"/>
                  </a:lnTo>
                  <a:cubicBezTo>
                    <a:pt x="1664" y="900"/>
                    <a:pt x="1715" y="578"/>
                    <a:pt x="1804" y="361"/>
                  </a:cubicBezTo>
                  <a:cubicBezTo>
                    <a:pt x="1887" y="141"/>
                    <a:pt x="1966" y="15"/>
                    <a:pt x="1946" y="1"/>
                  </a:cubicBezTo>
                  <a:cubicBezTo>
                    <a:pt x="1945" y="0"/>
                    <a:pt x="1944" y="0"/>
                    <a:pt x="1943"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256;p34">
              <a:extLst>
                <a:ext uri="{FF2B5EF4-FFF2-40B4-BE49-F238E27FC236}">
                  <a16:creationId xmlns:a16="http://schemas.microsoft.com/office/drawing/2014/main" id="{DE20078E-D5AC-3662-DF16-220B4905BA35}"/>
                </a:ext>
              </a:extLst>
            </p:cNvPr>
            <p:cNvSpPr/>
            <p:nvPr/>
          </p:nvSpPr>
          <p:spPr>
            <a:xfrm>
              <a:off x="7319475" y="1850450"/>
              <a:ext cx="44375" cy="80050"/>
            </a:xfrm>
            <a:custGeom>
              <a:avLst/>
              <a:gdLst/>
              <a:ahLst/>
              <a:cxnLst/>
              <a:rect l="l" t="t" r="r" b="b"/>
              <a:pathLst>
                <a:path w="1775" h="3202" extrusionOk="0">
                  <a:moveTo>
                    <a:pt x="44" y="1"/>
                  </a:moveTo>
                  <a:cubicBezTo>
                    <a:pt x="44" y="1"/>
                    <a:pt x="43" y="1"/>
                    <a:pt x="43" y="1"/>
                  </a:cubicBezTo>
                  <a:cubicBezTo>
                    <a:pt x="1" y="21"/>
                    <a:pt x="309" y="774"/>
                    <a:pt x="780" y="1659"/>
                  </a:cubicBezTo>
                  <a:cubicBezTo>
                    <a:pt x="1238" y="2530"/>
                    <a:pt x="1680" y="3201"/>
                    <a:pt x="1732" y="3201"/>
                  </a:cubicBezTo>
                  <a:cubicBezTo>
                    <a:pt x="1733" y="3201"/>
                    <a:pt x="1733" y="3201"/>
                    <a:pt x="1734" y="3201"/>
                  </a:cubicBezTo>
                  <a:cubicBezTo>
                    <a:pt x="1774" y="3178"/>
                    <a:pt x="1392" y="2465"/>
                    <a:pt x="927" y="1582"/>
                  </a:cubicBezTo>
                  <a:cubicBezTo>
                    <a:pt x="465" y="711"/>
                    <a:pt x="93" y="1"/>
                    <a:pt x="44"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257;p34">
              <a:extLst>
                <a:ext uri="{FF2B5EF4-FFF2-40B4-BE49-F238E27FC236}">
                  <a16:creationId xmlns:a16="http://schemas.microsoft.com/office/drawing/2014/main" id="{7FB0513C-C15F-3DBA-BD5D-18E3CA510ECE}"/>
                </a:ext>
              </a:extLst>
            </p:cNvPr>
            <p:cNvSpPr/>
            <p:nvPr/>
          </p:nvSpPr>
          <p:spPr>
            <a:xfrm>
              <a:off x="7303800" y="1883225"/>
              <a:ext cx="33250" cy="59050"/>
            </a:xfrm>
            <a:custGeom>
              <a:avLst/>
              <a:gdLst/>
              <a:ahLst/>
              <a:cxnLst/>
              <a:rect l="l" t="t" r="r" b="b"/>
              <a:pathLst>
                <a:path w="1330" h="2362" extrusionOk="0">
                  <a:moveTo>
                    <a:pt x="43" y="0"/>
                  </a:moveTo>
                  <a:cubicBezTo>
                    <a:pt x="42" y="0"/>
                    <a:pt x="41" y="0"/>
                    <a:pt x="40" y="1"/>
                  </a:cubicBezTo>
                  <a:cubicBezTo>
                    <a:pt x="0" y="19"/>
                    <a:pt x="210" y="580"/>
                    <a:pt x="554" y="1238"/>
                  </a:cubicBezTo>
                  <a:cubicBezTo>
                    <a:pt x="896" y="1878"/>
                    <a:pt x="1235" y="2361"/>
                    <a:pt x="1284" y="2361"/>
                  </a:cubicBezTo>
                  <a:cubicBezTo>
                    <a:pt x="1285" y="2361"/>
                    <a:pt x="1286" y="2361"/>
                    <a:pt x="1287" y="2361"/>
                  </a:cubicBezTo>
                  <a:cubicBezTo>
                    <a:pt x="1329" y="2335"/>
                    <a:pt x="1047" y="1808"/>
                    <a:pt x="702" y="1160"/>
                  </a:cubicBezTo>
                  <a:cubicBezTo>
                    <a:pt x="368" y="523"/>
                    <a:pt x="94" y="0"/>
                    <a:pt x="43"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258;p34">
              <a:extLst>
                <a:ext uri="{FF2B5EF4-FFF2-40B4-BE49-F238E27FC236}">
                  <a16:creationId xmlns:a16="http://schemas.microsoft.com/office/drawing/2014/main" id="{4EF76AFD-3EAB-CD8A-FA7C-30B56E8C8C92}"/>
                </a:ext>
              </a:extLst>
            </p:cNvPr>
            <p:cNvSpPr/>
            <p:nvPr/>
          </p:nvSpPr>
          <p:spPr>
            <a:xfrm>
              <a:off x="8115425" y="2426925"/>
              <a:ext cx="133150" cy="90725"/>
            </a:xfrm>
            <a:custGeom>
              <a:avLst/>
              <a:gdLst/>
              <a:ahLst/>
              <a:cxnLst/>
              <a:rect l="l" t="t" r="r" b="b"/>
              <a:pathLst>
                <a:path w="5326" h="3629" extrusionOk="0">
                  <a:moveTo>
                    <a:pt x="85" y="0"/>
                  </a:moveTo>
                  <a:cubicBezTo>
                    <a:pt x="42" y="0"/>
                    <a:pt x="1" y="33"/>
                    <a:pt x="17" y="86"/>
                  </a:cubicBezTo>
                  <a:cubicBezTo>
                    <a:pt x="692" y="2170"/>
                    <a:pt x="2699" y="3629"/>
                    <a:pt x="4875" y="3629"/>
                  </a:cubicBezTo>
                  <a:cubicBezTo>
                    <a:pt x="4994" y="3629"/>
                    <a:pt x="5114" y="3624"/>
                    <a:pt x="5234" y="3616"/>
                  </a:cubicBezTo>
                  <a:cubicBezTo>
                    <a:pt x="5323" y="3609"/>
                    <a:pt x="5326" y="3474"/>
                    <a:pt x="5237" y="3474"/>
                  </a:cubicBezTo>
                  <a:cubicBezTo>
                    <a:pt x="5236" y="3474"/>
                    <a:pt x="5235" y="3474"/>
                    <a:pt x="5234" y="3475"/>
                  </a:cubicBezTo>
                  <a:cubicBezTo>
                    <a:pt x="5180" y="3476"/>
                    <a:pt x="5126" y="3477"/>
                    <a:pt x="5072" y="3477"/>
                  </a:cubicBezTo>
                  <a:cubicBezTo>
                    <a:pt x="2850" y="3477"/>
                    <a:pt x="923" y="2158"/>
                    <a:pt x="154" y="48"/>
                  </a:cubicBezTo>
                  <a:cubicBezTo>
                    <a:pt x="142" y="15"/>
                    <a:pt x="113" y="0"/>
                    <a:pt x="85"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259;p34">
              <a:extLst>
                <a:ext uri="{FF2B5EF4-FFF2-40B4-BE49-F238E27FC236}">
                  <a16:creationId xmlns:a16="http://schemas.microsoft.com/office/drawing/2014/main" id="{9C5ADCEF-3724-0C77-7ABF-263A0DE29C93}"/>
                </a:ext>
              </a:extLst>
            </p:cNvPr>
            <p:cNvSpPr/>
            <p:nvPr/>
          </p:nvSpPr>
          <p:spPr>
            <a:xfrm>
              <a:off x="7781875" y="2414775"/>
              <a:ext cx="95825" cy="153800"/>
            </a:xfrm>
            <a:custGeom>
              <a:avLst/>
              <a:gdLst/>
              <a:ahLst/>
              <a:cxnLst/>
              <a:rect l="l" t="t" r="r" b="b"/>
              <a:pathLst>
                <a:path w="3833" h="6152" extrusionOk="0">
                  <a:moveTo>
                    <a:pt x="3760" y="1"/>
                  </a:moveTo>
                  <a:cubicBezTo>
                    <a:pt x="3723" y="1"/>
                    <a:pt x="3685" y="24"/>
                    <a:pt x="3683" y="71"/>
                  </a:cubicBezTo>
                  <a:cubicBezTo>
                    <a:pt x="3550" y="2628"/>
                    <a:pt x="2206" y="4791"/>
                    <a:pt x="22" y="6109"/>
                  </a:cubicBezTo>
                  <a:cubicBezTo>
                    <a:pt x="0" y="6122"/>
                    <a:pt x="12" y="6152"/>
                    <a:pt x="32" y="6152"/>
                  </a:cubicBezTo>
                  <a:cubicBezTo>
                    <a:pt x="36" y="6152"/>
                    <a:pt x="40" y="6151"/>
                    <a:pt x="44" y="6148"/>
                  </a:cubicBezTo>
                  <a:lnTo>
                    <a:pt x="44" y="6149"/>
                  </a:lnTo>
                  <a:cubicBezTo>
                    <a:pt x="2275" y="4919"/>
                    <a:pt x="3683" y="2607"/>
                    <a:pt x="3830" y="71"/>
                  </a:cubicBezTo>
                  <a:cubicBezTo>
                    <a:pt x="3833" y="24"/>
                    <a:pt x="3797" y="1"/>
                    <a:pt x="3760"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260;p34">
              <a:extLst>
                <a:ext uri="{FF2B5EF4-FFF2-40B4-BE49-F238E27FC236}">
                  <a16:creationId xmlns:a16="http://schemas.microsoft.com/office/drawing/2014/main" id="{09936DF4-D66F-5653-C759-1BDE2383F209}"/>
                </a:ext>
              </a:extLst>
            </p:cNvPr>
            <p:cNvSpPr/>
            <p:nvPr/>
          </p:nvSpPr>
          <p:spPr>
            <a:xfrm>
              <a:off x="7870950" y="2061050"/>
              <a:ext cx="181075" cy="374400"/>
            </a:xfrm>
            <a:custGeom>
              <a:avLst/>
              <a:gdLst/>
              <a:ahLst/>
              <a:cxnLst/>
              <a:rect l="l" t="t" r="r" b="b"/>
              <a:pathLst>
                <a:path w="7243" h="14976" extrusionOk="0">
                  <a:moveTo>
                    <a:pt x="3752" y="1"/>
                  </a:moveTo>
                  <a:lnTo>
                    <a:pt x="0" y="934"/>
                  </a:lnTo>
                  <a:lnTo>
                    <a:pt x="3491" y="14976"/>
                  </a:lnTo>
                  <a:lnTo>
                    <a:pt x="7242" y="14043"/>
                  </a:lnTo>
                  <a:lnTo>
                    <a:pt x="3752" y="1"/>
                  </a:lnTo>
                  <a:close/>
                </a:path>
              </a:pathLst>
            </a:custGeom>
            <a:solidFill>
              <a:srgbClr val="E5B0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261;p34">
              <a:extLst>
                <a:ext uri="{FF2B5EF4-FFF2-40B4-BE49-F238E27FC236}">
                  <a16:creationId xmlns:a16="http://schemas.microsoft.com/office/drawing/2014/main" id="{CD334980-BF16-E680-7F2B-C43C58C775A8}"/>
                </a:ext>
              </a:extLst>
            </p:cNvPr>
            <p:cNvSpPr/>
            <p:nvPr/>
          </p:nvSpPr>
          <p:spPr>
            <a:xfrm>
              <a:off x="7891200" y="2151175"/>
              <a:ext cx="93200" cy="23400"/>
            </a:xfrm>
            <a:custGeom>
              <a:avLst/>
              <a:gdLst/>
              <a:ahLst/>
              <a:cxnLst/>
              <a:rect l="l" t="t" r="r" b="b"/>
              <a:pathLst>
                <a:path w="3728" h="936" extrusionOk="0">
                  <a:moveTo>
                    <a:pt x="3686" y="0"/>
                  </a:moveTo>
                  <a:cubicBezTo>
                    <a:pt x="3524" y="0"/>
                    <a:pt x="2758" y="160"/>
                    <a:pt x="1844" y="387"/>
                  </a:cubicBezTo>
                  <a:cubicBezTo>
                    <a:pt x="822" y="641"/>
                    <a:pt x="1" y="884"/>
                    <a:pt x="12" y="928"/>
                  </a:cubicBezTo>
                  <a:cubicBezTo>
                    <a:pt x="13" y="933"/>
                    <a:pt x="24" y="935"/>
                    <a:pt x="43" y="935"/>
                  </a:cubicBezTo>
                  <a:cubicBezTo>
                    <a:pt x="205" y="935"/>
                    <a:pt x="971" y="775"/>
                    <a:pt x="1884" y="548"/>
                  </a:cubicBezTo>
                  <a:cubicBezTo>
                    <a:pt x="2908" y="294"/>
                    <a:pt x="3728" y="52"/>
                    <a:pt x="3717" y="7"/>
                  </a:cubicBezTo>
                  <a:cubicBezTo>
                    <a:pt x="3716" y="3"/>
                    <a:pt x="3705" y="0"/>
                    <a:pt x="3686"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262;p34">
              <a:extLst>
                <a:ext uri="{FF2B5EF4-FFF2-40B4-BE49-F238E27FC236}">
                  <a16:creationId xmlns:a16="http://schemas.microsoft.com/office/drawing/2014/main" id="{377BF0E2-6DC7-252A-CDA2-70D1B24D802D}"/>
                </a:ext>
              </a:extLst>
            </p:cNvPr>
            <p:cNvSpPr/>
            <p:nvPr/>
          </p:nvSpPr>
          <p:spPr>
            <a:xfrm>
              <a:off x="7900650" y="2179600"/>
              <a:ext cx="95350" cy="23950"/>
            </a:xfrm>
            <a:custGeom>
              <a:avLst/>
              <a:gdLst/>
              <a:ahLst/>
              <a:cxnLst/>
              <a:rect l="l" t="t" r="r" b="b"/>
              <a:pathLst>
                <a:path w="3814" h="958" extrusionOk="0">
                  <a:moveTo>
                    <a:pt x="3770" y="0"/>
                  </a:moveTo>
                  <a:cubicBezTo>
                    <a:pt x="3605" y="0"/>
                    <a:pt x="2820" y="165"/>
                    <a:pt x="1886" y="398"/>
                  </a:cubicBezTo>
                  <a:cubicBezTo>
                    <a:pt x="840" y="658"/>
                    <a:pt x="1" y="906"/>
                    <a:pt x="12" y="950"/>
                  </a:cubicBezTo>
                  <a:cubicBezTo>
                    <a:pt x="13" y="955"/>
                    <a:pt x="23" y="957"/>
                    <a:pt x="41" y="957"/>
                  </a:cubicBezTo>
                  <a:cubicBezTo>
                    <a:pt x="201" y="957"/>
                    <a:pt x="989" y="793"/>
                    <a:pt x="1927" y="560"/>
                  </a:cubicBezTo>
                  <a:cubicBezTo>
                    <a:pt x="2974" y="299"/>
                    <a:pt x="3813" y="52"/>
                    <a:pt x="3802" y="8"/>
                  </a:cubicBezTo>
                  <a:cubicBezTo>
                    <a:pt x="3801" y="3"/>
                    <a:pt x="3790" y="0"/>
                    <a:pt x="3770"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263;p34">
              <a:extLst>
                <a:ext uri="{FF2B5EF4-FFF2-40B4-BE49-F238E27FC236}">
                  <a16:creationId xmlns:a16="http://schemas.microsoft.com/office/drawing/2014/main" id="{47BDE787-788D-58A8-32E7-F8560D9DE61C}"/>
                </a:ext>
              </a:extLst>
            </p:cNvPr>
            <p:cNvSpPr/>
            <p:nvPr/>
          </p:nvSpPr>
          <p:spPr>
            <a:xfrm>
              <a:off x="7945925" y="2362225"/>
              <a:ext cx="93200" cy="23400"/>
            </a:xfrm>
            <a:custGeom>
              <a:avLst/>
              <a:gdLst/>
              <a:ahLst/>
              <a:cxnLst/>
              <a:rect l="l" t="t" r="r" b="b"/>
              <a:pathLst>
                <a:path w="3728" h="936" extrusionOk="0">
                  <a:moveTo>
                    <a:pt x="3684" y="0"/>
                  </a:moveTo>
                  <a:cubicBezTo>
                    <a:pt x="3520" y="0"/>
                    <a:pt x="2755" y="160"/>
                    <a:pt x="1844" y="386"/>
                  </a:cubicBezTo>
                  <a:cubicBezTo>
                    <a:pt x="820" y="641"/>
                    <a:pt x="1" y="884"/>
                    <a:pt x="12" y="928"/>
                  </a:cubicBezTo>
                  <a:cubicBezTo>
                    <a:pt x="13" y="933"/>
                    <a:pt x="24" y="935"/>
                    <a:pt x="43" y="935"/>
                  </a:cubicBezTo>
                  <a:cubicBezTo>
                    <a:pt x="205" y="935"/>
                    <a:pt x="971" y="776"/>
                    <a:pt x="1884" y="549"/>
                  </a:cubicBezTo>
                  <a:cubicBezTo>
                    <a:pt x="2907" y="294"/>
                    <a:pt x="3728" y="52"/>
                    <a:pt x="3717" y="8"/>
                  </a:cubicBezTo>
                  <a:cubicBezTo>
                    <a:pt x="3716" y="3"/>
                    <a:pt x="3704" y="0"/>
                    <a:pt x="3684"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264;p34">
              <a:extLst>
                <a:ext uri="{FF2B5EF4-FFF2-40B4-BE49-F238E27FC236}">
                  <a16:creationId xmlns:a16="http://schemas.microsoft.com/office/drawing/2014/main" id="{C5CE6D18-EFD0-1A54-56C0-B80E208D27CB}"/>
                </a:ext>
              </a:extLst>
            </p:cNvPr>
            <p:cNvSpPr/>
            <p:nvPr/>
          </p:nvSpPr>
          <p:spPr>
            <a:xfrm>
              <a:off x="7936500" y="2333000"/>
              <a:ext cx="94250" cy="23675"/>
            </a:xfrm>
            <a:custGeom>
              <a:avLst/>
              <a:gdLst/>
              <a:ahLst/>
              <a:cxnLst/>
              <a:rect l="l" t="t" r="r" b="b"/>
              <a:pathLst>
                <a:path w="3770" h="947" extrusionOk="0">
                  <a:moveTo>
                    <a:pt x="3727" y="0"/>
                  </a:moveTo>
                  <a:cubicBezTo>
                    <a:pt x="3565" y="0"/>
                    <a:pt x="2789" y="162"/>
                    <a:pt x="1865" y="393"/>
                  </a:cubicBezTo>
                  <a:cubicBezTo>
                    <a:pt x="830" y="650"/>
                    <a:pt x="0" y="895"/>
                    <a:pt x="11" y="939"/>
                  </a:cubicBezTo>
                  <a:cubicBezTo>
                    <a:pt x="13" y="944"/>
                    <a:pt x="23" y="946"/>
                    <a:pt x="43" y="946"/>
                  </a:cubicBezTo>
                  <a:cubicBezTo>
                    <a:pt x="207" y="946"/>
                    <a:pt x="982" y="784"/>
                    <a:pt x="1905" y="555"/>
                  </a:cubicBezTo>
                  <a:cubicBezTo>
                    <a:pt x="2940" y="297"/>
                    <a:pt x="3769" y="53"/>
                    <a:pt x="3758" y="7"/>
                  </a:cubicBezTo>
                  <a:cubicBezTo>
                    <a:pt x="3757" y="3"/>
                    <a:pt x="3747" y="0"/>
                    <a:pt x="3727"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265;p34">
              <a:extLst>
                <a:ext uri="{FF2B5EF4-FFF2-40B4-BE49-F238E27FC236}">
                  <a16:creationId xmlns:a16="http://schemas.microsoft.com/office/drawing/2014/main" id="{3F93C0F1-A303-FE3C-A9FB-BD22AB2599F1}"/>
                </a:ext>
              </a:extLst>
            </p:cNvPr>
            <p:cNvSpPr/>
            <p:nvPr/>
          </p:nvSpPr>
          <p:spPr>
            <a:xfrm>
              <a:off x="7978575" y="2092150"/>
              <a:ext cx="197650" cy="320375"/>
            </a:xfrm>
            <a:custGeom>
              <a:avLst/>
              <a:gdLst/>
              <a:ahLst/>
              <a:cxnLst/>
              <a:rect l="l" t="t" r="r" b="b"/>
              <a:pathLst>
                <a:path w="7906" h="12815" extrusionOk="0">
                  <a:moveTo>
                    <a:pt x="5031" y="1"/>
                  </a:moveTo>
                  <a:lnTo>
                    <a:pt x="1" y="1251"/>
                  </a:lnTo>
                  <a:lnTo>
                    <a:pt x="2875" y="12814"/>
                  </a:lnTo>
                  <a:lnTo>
                    <a:pt x="7906" y="11564"/>
                  </a:lnTo>
                  <a:lnTo>
                    <a:pt x="5031" y="1"/>
                  </a:lnTo>
                  <a:close/>
                </a:path>
              </a:pathLst>
            </a:custGeom>
            <a:solidFill>
              <a:srgbClr val="984C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266;p34">
              <a:extLst>
                <a:ext uri="{FF2B5EF4-FFF2-40B4-BE49-F238E27FC236}">
                  <a16:creationId xmlns:a16="http://schemas.microsoft.com/office/drawing/2014/main" id="{DD475528-4AD0-446E-50E4-93B207E1B4A4}"/>
                </a:ext>
              </a:extLst>
            </p:cNvPr>
            <p:cNvSpPr/>
            <p:nvPr/>
          </p:nvSpPr>
          <p:spPr>
            <a:xfrm>
              <a:off x="7996325" y="2108425"/>
              <a:ext cx="46050" cy="84300"/>
            </a:xfrm>
            <a:custGeom>
              <a:avLst/>
              <a:gdLst/>
              <a:ahLst/>
              <a:cxnLst/>
              <a:rect l="l" t="t" r="r" b="b"/>
              <a:pathLst>
                <a:path w="1842" h="3372" extrusionOk="0">
                  <a:moveTo>
                    <a:pt x="1698" y="0"/>
                  </a:moveTo>
                  <a:cubicBezTo>
                    <a:pt x="1698" y="0"/>
                    <a:pt x="1698" y="0"/>
                    <a:pt x="1697" y="0"/>
                  </a:cubicBezTo>
                  <a:cubicBezTo>
                    <a:pt x="1671" y="5"/>
                    <a:pt x="1710" y="233"/>
                    <a:pt x="1702" y="591"/>
                  </a:cubicBezTo>
                  <a:cubicBezTo>
                    <a:pt x="1693" y="950"/>
                    <a:pt x="1613" y="1452"/>
                    <a:pt x="1369" y="1942"/>
                  </a:cubicBezTo>
                  <a:cubicBezTo>
                    <a:pt x="1123" y="2430"/>
                    <a:pt x="770" y="2795"/>
                    <a:pt x="488" y="3017"/>
                  </a:cubicBezTo>
                  <a:cubicBezTo>
                    <a:pt x="206" y="3242"/>
                    <a:pt x="1" y="3344"/>
                    <a:pt x="13" y="3369"/>
                  </a:cubicBezTo>
                  <a:cubicBezTo>
                    <a:pt x="13" y="3370"/>
                    <a:pt x="16" y="3371"/>
                    <a:pt x="21" y="3371"/>
                  </a:cubicBezTo>
                  <a:cubicBezTo>
                    <a:pt x="65" y="3371"/>
                    <a:pt x="276" y="3301"/>
                    <a:pt x="558" y="3112"/>
                  </a:cubicBezTo>
                  <a:cubicBezTo>
                    <a:pt x="869" y="2907"/>
                    <a:pt x="1258" y="2535"/>
                    <a:pt x="1518" y="2016"/>
                  </a:cubicBezTo>
                  <a:cubicBezTo>
                    <a:pt x="1777" y="1497"/>
                    <a:pt x="1842" y="962"/>
                    <a:pt x="1820" y="590"/>
                  </a:cubicBezTo>
                  <a:cubicBezTo>
                    <a:pt x="1800" y="219"/>
                    <a:pt x="1717" y="0"/>
                    <a:pt x="1698"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267;p34">
              <a:extLst>
                <a:ext uri="{FF2B5EF4-FFF2-40B4-BE49-F238E27FC236}">
                  <a16:creationId xmlns:a16="http://schemas.microsoft.com/office/drawing/2014/main" id="{A0F8758D-D58F-1CFD-838A-10F688120901}"/>
                </a:ext>
              </a:extLst>
            </p:cNvPr>
            <p:cNvSpPr/>
            <p:nvPr/>
          </p:nvSpPr>
          <p:spPr>
            <a:xfrm>
              <a:off x="8017350" y="2212425"/>
              <a:ext cx="115925" cy="54075"/>
            </a:xfrm>
            <a:custGeom>
              <a:avLst/>
              <a:gdLst/>
              <a:ahLst/>
              <a:cxnLst/>
              <a:rect l="l" t="t" r="r" b="b"/>
              <a:pathLst>
                <a:path w="4637" h="2163" extrusionOk="0">
                  <a:moveTo>
                    <a:pt x="3886" y="0"/>
                  </a:moveTo>
                  <a:cubicBezTo>
                    <a:pt x="3876" y="0"/>
                    <a:pt x="3865" y="1"/>
                    <a:pt x="3854" y="1"/>
                  </a:cubicBezTo>
                  <a:cubicBezTo>
                    <a:pt x="3367" y="4"/>
                    <a:pt x="2690" y="114"/>
                    <a:pt x="2007" y="419"/>
                  </a:cubicBezTo>
                  <a:cubicBezTo>
                    <a:pt x="1325" y="727"/>
                    <a:pt x="793" y="1161"/>
                    <a:pt x="468" y="1522"/>
                  </a:cubicBezTo>
                  <a:cubicBezTo>
                    <a:pt x="140" y="1884"/>
                    <a:pt x="0" y="2153"/>
                    <a:pt x="15" y="2162"/>
                  </a:cubicBezTo>
                  <a:cubicBezTo>
                    <a:pt x="15" y="2162"/>
                    <a:pt x="16" y="2163"/>
                    <a:pt x="17" y="2163"/>
                  </a:cubicBezTo>
                  <a:cubicBezTo>
                    <a:pt x="51" y="2163"/>
                    <a:pt x="224" y="1925"/>
                    <a:pt x="552" y="1604"/>
                  </a:cubicBezTo>
                  <a:cubicBezTo>
                    <a:pt x="891" y="1273"/>
                    <a:pt x="1416" y="869"/>
                    <a:pt x="2076" y="570"/>
                  </a:cubicBezTo>
                  <a:cubicBezTo>
                    <a:pt x="2735" y="276"/>
                    <a:pt x="3385" y="153"/>
                    <a:pt x="3859" y="118"/>
                  </a:cubicBezTo>
                  <a:cubicBezTo>
                    <a:pt x="4334" y="84"/>
                    <a:pt x="4630" y="115"/>
                    <a:pt x="4633" y="86"/>
                  </a:cubicBezTo>
                  <a:cubicBezTo>
                    <a:pt x="4637" y="70"/>
                    <a:pt x="4352" y="0"/>
                    <a:pt x="3886"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268;p34">
              <a:extLst>
                <a:ext uri="{FF2B5EF4-FFF2-40B4-BE49-F238E27FC236}">
                  <a16:creationId xmlns:a16="http://schemas.microsoft.com/office/drawing/2014/main" id="{3D908D0F-B3BA-393C-27FB-968DD471A6D9}"/>
                </a:ext>
              </a:extLst>
            </p:cNvPr>
            <p:cNvSpPr/>
            <p:nvPr/>
          </p:nvSpPr>
          <p:spPr>
            <a:xfrm>
              <a:off x="8067625" y="2294175"/>
              <a:ext cx="84400" cy="114075"/>
            </a:xfrm>
            <a:custGeom>
              <a:avLst/>
              <a:gdLst/>
              <a:ahLst/>
              <a:cxnLst/>
              <a:rect l="l" t="t" r="r" b="b"/>
              <a:pathLst>
                <a:path w="3376" h="4563" extrusionOk="0">
                  <a:moveTo>
                    <a:pt x="2871" y="1"/>
                  </a:moveTo>
                  <a:cubicBezTo>
                    <a:pt x="2733" y="1"/>
                    <a:pt x="2571" y="13"/>
                    <a:pt x="2390" y="46"/>
                  </a:cubicBezTo>
                  <a:cubicBezTo>
                    <a:pt x="1794" y="144"/>
                    <a:pt x="950" y="554"/>
                    <a:pt x="470" y="1396"/>
                  </a:cubicBezTo>
                  <a:cubicBezTo>
                    <a:pt x="0" y="2242"/>
                    <a:pt x="90" y="3176"/>
                    <a:pt x="316" y="3738"/>
                  </a:cubicBezTo>
                  <a:cubicBezTo>
                    <a:pt x="427" y="4026"/>
                    <a:pt x="560" y="4238"/>
                    <a:pt x="667" y="4372"/>
                  </a:cubicBezTo>
                  <a:cubicBezTo>
                    <a:pt x="769" y="4501"/>
                    <a:pt x="839" y="4563"/>
                    <a:pt x="851" y="4563"/>
                  </a:cubicBezTo>
                  <a:cubicBezTo>
                    <a:pt x="852" y="4563"/>
                    <a:pt x="852" y="4562"/>
                    <a:pt x="852" y="4562"/>
                  </a:cubicBezTo>
                  <a:cubicBezTo>
                    <a:pt x="880" y="4542"/>
                    <a:pt x="612" y="4263"/>
                    <a:pt x="427" y="3698"/>
                  </a:cubicBezTo>
                  <a:cubicBezTo>
                    <a:pt x="238" y="3150"/>
                    <a:pt x="177" y="2268"/>
                    <a:pt x="616" y="1477"/>
                  </a:cubicBezTo>
                  <a:cubicBezTo>
                    <a:pt x="1062" y="692"/>
                    <a:pt x="1848" y="285"/>
                    <a:pt x="2415" y="161"/>
                  </a:cubicBezTo>
                  <a:cubicBezTo>
                    <a:pt x="2706" y="93"/>
                    <a:pt x="2946" y="80"/>
                    <a:pt x="3113" y="80"/>
                  </a:cubicBezTo>
                  <a:cubicBezTo>
                    <a:pt x="3211" y="80"/>
                    <a:pt x="3283" y="85"/>
                    <a:pt x="3326" y="85"/>
                  </a:cubicBezTo>
                  <a:cubicBezTo>
                    <a:pt x="3357" y="85"/>
                    <a:pt x="3373" y="83"/>
                    <a:pt x="3373" y="76"/>
                  </a:cubicBezTo>
                  <a:cubicBezTo>
                    <a:pt x="3375" y="67"/>
                    <a:pt x="3284" y="39"/>
                    <a:pt x="3114" y="16"/>
                  </a:cubicBezTo>
                  <a:cubicBezTo>
                    <a:pt x="3046" y="7"/>
                    <a:pt x="2964" y="1"/>
                    <a:pt x="2871" y="1"/>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269;p34">
              <a:extLst>
                <a:ext uri="{FF2B5EF4-FFF2-40B4-BE49-F238E27FC236}">
                  <a16:creationId xmlns:a16="http://schemas.microsoft.com/office/drawing/2014/main" id="{1FD3480B-4E62-FA02-6B62-8051D32BF311}"/>
                </a:ext>
              </a:extLst>
            </p:cNvPr>
            <p:cNvSpPr/>
            <p:nvPr/>
          </p:nvSpPr>
          <p:spPr>
            <a:xfrm>
              <a:off x="8088225" y="2020300"/>
              <a:ext cx="134175" cy="362750"/>
            </a:xfrm>
            <a:custGeom>
              <a:avLst/>
              <a:gdLst/>
              <a:ahLst/>
              <a:cxnLst/>
              <a:rect l="l" t="t" r="r" b="b"/>
              <a:pathLst>
                <a:path w="5367" h="14510" extrusionOk="0">
                  <a:moveTo>
                    <a:pt x="1876" y="1"/>
                  </a:moveTo>
                  <a:lnTo>
                    <a:pt x="0" y="467"/>
                  </a:lnTo>
                  <a:lnTo>
                    <a:pt x="3491" y="14510"/>
                  </a:lnTo>
                  <a:lnTo>
                    <a:pt x="5367" y="14043"/>
                  </a:lnTo>
                  <a:lnTo>
                    <a:pt x="1876" y="1"/>
                  </a:lnTo>
                  <a:close/>
                </a:path>
              </a:pathLst>
            </a:custGeom>
            <a:solidFill>
              <a:srgbClr val="DC7C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270;p34">
              <a:extLst>
                <a:ext uri="{FF2B5EF4-FFF2-40B4-BE49-F238E27FC236}">
                  <a16:creationId xmlns:a16="http://schemas.microsoft.com/office/drawing/2014/main" id="{CEB708A1-3522-BA55-AC6A-80E26D2F7191}"/>
                </a:ext>
              </a:extLst>
            </p:cNvPr>
            <p:cNvSpPr/>
            <p:nvPr/>
          </p:nvSpPr>
          <p:spPr>
            <a:xfrm>
              <a:off x="8100875" y="2068225"/>
              <a:ext cx="44500" cy="11650"/>
            </a:xfrm>
            <a:custGeom>
              <a:avLst/>
              <a:gdLst/>
              <a:ahLst/>
              <a:cxnLst/>
              <a:rect l="l" t="t" r="r" b="b"/>
              <a:pathLst>
                <a:path w="1780" h="466" extrusionOk="0">
                  <a:moveTo>
                    <a:pt x="1707" y="0"/>
                  </a:moveTo>
                  <a:cubicBezTo>
                    <a:pt x="1576" y="0"/>
                    <a:pt x="1248" y="58"/>
                    <a:pt x="870" y="153"/>
                  </a:cubicBezTo>
                  <a:cubicBezTo>
                    <a:pt x="385" y="272"/>
                    <a:pt x="1" y="407"/>
                    <a:pt x="11" y="451"/>
                  </a:cubicBezTo>
                  <a:cubicBezTo>
                    <a:pt x="13" y="461"/>
                    <a:pt x="35" y="466"/>
                    <a:pt x="72" y="466"/>
                  </a:cubicBezTo>
                  <a:cubicBezTo>
                    <a:pt x="204" y="466"/>
                    <a:pt x="532" y="408"/>
                    <a:pt x="910" y="314"/>
                  </a:cubicBezTo>
                  <a:cubicBezTo>
                    <a:pt x="1396" y="194"/>
                    <a:pt x="1780" y="59"/>
                    <a:pt x="1769" y="15"/>
                  </a:cubicBezTo>
                  <a:cubicBezTo>
                    <a:pt x="1766" y="5"/>
                    <a:pt x="1745" y="0"/>
                    <a:pt x="1707"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271;p34">
              <a:extLst>
                <a:ext uri="{FF2B5EF4-FFF2-40B4-BE49-F238E27FC236}">
                  <a16:creationId xmlns:a16="http://schemas.microsoft.com/office/drawing/2014/main" id="{54D2BC82-2911-9BEA-77FF-C9B0F68B647D}"/>
                </a:ext>
              </a:extLst>
            </p:cNvPr>
            <p:cNvSpPr/>
            <p:nvPr/>
          </p:nvSpPr>
          <p:spPr>
            <a:xfrm>
              <a:off x="8099950" y="2060325"/>
              <a:ext cx="44500" cy="11700"/>
            </a:xfrm>
            <a:custGeom>
              <a:avLst/>
              <a:gdLst/>
              <a:ahLst/>
              <a:cxnLst/>
              <a:rect l="l" t="t" r="r" b="b"/>
              <a:pathLst>
                <a:path w="1780" h="468" extrusionOk="0">
                  <a:moveTo>
                    <a:pt x="1707" y="1"/>
                  </a:moveTo>
                  <a:cubicBezTo>
                    <a:pt x="1575" y="1"/>
                    <a:pt x="1248" y="59"/>
                    <a:pt x="870" y="153"/>
                  </a:cubicBezTo>
                  <a:cubicBezTo>
                    <a:pt x="384" y="274"/>
                    <a:pt x="0" y="407"/>
                    <a:pt x="10" y="453"/>
                  </a:cubicBezTo>
                  <a:cubicBezTo>
                    <a:pt x="13" y="463"/>
                    <a:pt x="34" y="467"/>
                    <a:pt x="71" y="467"/>
                  </a:cubicBezTo>
                  <a:cubicBezTo>
                    <a:pt x="202" y="467"/>
                    <a:pt x="531" y="409"/>
                    <a:pt x="910" y="315"/>
                  </a:cubicBezTo>
                  <a:cubicBezTo>
                    <a:pt x="1395" y="194"/>
                    <a:pt x="1779" y="60"/>
                    <a:pt x="1768" y="15"/>
                  </a:cubicBezTo>
                  <a:cubicBezTo>
                    <a:pt x="1766" y="6"/>
                    <a:pt x="1744" y="1"/>
                    <a:pt x="1707" y="1"/>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272;p34">
              <a:extLst>
                <a:ext uri="{FF2B5EF4-FFF2-40B4-BE49-F238E27FC236}">
                  <a16:creationId xmlns:a16="http://schemas.microsoft.com/office/drawing/2014/main" id="{92C75D98-A6B9-0773-2A59-9957BA93242E}"/>
                </a:ext>
              </a:extLst>
            </p:cNvPr>
            <p:cNvSpPr/>
            <p:nvPr/>
          </p:nvSpPr>
          <p:spPr>
            <a:xfrm>
              <a:off x="8169525" y="2344300"/>
              <a:ext cx="44525" cy="11675"/>
            </a:xfrm>
            <a:custGeom>
              <a:avLst/>
              <a:gdLst/>
              <a:ahLst/>
              <a:cxnLst/>
              <a:rect l="l" t="t" r="r" b="b"/>
              <a:pathLst>
                <a:path w="1781" h="467" extrusionOk="0">
                  <a:moveTo>
                    <a:pt x="1708" y="1"/>
                  </a:moveTo>
                  <a:cubicBezTo>
                    <a:pt x="1576" y="1"/>
                    <a:pt x="1248" y="59"/>
                    <a:pt x="870" y="153"/>
                  </a:cubicBezTo>
                  <a:cubicBezTo>
                    <a:pt x="384" y="273"/>
                    <a:pt x="0" y="407"/>
                    <a:pt x="11" y="452"/>
                  </a:cubicBezTo>
                  <a:cubicBezTo>
                    <a:pt x="13" y="461"/>
                    <a:pt x="35" y="466"/>
                    <a:pt x="72" y="466"/>
                  </a:cubicBezTo>
                  <a:cubicBezTo>
                    <a:pt x="203" y="466"/>
                    <a:pt x="532" y="408"/>
                    <a:pt x="910" y="314"/>
                  </a:cubicBezTo>
                  <a:cubicBezTo>
                    <a:pt x="1395" y="194"/>
                    <a:pt x="1780" y="60"/>
                    <a:pt x="1769" y="15"/>
                  </a:cubicBezTo>
                  <a:cubicBezTo>
                    <a:pt x="1767" y="5"/>
                    <a:pt x="1745" y="1"/>
                    <a:pt x="1708" y="1"/>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273;p34">
              <a:extLst>
                <a:ext uri="{FF2B5EF4-FFF2-40B4-BE49-F238E27FC236}">
                  <a16:creationId xmlns:a16="http://schemas.microsoft.com/office/drawing/2014/main" id="{6038CB4B-000E-BDD3-7612-3B9F6A2A2B1F}"/>
                </a:ext>
              </a:extLst>
            </p:cNvPr>
            <p:cNvSpPr/>
            <p:nvPr/>
          </p:nvSpPr>
          <p:spPr>
            <a:xfrm>
              <a:off x="8168575" y="2336425"/>
              <a:ext cx="44525" cy="11675"/>
            </a:xfrm>
            <a:custGeom>
              <a:avLst/>
              <a:gdLst/>
              <a:ahLst/>
              <a:cxnLst/>
              <a:rect l="l" t="t" r="r" b="b"/>
              <a:pathLst>
                <a:path w="1781" h="467" extrusionOk="0">
                  <a:moveTo>
                    <a:pt x="1708" y="0"/>
                  </a:moveTo>
                  <a:cubicBezTo>
                    <a:pt x="1576" y="0"/>
                    <a:pt x="1248" y="58"/>
                    <a:pt x="870" y="152"/>
                  </a:cubicBezTo>
                  <a:cubicBezTo>
                    <a:pt x="385" y="272"/>
                    <a:pt x="0" y="407"/>
                    <a:pt x="11" y="451"/>
                  </a:cubicBezTo>
                  <a:cubicBezTo>
                    <a:pt x="14" y="461"/>
                    <a:pt x="35" y="466"/>
                    <a:pt x="73" y="466"/>
                  </a:cubicBezTo>
                  <a:cubicBezTo>
                    <a:pt x="205" y="466"/>
                    <a:pt x="533" y="408"/>
                    <a:pt x="910" y="313"/>
                  </a:cubicBezTo>
                  <a:cubicBezTo>
                    <a:pt x="1395" y="194"/>
                    <a:pt x="1781" y="59"/>
                    <a:pt x="1769" y="15"/>
                  </a:cubicBezTo>
                  <a:cubicBezTo>
                    <a:pt x="1767" y="5"/>
                    <a:pt x="1745" y="0"/>
                    <a:pt x="1708"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274;p34">
              <a:extLst>
                <a:ext uri="{FF2B5EF4-FFF2-40B4-BE49-F238E27FC236}">
                  <a16:creationId xmlns:a16="http://schemas.microsoft.com/office/drawing/2014/main" id="{AC425461-D95F-BE43-C24D-7D848A6BF095}"/>
                </a:ext>
              </a:extLst>
            </p:cNvPr>
            <p:cNvSpPr/>
            <p:nvPr/>
          </p:nvSpPr>
          <p:spPr>
            <a:xfrm>
              <a:off x="8131725" y="2117250"/>
              <a:ext cx="46925" cy="179625"/>
            </a:xfrm>
            <a:custGeom>
              <a:avLst/>
              <a:gdLst/>
              <a:ahLst/>
              <a:cxnLst/>
              <a:rect l="l" t="t" r="r" b="b"/>
              <a:pathLst>
                <a:path w="1877" h="7185" extrusionOk="0">
                  <a:moveTo>
                    <a:pt x="47" y="1"/>
                  </a:moveTo>
                  <a:cubicBezTo>
                    <a:pt x="46" y="1"/>
                    <a:pt x="46" y="1"/>
                    <a:pt x="46" y="1"/>
                  </a:cubicBezTo>
                  <a:cubicBezTo>
                    <a:pt x="1" y="12"/>
                    <a:pt x="365" y="1630"/>
                    <a:pt x="858" y="3613"/>
                  </a:cubicBezTo>
                  <a:cubicBezTo>
                    <a:pt x="1349" y="5590"/>
                    <a:pt x="1785" y="7185"/>
                    <a:pt x="1831" y="7185"/>
                  </a:cubicBezTo>
                  <a:cubicBezTo>
                    <a:pt x="1832" y="7185"/>
                    <a:pt x="1832" y="7185"/>
                    <a:pt x="1832" y="7185"/>
                  </a:cubicBezTo>
                  <a:cubicBezTo>
                    <a:pt x="1876" y="7174"/>
                    <a:pt x="1513" y="5557"/>
                    <a:pt x="1020" y="3573"/>
                  </a:cubicBezTo>
                  <a:cubicBezTo>
                    <a:pt x="528" y="1596"/>
                    <a:pt x="94" y="1"/>
                    <a:pt x="47" y="1"/>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275;p34">
              <a:extLst>
                <a:ext uri="{FF2B5EF4-FFF2-40B4-BE49-F238E27FC236}">
                  <a16:creationId xmlns:a16="http://schemas.microsoft.com/office/drawing/2014/main" id="{A04EE8E4-34AE-385A-12B9-0FD4AF40BBB3}"/>
                </a:ext>
              </a:extLst>
            </p:cNvPr>
            <p:cNvSpPr/>
            <p:nvPr/>
          </p:nvSpPr>
          <p:spPr>
            <a:xfrm>
              <a:off x="7999725" y="2129650"/>
              <a:ext cx="396700" cy="308625"/>
            </a:xfrm>
            <a:custGeom>
              <a:avLst/>
              <a:gdLst/>
              <a:ahLst/>
              <a:cxnLst/>
              <a:rect l="l" t="t" r="r" b="b"/>
              <a:pathLst>
                <a:path w="15868" h="12345" extrusionOk="0">
                  <a:moveTo>
                    <a:pt x="11165" y="0"/>
                  </a:moveTo>
                  <a:cubicBezTo>
                    <a:pt x="9401" y="0"/>
                    <a:pt x="8018" y="358"/>
                    <a:pt x="8018" y="358"/>
                  </a:cubicBezTo>
                  <a:lnTo>
                    <a:pt x="8101" y="4371"/>
                  </a:lnTo>
                  <a:lnTo>
                    <a:pt x="0" y="5781"/>
                  </a:lnTo>
                  <a:lnTo>
                    <a:pt x="831" y="11743"/>
                  </a:lnTo>
                  <a:cubicBezTo>
                    <a:pt x="831" y="11743"/>
                    <a:pt x="3866" y="12344"/>
                    <a:pt x="7098" y="12344"/>
                  </a:cubicBezTo>
                  <a:cubicBezTo>
                    <a:pt x="8736" y="12344"/>
                    <a:pt x="10425" y="12190"/>
                    <a:pt x="11795" y="11724"/>
                  </a:cubicBezTo>
                  <a:cubicBezTo>
                    <a:pt x="15867" y="10340"/>
                    <a:pt x="15001" y="730"/>
                    <a:pt x="15001" y="730"/>
                  </a:cubicBezTo>
                  <a:cubicBezTo>
                    <a:pt x="13757" y="167"/>
                    <a:pt x="12372" y="0"/>
                    <a:pt x="11165"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276;p34">
              <a:extLst>
                <a:ext uri="{FF2B5EF4-FFF2-40B4-BE49-F238E27FC236}">
                  <a16:creationId xmlns:a16="http://schemas.microsoft.com/office/drawing/2014/main" id="{DF5D90F8-DA27-0621-0354-E7B1504FA2F1}"/>
                </a:ext>
              </a:extLst>
            </p:cNvPr>
            <p:cNvSpPr/>
            <p:nvPr/>
          </p:nvSpPr>
          <p:spPr>
            <a:xfrm>
              <a:off x="8198925" y="2235825"/>
              <a:ext cx="50400" cy="32400"/>
            </a:xfrm>
            <a:custGeom>
              <a:avLst/>
              <a:gdLst/>
              <a:ahLst/>
              <a:cxnLst/>
              <a:rect l="l" t="t" r="r" b="b"/>
              <a:pathLst>
                <a:path w="2016" h="1296" extrusionOk="0">
                  <a:moveTo>
                    <a:pt x="59" y="1"/>
                  </a:moveTo>
                  <a:cubicBezTo>
                    <a:pt x="29" y="1"/>
                    <a:pt x="12" y="5"/>
                    <a:pt x="11" y="12"/>
                  </a:cubicBezTo>
                  <a:cubicBezTo>
                    <a:pt x="0" y="61"/>
                    <a:pt x="521" y="192"/>
                    <a:pt x="1063" y="549"/>
                  </a:cubicBezTo>
                  <a:cubicBezTo>
                    <a:pt x="1589" y="888"/>
                    <a:pt x="1915" y="1295"/>
                    <a:pt x="1973" y="1295"/>
                  </a:cubicBezTo>
                  <a:cubicBezTo>
                    <a:pt x="1975" y="1295"/>
                    <a:pt x="1977" y="1295"/>
                    <a:pt x="1978" y="1293"/>
                  </a:cubicBezTo>
                  <a:cubicBezTo>
                    <a:pt x="2016" y="1275"/>
                    <a:pt x="1730" y="781"/>
                    <a:pt x="1154" y="409"/>
                  </a:cubicBezTo>
                  <a:cubicBezTo>
                    <a:pt x="679" y="96"/>
                    <a:pt x="208" y="1"/>
                    <a:pt x="59"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277;p34">
              <a:extLst>
                <a:ext uri="{FF2B5EF4-FFF2-40B4-BE49-F238E27FC236}">
                  <a16:creationId xmlns:a16="http://schemas.microsoft.com/office/drawing/2014/main" id="{9607AC81-738F-5BF6-A83E-9F85CE5D2FA2}"/>
                </a:ext>
              </a:extLst>
            </p:cNvPr>
            <p:cNvSpPr/>
            <p:nvPr/>
          </p:nvSpPr>
          <p:spPr>
            <a:xfrm>
              <a:off x="7862400" y="2227825"/>
              <a:ext cx="201075" cy="202150"/>
            </a:xfrm>
            <a:custGeom>
              <a:avLst/>
              <a:gdLst/>
              <a:ahLst/>
              <a:cxnLst/>
              <a:rect l="l" t="t" r="r" b="b"/>
              <a:pathLst>
                <a:path w="8043" h="8086" extrusionOk="0">
                  <a:moveTo>
                    <a:pt x="5982" y="0"/>
                  </a:moveTo>
                  <a:cubicBezTo>
                    <a:pt x="5960" y="0"/>
                    <a:pt x="5947" y="1"/>
                    <a:pt x="5947" y="1"/>
                  </a:cubicBezTo>
                  <a:lnTo>
                    <a:pt x="5872" y="130"/>
                  </a:lnTo>
                  <a:cubicBezTo>
                    <a:pt x="5265" y="1155"/>
                    <a:pt x="4193" y="1834"/>
                    <a:pt x="3004" y="1890"/>
                  </a:cubicBezTo>
                  <a:lnTo>
                    <a:pt x="2970" y="1892"/>
                  </a:lnTo>
                  <a:cubicBezTo>
                    <a:pt x="1856" y="1937"/>
                    <a:pt x="456" y="1881"/>
                    <a:pt x="297" y="2203"/>
                  </a:cubicBezTo>
                  <a:cubicBezTo>
                    <a:pt x="0" y="2803"/>
                    <a:pt x="406" y="3218"/>
                    <a:pt x="1119" y="3575"/>
                  </a:cubicBezTo>
                  <a:cubicBezTo>
                    <a:pt x="1119" y="3575"/>
                    <a:pt x="701" y="4203"/>
                    <a:pt x="1233" y="4610"/>
                  </a:cubicBezTo>
                  <a:cubicBezTo>
                    <a:pt x="1233" y="4610"/>
                    <a:pt x="1119" y="5490"/>
                    <a:pt x="1544" y="5858"/>
                  </a:cubicBezTo>
                  <a:cubicBezTo>
                    <a:pt x="1903" y="6167"/>
                    <a:pt x="3974" y="7719"/>
                    <a:pt x="7694" y="8086"/>
                  </a:cubicBezTo>
                  <a:lnTo>
                    <a:pt x="7694" y="2783"/>
                  </a:lnTo>
                  <a:cubicBezTo>
                    <a:pt x="7694" y="2783"/>
                    <a:pt x="8043" y="1085"/>
                    <a:pt x="7091" y="332"/>
                  </a:cubicBezTo>
                  <a:cubicBezTo>
                    <a:pt x="6697" y="21"/>
                    <a:pt x="6128" y="0"/>
                    <a:pt x="5982"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278;p34">
              <a:extLst>
                <a:ext uri="{FF2B5EF4-FFF2-40B4-BE49-F238E27FC236}">
                  <a16:creationId xmlns:a16="http://schemas.microsoft.com/office/drawing/2014/main" id="{0AF3396A-3AF1-DCAE-04A7-8292979CB87B}"/>
                </a:ext>
              </a:extLst>
            </p:cNvPr>
            <p:cNvSpPr/>
            <p:nvPr/>
          </p:nvSpPr>
          <p:spPr>
            <a:xfrm>
              <a:off x="7886450" y="2316250"/>
              <a:ext cx="94500" cy="12350"/>
            </a:xfrm>
            <a:custGeom>
              <a:avLst/>
              <a:gdLst/>
              <a:ahLst/>
              <a:cxnLst/>
              <a:rect l="l" t="t" r="r" b="b"/>
              <a:pathLst>
                <a:path w="3780" h="494" extrusionOk="0">
                  <a:moveTo>
                    <a:pt x="60" y="0"/>
                  </a:moveTo>
                  <a:cubicBezTo>
                    <a:pt x="25" y="0"/>
                    <a:pt x="0" y="51"/>
                    <a:pt x="39" y="70"/>
                  </a:cubicBezTo>
                  <a:cubicBezTo>
                    <a:pt x="641" y="360"/>
                    <a:pt x="1366" y="494"/>
                    <a:pt x="2086" y="494"/>
                  </a:cubicBezTo>
                  <a:cubicBezTo>
                    <a:pt x="2645" y="494"/>
                    <a:pt x="3202" y="413"/>
                    <a:pt x="3694" y="263"/>
                  </a:cubicBezTo>
                  <a:cubicBezTo>
                    <a:pt x="3779" y="237"/>
                    <a:pt x="3750" y="123"/>
                    <a:pt x="3671" y="123"/>
                  </a:cubicBezTo>
                  <a:cubicBezTo>
                    <a:pt x="3666" y="123"/>
                    <a:pt x="3661" y="123"/>
                    <a:pt x="3656" y="124"/>
                  </a:cubicBezTo>
                  <a:cubicBezTo>
                    <a:pt x="3121" y="214"/>
                    <a:pt x="2595" y="310"/>
                    <a:pt x="2053" y="310"/>
                  </a:cubicBezTo>
                  <a:cubicBezTo>
                    <a:pt x="1987" y="310"/>
                    <a:pt x="1921" y="308"/>
                    <a:pt x="1855" y="305"/>
                  </a:cubicBezTo>
                  <a:cubicBezTo>
                    <a:pt x="1243" y="278"/>
                    <a:pt x="664" y="113"/>
                    <a:pt x="68" y="1"/>
                  </a:cubicBezTo>
                  <a:cubicBezTo>
                    <a:pt x="65" y="1"/>
                    <a:pt x="63" y="0"/>
                    <a:pt x="60"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279;p34">
              <a:extLst>
                <a:ext uri="{FF2B5EF4-FFF2-40B4-BE49-F238E27FC236}">
                  <a16:creationId xmlns:a16="http://schemas.microsoft.com/office/drawing/2014/main" id="{467503A7-84AE-BCEF-CBCD-009C3DF7F291}"/>
                </a:ext>
              </a:extLst>
            </p:cNvPr>
            <p:cNvSpPr/>
            <p:nvPr/>
          </p:nvSpPr>
          <p:spPr>
            <a:xfrm>
              <a:off x="7890975" y="2343925"/>
              <a:ext cx="91075" cy="21550"/>
            </a:xfrm>
            <a:custGeom>
              <a:avLst/>
              <a:gdLst/>
              <a:ahLst/>
              <a:cxnLst/>
              <a:rect l="l" t="t" r="r" b="b"/>
              <a:pathLst>
                <a:path w="3643" h="862" extrusionOk="0">
                  <a:moveTo>
                    <a:pt x="81" y="1"/>
                  </a:moveTo>
                  <a:cubicBezTo>
                    <a:pt x="36" y="1"/>
                    <a:pt x="0" y="62"/>
                    <a:pt x="39" y="99"/>
                  </a:cubicBezTo>
                  <a:lnTo>
                    <a:pt x="40" y="99"/>
                  </a:lnTo>
                  <a:cubicBezTo>
                    <a:pt x="605" y="629"/>
                    <a:pt x="1361" y="861"/>
                    <a:pt x="2124" y="861"/>
                  </a:cubicBezTo>
                  <a:cubicBezTo>
                    <a:pt x="2611" y="861"/>
                    <a:pt x="3101" y="767"/>
                    <a:pt x="3546" y="594"/>
                  </a:cubicBezTo>
                  <a:cubicBezTo>
                    <a:pt x="3642" y="557"/>
                    <a:pt x="3618" y="416"/>
                    <a:pt x="3528" y="416"/>
                  </a:cubicBezTo>
                  <a:cubicBezTo>
                    <a:pt x="3519" y="416"/>
                    <a:pt x="3509" y="418"/>
                    <a:pt x="3498" y="421"/>
                  </a:cubicBezTo>
                  <a:cubicBezTo>
                    <a:pt x="3036" y="569"/>
                    <a:pt x="2590" y="646"/>
                    <a:pt x="2156" y="646"/>
                  </a:cubicBezTo>
                  <a:cubicBezTo>
                    <a:pt x="1449" y="646"/>
                    <a:pt x="774" y="442"/>
                    <a:pt x="109" y="9"/>
                  </a:cubicBezTo>
                  <a:cubicBezTo>
                    <a:pt x="100" y="3"/>
                    <a:pt x="90" y="1"/>
                    <a:pt x="81"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280;p34">
              <a:extLst>
                <a:ext uri="{FF2B5EF4-FFF2-40B4-BE49-F238E27FC236}">
                  <a16:creationId xmlns:a16="http://schemas.microsoft.com/office/drawing/2014/main" id="{0167460D-8376-A52F-30C5-8AFC3664BBB7}"/>
                </a:ext>
              </a:extLst>
            </p:cNvPr>
            <p:cNvSpPr/>
            <p:nvPr/>
          </p:nvSpPr>
          <p:spPr>
            <a:xfrm>
              <a:off x="7940575" y="1526525"/>
              <a:ext cx="159175" cy="256875"/>
            </a:xfrm>
            <a:custGeom>
              <a:avLst/>
              <a:gdLst/>
              <a:ahLst/>
              <a:cxnLst/>
              <a:rect l="l" t="t" r="r" b="b"/>
              <a:pathLst>
                <a:path w="6367" h="10275" extrusionOk="0">
                  <a:moveTo>
                    <a:pt x="6366" y="0"/>
                  </a:moveTo>
                  <a:lnTo>
                    <a:pt x="1" y="4316"/>
                  </a:lnTo>
                  <a:lnTo>
                    <a:pt x="1" y="9016"/>
                  </a:lnTo>
                  <a:cubicBezTo>
                    <a:pt x="1" y="9016"/>
                    <a:pt x="1607" y="10274"/>
                    <a:pt x="3117" y="10274"/>
                  </a:cubicBezTo>
                  <a:cubicBezTo>
                    <a:pt x="4626" y="10274"/>
                    <a:pt x="6366" y="9224"/>
                    <a:pt x="6366" y="9224"/>
                  </a:cubicBezTo>
                  <a:lnTo>
                    <a:pt x="6366" y="0"/>
                  </a:ln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81;p34">
              <a:extLst>
                <a:ext uri="{FF2B5EF4-FFF2-40B4-BE49-F238E27FC236}">
                  <a16:creationId xmlns:a16="http://schemas.microsoft.com/office/drawing/2014/main" id="{355D0E6D-B13C-DCA9-A88C-203E6C3CB444}"/>
                </a:ext>
              </a:extLst>
            </p:cNvPr>
            <p:cNvSpPr/>
            <p:nvPr/>
          </p:nvSpPr>
          <p:spPr>
            <a:xfrm>
              <a:off x="7940575" y="1561925"/>
              <a:ext cx="143825" cy="142500"/>
            </a:xfrm>
            <a:custGeom>
              <a:avLst/>
              <a:gdLst/>
              <a:ahLst/>
              <a:cxnLst/>
              <a:rect l="l" t="t" r="r" b="b"/>
              <a:pathLst>
                <a:path w="5753" h="5700" extrusionOk="0">
                  <a:moveTo>
                    <a:pt x="5752" y="0"/>
                  </a:moveTo>
                  <a:lnTo>
                    <a:pt x="1" y="3212"/>
                  </a:lnTo>
                  <a:lnTo>
                    <a:pt x="1" y="5558"/>
                  </a:lnTo>
                  <a:cubicBezTo>
                    <a:pt x="1" y="5558"/>
                    <a:pt x="509" y="5699"/>
                    <a:pt x="1223" y="5699"/>
                  </a:cubicBezTo>
                  <a:cubicBezTo>
                    <a:pt x="2866" y="5699"/>
                    <a:pt x="5602" y="4950"/>
                    <a:pt x="5752"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82;p34">
              <a:extLst>
                <a:ext uri="{FF2B5EF4-FFF2-40B4-BE49-F238E27FC236}">
                  <a16:creationId xmlns:a16="http://schemas.microsoft.com/office/drawing/2014/main" id="{2C29E663-A49D-E580-91EE-4804E031F7B7}"/>
                </a:ext>
              </a:extLst>
            </p:cNvPr>
            <p:cNvSpPr/>
            <p:nvPr/>
          </p:nvSpPr>
          <p:spPr>
            <a:xfrm>
              <a:off x="8088175" y="1467100"/>
              <a:ext cx="53900" cy="68875"/>
            </a:xfrm>
            <a:custGeom>
              <a:avLst/>
              <a:gdLst/>
              <a:ahLst/>
              <a:cxnLst/>
              <a:rect l="l" t="t" r="r" b="b"/>
              <a:pathLst>
                <a:path w="2156" h="2755" extrusionOk="0">
                  <a:moveTo>
                    <a:pt x="1095" y="0"/>
                  </a:moveTo>
                  <a:cubicBezTo>
                    <a:pt x="1038" y="0"/>
                    <a:pt x="980" y="4"/>
                    <a:pt x="924" y="12"/>
                  </a:cubicBezTo>
                  <a:cubicBezTo>
                    <a:pt x="679" y="45"/>
                    <a:pt x="447" y="141"/>
                    <a:pt x="217" y="235"/>
                  </a:cubicBezTo>
                  <a:lnTo>
                    <a:pt x="0" y="2606"/>
                  </a:lnTo>
                  <a:cubicBezTo>
                    <a:pt x="186" y="2707"/>
                    <a:pt x="395" y="2754"/>
                    <a:pt x="604" y="2754"/>
                  </a:cubicBezTo>
                  <a:cubicBezTo>
                    <a:pt x="964" y="2754"/>
                    <a:pt x="1328" y="2613"/>
                    <a:pt x="1591" y="2359"/>
                  </a:cubicBezTo>
                  <a:cubicBezTo>
                    <a:pt x="2005" y="1957"/>
                    <a:pt x="2156" y="1306"/>
                    <a:pt x="1999" y="744"/>
                  </a:cubicBezTo>
                  <a:cubicBezTo>
                    <a:pt x="1936" y="517"/>
                    <a:pt x="1821" y="298"/>
                    <a:pt x="1635" y="161"/>
                  </a:cubicBezTo>
                  <a:cubicBezTo>
                    <a:pt x="1480" y="47"/>
                    <a:pt x="1288" y="0"/>
                    <a:pt x="1095"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83;p34">
              <a:extLst>
                <a:ext uri="{FF2B5EF4-FFF2-40B4-BE49-F238E27FC236}">
                  <a16:creationId xmlns:a16="http://schemas.microsoft.com/office/drawing/2014/main" id="{8BACA9DB-E271-0633-58DB-19D48E40A671}"/>
                </a:ext>
              </a:extLst>
            </p:cNvPr>
            <p:cNvSpPr/>
            <p:nvPr/>
          </p:nvSpPr>
          <p:spPr>
            <a:xfrm>
              <a:off x="8102750" y="1476600"/>
              <a:ext cx="27325" cy="44475"/>
            </a:xfrm>
            <a:custGeom>
              <a:avLst/>
              <a:gdLst/>
              <a:ahLst/>
              <a:cxnLst/>
              <a:rect l="l" t="t" r="r" b="b"/>
              <a:pathLst>
                <a:path w="1093" h="1779" extrusionOk="0">
                  <a:moveTo>
                    <a:pt x="637" y="1"/>
                  </a:moveTo>
                  <a:cubicBezTo>
                    <a:pt x="625" y="1"/>
                    <a:pt x="614" y="5"/>
                    <a:pt x="603" y="15"/>
                  </a:cubicBezTo>
                  <a:lnTo>
                    <a:pt x="604" y="15"/>
                  </a:lnTo>
                  <a:cubicBezTo>
                    <a:pt x="394" y="224"/>
                    <a:pt x="226" y="448"/>
                    <a:pt x="66" y="694"/>
                  </a:cubicBezTo>
                  <a:lnTo>
                    <a:pt x="66" y="694"/>
                  </a:lnTo>
                  <a:cubicBezTo>
                    <a:pt x="51" y="714"/>
                    <a:pt x="38" y="736"/>
                    <a:pt x="25" y="759"/>
                  </a:cubicBezTo>
                  <a:cubicBezTo>
                    <a:pt x="1" y="797"/>
                    <a:pt x="37" y="841"/>
                    <a:pt x="75" y="841"/>
                  </a:cubicBezTo>
                  <a:cubicBezTo>
                    <a:pt x="87" y="841"/>
                    <a:pt x="100" y="836"/>
                    <a:pt x="110" y="825"/>
                  </a:cubicBezTo>
                  <a:cubicBezTo>
                    <a:pt x="203" y="725"/>
                    <a:pt x="305" y="683"/>
                    <a:pt x="400" y="683"/>
                  </a:cubicBezTo>
                  <a:cubicBezTo>
                    <a:pt x="658" y="683"/>
                    <a:pt x="868" y="990"/>
                    <a:pt x="721" y="1287"/>
                  </a:cubicBezTo>
                  <a:cubicBezTo>
                    <a:pt x="617" y="1497"/>
                    <a:pt x="404" y="1552"/>
                    <a:pt x="205" y="1632"/>
                  </a:cubicBezTo>
                  <a:cubicBezTo>
                    <a:pt x="148" y="1655"/>
                    <a:pt x="134" y="1745"/>
                    <a:pt x="205" y="1763"/>
                  </a:cubicBezTo>
                  <a:cubicBezTo>
                    <a:pt x="250" y="1774"/>
                    <a:pt x="294" y="1779"/>
                    <a:pt x="338" y="1779"/>
                  </a:cubicBezTo>
                  <a:cubicBezTo>
                    <a:pt x="753" y="1779"/>
                    <a:pt x="1093" y="1324"/>
                    <a:pt x="975" y="915"/>
                  </a:cubicBezTo>
                  <a:cubicBezTo>
                    <a:pt x="901" y="657"/>
                    <a:pt x="670" y="502"/>
                    <a:pt x="444" y="502"/>
                  </a:cubicBezTo>
                  <a:cubicBezTo>
                    <a:pt x="397" y="502"/>
                    <a:pt x="350" y="508"/>
                    <a:pt x="305" y="522"/>
                  </a:cubicBezTo>
                  <a:lnTo>
                    <a:pt x="305" y="522"/>
                  </a:lnTo>
                  <a:cubicBezTo>
                    <a:pt x="417" y="368"/>
                    <a:pt x="541" y="222"/>
                    <a:pt x="673" y="84"/>
                  </a:cubicBezTo>
                  <a:cubicBezTo>
                    <a:pt x="707" y="49"/>
                    <a:pt x="674" y="1"/>
                    <a:pt x="637"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84;p34">
              <a:extLst>
                <a:ext uri="{FF2B5EF4-FFF2-40B4-BE49-F238E27FC236}">
                  <a16:creationId xmlns:a16="http://schemas.microsoft.com/office/drawing/2014/main" id="{A8E96339-EBAF-F4CA-C7F4-795118F002AD}"/>
                </a:ext>
              </a:extLst>
            </p:cNvPr>
            <p:cNvSpPr/>
            <p:nvPr/>
          </p:nvSpPr>
          <p:spPr>
            <a:xfrm>
              <a:off x="7863750" y="1340150"/>
              <a:ext cx="261350" cy="310375"/>
            </a:xfrm>
            <a:custGeom>
              <a:avLst/>
              <a:gdLst/>
              <a:ahLst/>
              <a:cxnLst/>
              <a:rect l="l" t="t" r="r" b="b"/>
              <a:pathLst>
                <a:path w="10454" h="12415" extrusionOk="0">
                  <a:moveTo>
                    <a:pt x="5772" y="0"/>
                  </a:moveTo>
                  <a:cubicBezTo>
                    <a:pt x="4740" y="0"/>
                    <a:pt x="1840" y="421"/>
                    <a:pt x="1030" y="5024"/>
                  </a:cubicBezTo>
                  <a:cubicBezTo>
                    <a:pt x="1" y="10886"/>
                    <a:pt x="1778" y="12401"/>
                    <a:pt x="4082" y="12414"/>
                  </a:cubicBezTo>
                  <a:cubicBezTo>
                    <a:pt x="4098" y="12414"/>
                    <a:pt x="4114" y="12414"/>
                    <a:pt x="4129" y="12414"/>
                  </a:cubicBezTo>
                  <a:cubicBezTo>
                    <a:pt x="6834" y="12414"/>
                    <a:pt x="8456" y="11086"/>
                    <a:pt x="8993" y="8124"/>
                  </a:cubicBezTo>
                  <a:cubicBezTo>
                    <a:pt x="9800" y="3665"/>
                    <a:pt x="10453" y="293"/>
                    <a:pt x="6141" y="21"/>
                  </a:cubicBezTo>
                  <a:cubicBezTo>
                    <a:pt x="6141" y="21"/>
                    <a:pt x="6003" y="0"/>
                    <a:pt x="5772"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5;p34">
              <a:extLst>
                <a:ext uri="{FF2B5EF4-FFF2-40B4-BE49-F238E27FC236}">
                  <a16:creationId xmlns:a16="http://schemas.microsoft.com/office/drawing/2014/main" id="{B8D14F06-8718-98A1-9B47-701CEA6609CA}"/>
                </a:ext>
              </a:extLst>
            </p:cNvPr>
            <p:cNvSpPr/>
            <p:nvPr/>
          </p:nvSpPr>
          <p:spPr>
            <a:xfrm>
              <a:off x="7961125" y="1432825"/>
              <a:ext cx="23450" cy="107700"/>
            </a:xfrm>
            <a:custGeom>
              <a:avLst/>
              <a:gdLst/>
              <a:ahLst/>
              <a:cxnLst/>
              <a:rect l="l" t="t" r="r" b="b"/>
              <a:pathLst>
                <a:path w="938" h="4308" extrusionOk="0">
                  <a:moveTo>
                    <a:pt x="307" y="1"/>
                  </a:moveTo>
                  <a:cubicBezTo>
                    <a:pt x="283" y="1"/>
                    <a:pt x="258" y="17"/>
                    <a:pt x="255" y="48"/>
                  </a:cubicBezTo>
                  <a:cubicBezTo>
                    <a:pt x="135" y="1197"/>
                    <a:pt x="0" y="2496"/>
                    <a:pt x="120" y="3647"/>
                  </a:cubicBezTo>
                  <a:cubicBezTo>
                    <a:pt x="158" y="4007"/>
                    <a:pt x="309" y="4308"/>
                    <a:pt x="643" y="4308"/>
                  </a:cubicBezTo>
                  <a:cubicBezTo>
                    <a:pt x="698" y="4308"/>
                    <a:pt x="757" y="4300"/>
                    <a:pt x="822" y="4283"/>
                  </a:cubicBezTo>
                  <a:cubicBezTo>
                    <a:pt x="937" y="4251"/>
                    <a:pt x="899" y="4090"/>
                    <a:pt x="793" y="4090"/>
                  </a:cubicBezTo>
                  <a:cubicBezTo>
                    <a:pt x="786" y="4090"/>
                    <a:pt x="778" y="4091"/>
                    <a:pt x="770" y="4093"/>
                  </a:cubicBezTo>
                  <a:cubicBezTo>
                    <a:pt x="744" y="4098"/>
                    <a:pt x="720" y="4100"/>
                    <a:pt x="697" y="4100"/>
                  </a:cubicBezTo>
                  <a:cubicBezTo>
                    <a:pt x="91" y="4100"/>
                    <a:pt x="315" y="2358"/>
                    <a:pt x="321" y="2058"/>
                  </a:cubicBezTo>
                  <a:cubicBezTo>
                    <a:pt x="336" y="1387"/>
                    <a:pt x="361" y="718"/>
                    <a:pt x="352" y="48"/>
                  </a:cubicBezTo>
                  <a:cubicBezTo>
                    <a:pt x="352" y="16"/>
                    <a:pt x="330" y="1"/>
                    <a:pt x="307"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86;p34">
              <a:extLst>
                <a:ext uri="{FF2B5EF4-FFF2-40B4-BE49-F238E27FC236}">
                  <a16:creationId xmlns:a16="http://schemas.microsoft.com/office/drawing/2014/main" id="{A9BFBDAF-7CDF-57FE-C17B-4A2675752E60}"/>
                </a:ext>
              </a:extLst>
            </p:cNvPr>
            <p:cNvSpPr/>
            <p:nvPr/>
          </p:nvSpPr>
          <p:spPr>
            <a:xfrm>
              <a:off x="7983450" y="1475825"/>
              <a:ext cx="18450" cy="18850"/>
            </a:xfrm>
            <a:custGeom>
              <a:avLst/>
              <a:gdLst/>
              <a:ahLst/>
              <a:cxnLst/>
              <a:rect l="l" t="t" r="r" b="b"/>
              <a:pathLst>
                <a:path w="738" h="754" extrusionOk="0">
                  <a:moveTo>
                    <a:pt x="369" y="1"/>
                  </a:moveTo>
                  <a:cubicBezTo>
                    <a:pt x="166" y="1"/>
                    <a:pt x="0" y="169"/>
                    <a:pt x="0" y="377"/>
                  </a:cubicBezTo>
                  <a:cubicBezTo>
                    <a:pt x="0" y="586"/>
                    <a:pt x="166" y="753"/>
                    <a:pt x="369" y="753"/>
                  </a:cubicBezTo>
                  <a:cubicBezTo>
                    <a:pt x="572" y="753"/>
                    <a:pt x="738" y="586"/>
                    <a:pt x="738" y="377"/>
                  </a:cubicBezTo>
                  <a:cubicBezTo>
                    <a:pt x="738" y="169"/>
                    <a:pt x="572" y="1"/>
                    <a:pt x="369"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287;p34">
              <a:extLst>
                <a:ext uri="{FF2B5EF4-FFF2-40B4-BE49-F238E27FC236}">
                  <a16:creationId xmlns:a16="http://schemas.microsoft.com/office/drawing/2014/main" id="{30C33385-176E-C158-653F-71244369B9A7}"/>
                </a:ext>
              </a:extLst>
            </p:cNvPr>
            <p:cNvSpPr/>
            <p:nvPr/>
          </p:nvSpPr>
          <p:spPr>
            <a:xfrm>
              <a:off x="7916200" y="1475850"/>
              <a:ext cx="18450" cy="18825"/>
            </a:xfrm>
            <a:custGeom>
              <a:avLst/>
              <a:gdLst/>
              <a:ahLst/>
              <a:cxnLst/>
              <a:rect l="l" t="t" r="r" b="b"/>
              <a:pathLst>
                <a:path w="738" h="753" extrusionOk="0">
                  <a:moveTo>
                    <a:pt x="369" y="1"/>
                  </a:moveTo>
                  <a:cubicBezTo>
                    <a:pt x="166" y="1"/>
                    <a:pt x="0" y="168"/>
                    <a:pt x="0" y="376"/>
                  </a:cubicBezTo>
                  <a:cubicBezTo>
                    <a:pt x="0" y="585"/>
                    <a:pt x="166" y="752"/>
                    <a:pt x="369" y="752"/>
                  </a:cubicBezTo>
                  <a:cubicBezTo>
                    <a:pt x="572" y="752"/>
                    <a:pt x="738" y="585"/>
                    <a:pt x="738" y="376"/>
                  </a:cubicBezTo>
                  <a:cubicBezTo>
                    <a:pt x="738" y="168"/>
                    <a:pt x="572" y="1"/>
                    <a:pt x="369"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288;p34">
              <a:extLst>
                <a:ext uri="{FF2B5EF4-FFF2-40B4-BE49-F238E27FC236}">
                  <a16:creationId xmlns:a16="http://schemas.microsoft.com/office/drawing/2014/main" id="{CC451A50-9E30-7787-1783-3831943F5D2B}"/>
                </a:ext>
              </a:extLst>
            </p:cNvPr>
            <p:cNvSpPr/>
            <p:nvPr/>
          </p:nvSpPr>
          <p:spPr>
            <a:xfrm>
              <a:off x="7915100" y="1440675"/>
              <a:ext cx="39975" cy="12050"/>
            </a:xfrm>
            <a:custGeom>
              <a:avLst/>
              <a:gdLst/>
              <a:ahLst/>
              <a:cxnLst/>
              <a:rect l="l" t="t" r="r" b="b"/>
              <a:pathLst>
                <a:path w="1599" h="482" extrusionOk="0">
                  <a:moveTo>
                    <a:pt x="871" y="1"/>
                  </a:moveTo>
                  <a:cubicBezTo>
                    <a:pt x="532" y="1"/>
                    <a:pt x="185" y="122"/>
                    <a:pt x="26" y="378"/>
                  </a:cubicBezTo>
                  <a:cubicBezTo>
                    <a:pt x="0" y="419"/>
                    <a:pt x="35" y="481"/>
                    <a:pt x="81" y="481"/>
                  </a:cubicBezTo>
                  <a:cubicBezTo>
                    <a:pt x="88" y="481"/>
                    <a:pt x="95" y="480"/>
                    <a:pt x="102" y="477"/>
                  </a:cubicBezTo>
                  <a:cubicBezTo>
                    <a:pt x="320" y="393"/>
                    <a:pt x="495" y="265"/>
                    <a:pt x="736" y="235"/>
                  </a:cubicBezTo>
                  <a:cubicBezTo>
                    <a:pt x="779" y="229"/>
                    <a:pt x="821" y="227"/>
                    <a:pt x="862" y="227"/>
                  </a:cubicBezTo>
                  <a:cubicBezTo>
                    <a:pt x="1069" y="227"/>
                    <a:pt x="1250" y="292"/>
                    <a:pt x="1454" y="365"/>
                  </a:cubicBezTo>
                  <a:cubicBezTo>
                    <a:pt x="1466" y="369"/>
                    <a:pt x="1477" y="371"/>
                    <a:pt x="1488" y="371"/>
                  </a:cubicBezTo>
                  <a:cubicBezTo>
                    <a:pt x="1573" y="371"/>
                    <a:pt x="1598" y="243"/>
                    <a:pt x="1527" y="189"/>
                  </a:cubicBezTo>
                  <a:cubicBezTo>
                    <a:pt x="1363" y="65"/>
                    <a:pt x="1119" y="1"/>
                    <a:pt x="871" y="1"/>
                  </a:cubicBezTo>
                  <a:close/>
                </a:path>
              </a:pathLst>
            </a:custGeom>
            <a:solidFill>
              <a:srgbClr val="2F1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289;p34">
              <a:extLst>
                <a:ext uri="{FF2B5EF4-FFF2-40B4-BE49-F238E27FC236}">
                  <a16:creationId xmlns:a16="http://schemas.microsoft.com/office/drawing/2014/main" id="{02D574B6-6F24-8B09-730A-B24802F3C4BC}"/>
                </a:ext>
              </a:extLst>
            </p:cNvPr>
            <p:cNvSpPr/>
            <p:nvPr/>
          </p:nvSpPr>
          <p:spPr>
            <a:xfrm>
              <a:off x="7994000" y="1437750"/>
              <a:ext cx="39950" cy="12050"/>
            </a:xfrm>
            <a:custGeom>
              <a:avLst/>
              <a:gdLst/>
              <a:ahLst/>
              <a:cxnLst/>
              <a:rect l="l" t="t" r="r" b="b"/>
              <a:pathLst>
                <a:path w="1598" h="482" extrusionOk="0">
                  <a:moveTo>
                    <a:pt x="871" y="1"/>
                  </a:moveTo>
                  <a:cubicBezTo>
                    <a:pt x="532" y="1"/>
                    <a:pt x="186" y="122"/>
                    <a:pt x="26" y="377"/>
                  </a:cubicBezTo>
                  <a:cubicBezTo>
                    <a:pt x="0" y="419"/>
                    <a:pt x="35" y="481"/>
                    <a:pt x="83" y="481"/>
                  </a:cubicBezTo>
                  <a:cubicBezTo>
                    <a:pt x="89" y="481"/>
                    <a:pt x="96" y="480"/>
                    <a:pt x="102" y="477"/>
                  </a:cubicBezTo>
                  <a:lnTo>
                    <a:pt x="101" y="477"/>
                  </a:lnTo>
                  <a:cubicBezTo>
                    <a:pt x="319" y="392"/>
                    <a:pt x="496" y="264"/>
                    <a:pt x="735" y="234"/>
                  </a:cubicBezTo>
                  <a:cubicBezTo>
                    <a:pt x="778" y="229"/>
                    <a:pt x="819" y="226"/>
                    <a:pt x="860" y="226"/>
                  </a:cubicBezTo>
                  <a:cubicBezTo>
                    <a:pt x="1068" y="226"/>
                    <a:pt x="1249" y="292"/>
                    <a:pt x="1453" y="364"/>
                  </a:cubicBezTo>
                  <a:cubicBezTo>
                    <a:pt x="1465" y="369"/>
                    <a:pt x="1477" y="371"/>
                    <a:pt x="1487" y="371"/>
                  </a:cubicBezTo>
                  <a:cubicBezTo>
                    <a:pt x="1572" y="371"/>
                    <a:pt x="1597" y="242"/>
                    <a:pt x="1527" y="189"/>
                  </a:cubicBezTo>
                  <a:cubicBezTo>
                    <a:pt x="1362" y="65"/>
                    <a:pt x="1119" y="1"/>
                    <a:pt x="871" y="1"/>
                  </a:cubicBezTo>
                  <a:close/>
                </a:path>
              </a:pathLst>
            </a:custGeom>
            <a:solidFill>
              <a:srgbClr val="2F1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290;p34">
              <a:extLst>
                <a:ext uri="{FF2B5EF4-FFF2-40B4-BE49-F238E27FC236}">
                  <a16:creationId xmlns:a16="http://schemas.microsoft.com/office/drawing/2014/main" id="{E2E6F2A2-0FA7-792B-D6D3-7B2F7D5F8E6E}"/>
                </a:ext>
              </a:extLst>
            </p:cNvPr>
            <p:cNvSpPr/>
            <p:nvPr/>
          </p:nvSpPr>
          <p:spPr>
            <a:xfrm>
              <a:off x="7964000" y="1546375"/>
              <a:ext cx="34325" cy="17725"/>
            </a:xfrm>
            <a:custGeom>
              <a:avLst/>
              <a:gdLst/>
              <a:ahLst/>
              <a:cxnLst/>
              <a:rect l="l" t="t" r="r" b="b"/>
              <a:pathLst>
                <a:path w="1373" h="709" extrusionOk="0">
                  <a:moveTo>
                    <a:pt x="1288" y="1"/>
                  </a:moveTo>
                  <a:cubicBezTo>
                    <a:pt x="1264" y="1"/>
                    <a:pt x="1240" y="12"/>
                    <a:pt x="1225" y="37"/>
                  </a:cubicBezTo>
                  <a:cubicBezTo>
                    <a:pt x="1101" y="241"/>
                    <a:pt x="1030" y="440"/>
                    <a:pt x="770" y="509"/>
                  </a:cubicBezTo>
                  <a:cubicBezTo>
                    <a:pt x="723" y="522"/>
                    <a:pt x="677" y="527"/>
                    <a:pt x="634" y="527"/>
                  </a:cubicBezTo>
                  <a:cubicBezTo>
                    <a:pt x="432" y="527"/>
                    <a:pt x="273" y="405"/>
                    <a:pt x="102" y="288"/>
                  </a:cubicBezTo>
                  <a:cubicBezTo>
                    <a:pt x="94" y="282"/>
                    <a:pt x="84" y="280"/>
                    <a:pt x="75" y="280"/>
                  </a:cubicBezTo>
                  <a:cubicBezTo>
                    <a:pt x="38" y="280"/>
                    <a:pt x="0" y="317"/>
                    <a:pt x="15" y="355"/>
                  </a:cubicBezTo>
                  <a:lnTo>
                    <a:pt x="16" y="355"/>
                  </a:lnTo>
                  <a:cubicBezTo>
                    <a:pt x="117" y="600"/>
                    <a:pt x="357" y="709"/>
                    <a:pt x="607" y="709"/>
                  </a:cubicBezTo>
                  <a:cubicBezTo>
                    <a:pt x="979" y="709"/>
                    <a:pt x="1373" y="468"/>
                    <a:pt x="1363" y="75"/>
                  </a:cubicBezTo>
                  <a:cubicBezTo>
                    <a:pt x="1363" y="29"/>
                    <a:pt x="1326" y="1"/>
                    <a:pt x="12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291;p34">
              <a:extLst>
                <a:ext uri="{FF2B5EF4-FFF2-40B4-BE49-F238E27FC236}">
                  <a16:creationId xmlns:a16="http://schemas.microsoft.com/office/drawing/2014/main" id="{AF3A36D4-05E2-FBFD-E307-4A3C898BDAA3}"/>
                </a:ext>
              </a:extLst>
            </p:cNvPr>
            <p:cNvSpPr/>
            <p:nvPr/>
          </p:nvSpPr>
          <p:spPr>
            <a:xfrm>
              <a:off x="7830575" y="1309325"/>
              <a:ext cx="279825" cy="163400"/>
            </a:xfrm>
            <a:custGeom>
              <a:avLst/>
              <a:gdLst/>
              <a:ahLst/>
              <a:cxnLst/>
              <a:rect l="l" t="t" r="r" b="b"/>
              <a:pathLst>
                <a:path w="11193" h="6536" extrusionOk="0">
                  <a:moveTo>
                    <a:pt x="6593" y="0"/>
                  </a:moveTo>
                  <a:cubicBezTo>
                    <a:pt x="5947" y="0"/>
                    <a:pt x="5300" y="266"/>
                    <a:pt x="4856" y="736"/>
                  </a:cubicBezTo>
                  <a:cubicBezTo>
                    <a:pt x="4609" y="997"/>
                    <a:pt x="4425" y="1310"/>
                    <a:pt x="4196" y="1586"/>
                  </a:cubicBezTo>
                  <a:cubicBezTo>
                    <a:pt x="3969" y="1863"/>
                    <a:pt x="3676" y="2114"/>
                    <a:pt x="3323" y="2177"/>
                  </a:cubicBezTo>
                  <a:cubicBezTo>
                    <a:pt x="3259" y="2189"/>
                    <a:pt x="3195" y="2194"/>
                    <a:pt x="3131" y="2194"/>
                  </a:cubicBezTo>
                  <a:cubicBezTo>
                    <a:pt x="2772" y="2194"/>
                    <a:pt x="2416" y="2037"/>
                    <a:pt x="2056" y="1973"/>
                  </a:cubicBezTo>
                  <a:cubicBezTo>
                    <a:pt x="1950" y="1954"/>
                    <a:pt x="1842" y="1944"/>
                    <a:pt x="1733" y="1944"/>
                  </a:cubicBezTo>
                  <a:cubicBezTo>
                    <a:pt x="1127" y="1944"/>
                    <a:pt x="511" y="2237"/>
                    <a:pt x="258" y="2781"/>
                  </a:cubicBezTo>
                  <a:cubicBezTo>
                    <a:pt x="1" y="3339"/>
                    <a:pt x="190" y="4042"/>
                    <a:pt x="637" y="4464"/>
                  </a:cubicBezTo>
                  <a:cubicBezTo>
                    <a:pt x="1010" y="4816"/>
                    <a:pt x="1529" y="4983"/>
                    <a:pt x="2045" y="4983"/>
                  </a:cubicBezTo>
                  <a:cubicBezTo>
                    <a:pt x="2146" y="4983"/>
                    <a:pt x="2248" y="4976"/>
                    <a:pt x="2348" y="4964"/>
                  </a:cubicBezTo>
                  <a:cubicBezTo>
                    <a:pt x="2957" y="4886"/>
                    <a:pt x="3523" y="4596"/>
                    <a:pt x="4014" y="4226"/>
                  </a:cubicBezTo>
                  <a:cubicBezTo>
                    <a:pt x="4358" y="4568"/>
                    <a:pt x="4843" y="4741"/>
                    <a:pt x="5326" y="4741"/>
                  </a:cubicBezTo>
                  <a:cubicBezTo>
                    <a:pt x="5774" y="4741"/>
                    <a:pt x="6222" y="4592"/>
                    <a:pt x="6556" y="4293"/>
                  </a:cubicBezTo>
                  <a:cubicBezTo>
                    <a:pt x="6846" y="4035"/>
                    <a:pt x="7050" y="3690"/>
                    <a:pt x="7350" y="3443"/>
                  </a:cubicBezTo>
                  <a:cubicBezTo>
                    <a:pt x="7604" y="3236"/>
                    <a:pt x="7928" y="3108"/>
                    <a:pt x="8255" y="3108"/>
                  </a:cubicBezTo>
                  <a:cubicBezTo>
                    <a:pt x="8294" y="3108"/>
                    <a:pt x="8332" y="3110"/>
                    <a:pt x="8371" y="3113"/>
                  </a:cubicBezTo>
                  <a:cubicBezTo>
                    <a:pt x="8736" y="3149"/>
                    <a:pt x="9087" y="3362"/>
                    <a:pt x="9257" y="3688"/>
                  </a:cubicBezTo>
                  <a:cubicBezTo>
                    <a:pt x="9376" y="3915"/>
                    <a:pt x="9402" y="4177"/>
                    <a:pt x="9440" y="4431"/>
                  </a:cubicBezTo>
                  <a:cubicBezTo>
                    <a:pt x="9478" y="4684"/>
                    <a:pt x="9533" y="4947"/>
                    <a:pt x="9696" y="5146"/>
                  </a:cubicBezTo>
                  <a:cubicBezTo>
                    <a:pt x="9809" y="5286"/>
                    <a:pt x="9991" y="5382"/>
                    <a:pt x="10167" y="5382"/>
                  </a:cubicBezTo>
                  <a:cubicBezTo>
                    <a:pt x="10240" y="5382"/>
                    <a:pt x="10312" y="5366"/>
                    <a:pt x="10377" y="5329"/>
                  </a:cubicBezTo>
                  <a:lnTo>
                    <a:pt x="10377" y="5329"/>
                  </a:lnTo>
                  <a:cubicBezTo>
                    <a:pt x="10300" y="5610"/>
                    <a:pt x="10222" y="5912"/>
                    <a:pt x="10324" y="6185"/>
                  </a:cubicBezTo>
                  <a:cubicBezTo>
                    <a:pt x="10398" y="6383"/>
                    <a:pt x="10611" y="6535"/>
                    <a:pt x="10808" y="6535"/>
                  </a:cubicBezTo>
                  <a:cubicBezTo>
                    <a:pt x="10884" y="6535"/>
                    <a:pt x="10957" y="6513"/>
                    <a:pt x="11019" y="6463"/>
                  </a:cubicBezTo>
                  <a:cubicBezTo>
                    <a:pt x="11183" y="6331"/>
                    <a:pt x="11193" y="6090"/>
                    <a:pt x="11188" y="5880"/>
                  </a:cubicBezTo>
                  <a:cubicBezTo>
                    <a:pt x="11165" y="4936"/>
                    <a:pt x="11108" y="3990"/>
                    <a:pt x="10948" y="3058"/>
                  </a:cubicBezTo>
                  <a:cubicBezTo>
                    <a:pt x="10889" y="2715"/>
                    <a:pt x="10815" y="2369"/>
                    <a:pt x="10652" y="2062"/>
                  </a:cubicBezTo>
                  <a:cubicBezTo>
                    <a:pt x="10487" y="1754"/>
                    <a:pt x="10223" y="1486"/>
                    <a:pt x="9888" y="1389"/>
                  </a:cubicBezTo>
                  <a:cubicBezTo>
                    <a:pt x="9745" y="1348"/>
                    <a:pt x="9595" y="1316"/>
                    <a:pt x="9455" y="1316"/>
                  </a:cubicBezTo>
                  <a:cubicBezTo>
                    <a:pt x="9266" y="1316"/>
                    <a:pt x="9095" y="1373"/>
                    <a:pt x="8986" y="1541"/>
                  </a:cubicBezTo>
                  <a:cubicBezTo>
                    <a:pt x="8745" y="755"/>
                    <a:pt x="7911" y="247"/>
                    <a:pt x="7111" y="59"/>
                  </a:cubicBezTo>
                  <a:cubicBezTo>
                    <a:pt x="6941" y="20"/>
                    <a:pt x="6767" y="0"/>
                    <a:pt x="6593" y="0"/>
                  </a:cubicBezTo>
                  <a:close/>
                </a:path>
              </a:pathLst>
            </a:custGeom>
            <a:solidFill>
              <a:srgbClr val="B3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292;p34">
              <a:extLst>
                <a:ext uri="{FF2B5EF4-FFF2-40B4-BE49-F238E27FC236}">
                  <a16:creationId xmlns:a16="http://schemas.microsoft.com/office/drawing/2014/main" id="{BE6A8472-7252-CA06-4A7F-64189FB65257}"/>
                </a:ext>
              </a:extLst>
            </p:cNvPr>
            <p:cNvSpPr/>
            <p:nvPr/>
          </p:nvSpPr>
          <p:spPr>
            <a:xfrm>
              <a:off x="7902550" y="3524375"/>
              <a:ext cx="163925" cy="186525"/>
            </a:xfrm>
            <a:custGeom>
              <a:avLst/>
              <a:gdLst/>
              <a:ahLst/>
              <a:cxnLst/>
              <a:rect l="l" t="t" r="r" b="b"/>
              <a:pathLst>
                <a:path w="6557" h="7461" extrusionOk="0">
                  <a:moveTo>
                    <a:pt x="4666" y="0"/>
                  </a:moveTo>
                  <a:cubicBezTo>
                    <a:pt x="2823" y="0"/>
                    <a:pt x="0" y="16"/>
                    <a:pt x="0" y="16"/>
                  </a:cubicBezTo>
                  <a:lnTo>
                    <a:pt x="404" y="7460"/>
                  </a:lnTo>
                  <a:lnTo>
                    <a:pt x="6557" y="7460"/>
                  </a:lnTo>
                  <a:lnTo>
                    <a:pt x="6221" y="16"/>
                  </a:lnTo>
                  <a:cubicBezTo>
                    <a:pt x="6265" y="4"/>
                    <a:pt x="5588" y="0"/>
                    <a:pt x="4666"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293;p34">
              <a:extLst>
                <a:ext uri="{FF2B5EF4-FFF2-40B4-BE49-F238E27FC236}">
                  <a16:creationId xmlns:a16="http://schemas.microsoft.com/office/drawing/2014/main" id="{FF769530-CE34-E08D-CB90-32BBF05C51BC}"/>
                </a:ext>
              </a:extLst>
            </p:cNvPr>
            <p:cNvSpPr/>
            <p:nvPr/>
          </p:nvSpPr>
          <p:spPr>
            <a:xfrm>
              <a:off x="7843400" y="3455725"/>
              <a:ext cx="464025" cy="5100"/>
            </a:xfrm>
            <a:custGeom>
              <a:avLst/>
              <a:gdLst/>
              <a:ahLst/>
              <a:cxnLst/>
              <a:rect l="l" t="t" r="r" b="b"/>
              <a:pathLst>
                <a:path w="18561" h="204" extrusionOk="0">
                  <a:moveTo>
                    <a:pt x="7682" y="0"/>
                  </a:moveTo>
                  <a:cubicBezTo>
                    <a:pt x="5759" y="0"/>
                    <a:pt x="4039" y="21"/>
                    <a:pt x="2717" y="60"/>
                  </a:cubicBezTo>
                  <a:cubicBezTo>
                    <a:pt x="1877" y="85"/>
                    <a:pt x="1198" y="110"/>
                    <a:pt x="729" y="137"/>
                  </a:cubicBezTo>
                  <a:lnTo>
                    <a:pt x="189" y="170"/>
                  </a:lnTo>
                  <a:cubicBezTo>
                    <a:pt x="66" y="179"/>
                    <a:pt x="1" y="187"/>
                    <a:pt x="2" y="193"/>
                  </a:cubicBezTo>
                  <a:cubicBezTo>
                    <a:pt x="2" y="199"/>
                    <a:pt x="66" y="202"/>
                    <a:pt x="191" y="203"/>
                  </a:cubicBezTo>
                  <a:lnTo>
                    <a:pt x="731" y="202"/>
                  </a:lnTo>
                  <a:lnTo>
                    <a:pt x="2720" y="178"/>
                  </a:lnTo>
                  <a:cubicBezTo>
                    <a:pt x="3690" y="167"/>
                    <a:pt x="4874" y="162"/>
                    <a:pt x="6195" y="162"/>
                  </a:cubicBezTo>
                  <a:cubicBezTo>
                    <a:pt x="7160" y="162"/>
                    <a:pt x="8199" y="164"/>
                    <a:pt x="9280" y="170"/>
                  </a:cubicBezTo>
                  <a:cubicBezTo>
                    <a:pt x="10493" y="177"/>
                    <a:pt x="11652" y="182"/>
                    <a:pt x="12714" y="182"/>
                  </a:cubicBezTo>
                  <a:cubicBezTo>
                    <a:pt x="13896" y="182"/>
                    <a:pt x="14958" y="176"/>
                    <a:pt x="15843" y="161"/>
                  </a:cubicBezTo>
                  <a:cubicBezTo>
                    <a:pt x="16682" y="149"/>
                    <a:pt x="17362" y="133"/>
                    <a:pt x="17832" y="115"/>
                  </a:cubicBezTo>
                  <a:lnTo>
                    <a:pt x="18372" y="89"/>
                  </a:lnTo>
                  <a:cubicBezTo>
                    <a:pt x="18496" y="82"/>
                    <a:pt x="18560" y="76"/>
                    <a:pt x="18560" y="69"/>
                  </a:cubicBezTo>
                  <a:cubicBezTo>
                    <a:pt x="18560" y="64"/>
                    <a:pt x="18496" y="59"/>
                    <a:pt x="18371" y="56"/>
                  </a:cubicBezTo>
                  <a:lnTo>
                    <a:pt x="17830" y="50"/>
                  </a:lnTo>
                  <a:lnTo>
                    <a:pt x="15841" y="45"/>
                  </a:lnTo>
                  <a:lnTo>
                    <a:pt x="9280" y="5"/>
                  </a:lnTo>
                  <a:cubicBezTo>
                    <a:pt x="8735" y="2"/>
                    <a:pt x="8201" y="0"/>
                    <a:pt x="7682"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294;p34">
              <a:extLst>
                <a:ext uri="{FF2B5EF4-FFF2-40B4-BE49-F238E27FC236}">
                  <a16:creationId xmlns:a16="http://schemas.microsoft.com/office/drawing/2014/main" id="{B3AA0A0B-5F0F-9799-30B9-0F6150ECD2C1}"/>
                </a:ext>
              </a:extLst>
            </p:cNvPr>
            <p:cNvSpPr/>
            <p:nvPr/>
          </p:nvSpPr>
          <p:spPr>
            <a:xfrm>
              <a:off x="7688650" y="1869125"/>
              <a:ext cx="614400" cy="4200"/>
            </a:xfrm>
            <a:custGeom>
              <a:avLst/>
              <a:gdLst/>
              <a:ahLst/>
              <a:cxnLst/>
              <a:rect l="l" t="t" r="r" b="b"/>
              <a:pathLst>
                <a:path w="24576" h="168" extrusionOk="0">
                  <a:moveTo>
                    <a:pt x="12289" y="1"/>
                  </a:moveTo>
                  <a:cubicBezTo>
                    <a:pt x="5501" y="1"/>
                    <a:pt x="0" y="38"/>
                    <a:pt x="0" y="84"/>
                  </a:cubicBezTo>
                  <a:cubicBezTo>
                    <a:pt x="0" y="129"/>
                    <a:pt x="5501" y="167"/>
                    <a:pt x="12289" y="167"/>
                  </a:cubicBezTo>
                  <a:cubicBezTo>
                    <a:pt x="19074" y="167"/>
                    <a:pt x="24576" y="129"/>
                    <a:pt x="24576" y="84"/>
                  </a:cubicBezTo>
                  <a:cubicBezTo>
                    <a:pt x="24576" y="38"/>
                    <a:pt x="19074" y="1"/>
                    <a:pt x="12289"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295;p34">
              <a:extLst>
                <a:ext uri="{FF2B5EF4-FFF2-40B4-BE49-F238E27FC236}">
                  <a16:creationId xmlns:a16="http://schemas.microsoft.com/office/drawing/2014/main" id="{718AEA6A-D7AB-6657-01D1-81BF43482918}"/>
                </a:ext>
              </a:extLst>
            </p:cNvPr>
            <p:cNvSpPr/>
            <p:nvPr/>
          </p:nvSpPr>
          <p:spPr>
            <a:xfrm>
              <a:off x="7671550" y="1905075"/>
              <a:ext cx="648625" cy="4200"/>
            </a:xfrm>
            <a:custGeom>
              <a:avLst/>
              <a:gdLst/>
              <a:ahLst/>
              <a:cxnLst/>
              <a:rect l="l" t="t" r="r" b="b"/>
              <a:pathLst>
                <a:path w="25945" h="168" extrusionOk="0">
                  <a:moveTo>
                    <a:pt x="12974" y="1"/>
                  </a:moveTo>
                  <a:cubicBezTo>
                    <a:pt x="5807" y="1"/>
                    <a:pt x="0" y="37"/>
                    <a:pt x="0" y="84"/>
                  </a:cubicBezTo>
                  <a:cubicBezTo>
                    <a:pt x="0" y="130"/>
                    <a:pt x="5807" y="167"/>
                    <a:pt x="12974" y="167"/>
                  </a:cubicBezTo>
                  <a:cubicBezTo>
                    <a:pt x="20137" y="167"/>
                    <a:pt x="25945" y="130"/>
                    <a:pt x="25945" y="84"/>
                  </a:cubicBezTo>
                  <a:cubicBezTo>
                    <a:pt x="25945" y="37"/>
                    <a:pt x="20137" y="1"/>
                    <a:pt x="12974"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 name="Google Shape;2518;p81">
            <a:extLst>
              <a:ext uri="{FF2B5EF4-FFF2-40B4-BE49-F238E27FC236}">
                <a16:creationId xmlns:a16="http://schemas.microsoft.com/office/drawing/2014/main" id="{705038AD-C0F0-C679-7269-2D840ED96C2F}"/>
              </a:ext>
            </a:extLst>
          </p:cNvPr>
          <p:cNvGrpSpPr/>
          <p:nvPr/>
        </p:nvGrpSpPr>
        <p:grpSpPr>
          <a:xfrm rot="5400000">
            <a:off x="10848411" y="4503421"/>
            <a:ext cx="1127822" cy="1042478"/>
            <a:chOff x="-3671925" y="3522875"/>
            <a:chExt cx="1204925" cy="1358600"/>
          </a:xfrm>
        </p:grpSpPr>
        <p:sp>
          <p:nvSpPr>
            <p:cNvPr id="140" name="Google Shape;2519;p81">
              <a:extLst>
                <a:ext uri="{FF2B5EF4-FFF2-40B4-BE49-F238E27FC236}">
                  <a16:creationId xmlns:a16="http://schemas.microsoft.com/office/drawing/2014/main" id="{2382CC13-C9AB-633F-8582-25B313DBADE6}"/>
                </a:ext>
              </a:extLst>
            </p:cNvPr>
            <p:cNvSpPr/>
            <p:nvPr/>
          </p:nvSpPr>
          <p:spPr>
            <a:xfrm>
              <a:off x="-3671925" y="3903575"/>
              <a:ext cx="435500" cy="781075"/>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oogle Shape;2520;p81">
              <a:extLst>
                <a:ext uri="{FF2B5EF4-FFF2-40B4-BE49-F238E27FC236}">
                  <a16:creationId xmlns:a16="http://schemas.microsoft.com/office/drawing/2014/main" id="{7914A5CB-C577-15EE-AB53-67CB174369EC}"/>
                </a:ext>
              </a:extLst>
            </p:cNvPr>
            <p:cNvSpPr/>
            <p:nvPr/>
          </p:nvSpPr>
          <p:spPr>
            <a:xfrm>
              <a:off x="-3307600" y="3522875"/>
              <a:ext cx="619750" cy="1085575"/>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42" name="Google Shape;2521;p81">
              <a:extLst>
                <a:ext uri="{FF2B5EF4-FFF2-40B4-BE49-F238E27FC236}">
                  <a16:creationId xmlns:a16="http://schemas.microsoft.com/office/drawing/2014/main" id="{FD6B67E8-1A3D-27B7-D223-29454C65C945}"/>
                </a:ext>
              </a:extLst>
            </p:cNvPr>
            <p:cNvSpPr/>
            <p:nvPr/>
          </p:nvSpPr>
          <p:spPr>
            <a:xfrm>
              <a:off x="-3236175" y="4497100"/>
              <a:ext cx="769175" cy="384375"/>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3" name="Google Shape;2503;p81">
            <a:extLst>
              <a:ext uri="{FF2B5EF4-FFF2-40B4-BE49-F238E27FC236}">
                <a16:creationId xmlns:a16="http://schemas.microsoft.com/office/drawing/2014/main" id="{F537B3BE-11EC-C92C-FA07-9067517235F0}"/>
              </a:ext>
            </a:extLst>
          </p:cNvPr>
          <p:cNvGrpSpPr/>
          <p:nvPr/>
        </p:nvGrpSpPr>
        <p:grpSpPr>
          <a:xfrm flipH="1">
            <a:off x="11482527" y="5795543"/>
            <a:ext cx="393447" cy="421640"/>
            <a:chOff x="-6615150" y="2838650"/>
            <a:chExt cx="630275" cy="525750"/>
          </a:xfrm>
        </p:grpSpPr>
        <p:sp>
          <p:nvSpPr>
            <p:cNvPr id="144" name="Google Shape;2504;p81">
              <a:extLst>
                <a:ext uri="{FF2B5EF4-FFF2-40B4-BE49-F238E27FC236}">
                  <a16:creationId xmlns:a16="http://schemas.microsoft.com/office/drawing/2014/main" id="{CECF1A4D-4757-F9B9-3251-C2E10CC1519D}"/>
                </a:ext>
              </a:extLst>
            </p:cNvPr>
            <p:cNvSpPr/>
            <p:nvPr/>
          </p:nvSpPr>
          <p:spPr>
            <a:xfrm>
              <a:off x="-6276425" y="3226150"/>
              <a:ext cx="122350" cy="138250"/>
            </a:xfrm>
            <a:custGeom>
              <a:avLst/>
              <a:gdLst/>
              <a:ahLst/>
              <a:cxnLst/>
              <a:rect l="l" t="t" r="r" b="b"/>
              <a:pathLst>
                <a:path w="4894" h="5530" extrusionOk="0">
                  <a:moveTo>
                    <a:pt x="1664" y="0"/>
                  </a:moveTo>
                  <a:cubicBezTo>
                    <a:pt x="1434" y="0"/>
                    <a:pt x="1205" y="57"/>
                    <a:pt x="989" y="190"/>
                  </a:cubicBezTo>
                  <a:cubicBezTo>
                    <a:pt x="429" y="535"/>
                    <a:pt x="36" y="1678"/>
                    <a:pt x="1" y="2488"/>
                  </a:cubicBezTo>
                  <a:cubicBezTo>
                    <a:pt x="356" y="3605"/>
                    <a:pt x="1457" y="5529"/>
                    <a:pt x="2809" y="5529"/>
                  </a:cubicBezTo>
                  <a:cubicBezTo>
                    <a:pt x="3041" y="5529"/>
                    <a:pt x="3280" y="5473"/>
                    <a:pt x="3525" y="5345"/>
                  </a:cubicBezTo>
                  <a:cubicBezTo>
                    <a:pt x="4894" y="4607"/>
                    <a:pt x="4489" y="2500"/>
                    <a:pt x="3799" y="1428"/>
                  </a:cubicBezTo>
                  <a:cubicBezTo>
                    <a:pt x="3387" y="773"/>
                    <a:pt x="2512" y="0"/>
                    <a:pt x="1664"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2505;p81">
              <a:extLst>
                <a:ext uri="{FF2B5EF4-FFF2-40B4-BE49-F238E27FC236}">
                  <a16:creationId xmlns:a16="http://schemas.microsoft.com/office/drawing/2014/main" id="{086BACAE-7072-1B58-453A-FA638E0DAD0F}"/>
                </a:ext>
              </a:extLst>
            </p:cNvPr>
            <p:cNvSpPr/>
            <p:nvPr/>
          </p:nvSpPr>
          <p:spPr>
            <a:xfrm>
              <a:off x="-6382675" y="3065000"/>
              <a:ext cx="103725" cy="86675"/>
            </a:xfrm>
            <a:custGeom>
              <a:avLst/>
              <a:gdLst/>
              <a:ahLst/>
              <a:cxnLst/>
              <a:rect l="l" t="t" r="r" b="b"/>
              <a:pathLst>
                <a:path w="4149" h="3467" extrusionOk="0">
                  <a:moveTo>
                    <a:pt x="1515" y="0"/>
                  </a:moveTo>
                  <a:cubicBezTo>
                    <a:pt x="1258" y="0"/>
                    <a:pt x="998" y="96"/>
                    <a:pt x="738" y="326"/>
                  </a:cubicBezTo>
                  <a:cubicBezTo>
                    <a:pt x="262" y="742"/>
                    <a:pt x="0" y="1469"/>
                    <a:pt x="274" y="2016"/>
                  </a:cubicBezTo>
                  <a:lnTo>
                    <a:pt x="238" y="1802"/>
                  </a:lnTo>
                  <a:lnTo>
                    <a:pt x="238" y="1802"/>
                  </a:lnTo>
                  <a:cubicBezTo>
                    <a:pt x="603" y="3012"/>
                    <a:pt x="1274" y="3466"/>
                    <a:pt x="1907" y="3466"/>
                  </a:cubicBezTo>
                  <a:cubicBezTo>
                    <a:pt x="3093" y="3466"/>
                    <a:pt x="4149" y="1874"/>
                    <a:pt x="2822" y="671"/>
                  </a:cubicBezTo>
                  <a:cubicBezTo>
                    <a:pt x="2405" y="292"/>
                    <a:pt x="1965" y="0"/>
                    <a:pt x="1515"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Google Shape;2506;p81">
              <a:extLst>
                <a:ext uri="{FF2B5EF4-FFF2-40B4-BE49-F238E27FC236}">
                  <a16:creationId xmlns:a16="http://schemas.microsoft.com/office/drawing/2014/main" id="{60285DA6-894F-C422-1BE8-F18DB37C0D6F}"/>
                </a:ext>
              </a:extLst>
            </p:cNvPr>
            <p:cNvSpPr/>
            <p:nvPr/>
          </p:nvSpPr>
          <p:spPr>
            <a:xfrm>
              <a:off x="-6183850" y="3006275"/>
              <a:ext cx="129000" cy="98425"/>
            </a:xfrm>
            <a:custGeom>
              <a:avLst/>
              <a:gdLst/>
              <a:ahLst/>
              <a:cxnLst/>
              <a:rect l="l" t="t" r="r" b="b"/>
              <a:pathLst>
                <a:path w="5160" h="3937" extrusionOk="0">
                  <a:moveTo>
                    <a:pt x="2016" y="0"/>
                  </a:moveTo>
                  <a:cubicBezTo>
                    <a:pt x="924" y="0"/>
                    <a:pt x="232" y="1145"/>
                    <a:pt x="0" y="2377"/>
                  </a:cubicBezTo>
                  <a:cubicBezTo>
                    <a:pt x="537" y="3507"/>
                    <a:pt x="1287" y="3936"/>
                    <a:pt x="1999" y="3936"/>
                  </a:cubicBezTo>
                  <a:cubicBezTo>
                    <a:pt x="3687" y="3936"/>
                    <a:pt x="5159" y="1520"/>
                    <a:pt x="3048" y="305"/>
                  </a:cubicBezTo>
                  <a:cubicBezTo>
                    <a:pt x="2673" y="94"/>
                    <a:pt x="2328" y="0"/>
                    <a:pt x="2016"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2507;p81">
              <a:extLst>
                <a:ext uri="{FF2B5EF4-FFF2-40B4-BE49-F238E27FC236}">
                  <a16:creationId xmlns:a16="http://schemas.microsoft.com/office/drawing/2014/main" id="{3AE8C5C9-CFAC-473E-E338-1F9EAE37B07E}"/>
                </a:ext>
              </a:extLst>
            </p:cNvPr>
            <p:cNvSpPr/>
            <p:nvPr/>
          </p:nvSpPr>
          <p:spPr>
            <a:xfrm>
              <a:off x="-6283875" y="2850975"/>
              <a:ext cx="92300" cy="53850"/>
            </a:xfrm>
            <a:custGeom>
              <a:avLst/>
              <a:gdLst/>
              <a:ahLst/>
              <a:cxnLst/>
              <a:rect l="l" t="t" r="r" b="b"/>
              <a:pathLst>
                <a:path w="3692" h="2154" extrusionOk="0">
                  <a:moveTo>
                    <a:pt x="1728" y="1"/>
                  </a:moveTo>
                  <a:cubicBezTo>
                    <a:pt x="1538" y="1"/>
                    <a:pt x="1349" y="38"/>
                    <a:pt x="1168" y="124"/>
                  </a:cubicBezTo>
                  <a:cubicBezTo>
                    <a:pt x="608" y="386"/>
                    <a:pt x="1" y="1481"/>
                    <a:pt x="620" y="1874"/>
                  </a:cubicBezTo>
                  <a:lnTo>
                    <a:pt x="811" y="1933"/>
                  </a:lnTo>
                  <a:cubicBezTo>
                    <a:pt x="1225" y="2063"/>
                    <a:pt x="1653" y="2153"/>
                    <a:pt x="2053" y="2153"/>
                  </a:cubicBezTo>
                  <a:cubicBezTo>
                    <a:pt x="2755" y="2153"/>
                    <a:pt x="3373" y="1875"/>
                    <a:pt x="3692" y="1040"/>
                  </a:cubicBezTo>
                  <a:cubicBezTo>
                    <a:pt x="3228" y="558"/>
                    <a:pt x="2464" y="1"/>
                    <a:pt x="1728"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2508;p81">
              <a:extLst>
                <a:ext uri="{FF2B5EF4-FFF2-40B4-BE49-F238E27FC236}">
                  <a16:creationId xmlns:a16="http://schemas.microsoft.com/office/drawing/2014/main" id="{DF5AC800-F260-767C-1EA7-E2C065411A61}"/>
                </a:ext>
              </a:extLst>
            </p:cNvPr>
            <p:cNvSpPr/>
            <p:nvPr/>
          </p:nvSpPr>
          <p:spPr>
            <a:xfrm>
              <a:off x="-6482350" y="3209025"/>
              <a:ext cx="60525" cy="78025"/>
            </a:xfrm>
            <a:custGeom>
              <a:avLst/>
              <a:gdLst/>
              <a:ahLst/>
              <a:cxnLst/>
              <a:rect l="l" t="t" r="r" b="b"/>
              <a:pathLst>
                <a:path w="2421" h="3121" extrusionOk="0">
                  <a:moveTo>
                    <a:pt x="983" y="0"/>
                  </a:moveTo>
                  <a:cubicBezTo>
                    <a:pt x="602" y="0"/>
                    <a:pt x="241" y="283"/>
                    <a:pt x="46" y="982"/>
                  </a:cubicBezTo>
                  <a:cubicBezTo>
                    <a:pt x="1" y="2037"/>
                    <a:pt x="990" y="3121"/>
                    <a:pt x="1701" y="3121"/>
                  </a:cubicBezTo>
                  <a:cubicBezTo>
                    <a:pt x="2106" y="3121"/>
                    <a:pt x="2421" y="2770"/>
                    <a:pt x="2403" y="1863"/>
                  </a:cubicBezTo>
                  <a:cubicBezTo>
                    <a:pt x="2373" y="857"/>
                    <a:pt x="1646" y="0"/>
                    <a:pt x="983"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 name="Google Shape;2509;p81">
              <a:extLst>
                <a:ext uri="{FF2B5EF4-FFF2-40B4-BE49-F238E27FC236}">
                  <a16:creationId xmlns:a16="http://schemas.microsoft.com/office/drawing/2014/main" id="{2DF22B75-ECA9-9D29-E010-BF1A12B44DD8}"/>
                </a:ext>
              </a:extLst>
            </p:cNvPr>
            <p:cNvSpPr/>
            <p:nvPr/>
          </p:nvSpPr>
          <p:spPr>
            <a:xfrm>
              <a:off x="-6069250" y="3198200"/>
              <a:ext cx="84375" cy="81425"/>
            </a:xfrm>
            <a:custGeom>
              <a:avLst/>
              <a:gdLst/>
              <a:ahLst/>
              <a:cxnLst/>
              <a:rect l="l" t="t" r="r" b="b"/>
              <a:pathLst>
                <a:path w="3375" h="3257" extrusionOk="0">
                  <a:moveTo>
                    <a:pt x="1019" y="0"/>
                  </a:moveTo>
                  <a:cubicBezTo>
                    <a:pt x="686" y="0"/>
                    <a:pt x="425" y="186"/>
                    <a:pt x="346" y="641"/>
                  </a:cubicBezTo>
                  <a:cubicBezTo>
                    <a:pt x="0" y="1748"/>
                    <a:pt x="465" y="2534"/>
                    <a:pt x="1548" y="3034"/>
                  </a:cubicBezTo>
                  <a:cubicBezTo>
                    <a:pt x="1855" y="3177"/>
                    <a:pt x="2109" y="3257"/>
                    <a:pt x="2320" y="3257"/>
                  </a:cubicBezTo>
                  <a:cubicBezTo>
                    <a:pt x="2690" y="3257"/>
                    <a:pt x="2929" y="3011"/>
                    <a:pt x="3096" y="2427"/>
                  </a:cubicBezTo>
                  <a:cubicBezTo>
                    <a:pt x="3375" y="1389"/>
                    <a:pt x="1929" y="0"/>
                    <a:pt x="1019"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2510;p81">
              <a:extLst>
                <a:ext uri="{FF2B5EF4-FFF2-40B4-BE49-F238E27FC236}">
                  <a16:creationId xmlns:a16="http://schemas.microsoft.com/office/drawing/2014/main" id="{CE8A0AF3-9BED-BD0F-F2F6-DDFE7A1DA4C9}"/>
                </a:ext>
              </a:extLst>
            </p:cNvPr>
            <p:cNvSpPr/>
            <p:nvPr/>
          </p:nvSpPr>
          <p:spPr>
            <a:xfrm>
              <a:off x="-6431500" y="2856850"/>
              <a:ext cx="57475" cy="62300"/>
            </a:xfrm>
            <a:custGeom>
              <a:avLst/>
              <a:gdLst/>
              <a:ahLst/>
              <a:cxnLst/>
              <a:rect l="l" t="t" r="r" b="b"/>
              <a:pathLst>
                <a:path w="2299" h="2492" extrusionOk="0">
                  <a:moveTo>
                    <a:pt x="806" y="0"/>
                  </a:moveTo>
                  <a:cubicBezTo>
                    <a:pt x="776" y="0"/>
                    <a:pt x="746" y="2"/>
                    <a:pt x="715" y="8"/>
                  </a:cubicBezTo>
                  <a:cubicBezTo>
                    <a:pt x="346" y="67"/>
                    <a:pt x="0" y="734"/>
                    <a:pt x="286" y="1043"/>
                  </a:cubicBezTo>
                  <a:lnTo>
                    <a:pt x="203" y="1091"/>
                  </a:lnTo>
                  <a:cubicBezTo>
                    <a:pt x="440" y="1493"/>
                    <a:pt x="917" y="2492"/>
                    <a:pt x="1504" y="2492"/>
                  </a:cubicBezTo>
                  <a:cubicBezTo>
                    <a:pt x="1596" y="2492"/>
                    <a:pt x="1690" y="2467"/>
                    <a:pt x="1786" y="2413"/>
                  </a:cubicBezTo>
                  <a:cubicBezTo>
                    <a:pt x="2298" y="2139"/>
                    <a:pt x="2072" y="1520"/>
                    <a:pt x="1905" y="1139"/>
                  </a:cubicBezTo>
                  <a:cubicBezTo>
                    <a:pt x="1748" y="756"/>
                    <a:pt x="1334" y="0"/>
                    <a:pt x="806"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 name="Google Shape;2511;p81">
              <a:extLst>
                <a:ext uri="{FF2B5EF4-FFF2-40B4-BE49-F238E27FC236}">
                  <a16:creationId xmlns:a16="http://schemas.microsoft.com/office/drawing/2014/main" id="{4C3423F2-DAB6-D18C-65AD-909D7C23AA18}"/>
                </a:ext>
              </a:extLst>
            </p:cNvPr>
            <p:cNvSpPr/>
            <p:nvPr/>
          </p:nvSpPr>
          <p:spPr>
            <a:xfrm>
              <a:off x="-6615150" y="3020500"/>
              <a:ext cx="83650" cy="59100"/>
            </a:xfrm>
            <a:custGeom>
              <a:avLst/>
              <a:gdLst/>
              <a:ahLst/>
              <a:cxnLst/>
              <a:rect l="l" t="t" r="r" b="b"/>
              <a:pathLst>
                <a:path w="3346" h="2364" extrusionOk="0">
                  <a:moveTo>
                    <a:pt x="1125" y="1"/>
                  </a:moveTo>
                  <a:cubicBezTo>
                    <a:pt x="628" y="1"/>
                    <a:pt x="183" y="240"/>
                    <a:pt x="0" y="796"/>
                  </a:cubicBezTo>
                  <a:cubicBezTo>
                    <a:pt x="282" y="1435"/>
                    <a:pt x="1172" y="2363"/>
                    <a:pt x="1991" y="2363"/>
                  </a:cubicBezTo>
                  <a:cubicBezTo>
                    <a:pt x="2210" y="2363"/>
                    <a:pt x="2424" y="2297"/>
                    <a:pt x="2620" y="2141"/>
                  </a:cubicBezTo>
                  <a:cubicBezTo>
                    <a:pt x="3346" y="1558"/>
                    <a:pt x="2822" y="784"/>
                    <a:pt x="2251" y="379"/>
                  </a:cubicBezTo>
                  <a:cubicBezTo>
                    <a:pt x="1907" y="138"/>
                    <a:pt x="1501" y="1"/>
                    <a:pt x="1125"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2512;p81">
              <a:extLst>
                <a:ext uri="{FF2B5EF4-FFF2-40B4-BE49-F238E27FC236}">
                  <a16:creationId xmlns:a16="http://schemas.microsoft.com/office/drawing/2014/main" id="{93A6CB85-3476-211D-D7DA-CC20C03E9DB2}"/>
                </a:ext>
              </a:extLst>
            </p:cNvPr>
            <p:cNvSpPr/>
            <p:nvPr/>
          </p:nvSpPr>
          <p:spPr>
            <a:xfrm>
              <a:off x="-6614850" y="2838650"/>
              <a:ext cx="71750" cy="54375"/>
            </a:xfrm>
            <a:custGeom>
              <a:avLst/>
              <a:gdLst/>
              <a:ahLst/>
              <a:cxnLst/>
              <a:rect l="l" t="t" r="r" b="b"/>
              <a:pathLst>
                <a:path w="2870" h="2175" extrusionOk="0">
                  <a:moveTo>
                    <a:pt x="1303" y="1"/>
                  </a:moveTo>
                  <a:cubicBezTo>
                    <a:pt x="730" y="1"/>
                    <a:pt x="158" y="265"/>
                    <a:pt x="0" y="867"/>
                  </a:cubicBezTo>
                  <a:cubicBezTo>
                    <a:pt x="322" y="1344"/>
                    <a:pt x="1105" y="2174"/>
                    <a:pt x="1798" y="2174"/>
                  </a:cubicBezTo>
                  <a:cubicBezTo>
                    <a:pt x="1900" y="2174"/>
                    <a:pt x="1999" y="2156"/>
                    <a:pt x="2096" y="2117"/>
                  </a:cubicBezTo>
                  <a:cubicBezTo>
                    <a:pt x="2679" y="1879"/>
                    <a:pt x="2870" y="1093"/>
                    <a:pt x="2536" y="569"/>
                  </a:cubicBezTo>
                  <a:cubicBezTo>
                    <a:pt x="2313" y="206"/>
                    <a:pt x="1808" y="1"/>
                    <a:pt x="1303"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53" name="CuadroTexto 152">
            <a:extLst>
              <a:ext uri="{FF2B5EF4-FFF2-40B4-BE49-F238E27FC236}">
                <a16:creationId xmlns:a16="http://schemas.microsoft.com/office/drawing/2014/main" id="{195CF255-1FFB-974E-CA94-F46FBCA404EA}"/>
              </a:ext>
            </a:extLst>
          </p:cNvPr>
          <p:cNvSpPr txBox="1"/>
          <p:nvPr/>
        </p:nvSpPr>
        <p:spPr>
          <a:xfrm>
            <a:off x="2483006" y="2297852"/>
            <a:ext cx="8547807" cy="3170099"/>
          </a:xfrm>
          <a:prstGeom prst="rect">
            <a:avLst/>
          </a:prstGeom>
          <a:noFill/>
        </p:spPr>
        <p:txBody>
          <a:bodyPr wrap="square" rtlCol="0">
            <a:spAutoFit/>
          </a:bodyPr>
          <a:lstStyle/>
          <a:p>
            <a:pPr algn="just"/>
            <a:r>
              <a:rPr lang="es-MX" sz="4000" b="1" dirty="0">
                <a:solidFill>
                  <a:schemeClr val="tx1">
                    <a:lumMod val="75000"/>
                    <a:lumOff val="25000"/>
                  </a:schemeClr>
                </a:solidFill>
                <a:latin typeface="Roboto Light"/>
              </a:rPr>
              <a:t>La oferta cerrada </a:t>
            </a:r>
            <a:r>
              <a:rPr lang="es-MX" sz="4000" dirty="0">
                <a:solidFill>
                  <a:schemeClr val="tx1">
                    <a:lumMod val="75000"/>
                    <a:lumOff val="25000"/>
                  </a:schemeClr>
                </a:solidFill>
                <a:latin typeface="Roboto Light"/>
              </a:rPr>
              <a:t>es un patrocinio,  promoción  dirigida y diseñada para integrantes de un grupo en particular en relación con su ocupación por una empresa.</a:t>
            </a:r>
            <a:endParaRPr lang="es-CO" sz="4000" dirty="0">
              <a:solidFill>
                <a:schemeClr val="tx1">
                  <a:lumMod val="75000"/>
                  <a:lumOff val="25000"/>
                </a:schemeClr>
              </a:solidFill>
              <a:latin typeface="Roboto Light"/>
            </a:endParaRPr>
          </a:p>
        </p:txBody>
      </p:sp>
    </p:spTree>
    <p:extLst>
      <p:ext uri="{BB962C8B-B14F-4D97-AF65-F5344CB8AC3E}">
        <p14:creationId xmlns:p14="http://schemas.microsoft.com/office/powerpoint/2010/main" val="834885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7739480-5F28-B4FF-B4BE-AFCC4A4717EA}"/>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84BA74F3-CCAB-74BD-0F8A-333B5C2371D9}"/>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CCA148BE-AABB-0775-4574-090457DF8F06}"/>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2E49AD56-837B-7965-C15F-4BE41711A587}"/>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E1B9672A-1612-D736-9A4C-F4D26D178A42}"/>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B7269E86-8FAB-5C01-D30D-EDAB9D9C8979}"/>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C4A5DCFC-A911-2458-24FD-057B15ED6534}"/>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3C648C8F-A18B-16B6-78C8-05D28E495AAB}"/>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4C2DD494-E0F0-0CE0-6F11-92CE14232613}"/>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A3A6D9DA-180B-2D64-7E01-430CAAB73BDF}"/>
              </a:ext>
            </a:extLst>
          </p:cNvPr>
          <p:cNvGrpSpPr/>
          <p:nvPr/>
        </p:nvGrpSpPr>
        <p:grpSpPr>
          <a:xfrm>
            <a:off x="-1917374" y="-844044"/>
            <a:ext cx="12719900" cy="7168238"/>
            <a:chOff x="-1594751" y="-1031845"/>
            <a:chExt cx="10558369" cy="5939846"/>
          </a:xfrm>
        </p:grpSpPr>
        <p:sp>
          <p:nvSpPr>
            <p:cNvPr id="3" name="Google Shape;341;p23">
              <a:extLst>
                <a:ext uri="{FF2B5EF4-FFF2-40B4-BE49-F238E27FC236}">
                  <a16:creationId xmlns:a16="http://schemas.microsoft.com/office/drawing/2014/main" id="{028EEC0B-5901-CC88-10AE-109A2165CE33}"/>
                </a:ext>
              </a:extLst>
            </p:cNvPr>
            <p:cNvSpPr/>
            <p:nvPr/>
          </p:nvSpPr>
          <p:spPr>
            <a:xfrm>
              <a:off x="4247318" y="4645801"/>
              <a:ext cx="4716300" cy="262200"/>
            </a:xfrm>
            <a:prstGeom prst="ellipse">
              <a:avLst/>
            </a:prstGeom>
            <a:solidFill>
              <a:srgbClr val="E4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22;p24">
              <a:extLst>
                <a:ext uri="{FF2B5EF4-FFF2-40B4-BE49-F238E27FC236}">
                  <a16:creationId xmlns:a16="http://schemas.microsoft.com/office/drawing/2014/main" id="{5D601CB0-FEA3-D5F4-BEE9-D26452C2A99D}"/>
                </a:ext>
              </a:extLst>
            </p:cNvPr>
            <p:cNvSpPr/>
            <p:nvPr/>
          </p:nvSpPr>
          <p:spPr>
            <a:xfrm>
              <a:off x="159375" y="730581"/>
              <a:ext cx="8678894" cy="3508362"/>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grpSp>
          <p:nvGrpSpPr>
            <p:cNvPr id="5" name="Google Shape;345;p23">
              <a:extLst>
                <a:ext uri="{FF2B5EF4-FFF2-40B4-BE49-F238E27FC236}">
                  <a16:creationId xmlns:a16="http://schemas.microsoft.com/office/drawing/2014/main" id="{386C1EB8-CCB1-BBD9-BA37-F091EFABB103}"/>
                </a:ext>
              </a:extLst>
            </p:cNvPr>
            <p:cNvGrpSpPr/>
            <p:nvPr/>
          </p:nvGrpSpPr>
          <p:grpSpPr>
            <a:xfrm>
              <a:off x="5076312" y="636705"/>
              <a:ext cx="3751007" cy="4201568"/>
              <a:chOff x="1122675" y="238100"/>
              <a:chExt cx="5373825" cy="5237850"/>
            </a:xfrm>
          </p:grpSpPr>
          <p:sp>
            <p:nvSpPr>
              <p:cNvPr id="10" name="Google Shape;346;p23">
                <a:extLst>
                  <a:ext uri="{FF2B5EF4-FFF2-40B4-BE49-F238E27FC236}">
                    <a16:creationId xmlns:a16="http://schemas.microsoft.com/office/drawing/2014/main" id="{169A7317-EBAE-2DE0-B5DE-EFDDC372CF8A}"/>
                  </a:ext>
                </a:extLst>
              </p:cNvPr>
              <p:cNvSpPr/>
              <p:nvPr/>
            </p:nvSpPr>
            <p:spPr>
              <a:xfrm>
                <a:off x="2545025" y="4745425"/>
                <a:ext cx="644200" cy="511775"/>
              </a:xfrm>
              <a:custGeom>
                <a:avLst/>
                <a:gdLst/>
                <a:ahLst/>
                <a:cxnLst/>
                <a:rect l="l" t="t" r="r" b="b"/>
                <a:pathLst>
                  <a:path w="25768" h="20471" extrusionOk="0">
                    <a:moveTo>
                      <a:pt x="24044" y="0"/>
                    </a:moveTo>
                    <a:lnTo>
                      <a:pt x="0" y="9999"/>
                    </a:lnTo>
                    <a:lnTo>
                      <a:pt x="0" y="20470"/>
                    </a:lnTo>
                    <a:lnTo>
                      <a:pt x="4488" y="20470"/>
                    </a:lnTo>
                    <a:lnTo>
                      <a:pt x="4488" y="12993"/>
                    </a:lnTo>
                    <a:lnTo>
                      <a:pt x="25767" y="4144"/>
                    </a:lnTo>
                    <a:lnTo>
                      <a:pt x="24044"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347;p23">
                <a:extLst>
                  <a:ext uri="{FF2B5EF4-FFF2-40B4-BE49-F238E27FC236}">
                    <a16:creationId xmlns:a16="http://schemas.microsoft.com/office/drawing/2014/main" id="{012DF252-6D7B-A9C4-E497-0F9960C8D482}"/>
                  </a:ext>
                </a:extLst>
              </p:cNvPr>
              <p:cNvSpPr/>
              <p:nvPr/>
            </p:nvSpPr>
            <p:spPr>
              <a:xfrm>
                <a:off x="2085075" y="4680800"/>
                <a:ext cx="1061300" cy="553975"/>
              </a:xfrm>
              <a:custGeom>
                <a:avLst/>
                <a:gdLst/>
                <a:ahLst/>
                <a:cxnLst/>
                <a:rect l="l" t="t" r="r" b="b"/>
                <a:pathLst>
                  <a:path w="42452" h="22159" extrusionOk="0">
                    <a:moveTo>
                      <a:pt x="41463" y="1"/>
                    </a:moveTo>
                    <a:lnTo>
                      <a:pt x="1" y="9371"/>
                    </a:lnTo>
                    <a:lnTo>
                      <a:pt x="1" y="22158"/>
                    </a:lnTo>
                    <a:lnTo>
                      <a:pt x="4488" y="22158"/>
                    </a:lnTo>
                    <a:lnTo>
                      <a:pt x="4488" y="12958"/>
                    </a:lnTo>
                    <a:lnTo>
                      <a:pt x="42451" y="4378"/>
                    </a:lnTo>
                    <a:lnTo>
                      <a:pt x="41463"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348;p23">
                <a:extLst>
                  <a:ext uri="{FF2B5EF4-FFF2-40B4-BE49-F238E27FC236}">
                    <a16:creationId xmlns:a16="http://schemas.microsoft.com/office/drawing/2014/main" id="{762114FF-3C8E-3AF4-CE0B-D3E9B67F4DBE}"/>
                  </a:ext>
                </a:extLst>
              </p:cNvPr>
              <p:cNvSpPr/>
              <p:nvPr/>
            </p:nvSpPr>
            <p:spPr>
              <a:xfrm>
                <a:off x="2007950" y="5147800"/>
                <a:ext cx="260875" cy="260825"/>
              </a:xfrm>
              <a:custGeom>
                <a:avLst/>
                <a:gdLst/>
                <a:ahLst/>
                <a:cxnLst/>
                <a:rect l="l" t="t" r="r" b="b"/>
                <a:pathLst>
                  <a:path w="10435" h="10433" extrusionOk="0">
                    <a:moveTo>
                      <a:pt x="5217" y="1"/>
                    </a:moveTo>
                    <a:cubicBezTo>
                      <a:pt x="2336" y="1"/>
                      <a:pt x="1" y="2336"/>
                      <a:pt x="1" y="5217"/>
                    </a:cubicBezTo>
                    <a:cubicBezTo>
                      <a:pt x="1" y="8098"/>
                      <a:pt x="2336" y="10433"/>
                      <a:pt x="5217" y="10433"/>
                    </a:cubicBezTo>
                    <a:cubicBezTo>
                      <a:pt x="8098" y="10433"/>
                      <a:pt x="10434" y="8098"/>
                      <a:pt x="10434" y="5217"/>
                    </a:cubicBezTo>
                    <a:cubicBezTo>
                      <a:pt x="10434" y="2336"/>
                      <a:pt x="8098" y="1"/>
                      <a:pt x="5217" y="1"/>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349;p23">
                <a:extLst>
                  <a:ext uri="{FF2B5EF4-FFF2-40B4-BE49-F238E27FC236}">
                    <a16:creationId xmlns:a16="http://schemas.microsoft.com/office/drawing/2014/main" id="{7EF7C167-AF4E-0F75-3CBB-F539366F5E53}"/>
                  </a:ext>
                </a:extLst>
              </p:cNvPr>
              <p:cNvSpPr/>
              <p:nvPr/>
            </p:nvSpPr>
            <p:spPr>
              <a:xfrm>
                <a:off x="2465100" y="5215125"/>
                <a:ext cx="260875" cy="260825"/>
              </a:xfrm>
              <a:custGeom>
                <a:avLst/>
                <a:gdLst/>
                <a:ahLst/>
                <a:cxnLst/>
                <a:rect l="l" t="t" r="r" b="b"/>
                <a:pathLst>
                  <a:path w="10435" h="10433" extrusionOk="0">
                    <a:moveTo>
                      <a:pt x="5217" y="0"/>
                    </a:moveTo>
                    <a:cubicBezTo>
                      <a:pt x="2336" y="0"/>
                      <a:pt x="1" y="2335"/>
                      <a:pt x="1" y="5216"/>
                    </a:cubicBezTo>
                    <a:cubicBezTo>
                      <a:pt x="1" y="8098"/>
                      <a:pt x="2336" y="10432"/>
                      <a:pt x="5217" y="10432"/>
                    </a:cubicBezTo>
                    <a:cubicBezTo>
                      <a:pt x="8098" y="10432"/>
                      <a:pt x="10434" y="8098"/>
                      <a:pt x="10434" y="5216"/>
                    </a:cubicBezTo>
                    <a:cubicBezTo>
                      <a:pt x="10434" y="2335"/>
                      <a:pt x="8098" y="0"/>
                      <a:pt x="5217" y="0"/>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350;p23">
                <a:extLst>
                  <a:ext uri="{FF2B5EF4-FFF2-40B4-BE49-F238E27FC236}">
                    <a16:creationId xmlns:a16="http://schemas.microsoft.com/office/drawing/2014/main" id="{17268815-AC84-7648-92C4-A18C197BD91E}"/>
                  </a:ext>
                </a:extLst>
              </p:cNvPr>
              <p:cNvSpPr/>
              <p:nvPr/>
            </p:nvSpPr>
            <p:spPr>
              <a:xfrm>
                <a:off x="3145650" y="4745425"/>
                <a:ext cx="644200" cy="511775"/>
              </a:xfrm>
              <a:custGeom>
                <a:avLst/>
                <a:gdLst/>
                <a:ahLst/>
                <a:cxnLst/>
                <a:rect l="l" t="t" r="r" b="b"/>
                <a:pathLst>
                  <a:path w="25768" h="20471" extrusionOk="0">
                    <a:moveTo>
                      <a:pt x="1723" y="0"/>
                    </a:moveTo>
                    <a:lnTo>
                      <a:pt x="0" y="4144"/>
                    </a:lnTo>
                    <a:lnTo>
                      <a:pt x="21279" y="12993"/>
                    </a:lnTo>
                    <a:lnTo>
                      <a:pt x="21279" y="20470"/>
                    </a:lnTo>
                    <a:lnTo>
                      <a:pt x="25767" y="20470"/>
                    </a:lnTo>
                    <a:lnTo>
                      <a:pt x="25767" y="9999"/>
                    </a:lnTo>
                    <a:lnTo>
                      <a:pt x="1723"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351;p23">
                <a:extLst>
                  <a:ext uri="{FF2B5EF4-FFF2-40B4-BE49-F238E27FC236}">
                    <a16:creationId xmlns:a16="http://schemas.microsoft.com/office/drawing/2014/main" id="{DECF478A-596D-46CE-21F0-69DE71D1BC4C}"/>
                  </a:ext>
                </a:extLst>
              </p:cNvPr>
              <p:cNvSpPr/>
              <p:nvPr/>
            </p:nvSpPr>
            <p:spPr>
              <a:xfrm>
                <a:off x="3188475" y="4680800"/>
                <a:ext cx="1061325" cy="553975"/>
              </a:xfrm>
              <a:custGeom>
                <a:avLst/>
                <a:gdLst/>
                <a:ahLst/>
                <a:cxnLst/>
                <a:rect l="l" t="t" r="r" b="b"/>
                <a:pathLst>
                  <a:path w="42453" h="22159" extrusionOk="0">
                    <a:moveTo>
                      <a:pt x="989" y="1"/>
                    </a:moveTo>
                    <a:lnTo>
                      <a:pt x="1" y="4378"/>
                    </a:lnTo>
                    <a:lnTo>
                      <a:pt x="37964" y="12958"/>
                    </a:lnTo>
                    <a:lnTo>
                      <a:pt x="37964" y="22158"/>
                    </a:lnTo>
                    <a:lnTo>
                      <a:pt x="42453" y="22158"/>
                    </a:lnTo>
                    <a:lnTo>
                      <a:pt x="42453" y="9371"/>
                    </a:lnTo>
                    <a:lnTo>
                      <a:pt x="989"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352;p23">
                <a:extLst>
                  <a:ext uri="{FF2B5EF4-FFF2-40B4-BE49-F238E27FC236}">
                    <a16:creationId xmlns:a16="http://schemas.microsoft.com/office/drawing/2014/main" id="{418C4ABB-0DA9-E7D7-C954-C357683DC00F}"/>
                  </a:ext>
                </a:extLst>
              </p:cNvPr>
              <p:cNvSpPr/>
              <p:nvPr/>
            </p:nvSpPr>
            <p:spPr>
              <a:xfrm>
                <a:off x="4066075" y="5147800"/>
                <a:ext cx="260825" cy="260825"/>
              </a:xfrm>
              <a:custGeom>
                <a:avLst/>
                <a:gdLst/>
                <a:ahLst/>
                <a:cxnLst/>
                <a:rect l="l" t="t" r="r" b="b"/>
                <a:pathLst>
                  <a:path w="10433" h="10433" extrusionOk="0">
                    <a:moveTo>
                      <a:pt x="5216" y="1"/>
                    </a:moveTo>
                    <a:cubicBezTo>
                      <a:pt x="2335" y="1"/>
                      <a:pt x="0" y="2336"/>
                      <a:pt x="0" y="5217"/>
                    </a:cubicBezTo>
                    <a:cubicBezTo>
                      <a:pt x="0" y="8098"/>
                      <a:pt x="2335" y="10433"/>
                      <a:pt x="5216" y="10433"/>
                    </a:cubicBezTo>
                    <a:cubicBezTo>
                      <a:pt x="8098" y="10433"/>
                      <a:pt x="10433" y="8098"/>
                      <a:pt x="10433" y="5217"/>
                    </a:cubicBezTo>
                    <a:cubicBezTo>
                      <a:pt x="10433" y="2336"/>
                      <a:pt x="8098" y="1"/>
                      <a:pt x="5216" y="1"/>
                    </a:cubicBez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353;p23">
                <a:extLst>
                  <a:ext uri="{FF2B5EF4-FFF2-40B4-BE49-F238E27FC236}">
                    <a16:creationId xmlns:a16="http://schemas.microsoft.com/office/drawing/2014/main" id="{C2F7D164-C1AD-BB45-545A-A4D92E54B42C}"/>
                  </a:ext>
                </a:extLst>
              </p:cNvPr>
              <p:cNvSpPr/>
              <p:nvPr/>
            </p:nvSpPr>
            <p:spPr>
              <a:xfrm>
                <a:off x="3608925" y="5215125"/>
                <a:ext cx="260825" cy="260825"/>
              </a:xfrm>
              <a:custGeom>
                <a:avLst/>
                <a:gdLst/>
                <a:ahLst/>
                <a:cxnLst/>
                <a:rect l="l" t="t" r="r" b="b"/>
                <a:pathLst>
                  <a:path w="10433" h="10433" extrusionOk="0">
                    <a:moveTo>
                      <a:pt x="5216" y="0"/>
                    </a:moveTo>
                    <a:cubicBezTo>
                      <a:pt x="2335" y="0"/>
                      <a:pt x="0" y="2335"/>
                      <a:pt x="0" y="5216"/>
                    </a:cubicBezTo>
                    <a:cubicBezTo>
                      <a:pt x="0" y="8098"/>
                      <a:pt x="2335" y="10432"/>
                      <a:pt x="5216" y="10432"/>
                    </a:cubicBezTo>
                    <a:cubicBezTo>
                      <a:pt x="8096" y="10432"/>
                      <a:pt x="10433" y="8098"/>
                      <a:pt x="10433" y="5216"/>
                    </a:cubicBezTo>
                    <a:cubicBezTo>
                      <a:pt x="10433" y="2335"/>
                      <a:pt x="8096" y="0"/>
                      <a:pt x="5216" y="0"/>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354;p23">
                <a:extLst>
                  <a:ext uri="{FF2B5EF4-FFF2-40B4-BE49-F238E27FC236}">
                    <a16:creationId xmlns:a16="http://schemas.microsoft.com/office/drawing/2014/main" id="{07CBFC92-9DD7-450D-06E9-3162004E5A37}"/>
                  </a:ext>
                </a:extLst>
              </p:cNvPr>
              <p:cNvSpPr/>
              <p:nvPr/>
            </p:nvSpPr>
            <p:spPr>
              <a:xfrm>
                <a:off x="2640175" y="3546375"/>
                <a:ext cx="1054550" cy="179500"/>
              </a:xfrm>
              <a:custGeom>
                <a:avLst/>
                <a:gdLst/>
                <a:ahLst/>
                <a:cxnLst/>
                <a:rect l="l" t="t" r="r" b="b"/>
                <a:pathLst>
                  <a:path w="42182" h="7180" extrusionOk="0">
                    <a:moveTo>
                      <a:pt x="0" y="0"/>
                    </a:moveTo>
                    <a:cubicBezTo>
                      <a:pt x="0" y="3966"/>
                      <a:pt x="3214" y="7180"/>
                      <a:pt x="7180" y="7180"/>
                    </a:cubicBezTo>
                    <a:lnTo>
                      <a:pt x="35002" y="7180"/>
                    </a:lnTo>
                    <a:cubicBezTo>
                      <a:pt x="38967" y="7180"/>
                      <a:pt x="42181" y="3966"/>
                      <a:pt x="42181" y="0"/>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355;p23">
                <a:extLst>
                  <a:ext uri="{FF2B5EF4-FFF2-40B4-BE49-F238E27FC236}">
                    <a16:creationId xmlns:a16="http://schemas.microsoft.com/office/drawing/2014/main" id="{ECBA71C4-40E0-0B81-DAA4-7AA95F5DA404}"/>
                  </a:ext>
                </a:extLst>
              </p:cNvPr>
              <p:cNvSpPr/>
              <p:nvPr/>
            </p:nvSpPr>
            <p:spPr>
              <a:xfrm>
                <a:off x="2854350" y="3697800"/>
                <a:ext cx="626150" cy="106625"/>
              </a:xfrm>
              <a:custGeom>
                <a:avLst/>
                <a:gdLst/>
                <a:ahLst/>
                <a:cxnLst/>
                <a:rect l="l" t="t" r="r" b="b"/>
                <a:pathLst>
                  <a:path w="25046" h="4265" extrusionOk="0">
                    <a:moveTo>
                      <a:pt x="1" y="1"/>
                    </a:moveTo>
                    <a:cubicBezTo>
                      <a:pt x="1" y="2356"/>
                      <a:pt x="1909" y="4264"/>
                      <a:pt x="4264" y="4264"/>
                    </a:cubicBezTo>
                    <a:lnTo>
                      <a:pt x="20782" y="4264"/>
                    </a:lnTo>
                    <a:cubicBezTo>
                      <a:pt x="23137" y="4264"/>
                      <a:pt x="25046" y="2356"/>
                      <a:pt x="25046" y="1"/>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356;p23">
                <a:extLst>
                  <a:ext uri="{FF2B5EF4-FFF2-40B4-BE49-F238E27FC236}">
                    <a16:creationId xmlns:a16="http://schemas.microsoft.com/office/drawing/2014/main" id="{587047F3-8AEB-3500-B119-DB02AAA3A393}"/>
                  </a:ext>
                </a:extLst>
              </p:cNvPr>
              <p:cNvSpPr/>
              <p:nvPr/>
            </p:nvSpPr>
            <p:spPr>
              <a:xfrm>
                <a:off x="3059000" y="3776350"/>
                <a:ext cx="216900" cy="1157525"/>
              </a:xfrm>
              <a:custGeom>
                <a:avLst/>
                <a:gdLst/>
                <a:ahLst/>
                <a:cxnLst/>
                <a:rect l="l" t="t" r="r" b="b"/>
                <a:pathLst>
                  <a:path w="8676" h="46301" extrusionOk="0">
                    <a:moveTo>
                      <a:pt x="21" y="0"/>
                    </a:moveTo>
                    <a:cubicBezTo>
                      <a:pt x="9" y="0"/>
                      <a:pt x="0" y="10"/>
                      <a:pt x="0" y="23"/>
                    </a:cubicBezTo>
                    <a:lnTo>
                      <a:pt x="0" y="46279"/>
                    </a:lnTo>
                    <a:cubicBezTo>
                      <a:pt x="0" y="46291"/>
                      <a:pt x="9" y="46300"/>
                      <a:pt x="21" y="46300"/>
                    </a:cubicBezTo>
                    <a:lnTo>
                      <a:pt x="8653" y="46300"/>
                    </a:lnTo>
                    <a:cubicBezTo>
                      <a:pt x="8665" y="46300"/>
                      <a:pt x="8675" y="46291"/>
                      <a:pt x="8675" y="46279"/>
                    </a:cubicBezTo>
                    <a:lnTo>
                      <a:pt x="8675" y="23"/>
                    </a:lnTo>
                    <a:cubicBezTo>
                      <a:pt x="8675" y="10"/>
                      <a:pt x="8665" y="0"/>
                      <a:pt x="8653" y="0"/>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357;p23">
                <a:extLst>
                  <a:ext uri="{FF2B5EF4-FFF2-40B4-BE49-F238E27FC236}">
                    <a16:creationId xmlns:a16="http://schemas.microsoft.com/office/drawing/2014/main" id="{4793F7F9-A541-000D-A1A8-2631750659D5}"/>
                  </a:ext>
                </a:extLst>
              </p:cNvPr>
              <p:cNvSpPr/>
              <p:nvPr/>
            </p:nvSpPr>
            <p:spPr>
              <a:xfrm>
                <a:off x="2481750" y="2772325"/>
                <a:ext cx="588975" cy="577750"/>
              </a:xfrm>
              <a:custGeom>
                <a:avLst/>
                <a:gdLst/>
                <a:ahLst/>
                <a:cxnLst/>
                <a:rect l="l" t="t" r="r" b="b"/>
                <a:pathLst>
                  <a:path w="23559" h="23110" extrusionOk="0">
                    <a:moveTo>
                      <a:pt x="0" y="0"/>
                    </a:moveTo>
                    <a:lnTo>
                      <a:pt x="5609" y="23110"/>
                    </a:lnTo>
                    <a:lnTo>
                      <a:pt x="23559" y="23110"/>
                    </a:lnTo>
                    <a:lnTo>
                      <a:pt x="17950" y="0"/>
                    </a:ln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358;p23">
                <a:extLst>
                  <a:ext uri="{FF2B5EF4-FFF2-40B4-BE49-F238E27FC236}">
                    <a16:creationId xmlns:a16="http://schemas.microsoft.com/office/drawing/2014/main" id="{17F8FCB2-E975-2160-A5D4-CEA0614A7991}"/>
                  </a:ext>
                </a:extLst>
              </p:cNvPr>
              <p:cNvSpPr/>
              <p:nvPr/>
            </p:nvSpPr>
            <p:spPr>
              <a:xfrm>
                <a:off x="2090350" y="3289675"/>
                <a:ext cx="2222850" cy="261825"/>
              </a:xfrm>
              <a:custGeom>
                <a:avLst/>
                <a:gdLst/>
                <a:ahLst/>
                <a:cxnLst/>
                <a:rect l="l" t="t" r="r" b="b"/>
                <a:pathLst>
                  <a:path w="88914" h="10473" extrusionOk="0">
                    <a:moveTo>
                      <a:pt x="5236" y="1"/>
                    </a:moveTo>
                    <a:cubicBezTo>
                      <a:pt x="2345" y="1"/>
                      <a:pt x="1" y="2345"/>
                      <a:pt x="1" y="5237"/>
                    </a:cubicBezTo>
                    <a:cubicBezTo>
                      <a:pt x="1" y="8128"/>
                      <a:pt x="2344" y="10472"/>
                      <a:pt x="5236" y="10472"/>
                    </a:cubicBezTo>
                    <a:lnTo>
                      <a:pt x="83677" y="10472"/>
                    </a:lnTo>
                    <a:cubicBezTo>
                      <a:pt x="86569" y="10472"/>
                      <a:pt x="88913" y="8128"/>
                      <a:pt x="88913" y="5237"/>
                    </a:cubicBezTo>
                    <a:cubicBezTo>
                      <a:pt x="88913" y="2345"/>
                      <a:pt x="86569" y="1"/>
                      <a:pt x="83677"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359;p23">
                <a:extLst>
                  <a:ext uri="{FF2B5EF4-FFF2-40B4-BE49-F238E27FC236}">
                    <a16:creationId xmlns:a16="http://schemas.microsoft.com/office/drawing/2014/main" id="{3871DFF8-A354-F1FA-BEBA-552DD79CB41C}"/>
                  </a:ext>
                </a:extLst>
              </p:cNvPr>
              <p:cNvSpPr/>
              <p:nvPr/>
            </p:nvSpPr>
            <p:spPr>
              <a:xfrm>
                <a:off x="2090350" y="3289675"/>
                <a:ext cx="844875" cy="261825"/>
              </a:xfrm>
              <a:custGeom>
                <a:avLst/>
                <a:gdLst/>
                <a:ahLst/>
                <a:cxnLst/>
                <a:rect l="l" t="t" r="r" b="b"/>
                <a:pathLst>
                  <a:path w="33795" h="10473" extrusionOk="0">
                    <a:moveTo>
                      <a:pt x="5236" y="1"/>
                    </a:moveTo>
                    <a:cubicBezTo>
                      <a:pt x="2345" y="1"/>
                      <a:pt x="1" y="2345"/>
                      <a:pt x="1" y="5237"/>
                    </a:cubicBezTo>
                    <a:cubicBezTo>
                      <a:pt x="1" y="8128"/>
                      <a:pt x="2344" y="10472"/>
                      <a:pt x="5236" y="10472"/>
                    </a:cubicBezTo>
                    <a:lnTo>
                      <a:pt x="28559" y="10472"/>
                    </a:lnTo>
                    <a:cubicBezTo>
                      <a:pt x="31450" y="10472"/>
                      <a:pt x="33795" y="8128"/>
                      <a:pt x="33794" y="5237"/>
                    </a:cubicBezTo>
                    <a:cubicBezTo>
                      <a:pt x="33794" y="2345"/>
                      <a:pt x="31449" y="1"/>
                      <a:pt x="28559"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360;p23">
                <a:extLst>
                  <a:ext uri="{FF2B5EF4-FFF2-40B4-BE49-F238E27FC236}">
                    <a16:creationId xmlns:a16="http://schemas.microsoft.com/office/drawing/2014/main" id="{B421FDFB-2ED9-F708-6F49-F1765A982EE2}"/>
                  </a:ext>
                </a:extLst>
              </p:cNvPr>
              <p:cNvSpPr/>
              <p:nvPr/>
            </p:nvSpPr>
            <p:spPr>
              <a:xfrm>
                <a:off x="1926700" y="1314975"/>
                <a:ext cx="1416725" cy="1557475"/>
              </a:xfrm>
              <a:custGeom>
                <a:avLst/>
                <a:gdLst/>
                <a:ahLst/>
                <a:cxnLst/>
                <a:rect l="l" t="t" r="r" b="b"/>
                <a:pathLst>
                  <a:path w="56669" h="62299" extrusionOk="0">
                    <a:moveTo>
                      <a:pt x="3755" y="0"/>
                    </a:moveTo>
                    <a:cubicBezTo>
                      <a:pt x="1636" y="0"/>
                      <a:pt x="0" y="1859"/>
                      <a:pt x="270" y="3960"/>
                    </a:cubicBezTo>
                    <a:lnTo>
                      <a:pt x="7344" y="59231"/>
                    </a:lnTo>
                    <a:cubicBezTo>
                      <a:pt x="7569" y="60985"/>
                      <a:pt x="9061" y="62298"/>
                      <a:pt x="10829" y="62298"/>
                    </a:cubicBezTo>
                    <a:lnTo>
                      <a:pt x="52915" y="62298"/>
                    </a:lnTo>
                    <a:cubicBezTo>
                      <a:pt x="55032" y="62298"/>
                      <a:pt x="56668" y="60439"/>
                      <a:pt x="56400" y="58339"/>
                    </a:cubicBezTo>
                    <a:lnTo>
                      <a:pt x="49324" y="3068"/>
                    </a:lnTo>
                    <a:cubicBezTo>
                      <a:pt x="49100" y="1314"/>
                      <a:pt x="47607" y="0"/>
                      <a:pt x="45839" y="0"/>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361;p23">
                <a:extLst>
                  <a:ext uri="{FF2B5EF4-FFF2-40B4-BE49-F238E27FC236}">
                    <a16:creationId xmlns:a16="http://schemas.microsoft.com/office/drawing/2014/main" id="{BB2C23CC-70D3-BF6F-F3D2-7F90CD71E886}"/>
                  </a:ext>
                </a:extLst>
              </p:cNvPr>
              <p:cNvSpPr/>
              <p:nvPr/>
            </p:nvSpPr>
            <p:spPr>
              <a:xfrm>
                <a:off x="2058625" y="1314975"/>
                <a:ext cx="1416725" cy="1557475"/>
              </a:xfrm>
              <a:custGeom>
                <a:avLst/>
                <a:gdLst/>
                <a:ahLst/>
                <a:cxnLst/>
                <a:rect l="l" t="t" r="r" b="b"/>
                <a:pathLst>
                  <a:path w="56669" h="62299" extrusionOk="0">
                    <a:moveTo>
                      <a:pt x="3755" y="0"/>
                    </a:moveTo>
                    <a:cubicBezTo>
                      <a:pt x="1637" y="0"/>
                      <a:pt x="0" y="1859"/>
                      <a:pt x="270" y="3960"/>
                    </a:cubicBezTo>
                    <a:lnTo>
                      <a:pt x="7344" y="59231"/>
                    </a:lnTo>
                    <a:cubicBezTo>
                      <a:pt x="7569" y="60985"/>
                      <a:pt x="9061" y="62298"/>
                      <a:pt x="10830" y="62298"/>
                    </a:cubicBezTo>
                    <a:lnTo>
                      <a:pt x="52915" y="62298"/>
                    </a:lnTo>
                    <a:cubicBezTo>
                      <a:pt x="55032" y="62298"/>
                      <a:pt x="56668" y="60439"/>
                      <a:pt x="56400" y="58339"/>
                    </a:cubicBezTo>
                    <a:lnTo>
                      <a:pt x="49324" y="3068"/>
                    </a:lnTo>
                    <a:cubicBezTo>
                      <a:pt x="49101" y="1314"/>
                      <a:pt x="47608" y="0"/>
                      <a:pt x="45840" y="0"/>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362;p23">
                <a:extLst>
                  <a:ext uri="{FF2B5EF4-FFF2-40B4-BE49-F238E27FC236}">
                    <a16:creationId xmlns:a16="http://schemas.microsoft.com/office/drawing/2014/main" id="{1E6B18FD-F512-3581-3A5C-4E617A9CCBB6}"/>
                  </a:ext>
                </a:extLst>
              </p:cNvPr>
              <p:cNvSpPr/>
              <p:nvPr/>
            </p:nvSpPr>
            <p:spPr>
              <a:xfrm>
                <a:off x="2496000" y="1123750"/>
                <a:ext cx="1270300" cy="1405000"/>
              </a:xfrm>
              <a:custGeom>
                <a:avLst/>
                <a:gdLst/>
                <a:ahLst/>
                <a:cxnLst/>
                <a:rect l="l" t="t" r="r" b="b"/>
                <a:pathLst>
                  <a:path w="50812" h="56200" extrusionOk="0">
                    <a:moveTo>
                      <a:pt x="15948" y="1"/>
                    </a:moveTo>
                    <a:cubicBezTo>
                      <a:pt x="0" y="8249"/>
                      <a:pt x="2477" y="15837"/>
                      <a:pt x="3356" y="26396"/>
                    </a:cubicBezTo>
                    <a:cubicBezTo>
                      <a:pt x="4235" y="36954"/>
                      <a:pt x="4400" y="56200"/>
                      <a:pt x="4400" y="56200"/>
                    </a:cubicBezTo>
                    <a:lnTo>
                      <a:pt x="48612" y="56200"/>
                    </a:lnTo>
                    <a:cubicBezTo>
                      <a:pt x="48612" y="56200"/>
                      <a:pt x="47073" y="50041"/>
                      <a:pt x="46302" y="46522"/>
                    </a:cubicBezTo>
                    <a:cubicBezTo>
                      <a:pt x="45532" y="43003"/>
                      <a:pt x="50812" y="19686"/>
                      <a:pt x="50042" y="12538"/>
                    </a:cubicBezTo>
                    <a:cubicBezTo>
                      <a:pt x="49272" y="5389"/>
                      <a:pt x="33544" y="110"/>
                      <a:pt x="33544" y="110"/>
                    </a:cubicBezTo>
                    <a:lnTo>
                      <a:pt x="27001" y="275"/>
                    </a:lnTo>
                    <a:lnTo>
                      <a:pt x="1594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363;p23">
                <a:extLst>
                  <a:ext uri="{FF2B5EF4-FFF2-40B4-BE49-F238E27FC236}">
                    <a16:creationId xmlns:a16="http://schemas.microsoft.com/office/drawing/2014/main" id="{B8F96E9F-4DCF-EBE0-B349-5088BA0C5A0A}"/>
                  </a:ext>
                </a:extLst>
              </p:cNvPr>
              <p:cNvSpPr/>
              <p:nvPr/>
            </p:nvSpPr>
            <p:spPr>
              <a:xfrm>
                <a:off x="2842850" y="711525"/>
                <a:ext cx="573175" cy="493950"/>
              </a:xfrm>
              <a:custGeom>
                <a:avLst/>
                <a:gdLst/>
                <a:ahLst/>
                <a:cxnLst/>
                <a:rect l="l" t="t" r="r" b="b"/>
                <a:pathLst>
                  <a:path w="22927" h="19758" extrusionOk="0">
                    <a:moveTo>
                      <a:pt x="5127" y="1"/>
                    </a:moveTo>
                    <a:cubicBezTo>
                      <a:pt x="5127" y="1"/>
                      <a:pt x="4931" y="16775"/>
                      <a:pt x="0" y="18594"/>
                    </a:cubicBezTo>
                    <a:lnTo>
                      <a:pt x="8274" y="19758"/>
                    </a:lnTo>
                    <a:lnTo>
                      <a:pt x="14471" y="19758"/>
                    </a:lnTo>
                    <a:lnTo>
                      <a:pt x="22927" y="19241"/>
                    </a:lnTo>
                    <a:cubicBezTo>
                      <a:pt x="17995" y="17422"/>
                      <a:pt x="15567" y="7648"/>
                      <a:pt x="15567" y="7648"/>
                    </a:cubicBezTo>
                    <a:lnTo>
                      <a:pt x="5127"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364;p23">
                <a:extLst>
                  <a:ext uri="{FF2B5EF4-FFF2-40B4-BE49-F238E27FC236}">
                    <a16:creationId xmlns:a16="http://schemas.microsoft.com/office/drawing/2014/main" id="{ADD21F77-2852-E982-FC8E-D746F59B5A1A}"/>
                  </a:ext>
                </a:extLst>
              </p:cNvPr>
              <p:cNvSpPr/>
              <p:nvPr/>
            </p:nvSpPr>
            <p:spPr>
              <a:xfrm>
                <a:off x="2972275" y="712500"/>
                <a:ext cx="294325" cy="294450"/>
              </a:xfrm>
              <a:custGeom>
                <a:avLst/>
                <a:gdLst/>
                <a:ahLst/>
                <a:cxnLst/>
                <a:rect l="l" t="t" r="r" b="b"/>
                <a:pathLst>
                  <a:path w="11773" h="11778" extrusionOk="0">
                    <a:moveTo>
                      <a:pt x="1" y="0"/>
                    </a:moveTo>
                    <a:lnTo>
                      <a:pt x="1" y="0"/>
                    </a:lnTo>
                    <a:cubicBezTo>
                      <a:pt x="2432" y="7653"/>
                      <a:pt x="6634" y="11522"/>
                      <a:pt x="10970" y="11774"/>
                    </a:cubicBezTo>
                    <a:cubicBezTo>
                      <a:pt x="11040" y="11776"/>
                      <a:pt x="11111" y="11778"/>
                      <a:pt x="11181" y="11778"/>
                    </a:cubicBezTo>
                    <a:cubicBezTo>
                      <a:pt x="11379" y="11778"/>
                      <a:pt x="11577" y="11767"/>
                      <a:pt x="11773" y="11744"/>
                    </a:cubicBezTo>
                    <a:cubicBezTo>
                      <a:pt x="11503" y="11147"/>
                      <a:pt x="11280" y="10560"/>
                      <a:pt x="11099" y="10033"/>
                    </a:cubicBezTo>
                    <a:cubicBezTo>
                      <a:pt x="10948" y="10049"/>
                      <a:pt x="10797" y="10056"/>
                      <a:pt x="10646" y="10056"/>
                    </a:cubicBezTo>
                    <a:cubicBezTo>
                      <a:pt x="10570" y="10056"/>
                      <a:pt x="10495" y="10055"/>
                      <a:pt x="10419" y="10051"/>
                    </a:cubicBezTo>
                    <a:cubicBezTo>
                      <a:pt x="6435" y="9816"/>
                      <a:pt x="2562" y="6528"/>
                      <a:pt x="71" y="47"/>
                    </a:cubicBezTo>
                    <a:lnTo>
                      <a:pt x="1"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365;p23">
                <a:extLst>
                  <a:ext uri="{FF2B5EF4-FFF2-40B4-BE49-F238E27FC236}">
                    <a16:creationId xmlns:a16="http://schemas.microsoft.com/office/drawing/2014/main" id="{EA2C81A9-AEE3-2A50-B026-2B88C67149FB}"/>
                  </a:ext>
                </a:extLst>
              </p:cNvPr>
              <p:cNvSpPr/>
              <p:nvPr/>
            </p:nvSpPr>
            <p:spPr>
              <a:xfrm>
                <a:off x="3106400" y="1130625"/>
                <a:ext cx="131875" cy="268100"/>
              </a:xfrm>
              <a:custGeom>
                <a:avLst/>
                <a:gdLst/>
                <a:ahLst/>
                <a:cxnLst/>
                <a:rect l="l" t="t" r="r" b="b"/>
                <a:pathLst>
                  <a:path w="5275" h="10724" extrusionOk="0">
                    <a:moveTo>
                      <a:pt x="2119" y="0"/>
                    </a:moveTo>
                    <a:lnTo>
                      <a:pt x="1" y="5169"/>
                    </a:lnTo>
                    <a:lnTo>
                      <a:pt x="1384" y="10723"/>
                    </a:lnTo>
                    <a:lnTo>
                      <a:pt x="4237" y="10723"/>
                    </a:lnTo>
                    <a:lnTo>
                      <a:pt x="5274" y="5390"/>
                    </a:lnTo>
                    <a:lnTo>
                      <a:pt x="2939"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366;p23">
                <a:extLst>
                  <a:ext uri="{FF2B5EF4-FFF2-40B4-BE49-F238E27FC236}">
                    <a16:creationId xmlns:a16="http://schemas.microsoft.com/office/drawing/2014/main" id="{0C25EFA3-AD17-4244-5F8C-87272B52060D}"/>
                  </a:ext>
                </a:extLst>
              </p:cNvPr>
              <p:cNvSpPr/>
              <p:nvPr/>
            </p:nvSpPr>
            <p:spPr>
              <a:xfrm>
                <a:off x="3132325" y="1398700"/>
                <a:ext cx="198875" cy="1119075"/>
              </a:xfrm>
              <a:custGeom>
                <a:avLst/>
                <a:gdLst/>
                <a:ahLst/>
                <a:cxnLst/>
                <a:rect l="l" t="t" r="r" b="b"/>
                <a:pathLst>
                  <a:path w="7955" h="44763" extrusionOk="0">
                    <a:moveTo>
                      <a:pt x="347" y="0"/>
                    </a:moveTo>
                    <a:lnTo>
                      <a:pt x="1" y="38218"/>
                    </a:lnTo>
                    <a:cubicBezTo>
                      <a:pt x="1" y="38218"/>
                      <a:pt x="2378" y="44762"/>
                      <a:pt x="2681" y="44762"/>
                    </a:cubicBezTo>
                    <a:lnTo>
                      <a:pt x="6614" y="44762"/>
                    </a:lnTo>
                    <a:lnTo>
                      <a:pt x="7954" y="37889"/>
                    </a:lnTo>
                    <a:lnTo>
                      <a:pt x="3200"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367;p23">
                <a:extLst>
                  <a:ext uri="{FF2B5EF4-FFF2-40B4-BE49-F238E27FC236}">
                    <a16:creationId xmlns:a16="http://schemas.microsoft.com/office/drawing/2014/main" id="{F7951149-507D-2849-456E-DC00836BA3F6}"/>
                  </a:ext>
                </a:extLst>
              </p:cNvPr>
              <p:cNvSpPr/>
              <p:nvPr/>
            </p:nvSpPr>
            <p:spPr>
              <a:xfrm>
                <a:off x="2838325" y="1109975"/>
                <a:ext cx="334100" cy="164900"/>
              </a:xfrm>
              <a:custGeom>
                <a:avLst/>
                <a:gdLst/>
                <a:ahLst/>
                <a:cxnLst/>
                <a:rect l="l" t="t" r="r" b="b"/>
                <a:pathLst>
                  <a:path w="13364" h="6596" extrusionOk="0">
                    <a:moveTo>
                      <a:pt x="2749" y="1"/>
                    </a:moveTo>
                    <a:cubicBezTo>
                      <a:pt x="2749" y="1"/>
                      <a:pt x="1" y="2476"/>
                      <a:pt x="2089" y="3741"/>
                    </a:cubicBezTo>
                    <a:cubicBezTo>
                      <a:pt x="3553" y="4626"/>
                      <a:pt x="6879" y="5850"/>
                      <a:pt x="8740" y="6503"/>
                    </a:cubicBezTo>
                    <a:cubicBezTo>
                      <a:pt x="8918" y="6565"/>
                      <a:pt x="9099" y="6595"/>
                      <a:pt x="9279" y="6595"/>
                    </a:cubicBezTo>
                    <a:cubicBezTo>
                      <a:pt x="9866" y="6595"/>
                      <a:pt x="10425" y="6275"/>
                      <a:pt x="10712" y="5730"/>
                    </a:cubicBezTo>
                    <a:lnTo>
                      <a:pt x="13363" y="716"/>
                    </a:lnTo>
                    <a:lnTo>
                      <a:pt x="2749" y="1"/>
                    </a:lnTo>
                    <a:close/>
                  </a:path>
                </a:pathLst>
              </a:custGeom>
              <a:solidFill>
                <a:srgbClr val="E7E7E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368;p23">
                <a:extLst>
                  <a:ext uri="{FF2B5EF4-FFF2-40B4-BE49-F238E27FC236}">
                    <a16:creationId xmlns:a16="http://schemas.microsoft.com/office/drawing/2014/main" id="{71BC55BA-7E13-286E-38EF-1400BB304277}"/>
                  </a:ext>
                </a:extLst>
              </p:cNvPr>
              <p:cNvSpPr/>
              <p:nvPr/>
            </p:nvSpPr>
            <p:spPr>
              <a:xfrm>
                <a:off x="3172400" y="1118500"/>
                <a:ext cx="262000" cy="156050"/>
              </a:xfrm>
              <a:custGeom>
                <a:avLst/>
                <a:gdLst/>
                <a:ahLst/>
                <a:cxnLst/>
                <a:rect l="l" t="t" r="r" b="b"/>
                <a:pathLst>
                  <a:path w="10480" h="6242" extrusionOk="0">
                    <a:moveTo>
                      <a:pt x="6289" y="1"/>
                    </a:moveTo>
                    <a:lnTo>
                      <a:pt x="0" y="376"/>
                    </a:lnTo>
                    <a:cubicBezTo>
                      <a:pt x="0" y="376"/>
                      <a:pt x="2502" y="6012"/>
                      <a:pt x="3382" y="6232"/>
                    </a:cubicBezTo>
                    <a:cubicBezTo>
                      <a:pt x="3408" y="6239"/>
                      <a:pt x="3439" y="6242"/>
                      <a:pt x="3476" y="6242"/>
                    </a:cubicBezTo>
                    <a:cubicBezTo>
                      <a:pt x="4435" y="6242"/>
                      <a:pt x="8957" y="4072"/>
                      <a:pt x="10480" y="3054"/>
                    </a:cubicBezTo>
                    <a:cubicBezTo>
                      <a:pt x="10076" y="2745"/>
                      <a:pt x="9679" y="2427"/>
                      <a:pt x="9293" y="2100"/>
                    </a:cubicBezTo>
                    <a:cubicBezTo>
                      <a:pt x="9101" y="1936"/>
                      <a:pt x="8915" y="1766"/>
                      <a:pt x="8724" y="1602"/>
                    </a:cubicBezTo>
                    <a:cubicBezTo>
                      <a:pt x="8614" y="1506"/>
                      <a:pt x="8469" y="1403"/>
                      <a:pt x="8431" y="1374"/>
                    </a:cubicBezTo>
                    <a:cubicBezTo>
                      <a:pt x="8023" y="1112"/>
                      <a:pt x="7595" y="850"/>
                      <a:pt x="7276" y="489"/>
                    </a:cubicBezTo>
                    <a:cubicBezTo>
                      <a:pt x="7135" y="330"/>
                      <a:pt x="6398" y="172"/>
                      <a:pt x="6289" y="1"/>
                    </a:cubicBezTo>
                    <a:close/>
                  </a:path>
                </a:pathLst>
              </a:custGeom>
              <a:solidFill>
                <a:srgbClr val="E7E7E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369;p23">
                <a:extLst>
                  <a:ext uri="{FF2B5EF4-FFF2-40B4-BE49-F238E27FC236}">
                    <a16:creationId xmlns:a16="http://schemas.microsoft.com/office/drawing/2014/main" id="{B1A82918-7F18-152E-DD5B-A1D66CA4DFB5}"/>
                  </a:ext>
                </a:extLst>
              </p:cNvPr>
              <p:cNvSpPr/>
              <p:nvPr/>
            </p:nvSpPr>
            <p:spPr>
              <a:xfrm>
                <a:off x="4710975" y="2029300"/>
                <a:ext cx="561725" cy="319075"/>
              </a:xfrm>
              <a:custGeom>
                <a:avLst/>
                <a:gdLst/>
                <a:ahLst/>
                <a:cxnLst/>
                <a:rect l="l" t="t" r="r" b="b"/>
                <a:pathLst>
                  <a:path w="22469" h="12763" extrusionOk="0">
                    <a:moveTo>
                      <a:pt x="13053" y="1"/>
                    </a:moveTo>
                    <a:cubicBezTo>
                      <a:pt x="12109" y="1"/>
                      <a:pt x="8957" y="2061"/>
                      <a:pt x="7249" y="3613"/>
                    </a:cubicBezTo>
                    <a:lnTo>
                      <a:pt x="7243" y="3613"/>
                    </a:lnTo>
                    <a:lnTo>
                      <a:pt x="530" y="3277"/>
                    </a:lnTo>
                    <a:cubicBezTo>
                      <a:pt x="522" y="5225"/>
                      <a:pt x="201" y="7225"/>
                      <a:pt x="0" y="8964"/>
                    </a:cubicBezTo>
                    <a:cubicBezTo>
                      <a:pt x="51" y="9860"/>
                      <a:pt x="119" y="10756"/>
                      <a:pt x="193" y="11654"/>
                    </a:cubicBezTo>
                    <a:cubicBezTo>
                      <a:pt x="4172" y="10983"/>
                      <a:pt x="6767" y="10470"/>
                      <a:pt x="7402" y="10344"/>
                    </a:cubicBezTo>
                    <a:lnTo>
                      <a:pt x="7404" y="10344"/>
                    </a:lnTo>
                    <a:cubicBezTo>
                      <a:pt x="9191" y="11255"/>
                      <a:pt x="12604" y="12763"/>
                      <a:pt x="15630" y="12763"/>
                    </a:cubicBezTo>
                    <a:cubicBezTo>
                      <a:pt x="15899" y="12763"/>
                      <a:pt x="16164" y="12751"/>
                      <a:pt x="16425" y="12726"/>
                    </a:cubicBezTo>
                    <a:cubicBezTo>
                      <a:pt x="16838" y="12686"/>
                      <a:pt x="16983" y="12205"/>
                      <a:pt x="16642" y="11987"/>
                    </a:cubicBezTo>
                    <a:lnTo>
                      <a:pt x="13193" y="9787"/>
                    </a:lnTo>
                    <a:lnTo>
                      <a:pt x="13193" y="9787"/>
                    </a:lnTo>
                    <a:cubicBezTo>
                      <a:pt x="13194" y="9787"/>
                      <a:pt x="15927" y="10433"/>
                      <a:pt x="18064" y="10433"/>
                    </a:cubicBezTo>
                    <a:cubicBezTo>
                      <a:pt x="18981" y="10433"/>
                      <a:pt x="19788" y="10314"/>
                      <a:pt x="20223" y="9974"/>
                    </a:cubicBezTo>
                    <a:cubicBezTo>
                      <a:pt x="20406" y="9831"/>
                      <a:pt x="20331" y="9555"/>
                      <a:pt x="20100" y="9493"/>
                    </a:cubicBezTo>
                    <a:lnTo>
                      <a:pt x="15242" y="8195"/>
                    </a:lnTo>
                    <a:cubicBezTo>
                      <a:pt x="15242" y="8195"/>
                      <a:pt x="20798" y="7995"/>
                      <a:pt x="21633" y="6846"/>
                    </a:cubicBezTo>
                    <a:cubicBezTo>
                      <a:pt x="22469" y="5696"/>
                      <a:pt x="15100" y="5629"/>
                      <a:pt x="15100" y="5629"/>
                    </a:cubicBezTo>
                    <a:cubicBezTo>
                      <a:pt x="15100" y="5629"/>
                      <a:pt x="20884" y="4575"/>
                      <a:pt x="21277" y="3724"/>
                    </a:cubicBezTo>
                    <a:cubicBezTo>
                      <a:pt x="21417" y="3420"/>
                      <a:pt x="20279" y="3322"/>
                      <a:pt x="18756" y="3322"/>
                    </a:cubicBezTo>
                    <a:cubicBezTo>
                      <a:pt x="16018" y="3322"/>
                      <a:pt x="12039" y="3639"/>
                      <a:pt x="12039" y="3639"/>
                    </a:cubicBezTo>
                    <a:cubicBezTo>
                      <a:pt x="12039" y="3639"/>
                      <a:pt x="13880" y="789"/>
                      <a:pt x="13281" y="80"/>
                    </a:cubicBezTo>
                    <a:cubicBezTo>
                      <a:pt x="13236" y="26"/>
                      <a:pt x="13158" y="1"/>
                      <a:pt x="13053" y="1"/>
                    </a:cubicBezTo>
                    <a:close/>
                  </a:path>
                </a:pathLst>
              </a:custGeom>
              <a:solidFill>
                <a:srgbClr val="F7BB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370;p23">
                <a:extLst>
                  <a:ext uri="{FF2B5EF4-FFF2-40B4-BE49-F238E27FC236}">
                    <a16:creationId xmlns:a16="http://schemas.microsoft.com/office/drawing/2014/main" id="{9BE8771B-6B32-10F8-B6C7-8D49830EF247}"/>
                  </a:ext>
                </a:extLst>
              </p:cNvPr>
              <p:cNvSpPr/>
              <p:nvPr/>
            </p:nvSpPr>
            <p:spPr>
              <a:xfrm>
                <a:off x="3516075" y="1350575"/>
                <a:ext cx="1361000" cy="1068050"/>
              </a:xfrm>
              <a:custGeom>
                <a:avLst/>
                <a:gdLst/>
                <a:ahLst/>
                <a:cxnLst/>
                <a:rect l="l" t="t" r="r" b="b"/>
                <a:pathLst>
                  <a:path w="54440" h="42722" extrusionOk="0">
                    <a:moveTo>
                      <a:pt x="9239" y="0"/>
                    </a:moveTo>
                    <a:lnTo>
                      <a:pt x="1" y="19193"/>
                    </a:lnTo>
                    <a:cubicBezTo>
                      <a:pt x="1" y="19193"/>
                      <a:pt x="4290" y="37119"/>
                      <a:pt x="11989" y="41408"/>
                    </a:cubicBezTo>
                    <a:cubicBezTo>
                      <a:pt x="13685" y="42353"/>
                      <a:pt x="16695" y="42722"/>
                      <a:pt x="20358" y="42722"/>
                    </a:cubicBezTo>
                    <a:cubicBezTo>
                      <a:pt x="33316" y="42722"/>
                      <a:pt x="54439" y="38109"/>
                      <a:pt x="54439" y="38109"/>
                    </a:cubicBezTo>
                    <a:lnTo>
                      <a:pt x="54000" y="30410"/>
                    </a:lnTo>
                    <a:lnTo>
                      <a:pt x="23096" y="28210"/>
                    </a:lnTo>
                    <a:lnTo>
                      <a:pt x="9239"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371;p23">
                <a:extLst>
                  <a:ext uri="{FF2B5EF4-FFF2-40B4-BE49-F238E27FC236}">
                    <a16:creationId xmlns:a16="http://schemas.microsoft.com/office/drawing/2014/main" id="{A7A2382B-72BD-EB3B-718E-788EE2613AF2}"/>
                  </a:ext>
                </a:extLst>
              </p:cNvPr>
              <p:cNvSpPr/>
              <p:nvPr/>
            </p:nvSpPr>
            <p:spPr>
              <a:xfrm>
                <a:off x="3327025" y="1118225"/>
                <a:ext cx="623525" cy="1608525"/>
              </a:xfrm>
              <a:custGeom>
                <a:avLst/>
                <a:gdLst/>
                <a:ahLst/>
                <a:cxnLst/>
                <a:rect l="l" t="t" r="r" b="b"/>
                <a:pathLst>
                  <a:path w="24941" h="64341" extrusionOk="0">
                    <a:moveTo>
                      <a:pt x="96" y="0"/>
                    </a:moveTo>
                    <a:cubicBezTo>
                      <a:pt x="64" y="0"/>
                      <a:pt x="32" y="1"/>
                      <a:pt x="1" y="1"/>
                    </a:cubicBezTo>
                    <a:cubicBezTo>
                      <a:pt x="1" y="1"/>
                      <a:pt x="7782" y="4840"/>
                      <a:pt x="7232" y="25407"/>
                    </a:cubicBezTo>
                    <a:cubicBezTo>
                      <a:pt x="6682" y="45973"/>
                      <a:pt x="15482" y="56862"/>
                      <a:pt x="15482" y="56862"/>
                    </a:cubicBezTo>
                    <a:lnTo>
                      <a:pt x="24940" y="64340"/>
                    </a:lnTo>
                    <a:cubicBezTo>
                      <a:pt x="24940" y="64340"/>
                      <a:pt x="16032" y="36954"/>
                      <a:pt x="16802" y="32556"/>
                    </a:cubicBezTo>
                    <a:cubicBezTo>
                      <a:pt x="17572" y="28157"/>
                      <a:pt x="18450" y="11550"/>
                      <a:pt x="16911" y="9350"/>
                    </a:cubicBezTo>
                    <a:cubicBezTo>
                      <a:pt x="15382" y="7167"/>
                      <a:pt x="4349" y="0"/>
                      <a:pt x="96"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372;p23">
                <a:extLst>
                  <a:ext uri="{FF2B5EF4-FFF2-40B4-BE49-F238E27FC236}">
                    <a16:creationId xmlns:a16="http://schemas.microsoft.com/office/drawing/2014/main" id="{6B1001EA-0549-2A28-3A65-9620781300A7}"/>
                  </a:ext>
                </a:extLst>
              </p:cNvPr>
              <p:cNvSpPr/>
              <p:nvPr/>
            </p:nvSpPr>
            <p:spPr>
              <a:xfrm>
                <a:off x="3417775" y="1161550"/>
                <a:ext cx="231800" cy="960950"/>
              </a:xfrm>
              <a:custGeom>
                <a:avLst/>
                <a:gdLst/>
                <a:ahLst/>
                <a:cxnLst/>
                <a:rect l="l" t="t" r="r" b="b"/>
                <a:pathLst>
                  <a:path w="9272" h="38438" extrusionOk="0">
                    <a:moveTo>
                      <a:pt x="0" y="1"/>
                    </a:moveTo>
                    <a:cubicBezTo>
                      <a:pt x="302" y="213"/>
                      <a:pt x="597" y="432"/>
                      <a:pt x="891" y="656"/>
                    </a:cubicBezTo>
                    <a:cubicBezTo>
                      <a:pt x="1184" y="879"/>
                      <a:pt x="1473" y="1106"/>
                      <a:pt x="1759" y="1338"/>
                    </a:cubicBezTo>
                    <a:cubicBezTo>
                      <a:pt x="1851" y="1412"/>
                      <a:pt x="1943" y="1487"/>
                      <a:pt x="2034" y="1561"/>
                    </a:cubicBezTo>
                    <a:lnTo>
                      <a:pt x="2034" y="1561"/>
                    </a:lnTo>
                    <a:cubicBezTo>
                      <a:pt x="1943" y="1486"/>
                      <a:pt x="1851" y="1411"/>
                      <a:pt x="1759" y="1337"/>
                    </a:cubicBezTo>
                    <a:cubicBezTo>
                      <a:pt x="1472" y="1105"/>
                      <a:pt x="1183" y="878"/>
                      <a:pt x="890" y="655"/>
                    </a:cubicBezTo>
                    <a:cubicBezTo>
                      <a:pt x="597" y="432"/>
                      <a:pt x="301" y="212"/>
                      <a:pt x="0" y="1"/>
                    </a:cubicBezTo>
                    <a:close/>
                    <a:moveTo>
                      <a:pt x="2034" y="1561"/>
                    </a:moveTo>
                    <a:cubicBezTo>
                      <a:pt x="2335" y="1810"/>
                      <a:pt x="2632" y="2063"/>
                      <a:pt x="2925" y="2321"/>
                    </a:cubicBezTo>
                    <a:lnTo>
                      <a:pt x="2925" y="2321"/>
                    </a:lnTo>
                    <a:cubicBezTo>
                      <a:pt x="2632" y="2062"/>
                      <a:pt x="2336" y="1809"/>
                      <a:pt x="2034" y="1561"/>
                    </a:cubicBezTo>
                    <a:close/>
                    <a:moveTo>
                      <a:pt x="2925" y="2321"/>
                    </a:moveTo>
                    <a:cubicBezTo>
                      <a:pt x="3096" y="2472"/>
                      <a:pt x="3265" y="2624"/>
                      <a:pt x="3433" y="2779"/>
                    </a:cubicBezTo>
                    <a:cubicBezTo>
                      <a:pt x="3704" y="3029"/>
                      <a:pt x="3971" y="3283"/>
                      <a:pt x="4232" y="3543"/>
                    </a:cubicBezTo>
                    <a:cubicBezTo>
                      <a:pt x="4492" y="3802"/>
                      <a:pt x="4746" y="4068"/>
                      <a:pt x="4994" y="4341"/>
                    </a:cubicBezTo>
                    <a:cubicBezTo>
                      <a:pt x="5240" y="4615"/>
                      <a:pt x="5479" y="4895"/>
                      <a:pt x="5706" y="5184"/>
                    </a:cubicBezTo>
                    <a:cubicBezTo>
                      <a:pt x="5935" y="5474"/>
                      <a:pt x="6150" y="5771"/>
                      <a:pt x="6349" y="6082"/>
                    </a:cubicBezTo>
                    <a:cubicBezTo>
                      <a:pt x="6448" y="6237"/>
                      <a:pt x="6543" y="6395"/>
                      <a:pt x="6631" y="6557"/>
                    </a:cubicBezTo>
                    <a:cubicBezTo>
                      <a:pt x="6676" y="6638"/>
                      <a:pt x="6718" y="6719"/>
                      <a:pt x="6758" y="6802"/>
                    </a:cubicBezTo>
                    <a:cubicBezTo>
                      <a:pt x="6799" y="6884"/>
                      <a:pt x="6839" y="6967"/>
                      <a:pt x="6875" y="7052"/>
                    </a:cubicBezTo>
                    <a:cubicBezTo>
                      <a:pt x="7021" y="7389"/>
                      <a:pt x="7137" y="7742"/>
                      <a:pt x="7188" y="8106"/>
                    </a:cubicBezTo>
                    <a:cubicBezTo>
                      <a:pt x="7214" y="8288"/>
                      <a:pt x="7221" y="8473"/>
                      <a:pt x="7208" y="8657"/>
                    </a:cubicBezTo>
                    <a:cubicBezTo>
                      <a:pt x="7201" y="8749"/>
                      <a:pt x="7189" y="8840"/>
                      <a:pt x="7170" y="8931"/>
                    </a:cubicBezTo>
                    <a:lnTo>
                      <a:pt x="7116" y="9200"/>
                    </a:lnTo>
                    <a:cubicBezTo>
                      <a:pt x="7039" y="9561"/>
                      <a:pt x="6949" y="9918"/>
                      <a:pt x="6844" y="10270"/>
                    </a:cubicBezTo>
                    <a:cubicBezTo>
                      <a:pt x="6637" y="10977"/>
                      <a:pt x="6370" y="11664"/>
                      <a:pt x="6045" y="12326"/>
                    </a:cubicBezTo>
                    <a:cubicBezTo>
                      <a:pt x="6004" y="12408"/>
                      <a:pt x="5964" y="12490"/>
                      <a:pt x="5920" y="12571"/>
                    </a:cubicBezTo>
                    <a:cubicBezTo>
                      <a:pt x="5898" y="12612"/>
                      <a:pt x="5877" y="12653"/>
                      <a:pt x="5855" y="12694"/>
                    </a:cubicBezTo>
                    <a:lnTo>
                      <a:pt x="5789" y="12815"/>
                    </a:lnTo>
                    <a:cubicBezTo>
                      <a:pt x="5700" y="12976"/>
                      <a:pt x="5608" y="13135"/>
                      <a:pt x="5509" y="13291"/>
                    </a:cubicBezTo>
                    <a:cubicBezTo>
                      <a:pt x="5412" y="13447"/>
                      <a:pt x="5310" y="13601"/>
                      <a:pt x="5203" y="13751"/>
                    </a:cubicBezTo>
                    <a:cubicBezTo>
                      <a:pt x="5151" y="13826"/>
                      <a:pt x="5096" y="13899"/>
                      <a:pt x="5039" y="13972"/>
                    </a:cubicBezTo>
                    <a:cubicBezTo>
                      <a:pt x="4983" y="14045"/>
                      <a:pt x="4926" y="14116"/>
                      <a:pt x="4865" y="14185"/>
                    </a:cubicBezTo>
                    <a:lnTo>
                      <a:pt x="4862" y="14189"/>
                    </a:lnTo>
                    <a:lnTo>
                      <a:pt x="4866" y="14191"/>
                    </a:lnTo>
                    <a:cubicBezTo>
                      <a:pt x="5112" y="14327"/>
                      <a:pt x="5352" y="14473"/>
                      <a:pt x="5589" y="14624"/>
                    </a:cubicBezTo>
                    <a:cubicBezTo>
                      <a:pt x="5826" y="14774"/>
                      <a:pt x="6060" y="14930"/>
                      <a:pt x="6289" y="15092"/>
                    </a:cubicBezTo>
                    <a:cubicBezTo>
                      <a:pt x="6517" y="15253"/>
                      <a:pt x="6742" y="15421"/>
                      <a:pt x="6963" y="15596"/>
                    </a:cubicBezTo>
                    <a:cubicBezTo>
                      <a:pt x="7182" y="15769"/>
                      <a:pt x="7397" y="15951"/>
                      <a:pt x="7604" y="16139"/>
                    </a:cubicBezTo>
                    <a:cubicBezTo>
                      <a:pt x="7811" y="16329"/>
                      <a:pt x="8011" y="16526"/>
                      <a:pt x="8199" y="16735"/>
                    </a:cubicBezTo>
                    <a:cubicBezTo>
                      <a:pt x="8388" y="16941"/>
                      <a:pt x="8562" y="17162"/>
                      <a:pt x="8720" y="17394"/>
                    </a:cubicBezTo>
                    <a:cubicBezTo>
                      <a:pt x="8877" y="17627"/>
                      <a:pt x="9014" y="17873"/>
                      <a:pt x="9114" y="18135"/>
                    </a:cubicBezTo>
                    <a:cubicBezTo>
                      <a:pt x="9163" y="18266"/>
                      <a:pt x="9203" y="18401"/>
                      <a:pt x="9230" y="18539"/>
                    </a:cubicBezTo>
                    <a:cubicBezTo>
                      <a:pt x="9258" y="18675"/>
                      <a:pt x="9263" y="18817"/>
                      <a:pt x="9263" y="18956"/>
                    </a:cubicBezTo>
                    <a:cubicBezTo>
                      <a:pt x="9260" y="19236"/>
                      <a:pt x="9236" y="19517"/>
                      <a:pt x="9204" y="19795"/>
                    </a:cubicBezTo>
                    <a:cubicBezTo>
                      <a:pt x="9174" y="20076"/>
                      <a:pt x="9135" y="20353"/>
                      <a:pt x="9094" y="20631"/>
                    </a:cubicBezTo>
                    <a:cubicBezTo>
                      <a:pt x="9009" y="21186"/>
                      <a:pt x="8911" y="21739"/>
                      <a:pt x="8808" y="22291"/>
                    </a:cubicBezTo>
                    <a:cubicBezTo>
                      <a:pt x="8602" y="23394"/>
                      <a:pt x="8374" y="24494"/>
                      <a:pt x="8144" y="25592"/>
                    </a:cubicBezTo>
                    <a:cubicBezTo>
                      <a:pt x="7683" y="27790"/>
                      <a:pt x="7203" y="29984"/>
                      <a:pt x="6771" y="32188"/>
                    </a:cubicBezTo>
                    <a:cubicBezTo>
                      <a:pt x="6555" y="33290"/>
                      <a:pt x="6350" y="34394"/>
                      <a:pt x="6182" y="35504"/>
                    </a:cubicBezTo>
                    <a:cubicBezTo>
                      <a:pt x="6100" y="36060"/>
                      <a:pt x="6026" y="36616"/>
                      <a:pt x="5978" y="37175"/>
                    </a:cubicBezTo>
                    <a:cubicBezTo>
                      <a:pt x="5955" y="37456"/>
                      <a:pt x="5938" y="37736"/>
                      <a:pt x="5937" y="38017"/>
                    </a:cubicBezTo>
                    <a:cubicBezTo>
                      <a:pt x="5938" y="37736"/>
                      <a:pt x="5956" y="37456"/>
                      <a:pt x="5979" y="37175"/>
                    </a:cubicBezTo>
                    <a:cubicBezTo>
                      <a:pt x="6027" y="36616"/>
                      <a:pt x="6101" y="36060"/>
                      <a:pt x="6184" y="35504"/>
                    </a:cubicBezTo>
                    <a:cubicBezTo>
                      <a:pt x="6352" y="34394"/>
                      <a:pt x="6558" y="33290"/>
                      <a:pt x="6774" y="32188"/>
                    </a:cubicBezTo>
                    <a:cubicBezTo>
                      <a:pt x="7208" y="29985"/>
                      <a:pt x="7688" y="27792"/>
                      <a:pt x="8150" y="25594"/>
                    </a:cubicBezTo>
                    <a:cubicBezTo>
                      <a:pt x="8381" y="24495"/>
                      <a:pt x="8609" y="23395"/>
                      <a:pt x="8816" y="22292"/>
                    </a:cubicBezTo>
                    <a:cubicBezTo>
                      <a:pt x="8919" y="21740"/>
                      <a:pt x="9018" y="21187"/>
                      <a:pt x="9102" y="20632"/>
                    </a:cubicBezTo>
                    <a:cubicBezTo>
                      <a:pt x="9144" y="20353"/>
                      <a:pt x="9183" y="20076"/>
                      <a:pt x="9213" y="19797"/>
                    </a:cubicBezTo>
                    <a:cubicBezTo>
                      <a:pt x="9244" y="19518"/>
                      <a:pt x="9270" y="19238"/>
                      <a:pt x="9272" y="18956"/>
                    </a:cubicBezTo>
                    <a:cubicBezTo>
                      <a:pt x="9271" y="18817"/>
                      <a:pt x="9267" y="18675"/>
                      <a:pt x="9239" y="18537"/>
                    </a:cubicBezTo>
                    <a:cubicBezTo>
                      <a:pt x="9212" y="18398"/>
                      <a:pt x="9172" y="18263"/>
                      <a:pt x="9122" y="18132"/>
                    </a:cubicBezTo>
                    <a:cubicBezTo>
                      <a:pt x="9023" y="17868"/>
                      <a:pt x="8885" y="17621"/>
                      <a:pt x="8728" y="17388"/>
                    </a:cubicBezTo>
                    <a:cubicBezTo>
                      <a:pt x="8570" y="17156"/>
                      <a:pt x="8395" y="16935"/>
                      <a:pt x="8205" y="16728"/>
                    </a:cubicBezTo>
                    <a:cubicBezTo>
                      <a:pt x="8018" y="16519"/>
                      <a:pt x="7817" y="16321"/>
                      <a:pt x="7610" y="16132"/>
                    </a:cubicBezTo>
                    <a:cubicBezTo>
                      <a:pt x="7402" y="15943"/>
                      <a:pt x="7188" y="15762"/>
                      <a:pt x="6967" y="15587"/>
                    </a:cubicBezTo>
                    <a:cubicBezTo>
                      <a:pt x="6747" y="15413"/>
                      <a:pt x="6522" y="15246"/>
                      <a:pt x="6292" y="15084"/>
                    </a:cubicBezTo>
                    <a:cubicBezTo>
                      <a:pt x="6063" y="14923"/>
                      <a:pt x="5829" y="14766"/>
                      <a:pt x="5593" y="14616"/>
                    </a:cubicBezTo>
                    <a:cubicBezTo>
                      <a:pt x="5356" y="14467"/>
                      <a:pt x="5117" y="14322"/>
                      <a:pt x="4874" y="14187"/>
                    </a:cubicBezTo>
                    <a:lnTo>
                      <a:pt x="4874" y="14187"/>
                    </a:lnTo>
                    <a:cubicBezTo>
                      <a:pt x="4934" y="14119"/>
                      <a:pt x="4989" y="14048"/>
                      <a:pt x="5045" y="13977"/>
                    </a:cubicBezTo>
                    <a:cubicBezTo>
                      <a:pt x="5101" y="13904"/>
                      <a:pt x="5155" y="13829"/>
                      <a:pt x="5209" y="13755"/>
                    </a:cubicBezTo>
                    <a:cubicBezTo>
                      <a:pt x="5316" y="13604"/>
                      <a:pt x="5418" y="13452"/>
                      <a:pt x="5515" y="13295"/>
                    </a:cubicBezTo>
                    <a:cubicBezTo>
                      <a:pt x="5612" y="13139"/>
                      <a:pt x="5705" y="12979"/>
                      <a:pt x="5794" y="12819"/>
                    </a:cubicBezTo>
                    <a:lnTo>
                      <a:pt x="5861" y="12697"/>
                    </a:lnTo>
                    <a:cubicBezTo>
                      <a:pt x="5883" y="12657"/>
                      <a:pt x="5904" y="12616"/>
                      <a:pt x="5925" y="12575"/>
                    </a:cubicBezTo>
                    <a:cubicBezTo>
                      <a:pt x="5969" y="12494"/>
                      <a:pt x="6009" y="12411"/>
                      <a:pt x="6051" y="12329"/>
                    </a:cubicBezTo>
                    <a:cubicBezTo>
                      <a:pt x="6374" y="11666"/>
                      <a:pt x="6642" y="10978"/>
                      <a:pt x="6849" y="10272"/>
                    </a:cubicBezTo>
                    <a:cubicBezTo>
                      <a:pt x="6953" y="9918"/>
                      <a:pt x="7044" y="9561"/>
                      <a:pt x="7121" y="9201"/>
                    </a:cubicBezTo>
                    <a:lnTo>
                      <a:pt x="7175" y="8931"/>
                    </a:lnTo>
                    <a:cubicBezTo>
                      <a:pt x="7193" y="8840"/>
                      <a:pt x="7205" y="8749"/>
                      <a:pt x="7212" y="8656"/>
                    </a:cubicBezTo>
                    <a:cubicBezTo>
                      <a:pt x="7224" y="8472"/>
                      <a:pt x="7218" y="8288"/>
                      <a:pt x="7191" y="8105"/>
                    </a:cubicBezTo>
                    <a:cubicBezTo>
                      <a:pt x="7141" y="7740"/>
                      <a:pt x="7025" y="7387"/>
                      <a:pt x="6877" y="7049"/>
                    </a:cubicBezTo>
                    <a:cubicBezTo>
                      <a:pt x="6841" y="6965"/>
                      <a:pt x="6802" y="6882"/>
                      <a:pt x="6760" y="6798"/>
                    </a:cubicBezTo>
                    <a:cubicBezTo>
                      <a:pt x="6719" y="6716"/>
                      <a:pt x="6677" y="6634"/>
                      <a:pt x="6632" y="6555"/>
                    </a:cubicBezTo>
                    <a:cubicBezTo>
                      <a:pt x="6544" y="6393"/>
                      <a:pt x="6449" y="6235"/>
                      <a:pt x="6351" y="6080"/>
                    </a:cubicBezTo>
                    <a:cubicBezTo>
                      <a:pt x="6152" y="5769"/>
                      <a:pt x="5936" y="5470"/>
                      <a:pt x="5707" y="5182"/>
                    </a:cubicBezTo>
                    <a:cubicBezTo>
                      <a:pt x="5480" y="4892"/>
                      <a:pt x="5241" y="4612"/>
                      <a:pt x="4994" y="4339"/>
                    </a:cubicBezTo>
                    <a:cubicBezTo>
                      <a:pt x="4747" y="4066"/>
                      <a:pt x="4493" y="3800"/>
                      <a:pt x="4232" y="3540"/>
                    </a:cubicBezTo>
                    <a:cubicBezTo>
                      <a:pt x="3970" y="3281"/>
                      <a:pt x="3704" y="3026"/>
                      <a:pt x="3433" y="2777"/>
                    </a:cubicBezTo>
                    <a:cubicBezTo>
                      <a:pt x="3265" y="2623"/>
                      <a:pt x="3096" y="2471"/>
                      <a:pt x="2925" y="2321"/>
                    </a:cubicBezTo>
                    <a:close/>
                    <a:moveTo>
                      <a:pt x="5937" y="38018"/>
                    </a:moveTo>
                    <a:cubicBezTo>
                      <a:pt x="5937" y="38157"/>
                      <a:pt x="5940" y="38298"/>
                      <a:pt x="5952" y="38438"/>
                    </a:cubicBezTo>
                    <a:cubicBezTo>
                      <a:pt x="5941" y="38298"/>
                      <a:pt x="5937" y="38157"/>
                      <a:pt x="5937" y="38018"/>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373;p23">
                <a:extLst>
                  <a:ext uri="{FF2B5EF4-FFF2-40B4-BE49-F238E27FC236}">
                    <a16:creationId xmlns:a16="http://schemas.microsoft.com/office/drawing/2014/main" id="{C5B266B1-2262-562E-97F9-8E4A28649493}"/>
                  </a:ext>
                </a:extLst>
              </p:cNvPr>
              <p:cNvSpPr/>
              <p:nvPr/>
            </p:nvSpPr>
            <p:spPr>
              <a:xfrm>
                <a:off x="3747700" y="1932850"/>
                <a:ext cx="74275" cy="360825"/>
              </a:xfrm>
              <a:custGeom>
                <a:avLst/>
                <a:gdLst/>
                <a:ahLst/>
                <a:cxnLst/>
                <a:rect l="l" t="t" r="r" b="b"/>
                <a:pathLst>
                  <a:path w="2971" h="14433" extrusionOk="0">
                    <a:moveTo>
                      <a:pt x="1" y="1"/>
                    </a:moveTo>
                    <a:cubicBezTo>
                      <a:pt x="5" y="38"/>
                      <a:pt x="12" y="75"/>
                      <a:pt x="18" y="112"/>
                    </a:cubicBezTo>
                    <a:lnTo>
                      <a:pt x="39" y="225"/>
                    </a:lnTo>
                    <a:lnTo>
                      <a:pt x="19" y="112"/>
                    </a:lnTo>
                    <a:cubicBezTo>
                      <a:pt x="13" y="75"/>
                      <a:pt x="5" y="38"/>
                      <a:pt x="1" y="1"/>
                    </a:cubicBezTo>
                    <a:close/>
                    <a:moveTo>
                      <a:pt x="39" y="225"/>
                    </a:moveTo>
                    <a:lnTo>
                      <a:pt x="83" y="452"/>
                    </a:lnTo>
                    <a:lnTo>
                      <a:pt x="171" y="903"/>
                    </a:lnTo>
                    <a:lnTo>
                      <a:pt x="351" y="1806"/>
                    </a:lnTo>
                    <a:lnTo>
                      <a:pt x="719" y="3611"/>
                    </a:lnTo>
                    <a:lnTo>
                      <a:pt x="1462" y="7220"/>
                    </a:lnTo>
                    <a:lnTo>
                      <a:pt x="2971" y="14433"/>
                    </a:lnTo>
                    <a:lnTo>
                      <a:pt x="1473" y="7218"/>
                    </a:lnTo>
                    <a:lnTo>
                      <a:pt x="725" y="3611"/>
                    </a:lnTo>
                    <a:lnTo>
                      <a:pt x="355" y="1806"/>
                    </a:lnTo>
                    <a:lnTo>
                      <a:pt x="173" y="903"/>
                    </a:lnTo>
                    <a:lnTo>
                      <a:pt x="83" y="451"/>
                    </a:lnTo>
                    <a:lnTo>
                      <a:pt x="39" y="225"/>
                    </a:ln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374;p23">
                <a:extLst>
                  <a:ext uri="{FF2B5EF4-FFF2-40B4-BE49-F238E27FC236}">
                    <a16:creationId xmlns:a16="http://schemas.microsoft.com/office/drawing/2014/main" id="{F9F35D95-D681-7515-7FD3-1B9A069A46ED}"/>
                  </a:ext>
                </a:extLst>
              </p:cNvPr>
              <p:cNvSpPr/>
              <p:nvPr/>
            </p:nvSpPr>
            <p:spPr>
              <a:xfrm>
                <a:off x="2484525" y="1108950"/>
                <a:ext cx="599900" cy="1933975"/>
              </a:xfrm>
              <a:custGeom>
                <a:avLst/>
                <a:gdLst/>
                <a:ahLst/>
                <a:cxnLst/>
                <a:rect l="l" t="t" r="r" b="b"/>
                <a:pathLst>
                  <a:path w="23996" h="77359" extrusionOk="0">
                    <a:moveTo>
                      <a:pt x="16750" y="1"/>
                    </a:moveTo>
                    <a:cubicBezTo>
                      <a:pt x="1" y="7485"/>
                      <a:pt x="1341" y="19949"/>
                      <a:pt x="2001" y="27648"/>
                    </a:cubicBezTo>
                    <a:cubicBezTo>
                      <a:pt x="2659" y="35346"/>
                      <a:pt x="2659" y="74940"/>
                      <a:pt x="2659" y="74940"/>
                    </a:cubicBezTo>
                    <a:lnTo>
                      <a:pt x="17397" y="77359"/>
                    </a:lnTo>
                    <a:cubicBezTo>
                      <a:pt x="17397" y="77359"/>
                      <a:pt x="23995" y="42165"/>
                      <a:pt x="23335" y="30507"/>
                    </a:cubicBezTo>
                    <a:cubicBezTo>
                      <a:pt x="22675" y="18849"/>
                      <a:pt x="16750" y="1"/>
                      <a:pt x="1675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375;p23">
                <a:extLst>
                  <a:ext uri="{FF2B5EF4-FFF2-40B4-BE49-F238E27FC236}">
                    <a16:creationId xmlns:a16="http://schemas.microsoft.com/office/drawing/2014/main" id="{0CD2EB4E-17D8-5946-70D3-C8E1426CB076}"/>
                  </a:ext>
                </a:extLst>
              </p:cNvPr>
              <p:cNvSpPr/>
              <p:nvPr/>
            </p:nvSpPr>
            <p:spPr>
              <a:xfrm>
                <a:off x="2802250" y="1151250"/>
                <a:ext cx="149550" cy="631025"/>
              </a:xfrm>
              <a:custGeom>
                <a:avLst/>
                <a:gdLst/>
                <a:ahLst/>
                <a:cxnLst/>
                <a:rect l="l" t="t" r="r" b="b"/>
                <a:pathLst>
                  <a:path w="5982" h="25241" extrusionOk="0">
                    <a:moveTo>
                      <a:pt x="2927" y="0"/>
                    </a:moveTo>
                    <a:cubicBezTo>
                      <a:pt x="2681" y="686"/>
                      <a:pt x="2445" y="1378"/>
                      <a:pt x="2214" y="2069"/>
                    </a:cubicBezTo>
                    <a:cubicBezTo>
                      <a:pt x="2445" y="1378"/>
                      <a:pt x="2681" y="687"/>
                      <a:pt x="2927" y="0"/>
                    </a:cubicBezTo>
                    <a:close/>
                    <a:moveTo>
                      <a:pt x="2214" y="2069"/>
                    </a:moveTo>
                    <a:cubicBezTo>
                      <a:pt x="2125" y="2336"/>
                      <a:pt x="2037" y="2602"/>
                      <a:pt x="1951" y="2869"/>
                    </a:cubicBezTo>
                    <a:lnTo>
                      <a:pt x="1951" y="2869"/>
                    </a:lnTo>
                    <a:cubicBezTo>
                      <a:pt x="2038" y="2602"/>
                      <a:pt x="2125" y="2336"/>
                      <a:pt x="2214" y="2069"/>
                    </a:cubicBezTo>
                    <a:close/>
                    <a:moveTo>
                      <a:pt x="1951" y="2869"/>
                    </a:moveTo>
                    <a:lnTo>
                      <a:pt x="1951" y="2869"/>
                    </a:lnTo>
                    <a:cubicBezTo>
                      <a:pt x="1812" y="3296"/>
                      <a:pt x="1676" y="3724"/>
                      <a:pt x="1544" y="4153"/>
                    </a:cubicBezTo>
                    <a:cubicBezTo>
                      <a:pt x="1329" y="4851"/>
                      <a:pt x="1121" y="5551"/>
                      <a:pt x="928" y="6254"/>
                    </a:cubicBezTo>
                    <a:cubicBezTo>
                      <a:pt x="734" y="6957"/>
                      <a:pt x="553" y="7664"/>
                      <a:pt x="394" y="8377"/>
                    </a:cubicBezTo>
                    <a:cubicBezTo>
                      <a:pt x="316" y="8733"/>
                      <a:pt x="242" y="9092"/>
                      <a:pt x="180" y="9450"/>
                    </a:cubicBezTo>
                    <a:cubicBezTo>
                      <a:pt x="118" y="9810"/>
                      <a:pt x="65" y="10171"/>
                      <a:pt x="32" y="10535"/>
                    </a:cubicBezTo>
                    <a:cubicBezTo>
                      <a:pt x="16" y="10716"/>
                      <a:pt x="5" y="10899"/>
                      <a:pt x="4" y="11082"/>
                    </a:cubicBezTo>
                    <a:cubicBezTo>
                      <a:pt x="1" y="11264"/>
                      <a:pt x="12" y="11447"/>
                      <a:pt x="37" y="11627"/>
                    </a:cubicBezTo>
                    <a:cubicBezTo>
                      <a:pt x="51" y="11719"/>
                      <a:pt x="72" y="11808"/>
                      <a:pt x="100" y="11894"/>
                    </a:cubicBezTo>
                    <a:cubicBezTo>
                      <a:pt x="127" y="11982"/>
                      <a:pt x="169" y="12064"/>
                      <a:pt x="226" y="12138"/>
                    </a:cubicBezTo>
                    <a:cubicBezTo>
                      <a:pt x="281" y="12212"/>
                      <a:pt x="359" y="12266"/>
                      <a:pt x="448" y="12293"/>
                    </a:cubicBezTo>
                    <a:lnTo>
                      <a:pt x="712" y="12366"/>
                    </a:lnTo>
                    <a:cubicBezTo>
                      <a:pt x="1063" y="12464"/>
                      <a:pt x="1414" y="12564"/>
                      <a:pt x="1765" y="12666"/>
                    </a:cubicBezTo>
                    <a:cubicBezTo>
                      <a:pt x="2114" y="12769"/>
                      <a:pt x="2464" y="12872"/>
                      <a:pt x="2814" y="12976"/>
                    </a:cubicBezTo>
                    <a:cubicBezTo>
                      <a:pt x="3512" y="13185"/>
                      <a:pt x="4208" y="13398"/>
                      <a:pt x="4904" y="13614"/>
                    </a:cubicBezTo>
                    <a:lnTo>
                      <a:pt x="4904" y="13614"/>
                    </a:lnTo>
                    <a:cubicBezTo>
                      <a:pt x="4738" y="14153"/>
                      <a:pt x="4580" y="14695"/>
                      <a:pt x="4424" y="15237"/>
                    </a:cubicBezTo>
                    <a:cubicBezTo>
                      <a:pt x="4270" y="15781"/>
                      <a:pt x="4118" y="16328"/>
                      <a:pt x="3973" y="16874"/>
                    </a:cubicBezTo>
                    <a:cubicBezTo>
                      <a:pt x="3827" y="17420"/>
                      <a:pt x="3687" y="17969"/>
                      <a:pt x="3553" y="18520"/>
                    </a:cubicBezTo>
                    <a:cubicBezTo>
                      <a:pt x="3421" y="19069"/>
                      <a:pt x="3297" y="19621"/>
                      <a:pt x="3184" y="20176"/>
                    </a:cubicBezTo>
                    <a:cubicBezTo>
                      <a:pt x="3129" y="20455"/>
                      <a:pt x="3076" y="20733"/>
                      <a:pt x="3029" y="21012"/>
                    </a:cubicBezTo>
                    <a:cubicBezTo>
                      <a:pt x="2983" y="21291"/>
                      <a:pt x="2940" y="21571"/>
                      <a:pt x="2908" y="21852"/>
                    </a:cubicBezTo>
                    <a:cubicBezTo>
                      <a:pt x="2892" y="21993"/>
                      <a:pt x="2879" y="22133"/>
                      <a:pt x="2869" y="22274"/>
                    </a:cubicBezTo>
                    <a:cubicBezTo>
                      <a:pt x="2858" y="22416"/>
                      <a:pt x="2852" y="22557"/>
                      <a:pt x="2854" y="22698"/>
                    </a:cubicBezTo>
                    <a:cubicBezTo>
                      <a:pt x="2854" y="22840"/>
                      <a:pt x="2865" y="22982"/>
                      <a:pt x="2888" y="23122"/>
                    </a:cubicBezTo>
                    <a:cubicBezTo>
                      <a:pt x="2901" y="23191"/>
                      <a:pt x="2919" y="23260"/>
                      <a:pt x="2945" y="23326"/>
                    </a:cubicBezTo>
                    <a:cubicBezTo>
                      <a:pt x="2952" y="23342"/>
                      <a:pt x="2960" y="23357"/>
                      <a:pt x="2969" y="23374"/>
                    </a:cubicBezTo>
                    <a:cubicBezTo>
                      <a:pt x="2977" y="23389"/>
                      <a:pt x="2986" y="23404"/>
                      <a:pt x="2995" y="23419"/>
                    </a:cubicBezTo>
                    <a:cubicBezTo>
                      <a:pt x="3015" y="23449"/>
                      <a:pt x="3040" y="23474"/>
                      <a:pt x="3069" y="23495"/>
                    </a:cubicBezTo>
                    <a:lnTo>
                      <a:pt x="3092" y="23510"/>
                    </a:lnTo>
                    <a:lnTo>
                      <a:pt x="3115" y="23522"/>
                    </a:lnTo>
                    <a:lnTo>
                      <a:pt x="3162" y="23547"/>
                    </a:lnTo>
                    <a:lnTo>
                      <a:pt x="3255" y="23599"/>
                    </a:lnTo>
                    <a:cubicBezTo>
                      <a:pt x="3317" y="23633"/>
                      <a:pt x="3378" y="23668"/>
                      <a:pt x="3440" y="23702"/>
                    </a:cubicBezTo>
                    <a:cubicBezTo>
                      <a:pt x="3502" y="23737"/>
                      <a:pt x="3563" y="23772"/>
                      <a:pt x="3624" y="23807"/>
                    </a:cubicBezTo>
                    <a:cubicBezTo>
                      <a:pt x="3686" y="23842"/>
                      <a:pt x="3747" y="23878"/>
                      <a:pt x="3808" y="23914"/>
                    </a:cubicBezTo>
                    <a:cubicBezTo>
                      <a:pt x="4053" y="24056"/>
                      <a:pt x="4295" y="24201"/>
                      <a:pt x="4537" y="24348"/>
                    </a:cubicBezTo>
                    <a:cubicBezTo>
                      <a:pt x="5021" y="24641"/>
                      <a:pt x="5502" y="24938"/>
                      <a:pt x="5981" y="25241"/>
                    </a:cubicBezTo>
                    <a:cubicBezTo>
                      <a:pt x="5503" y="24937"/>
                      <a:pt x="5022" y="24640"/>
                      <a:pt x="4538" y="24346"/>
                    </a:cubicBezTo>
                    <a:cubicBezTo>
                      <a:pt x="4295" y="24200"/>
                      <a:pt x="4053" y="24055"/>
                      <a:pt x="3809" y="23912"/>
                    </a:cubicBezTo>
                    <a:cubicBezTo>
                      <a:pt x="3748" y="23875"/>
                      <a:pt x="3686" y="23841"/>
                      <a:pt x="3625" y="23805"/>
                    </a:cubicBezTo>
                    <a:cubicBezTo>
                      <a:pt x="3564" y="23770"/>
                      <a:pt x="3502" y="23735"/>
                      <a:pt x="3441" y="23701"/>
                    </a:cubicBezTo>
                    <a:cubicBezTo>
                      <a:pt x="3379" y="23665"/>
                      <a:pt x="3318" y="23630"/>
                      <a:pt x="3256" y="23596"/>
                    </a:cubicBezTo>
                    <a:lnTo>
                      <a:pt x="3163" y="23546"/>
                    </a:lnTo>
                    <a:lnTo>
                      <a:pt x="3116" y="23520"/>
                    </a:lnTo>
                    <a:lnTo>
                      <a:pt x="3093" y="23507"/>
                    </a:lnTo>
                    <a:lnTo>
                      <a:pt x="3070" y="23493"/>
                    </a:lnTo>
                    <a:cubicBezTo>
                      <a:pt x="3041" y="23472"/>
                      <a:pt x="3017" y="23446"/>
                      <a:pt x="2997" y="23417"/>
                    </a:cubicBezTo>
                    <a:cubicBezTo>
                      <a:pt x="2987" y="23403"/>
                      <a:pt x="2978" y="23388"/>
                      <a:pt x="2970" y="23372"/>
                    </a:cubicBezTo>
                    <a:cubicBezTo>
                      <a:pt x="2961" y="23356"/>
                      <a:pt x="2953" y="23341"/>
                      <a:pt x="2947" y="23324"/>
                    </a:cubicBezTo>
                    <a:cubicBezTo>
                      <a:pt x="2920" y="23259"/>
                      <a:pt x="2902" y="23191"/>
                      <a:pt x="2890" y="23120"/>
                    </a:cubicBezTo>
                    <a:cubicBezTo>
                      <a:pt x="2867" y="22981"/>
                      <a:pt x="2856" y="22840"/>
                      <a:pt x="2856" y="22698"/>
                    </a:cubicBezTo>
                    <a:cubicBezTo>
                      <a:pt x="2855" y="22557"/>
                      <a:pt x="2861" y="22416"/>
                      <a:pt x="2871" y="22274"/>
                    </a:cubicBezTo>
                    <a:cubicBezTo>
                      <a:pt x="2881" y="22133"/>
                      <a:pt x="2895" y="21993"/>
                      <a:pt x="2910" y="21852"/>
                    </a:cubicBezTo>
                    <a:cubicBezTo>
                      <a:pt x="2943" y="21571"/>
                      <a:pt x="2985" y="21291"/>
                      <a:pt x="3032" y="21012"/>
                    </a:cubicBezTo>
                    <a:cubicBezTo>
                      <a:pt x="3080" y="20733"/>
                      <a:pt x="3131" y="20455"/>
                      <a:pt x="3188" y="20178"/>
                    </a:cubicBezTo>
                    <a:cubicBezTo>
                      <a:pt x="3300" y="19623"/>
                      <a:pt x="3426" y="19072"/>
                      <a:pt x="3558" y="18521"/>
                    </a:cubicBezTo>
                    <a:cubicBezTo>
                      <a:pt x="3692" y="17971"/>
                      <a:pt x="3832" y="17424"/>
                      <a:pt x="3978" y="16876"/>
                    </a:cubicBezTo>
                    <a:cubicBezTo>
                      <a:pt x="4125" y="16330"/>
                      <a:pt x="4275" y="15785"/>
                      <a:pt x="4431" y="15240"/>
                    </a:cubicBezTo>
                    <a:cubicBezTo>
                      <a:pt x="4586" y="14696"/>
                      <a:pt x="4747" y="14153"/>
                      <a:pt x="4912" y="13612"/>
                    </a:cubicBezTo>
                    <a:lnTo>
                      <a:pt x="4913" y="13608"/>
                    </a:lnTo>
                    <a:lnTo>
                      <a:pt x="4910" y="13607"/>
                    </a:lnTo>
                    <a:cubicBezTo>
                      <a:pt x="4213" y="13389"/>
                      <a:pt x="3515" y="13176"/>
                      <a:pt x="2816" y="12967"/>
                    </a:cubicBezTo>
                    <a:cubicBezTo>
                      <a:pt x="2466" y="12863"/>
                      <a:pt x="2116" y="12759"/>
                      <a:pt x="1766" y="12657"/>
                    </a:cubicBezTo>
                    <a:cubicBezTo>
                      <a:pt x="1415" y="12555"/>
                      <a:pt x="1065" y="12456"/>
                      <a:pt x="713" y="12359"/>
                    </a:cubicBezTo>
                    <a:lnTo>
                      <a:pt x="449" y="12285"/>
                    </a:lnTo>
                    <a:cubicBezTo>
                      <a:pt x="362" y="12259"/>
                      <a:pt x="285" y="12205"/>
                      <a:pt x="230" y="12132"/>
                    </a:cubicBezTo>
                    <a:cubicBezTo>
                      <a:pt x="176" y="12061"/>
                      <a:pt x="134" y="11979"/>
                      <a:pt x="107" y="11892"/>
                    </a:cubicBezTo>
                    <a:cubicBezTo>
                      <a:pt x="78" y="11805"/>
                      <a:pt x="58" y="11716"/>
                      <a:pt x="44" y="11627"/>
                    </a:cubicBezTo>
                    <a:cubicBezTo>
                      <a:pt x="18" y="11447"/>
                      <a:pt x="8" y="11264"/>
                      <a:pt x="10" y="11082"/>
                    </a:cubicBezTo>
                    <a:cubicBezTo>
                      <a:pt x="12" y="10899"/>
                      <a:pt x="23" y="10717"/>
                      <a:pt x="38" y="10536"/>
                    </a:cubicBezTo>
                    <a:cubicBezTo>
                      <a:pt x="70" y="10172"/>
                      <a:pt x="122" y="9810"/>
                      <a:pt x="185" y="9452"/>
                    </a:cubicBezTo>
                    <a:cubicBezTo>
                      <a:pt x="248" y="9092"/>
                      <a:pt x="319" y="8734"/>
                      <a:pt x="398" y="8378"/>
                    </a:cubicBezTo>
                    <a:cubicBezTo>
                      <a:pt x="556" y="7665"/>
                      <a:pt x="737" y="6958"/>
                      <a:pt x="930" y="6255"/>
                    </a:cubicBezTo>
                    <a:cubicBezTo>
                      <a:pt x="1123" y="5552"/>
                      <a:pt x="1330" y="4851"/>
                      <a:pt x="1545" y="4154"/>
                    </a:cubicBezTo>
                    <a:cubicBezTo>
                      <a:pt x="1678" y="3725"/>
                      <a:pt x="1813" y="3297"/>
                      <a:pt x="1951" y="2869"/>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376;p23">
                <a:extLst>
                  <a:ext uri="{FF2B5EF4-FFF2-40B4-BE49-F238E27FC236}">
                    <a16:creationId xmlns:a16="http://schemas.microsoft.com/office/drawing/2014/main" id="{79C98D0B-13F2-FDF9-AED3-DAB39E612DD9}"/>
                  </a:ext>
                </a:extLst>
              </p:cNvPr>
              <p:cNvSpPr/>
              <p:nvPr/>
            </p:nvSpPr>
            <p:spPr>
              <a:xfrm>
                <a:off x="3146550" y="1182400"/>
                <a:ext cx="372850" cy="467825"/>
              </a:xfrm>
              <a:custGeom>
                <a:avLst/>
                <a:gdLst/>
                <a:ahLst/>
                <a:cxnLst/>
                <a:rect l="l" t="t" r="r" b="b"/>
                <a:pathLst>
                  <a:path w="14914" h="18713" extrusionOk="0">
                    <a:moveTo>
                      <a:pt x="9975" y="1"/>
                    </a:moveTo>
                    <a:cubicBezTo>
                      <a:pt x="9156" y="1"/>
                      <a:pt x="4771" y="7625"/>
                      <a:pt x="4771" y="7625"/>
                    </a:cubicBezTo>
                    <a:cubicBezTo>
                      <a:pt x="4771" y="7625"/>
                      <a:pt x="3501" y="4585"/>
                      <a:pt x="2580" y="4585"/>
                    </a:cubicBezTo>
                    <a:cubicBezTo>
                      <a:pt x="2566" y="4585"/>
                      <a:pt x="2553" y="4586"/>
                      <a:pt x="2539" y="4587"/>
                    </a:cubicBezTo>
                    <a:cubicBezTo>
                      <a:pt x="1834" y="4657"/>
                      <a:pt x="1691" y="9034"/>
                      <a:pt x="2041" y="11573"/>
                    </a:cubicBezTo>
                    <a:lnTo>
                      <a:pt x="1" y="14247"/>
                    </a:lnTo>
                    <a:cubicBezTo>
                      <a:pt x="1924" y="15900"/>
                      <a:pt x="4007" y="17343"/>
                      <a:pt x="6146" y="18713"/>
                    </a:cubicBezTo>
                    <a:cubicBezTo>
                      <a:pt x="6978" y="16863"/>
                      <a:pt x="7502" y="15645"/>
                      <a:pt x="7672" y="15244"/>
                    </a:cubicBezTo>
                    <a:lnTo>
                      <a:pt x="7674" y="15242"/>
                    </a:lnTo>
                    <a:cubicBezTo>
                      <a:pt x="9591" y="14199"/>
                      <a:pt x="13186" y="11967"/>
                      <a:pt x="14744" y="9149"/>
                    </a:cubicBezTo>
                    <a:cubicBezTo>
                      <a:pt x="14913" y="8843"/>
                      <a:pt x="14716" y="8516"/>
                      <a:pt x="14427" y="8516"/>
                    </a:cubicBezTo>
                    <a:cubicBezTo>
                      <a:pt x="14373" y="8516"/>
                      <a:pt x="14316" y="8528"/>
                      <a:pt x="14258" y="8553"/>
                    </a:cubicBezTo>
                    <a:lnTo>
                      <a:pt x="10493" y="10151"/>
                    </a:lnTo>
                    <a:cubicBezTo>
                      <a:pt x="10493" y="10151"/>
                      <a:pt x="14737" y="6296"/>
                      <a:pt x="14625" y="4460"/>
                    </a:cubicBezTo>
                    <a:cubicBezTo>
                      <a:pt x="14615" y="4307"/>
                      <a:pt x="14492" y="4214"/>
                      <a:pt x="14359" y="4214"/>
                    </a:cubicBezTo>
                    <a:cubicBezTo>
                      <a:pt x="14290" y="4214"/>
                      <a:pt x="14219" y="4238"/>
                      <a:pt x="14158" y="4290"/>
                    </a:cubicBezTo>
                    <a:lnTo>
                      <a:pt x="10340" y="7562"/>
                    </a:lnTo>
                    <a:cubicBezTo>
                      <a:pt x="10340" y="7562"/>
                      <a:pt x="13318" y="2866"/>
                      <a:pt x="12843" y="1528"/>
                    </a:cubicBezTo>
                    <a:cubicBezTo>
                      <a:pt x="12796" y="1394"/>
                      <a:pt x="12711" y="1334"/>
                      <a:pt x="12597" y="1334"/>
                    </a:cubicBezTo>
                    <a:cubicBezTo>
                      <a:pt x="11567" y="1334"/>
                      <a:pt x="8144" y="6227"/>
                      <a:pt x="8144" y="6227"/>
                    </a:cubicBezTo>
                    <a:cubicBezTo>
                      <a:pt x="8144" y="6227"/>
                      <a:pt x="10547" y="862"/>
                      <a:pt x="10067" y="55"/>
                    </a:cubicBezTo>
                    <a:cubicBezTo>
                      <a:pt x="10045" y="18"/>
                      <a:pt x="10014" y="1"/>
                      <a:pt x="9975" y="1"/>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377;p23">
                <a:extLst>
                  <a:ext uri="{FF2B5EF4-FFF2-40B4-BE49-F238E27FC236}">
                    <a16:creationId xmlns:a16="http://schemas.microsoft.com/office/drawing/2014/main" id="{49920303-5210-CCB2-826C-F648A25F84D6}"/>
                  </a:ext>
                </a:extLst>
              </p:cNvPr>
              <p:cNvSpPr/>
              <p:nvPr/>
            </p:nvSpPr>
            <p:spPr>
              <a:xfrm>
                <a:off x="2369500" y="1204375"/>
                <a:ext cx="976150" cy="1351900"/>
              </a:xfrm>
              <a:custGeom>
                <a:avLst/>
                <a:gdLst/>
                <a:ahLst/>
                <a:cxnLst/>
                <a:rect l="l" t="t" r="r" b="b"/>
                <a:pathLst>
                  <a:path w="39046" h="54076" extrusionOk="0">
                    <a:moveTo>
                      <a:pt x="15890" y="0"/>
                    </a:moveTo>
                    <a:cubicBezTo>
                      <a:pt x="15667" y="37"/>
                      <a:pt x="15367" y="196"/>
                      <a:pt x="14958" y="515"/>
                    </a:cubicBezTo>
                    <a:cubicBezTo>
                      <a:pt x="12798" y="2202"/>
                      <a:pt x="3998" y="9524"/>
                      <a:pt x="3630" y="13823"/>
                    </a:cubicBezTo>
                    <a:cubicBezTo>
                      <a:pt x="2971" y="21521"/>
                      <a:pt x="1" y="49236"/>
                      <a:pt x="10559" y="53745"/>
                    </a:cubicBezTo>
                    <a:cubicBezTo>
                      <a:pt x="11084" y="53969"/>
                      <a:pt x="11627" y="54076"/>
                      <a:pt x="12185" y="54076"/>
                    </a:cubicBezTo>
                    <a:cubicBezTo>
                      <a:pt x="22855" y="54076"/>
                      <a:pt x="39045" y="15141"/>
                      <a:pt x="39045" y="15141"/>
                    </a:cubicBezTo>
                    <a:lnTo>
                      <a:pt x="32446" y="11293"/>
                    </a:lnTo>
                    <a:lnTo>
                      <a:pt x="18258" y="29659"/>
                    </a:lnTo>
                    <a:cubicBezTo>
                      <a:pt x="18258" y="29659"/>
                      <a:pt x="18836" y="27203"/>
                      <a:pt x="19268" y="23786"/>
                    </a:cubicBezTo>
                    <a:lnTo>
                      <a:pt x="19268" y="23786"/>
                    </a:lnTo>
                    <a:cubicBezTo>
                      <a:pt x="18781" y="24118"/>
                      <a:pt x="18232" y="24267"/>
                      <a:pt x="17678" y="24267"/>
                    </a:cubicBezTo>
                    <a:cubicBezTo>
                      <a:pt x="15462" y="24267"/>
                      <a:pt x="13181" y="21882"/>
                      <a:pt x="14584" y="19306"/>
                    </a:cubicBezTo>
                    <a:cubicBezTo>
                      <a:pt x="17179" y="14538"/>
                      <a:pt x="15191" y="7346"/>
                      <a:pt x="15123" y="2164"/>
                    </a:cubicBezTo>
                    <a:cubicBezTo>
                      <a:pt x="15112" y="1243"/>
                      <a:pt x="15412" y="522"/>
                      <a:pt x="15890"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378;p23">
                <a:extLst>
                  <a:ext uri="{FF2B5EF4-FFF2-40B4-BE49-F238E27FC236}">
                    <a16:creationId xmlns:a16="http://schemas.microsoft.com/office/drawing/2014/main" id="{40645062-57A4-3695-5B7C-0D60B712D69B}"/>
                  </a:ext>
                </a:extLst>
              </p:cNvPr>
              <p:cNvSpPr/>
              <p:nvPr/>
            </p:nvSpPr>
            <p:spPr>
              <a:xfrm>
                <a:off x="2696025" y="1944800"/>
                <a:ext cx="132425" cy="179800"/>
              </a:xfrm>
              <a:custGeom>
                <a:avLst/>
                <a:gdLst/>
                <a:ahLst/>
                <a:cxnLst/>
                <a:rect l="l" t="t" r="r" b="b"/>
                <a:pathLst>
                  <a:path w="5297" h="7192" extrusionOk="0">
                    <a:moveTo>
                      <a:pt x="5296" y="1"/>
                    </a:moveTo>
                    <a:lnTo>
                      <a:pt x="5278" y="11"/>
                    </a:lnTo>
                    <a:lnTo>
                      <a:pt x="1238" y="2489"/>
                    </a:lnTo>
                    <a:lnTo>
                      <a:pt x="5263" y="30"/>
                    </a:lnTo>
                    <a:lnTo>
                      <a:pt x="5263" y="30"/>
                    </a:lnTo>
                    <a:cubicBezTo>
                      <a:pt x="4819" y="616"/>
                      <a:pt x="4375" y="1202"/>
                      <a:pt x="3933" y="1790"/>
                    </a:cubicBezTo>
                    <a:cubicBezTo>
                      <a:pt x="3486" y="2384"/>
                      <a:pt x="3041" y="2978"/>
                      <a:pt x="2597" y="3573"/>
                    </a:cubicBezTo>
                    <a:cubicBezTo>
                      <a:pt x="2153" y="4167"/>
                      <a:pt x="1711" y="4765"/>
                      <a:pt x="1271" y="5364"/>
                    </a:cubicBezTo>
                    <a:cubicBezTo>
                      <a:pt x="1051" y="5663"/>
                      <a:pt x="833" y="5963"/>
                      <a:pt x="617" y="6265"/>
                    </a:cubicBezTo>
                    <a:cubicBezTo>
                      <a:pt x="510" y="6416"/>
                      <a:pt x="402" y="6568"/>
                      <a:pt x="297" y="6721"/>
                    </a:cubicBezTo>
                    <a:cubicBezTo>
                      <a:pt x="244" y="6797"/>
                      <a:pt x="191" y="6873"/>
                      <a:pt x="141" y="6951"/>
                    </a:cubicBezTo>
                    <a:cubicBezTo>
                      <a:pt x="193" y="6875"/>
                      <a:pt x="245" y="6797"/>
                      <a:pt x="298" y="6721"/>
                    </a:cubicBezTo>
                    <a:cubicBezTo>
                      <a:pt x="404" y="6569"/>
                      <a:pt x="511" y="6417"/>
                      <a:pt x="620" y="6267"/>
                    </a:cubicBezTo>
                    <a:cubicBezTo>
                      <a:pt x="836" y="5965"/>
                      <a:pt x="1055" y="5666"/>
                      <a:pt x="1276" y="5366"/>
                    </a:cubicBezTo>
                    <a:cubicBezTo>
                      <a:pt x="1715" y="4768"/>
                      <a:pt x="2158" y="4172"/>
                      <a:pt x="2603" y="3577"/>
                    </a:cubicBezTo>
                    <a:cubicBezTo>
                      <a:pt x="3048" y="2982"/>
                      <a:pt x="3493" y="2389"/>
                      <a:pt x="3941" y="1796"/>
                    </a:cubicBezTo>
                    <a:lnTo>
                      <a:pt x="5283" y="17"/>
                    </a:lnTo>
                    <a:lnTo>
                      <a:pt x="5296" y="1"/>
                    </a:lnTo>
                    <a:close/>
                    <a:moveTo>
                      <a:pt x="141" y="6951"/>
                    </a:moveTo>
                    <a:cubicBezTo>
                      <a:pt x="115" y="6990"/>
                      <a:pt x="91" y="7029"/>
                      <a:pt x="66" y="7068"/>
                    </a:cubicBezTo>
                    <a:cubicBezTo>
                      <a:pt x="91" y="7029"/>
                      <a:pt x="115" y="6991"/>
                      <a:pt x="141" y="6951"/>
                    </a:cubicBezTo>
                    <a:close/>
                    <a:moveTo>
                      <a:pt x="66" y="7068"/>
                    </a:moveTo>
                    <a:lnTo>
                      <a:pt x="66" y="7068"/>
                    </a:lnTo>
                    <a:cubicBezTo>
                      <a:pt x="53" y="7088"/>
                      <a:pt x="41" y="7108"/>
                      <a:pt x="30" y="7128"/>
                    </a:cubicBezTo>
                    <a:cubicBezTo>
                      <a:pt x="24" y="7138"/>
                      <a:pt x="19" y="7149"/>
                      <a:pt x="14" y="7159"/>
                    </a:cubicBezTo>
                    <a:cubicBezTo>
                      <a:pt x="19" y="7149"/>
                      <a:pt x="25" y="7138"/>
                      <a:pt x="31" y="7128"/>
                    </a:cubicBezTo>
                    <a:cubicBezTo>
                      <a:pt x="41" y="7108"/>
                      <a:pt x="54" y="7088"/>
                      <a:pt x="66" y="7068"/>
                    </a:cubicBezTo>
                    <a:close/>
                    <a:moveTo>
                      <a:pt x="14" y="7159"/>
                    </a:moveTo>
                    <a:cubicBezTo>
                      <a:pt x="9" y="7169"/>
                      <a:pt x="4" y="7181"/>
                      <a:pt x="0" y="7191"/>
                    </a:cubicBezTo>
                    <a:cubicBezTo>
                      <a:pt x="4" y="7181"/>
                      <a:pt x="9" y="7170"/>
                      <a:pt x="14" y="7159"/>
                    </a:cubicBez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379;p23">
                <a:extLst>
                  <a:ext uri="{FF2B5EF4-FFF2-40B4-BE49-F238E27FC236}">
                    <a16:creationId xmlns:a16="http://schemas.microsoft.com/office/drawing/2014/main" id="{44904CCD-8509-A709-764F-957B74862D37}"/>
                  </a:ext>
                </a:extLst>
              </p:cNvPr>
              <p:cNvSpPr/>
              <p:nvPr/>
            </p:nvSpPr>
            <p:spPr>
              <a:xfrm>
                <a:off x="2834200" y="2174050"/>
                <a:ext cx="212425" cy="195925"/>
              </a:xfrm>
              <a:custGeom>
                <a:avLst/>
                <a:gdLst/>
                <a:ahLst/>
                <a:cxnLst/>
                <a:rect l="l" t="t" r="r" b="b"/>
                <a:pathLst>
                  <a:path w="8497" h="7837" extrusionOk="0">
                    <a:moveTo>
                      <a:pt x="8496" y="1"/>
                    </a:moveTo>
                    <a:cubicBezTo>
                      <a:pt x="8198" y="381"/>
                      <a:pt x="7880" y="743"/>
                      <a:pt x="7551" y="1096"/>
                    </a:cubicBezTo>
                    <a:cubicBezTo>
                      <a:pt x="7222" y="1449"/>
                      <a:pt x="6886" y="1794"/>
                      <a:pt x="6542" y="2133"/>
                    </a:cubicBezTo>
                    <a:cubicBezTo>
                      <a:pt x="6199" y="2472"/>
                      <a:pt x="5849" y="2806"/>
                      <a:pt x="5497" y="3133"/>
                    </a:cubicBezTo>
                    <a:cubicBezTo>
                      <a:pt x="5143" y="3461"/>
                      <a:pt x="4786" y="3786"/>
                      <a:pt x="4426" y="4108"/>
                    </a:cubicBezTo>
                    <a:cubicBezTo>
                      <a:pt x="4068" y="4429"/>
                      <a:pt x="3705" y="4748"/>
                      <a:pt x="3340" y="5064"/>
                    </a:cubicBezTo>
                    <a:cubicBezTo>
                      <a:pt x="2975" y="5379"/>
                      <a:pt x="2608" y="5692"/>
                      <a:pt x="2239" y="6003"/>
                    </a:cubicBezTo>
                    <a:cubicBezTo>
                      <a:pt x="1869" y="6312"/>
                      <a:pt x="1497" y="6620"/>
                      <a:pt x="1126" y="6926"/>
                    </a:cubicBezTo>
                    <a:cubicBezTo>
                      <a:pt x="753" y="7233"/>
                      <a:pt x="378" y="7537"/>
                      <a:pt x="0" y="7837"/>
                    </a:cubicBezTo>
                    <a:cubicBezTo>
                      <a:pt x="756" y="7238"/>
                      <a:pt x="1504" y="6627"/>
                      <a:pt x="2243" y="6007"/>
                    </a:cubicBezTo>
                    <a:cubicBezTo>
                      <a:pt x="2612" y="5698"/>
                      <a:pt x="2980" y="5386"/>
                      <a:pt x="3344" y="5069"/>
                    </a:cubicBezTo>
                    <a:cubicBezTo>
                      <a:pt x="3710" y="4754"/>
                      <a:pt x="4072" y="4438"/>
                      <a:pt x="4432" y="4115"/>
                    </a:cubicBezTo>
                    <a:cubicBezTo>
                      <a:pt x="4792" y="3794"/>
                      <a:pt x="5150" y="3469"/>
                      <a:pt x="5502" y="3140"/>
                    </a:cubicBezTo>
                    <a:cubicBezTo>
                      <a:pt x="5854" y="2811"/>
                      <a:pt x="6205" y="2478"/>
                      <a:pt x="6547" y="2139"/>
                    </a:cubicBezTo>
                    <a:cubicBezTo>
                      <a:pt x="6890" y="1799"/>
                      <a:pt x="7228" y="1454"/>
                      <a:pt x="7555" y="1099"/>
                    </a:cubicBezTo>
                    <a:cubicBezTo>
                      <a:pt x="7882" y="745"/>
                      <a:pt x="8201" y="382"/>
                      <a:pt x="8496"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380;p23">
                <a:extLst>
                  <a:ext uri="{FF2B5EF4-FFF2-40B4-BE49-F238E27FC236}">
                    <a16:creationId xmlns:a16="http://schemas.microsoft.com/office/drawing/2014/main" id="{1A8138D7-88D7-9502-4BBD-DE3C45F41945}"/>
                  </a:ext>
                </a:extLst>
              </p:cNvPr>
              <p:cNvSpPr/>
              <p:nvPr/>
            </p:nvSpPr>
            <p:spPr>
              <a:xfrm>
                <a:off x="3293250" y="5199300"/>
                <a:ext cx="778675" cy="276650"/>
              </a:xfrm>
              <a:custGeom>
                <a:avLst/>
                <a:gdLst/>
                <a:ahLst/>
                <a:cxnLst/>
                <a:rect l="l" t="t" r="r" b="b"/>
                <a:pathLst>
                  <a:path w="31147" h="11066" extrusionOk="0">
                    <a:moveTo>
                      <a:pt x="2668" y="1"/>
                    </a:moveTo>
                    <a:cubicBezTo>
                      <a:pt x="2336" y="1"/>
                      <a:pt x="2018" y="209"/>
                      <a:pt x="1911" y="565"/>
                    </a:cubicBezTo>
                    <a:cubicBezTo>
                      <a:pt x="1263" y="2725"/>
                      <a:pt x="0" y="7431"/>
                      <a:pt x="381" y="10144"/>
                    </a:cubicBezTo>
                    <a:cubicBezTo>
                      <a:pt x="440" y="10558"/>
                      <a:pt x="808" y="10858"/>
                      <a:pt x="1227" y="10860"/>
                    </a:cubicBezTo>
                    <a:lnTo>
                      <a:pt x="30232" y="11065"/>
                    </a:lnTo>
                    <a:cubicBezTo>
                      <a:pt x="30234" y="11066"/>
                      <a:pt x="30236" y="11066"/>
                      <a:pt x="30238" y="11066"/>
                    </a:cubicBezTo>
                    <a:cubicBezTo>
                      <a:pt x="30743" y="11066"/>
                      <a:pt x="31146" y="10637"/>
                      <a:pt x="31098" y="10134"/>
                    </a:cubicBezTo>
                    <a:cubicBezTo>
                      <a:pt x="30965" y="8745"/>
                      <a:pt x="30216" y="6268"/>
                      <a:pt x="26615" y="5945"/>
                    </a:cubicBezTo>
                    <a:cubicBezTo>
                      <a:pt x="21869" y="5522"/>
                      <a:pt x="15745" y="3159"/>
                      <a:pt x="14984" y="1007"/>
                    </a:cubicBezTo>
                    <a:cubicBezTo>
                      <a:pt x="14886" y="730"/>
                      <a:pt x="14686" y="510"/>
                      <a:pt x="14407" y="419"/>
                    </a:cubicBezTo>
                    <a:cubicBezTo>
                      <a:pt x="13887" y="248"/>
                      <a:pt x="13015" y="21"/>
                      <a:pt x="12040" y="21"/>
                    </a:cubicBezTo>
                    <a:cubicBezTo>
                      <a:pt x="10980" y="21"/>
                      <a:pt x="9799" y="289"/>
                      <a:pt x="8815" y="1186"/>
                    </a:cubicBezTo>
                    <a:cubicBezTo>
                      <a:pt x="8285" y="1670"/>
                      <a:pt x="7675" y="1860"/>
                      <a:pt x="7045" y="1860"/>
                    </a:cubicBezTo>
                    <a:cubicBezTo>
                      <a:pt x="5617" y="1860"/>
                      <a:pt x="4087" y="885"/>
                      <a:pt x="3155" y="168"/>
                    </a:cubicBezTo>
                    <a:cubicBezTo>
                      <a:pt x="3006" y="54"/>
                      <a:pt x="2835" y="1"/>
                      <a:pt x="2668" y="1"/>
                    </a:cubicBez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381;p23">
                <a:extLst>
                  <a:ext uri="{FF2B5EF4-FFF2-40B4-BE49-F238E27FC236}">
                    <a16:creationId xmlns:a16="http://schemas.microsoft.com/office/drawing/2014/main" id="{4E7F1F2E-5873-4E9C-C5EC-425ADB1E99C7}"/>
                  </a:ext>
                </a:extLst>
              </p:cNvPr>
              <p:cNvSpPr/>
              <p:nvPr/>
            </p:nvSpPr>
            <p:spPr>
              <a:xfrm>
                <a:off x="4033550" y="5199300"/>
                <a:ext cx="778700" cy="276650"/>
              </a:xfrm>
              <a:custGeom>
                <a:avLst/>
                <a:gdLst/>
                <a:ahLst/>
                <a:cxnLst/>
                <a:rect l="l" t="t" r="r" b="b"/>
                <a:pathLst>
                  <a:path w="31148" h="11066" extrusionOk="0">
                    <a:moveTo>
                      <a:pt x="2669" y="1"/>
                    </a:moveTo>
                    <a:cubicBezTo>
                      <a:pt x="2336" y="1"/>
                      <a:pt x="2017" y="209"/>
                      <a:pt x="1911" y="565"/>
                    </a:cubicBezTo>
                    <a:cubicBezTo>
                      <a:pt x="1264" y="2725"/>
                      <a:pt x="0" y="7431"/>
                      <a:pt x="381" y="10144"/>
                    </a:cubicBezTo>
                    <a:cubicBezTo>
                      <a:pt x="440" y="10558"/>
                      <a:pt x="809" y="10858"/>
                      <a:pt x="1227" y="10860"/>
                    </a:cubicBezTo>
                    <a:lnTo>
                      <a:pt x="30232" y="11065"/>
                    </a:lnTo>
                    <a:cubicBezTo>
                      <a:pt x="30234" y="11066"/>
                      <a:pt x="30236" y="11066"/>
                      <a:pt x="30238" y="11066"/>
                    </a:cubicBezTo>
                    <a:cubicBezTo>
                      <a:pt x="30743" y="11066"/>
                      <a:pt x="31147" y="10637"/>
                      <a:pt x="31098" y="10134"/>
                    </a:cubicBezTo>
                    <a:cubicBezTo>
                      <a:pt x="30964" y="8745"/>
                      <a:pt x="30215" y="6268"/>
                      <a:pt x="26614" y="5945"/>
                    </a:cubicBezTo>
                    <a:cubicBezTo>
                      <a:pt x="21869" y="5521"/>
                      <a:pt x="15746" y="3159"/>
                      <a:pt x="14985" y="1007"/>
                    </a:cubicBezTo>
                    <a:cubicBezTo>
                      <a:pt x="14887" y="730"/>
                      <a:pt x="14685" y="510"/>
                      <a:pt x="14406" y="419"/>
                    </a:cubicBezTo>
                    <a:cubicBezTo>
                      <a:pt x="13887" y="248"/>
                      <a:pt x="13015" y="21"/>
                      <a:pt x="12040" y="21"/>
                    </a:cubicBezTo>
                    <a:cubicBezTo>
                      <a:pt x="10981" y="21"/>
                      <a:pt x="9799" y="289"/>
                      <a:pt x="8816" y="1186"/>
                    </a:cubicBezTo>
                    <a:cubicBezTo>
                      <a:pt x="8285" y="1670"/>
                      <a:pt x="7675" y="1860"/>
                      <a:pt x="7046" y="1860"/>
                    </a:cubicBezTo>
                    <a:cubicBezTo>
                      <a:pt x="5617" y="1860"/>
                      <a:pt x="4088" y="885"/>
                      <a:pt x="3156" y="168"/>
                    </a:cubicBezTo>
                    <a:cubicBezTo>
                      <a:pt x="3007" y="54"/>
                      <a:pt x="2836" y="1"/>
                      <a:pt x="2669" y="1"/>
                    </a:cubicBez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382;p23">
                <a:extLst>
                  <a:ext uri="{FF2B5EF4-FFF2-40B4-BE49-F238E27FC236}">
                    <a16:creationId xmlns:a16="http://schemas.microsoft.com/office/drawing/2014/main" id="{40339B92-EC74-47EF-37B7-502F43C6BE6A}"/>
                  </a:ext>
                </a:extLst>
              </p:cNvPr>
              <p:cNvSpPr/>
              <p:nvPr/>
            </p:nvSpPr>
            <p:spPr>
              <a:xfrm>
                <a:off x="2369550" y="2515000"/>
                <a:ext cx="2353600" cy="2746800"/>
              </a:xfrm>
              <a:custGeom>
                <a:avLst/>
                <a:gdLst/>
                <a:ahLst/>
                <a:cxnLst/>
                <a:rect l="l" t="t" r="r" b="b"/>
                <a:pathLst>
                  <a:path w="94144" h="109872" extrusionOk="0">
                    <a:moveTo>
                      <a:pt x="11657" y="0"/>
                    </a:moveTo>
                    <a:cubicBezTo>
                      <a:pt x="11657" y="0"/>
                      <a:pt x="0" y="21336"/>
                      <a:pt x="13417" y="30135"/>
                    </a:cubicBezTo>
                    <a:cubicBezTo>
                      <a:pt x="26835" y="38933"/>
                      <a:pt x="39373" y="47071"/>
                      <a:pt x="39373" y="47071"/>
                    </a:cubicBezTo>
                    <a:lnTo>
                      <a:pt x="38108" y="109871"/>
                    </a:lnTo>
                    <a:lnTo>
                      <a:pt x="38108" y="109871"/>
                    </a:lnTo>
                    <a:lnTo>
                      <a:pt x="53065" y="109432"/>
                    </a:lnTo>
                    <a:cubicBezTo>
                      <a:pt x="53065" y="109432"/>
                      <a:pt x="63250" y="41788"/>
                      <a:pt x="63781" y="41788"/>
                    </a:cubicBezTo>
                    <a:cubicBezTo>
                      <a:pt x="63783" y="41788"/>
                      <a:pt x="63786" y="41790"/>
                      <a:pt x="63788" y="41793"/>
                    </a:cubicBezTo>
                    <a:cubicBezTo>
                      <a:pt x="64227" y="42453"/>
                      <a:pt x="69015" y="46280"/>
                      <a:pt x="69015" y="46280"/>
                    </a:cubicBezTo>
                    <a:lnTo>
                      <a:pt x="67418" y="109761"/>
                    </a:lnTo>
                    <a:lnTo>
                      <a:pt x="82485" y="109266"/>
                    </a:lnTo>
                    <a:cubicBezTo>
                      <a:pt x="82485" y="109266"/>
                      <a:pt x="94144" y="39814"/>
                      <a:pt x="93043" y="36074"/>
                    </a:cubicBezTo>
                    <a:cubicBezTo>
                      <a:pt x="91944" y="32334"/>
                      <a:pt x="53231" y="0"/>
                      <a:pt x="53231"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383;p23">
                <a:extLst>
                  <a:ext uri="{FF2B5EF4-FFF2-40B4-BE49-F238E27FC236}">
                    <a16:creationId xmlns:a16="http://schemas.microsoft.com/office/drawing/2014/main" id="{16DB9B01-7429-2866-5470-20D19292C93A}"/>
                  </a:ext>
                </a:extLst>
              </p:cNvPr>
              <p:cNvSpPr/>
              <p:nvPr/>
            </p:nvSpPr>
            <p:spPr>
              <a:xfrm>
                <a:off x="3452850" y="2941175"/>
                <a:ext cx="511400" cy="602175"/>
              </a:xfrm>
              <a:custGeom>
                <a:avLst/>
                <a:gdLst/>
                <a:ahLst/>
                <a:cxnLst/>
                <a:rect l="l" t="t" r="r" b="b"/>
                <a:pathLst>
                  <a:path w="20456" h="24087" extrusionOk="0">
                    <a:moveTo>
                      <a:pt x="0" y="0"/>
                    </a:moveTo>
                    <a:lnTo>
                      <a:pt x="10224" y="12047"/>
                    </a:lnTo>
                    <a:lnTo>
                      <a:pt x="20456" y="24086"/>
                    </a:lnTo>
                    <a:lnTo>
                      <a:pt x="10232" y="12040"/>
                    </a:lnTo>
                    <a:lnTo>
                      <a:pt x="0"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384;p23">
                <a:extLst>
                  <a:ext uri="{FF2B5EF4-FFF2-40B4-BE49-F238E27FC236}">
                    <a16:creationId xmlns:a16="http://schemas.microsoft.com/office/drawing/2014/main" id="{1102AA40-901D-D73E-27BA-16085AF7B342}"/>
                  </a:ext>
                </a:extLst>
              </p:cNvPr>
              <p:cNvSpPr/>
              <p:nvPr/>
            </p:nvSpPr>
            <p:spPr>
              <a:xfrm>
                <a:off x="2710475" y="2664700"/>
                <a:ext cx="969200" cy="300"/>
              </a:xfrm>
              <a:custGeom>
                <a:avLst/>
                <a:gdLst/>
                <a:ahLst/>
                <a:cxnLst/>
                <a:rect l="l" t="t" r="r" b="b"/>
                <a:pathLst>
                  <a:path w="38768" h="12" extrusionOk="0">
                    <a:moveTo>
                      <a:pt x="19385" y="1"/>
                    </a:moveTo>
                    <a:lnTo>
                      <a:pt x="0" y="7"/>
                    </a:lnTo>
                    <a:lnTo>
                      <a:pt x="19385" y="11"/>
                    </a:lnTo>
                    <a:lnTo>
                      <a:pt x="38768" y="7"/>
                    </a:lnTo>
                    <a:lnTo>
                      <a:pt x="19385"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385;p23">
                <a:extLst>
                  <a:ext uri="{FF2B5EF4-FFF2-40B4-BE49-F238E27FC236}">
                    <a16:creationId xmlns:a16="http://schemas.microsoft.com/office/drawing/2014/main" id="{481BC67E-B516-6A07-A255-8B33CB5E5C84}"/>
                  </a:ext>
                </a:extLst>
              </p:cNvPr>
              <p:cNvSpPr/>
              <p:nvPr/>
            </p:nvSpPr>
            <p:spPr>
              <a:xfrm>
                <a:off x="3390975" y="5155775"/>
                <a:ext cx="263975" cy="275"/>
              </a:xfrm>
              <a:custGeom>
                <a:avLst/>
                <a:gdLst/>
                <a:ahLst/>
                <a:cxnLst/>
                <a:rect l="l" t="t" r="r" b="b"/>
                <a:pathLst>
                  <a:path w="10559" h="11" extrusionOk="0">
                    <a:moveTo>
                      <a:pt x="5279" y="0"/>
                    </a:moveTo>
                    <a:lnTo>
                      <a:pt x="2640" y="3"/>
                    </a:lnTo>
                    <a:lnTo>
                      <a:pt x="1" y="5"/>
                    </a:lnTo>
                    <a:lnTo>
                      <a:pt x="2640" y="9"/>
                    </a:lnTo>
                    <a:lnTo>
                      <a:pt x="5279" y="11"/>
                    </a:lnTo>
                    <a:lnTo>
                      <a:pt x="7919" y="9"/>
                    </a:lnTo>
                    <a:lnTo>
                      <a:pt x="10558" y="5"/>
                    </a:lnTo>
                    <a:lnTo>
                      <a:pt x="7919" y="3"/>
                    </a:lnTo>
                    <a:lnTo>
                      <a:pt x="5279" y="0"/>
                    </a:ln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386;p23">
                <a:extLst>
                  <a:ext uri="{FF2B5EF4-FFF2-40B4-BE49-F238E27FC236}">
                    <a16:creationId xmlns:a16="http://schemas.microsoft.com/office/drawing/2014/main" id="{6882E2CE-BF98-FFDB-D472-AA73064FFDE6}"/>
                  </a:ext>
                </a:extLst>
              </p:cNvPr>
              <p:cNvSpPr/>
              <p:nvPr/>
            </p:nvSpPr>
            <p:spPr>
              <a:xfrm>
                <a:off x="4133350" y="5147550"/>
                <a:ext cx="243350" cy="250"/>
              </a:xfrm>
              <a:custGeom>
                <a:avLst/>
                <a:gdLst/>
                <a:ahLst/>
                <a:cxnLst/>
                <a:rect l="l" t="t" r="r" b="b"/>
                <a:pathLst>
                  <a:path w="9734" h="10" extrusionOk="0">
                    <a:moveTo>
                      <a:pt x="4866" y="0"/>
                    </a:moveTo>
                    <a:lnTo>
                      <a:pt x="2433" y="1"/>
                    </a:lnTo>
                    <a:lnTo>
                      <a:pt x="1" y="5"/>
                    </a:lnTo>
                    <a:lnTo>
                      <a:pt x="2433" y="8"/>
                    </a:lnTo>
                    <a:lnTo>
                      <a:pt x="4866" y="9"/>
                    </a:lnTo>
                    <a:lnTo>
                      <a:pt x="7300" y="8"/>
                    </a:lnTo>
                    <a:lnTo>
                      <a:pt x="9733" y="5"/>
                    </a:lnTo>
                    <a:lnTo>
                      <a:pt x="7300" y="1"/>
                    </a:lnTo>
                    <a:lnTo>
                      <a:pt x="4866" y="0"/>
                    </a:ln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387;p23">
                <a:extLst>
                  <a:ext uri="{FF2B5EF4-FFF2-40B4-BE49-F238E27FC236}">
                    <a16:creationId xmlns:a16="http://schemas.microsoft.com/office/drawing/2014/main" id="{BB22E8A7-ACEC-57C6-D8BC-05875A25D334}"/>
                  </a:ext>
                </a:extLst>
              </p:cNvPr>
              <p:cNvSpPr/>
              <p:nvPr/>
            </p:nvSpPr>
            <p:spPr>
              <a:xfrm>
                <a:off x="2855525" y="290500"/>
                <a:ext cx="591900" cy="673475"/>
              </a:xfrm>
              <a:custGeom>
                <a:avLst/>
                <a:gdLst/>
                <a:ahLst/>
                <a:cxnLst/>
                <a:rect l="l" t="t" r="r" b="b"/>
                <a:pathLst>
                  <a:path w="23676" h="26939" extrusionOk="0">
                    <a:moveTo>
                      <a:pt x="13735" y="0"/>
                    </a:moveTo>
                    <a:cubicBezTo>
                      <a:pt x="10555" y="0"/>
                      <a:pt x="7647" y="1136"/>
                      <a:pt x="4796" y="3448"/>
                    </a:cubicBezTo>
                    <a:cubicBezTo>
                      <a:pt x="4796" y="3448"/>
                      <a:pt x="2007" y="5820"/>
                      <a:pt x="3463" y="12662"/>
                    </a:cubicBezTo>
                    <a:cubicBezTo>
                      <a:pt x="3244" y="12565"/>
                      <a:pt x="2978" y="12498"/>
                      <a:pt x="2664" y="12498"/>
                    </a:cubicBezTo>
                    <a:cubicBezTo>
                      <a:pt x="2358" y="12498"/>
                      <a:pt x="2007" y="12561"/>
                      <a:pt x="1606" y="12721"/>
                    </a:cubicBezTo>
                    <a:cubicBezTo>
                      <a:pt x="0" y="13363"/>
                      <a:pt x="650" y="17640"/>
                      <a:pt x="3633" y="17640"/>
                    </a:cubicBezTo>
                    <a:cubicBezTo>
                      <a:pt x="4027" y="17640"/>
                      <a:pt x="4461" y="17565"/>
                      <a:pt x="4935" y="17398"/>
                    </a:cubicBezTo>
                    <a:cubicBezTo>
                      <a:pt x="7430" y="23559"/>
                      <a:pt x="11202" y="26703"/>
                      <a:pt x="15089" y="26934"/>
                    </a:cubicBezTo>
                    <a:cubicBezTo>
                      <a:pt x="15152" y="26937"/>
                      <a:pt x="15215" y="26938"/>
                      <a:pt x="15278" y="26938"/>
                    </a:cubicBezTo>
                    <a:cubicBezTo>
                      <a:pt x="15658" y="26938"/>
                      <a:pt x="16035" y="26889"/>
                      <a:pt x="16403" y="26815"/>
                    </a:cubicBezTo>
                    <a:cubicBezTo>
                      <a:pt x="16838" y="26736"/>
                      <a:pt x="17267" y="26623"/>
                      <a:pt x="17670" y="26439"/>
                    </a:cubicBezTo>
                    <a:cubicBezTo>
                      <a:pt x="20078" y="25324"/>
                      <a:pt x="21952" y="22974"/>
                      <a:pt x="22916" y="19477"/>
                    </a:cubicBezTo>
                    <a:cubicBezTo>
                      <a:pt x="23238" y="18322"/>
                      <a:pt x="23456" y="17042"/>
                      <a:pt x="23568" y="15637"/>
                    </a:cubicBezTo>
                    <a:cubicBezTo>
                      <a:pt x="23668" y="14350"/>
                      <a:pt x="23675" y="12964"/>
                      <a:pt x="23577" y="11473"/>
                    </a:cubicBezTo>
                    <a:cubicBezTo>
                      <a:pt x="22962" y="2274"/>
                      <a:pt x="18659" y="823"/>
                      <a:pt x="18659" y="823"/>
                    </a:cubicBezTo>
                    <a:cubicBezTo>
                      <a:pt x="16935" y="276"/>
                      <a:pt x="15302" y="0"/>
                      <a:pt x="13735" y="0"/>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388;p23">
                <a:extLst>
                  <a:ext uri="{FF2B5EF4-FFF2-40B4-BE49-F238E27FC236}">
                    <a16:creationId xmlns:a16="http://schemas.microsoft.com/office/drawing/2014/main" id="{A37B5698-B26A-0291-147C-9001B1CEA501}"/>
                  </a:ext>
                </a:extLst>
              </p:cNvPr>
              <p:cNvSpPr/>
              <p:nvPr/>
            </p:nvSpPr>
            <p:spPr>
              <a:xfrm>
                <a:off x="3256425" y="578700"/>
                <a:ext cx="40400" cy="131050"/>
              </a:xfrm>
              <a:custGeom>
                <a:avLst/>
                <a:gdLst/>
                <a:ahLst/>
                <a:cxnLst/>
                <a:rect l="l" t="t" r="r" b="b"/>
                <a:pathLst>
                  <a:path w="1616" h="5242" extrusionOk="0">
                    <a:moveTo>
                      <a:pt x="461" y="0"/>
                    </a:moveTo>
                    <a:cubicBezTo>
                      <a:pt x="372" y="511"/>
                      <a:pt x="379" y="1029"/>
                      <a:pt x="441" y="1539"/>
                    </a:cubicBezTo>
                    <a:cubicBezTo>
                      <a:pt x="492" y="2048"/>
                      <a:pt x="645" y="2560"/>
                      <a:pt x="768" y="3020"/>
                    </a:cubicBezTo>
                    <a:cubicBezTo>
                      <a:pt x="900" y="3479"/>
                      <a:pt x="974" y="3913"/>
                      <a:pt x="891" y="4334"/>
                    </a:cubicBezTo>
                    <a:cubicBezTo>
                      <a:pt x="852" y="4535"/>
                      <a:pt x="758" y="4754"/>
                      <a:pt x="638" y="4895"/>
                    </a:cubicBezTo>
                    <a:cubicBezTo>
                      <a:pt x="513" y="5035"/>
                      <a:pt x="237" y="5090"/>
                      <a:pt x="0" y="5184"/>
                    </a:cubicBezTo>
                    <a:cubicBezTo>
                      <a:pt x="144" y="5208"/>
                      <a:pt x="289" y="5241"/>
                      <a:pt x="443" y="5241"/>
                    </a:cubicBezTo>
                    <a:cubicBezTo>
                      <a:pt x="561" y="5241"/>
                      <a:pt x="684" y="5222"/>
                      <a:pt x="817" y="5165"/>
                    </a:cubicBezTo>
                    <a:cubicBezTo>
                      <a:pt x="1095" y="5001"/>
                      <a:pt x="1265" y="4765"/>
                      <a:pt x="1381" y="4493"/>
                    </a:cubicBezTo>
                    <a:cubicBezTo>
                      <a:pt x="1615" y="3950"/>
                      <a:pt x="1538" y="3344"/>
                      <a:pt x="1405" y="2847"/>
                    </a:cubicBezTo>
                    <a:cubicBezTo>
                      <a:pt x="1255" y="2343"/>
                      <a:pt x="1094" y="1901"/>
                      <a:pt x="942" y="1429"/>
                    </a:cubicBezTo>
                    <a:cubicBezTo>
                      <a:pt x="789" y="960"/>
                      <a:pt x="644" y="485"/>
                      <a:pt x="461" y="0"/>
                    </a:cubicBezTo>
                    <a:close/>
                  </a:path>
                </a:pathLst>
              </a:custGeom>
              <a:solidFill>
                <a:srgbClr val="3B1D1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389;p23">
                <a:extLst>
                  <a:ext uri="{FF2B5EF4-FFF2-40B4-BE49-F238E27FC236}">
                    <a16:creationId xmlns:a16="http://schemas.microsoft.com/office/drawing/2014/main" id="{033A43BF-7FF5-C7C2-7881-B815F1BC1065}"/>
                  </a:ext>
                </a:extLst>
              </p:cNvPr>
              <p:cNvSpPr/>
              <p:nvPr/>
            </p:nvSpPr>
            <p:spPr>
              <a:xfrm>
                <a:off x="3182975" y="714675"/>
                <a:ext cx="107375" cy="49700"/>
              </a:xfrm>
              <a:custGeom>
                <a:avLst/>
                <a:gdLst/>
                <a:ahLst/>
                <a:cxnLst/>
                <a:rect l="l" t="t" r="r" b="b"/>
                <a:pathLst>
                  <a:path w="4295" h="1988" extrusionOk="0">
                    <a:moveTo>
                      <a:pt x="1" y="0"/>
                    </a:moveTo>
                    <a:lnTo>
                      <a:pt x="1" y="0"/>
                    </a:lnTo>
                    <a:cubicBezTo>
                      <a:pt x="284" y="804"/>
                      <a:pt x="937" y="1503"/>
                      <a:pt x="1785" y="1824"/>
                    </a:cubicBezTo>
                    <a:cubicBezTo>
                      <a:pt x="2067" y="1929"/>
                      <a:pt x="2372" y="1987"/>
                      <a:pt x="2674" y="1987"/>
                    </a:cubicBezTo>
                    <a:cubicBezTo>
                      <a:pt x="2821" y="1987"/>
                      <a:pt x="2968" y="1974"/>
                      <a:pt x="3111" y="1945"/>
                    </a:cubicBezTo>
                    <a:cubicBezTo>
                      <a:pt x="3555" y="1887"/>
                      <a:pt x="3950" y="1670"/>
                      <a:pt x="4294" y="1427"/>
                    </a:cubicBezTo>
                    <a:lnTo>
                      <a:pt x="4294" y="1427"/>
                    </a:lnTo>
                    <a:cubicBezTo>
                      <a:pt x="3886" y="1506"/>
                      <a:pt x="3500" y="1589"/>
                      <a:pt x="3117" y="1589"/>
                    </a:cubicBezTo>
                    <a:cubicBezTo>
                      <a:pt x="3104" y="1589"/>
                      <a:pt x="3092" y="1589"/>
                      <a:pt x="3079" y="1588"/>
                    </a:cubicBezTo>
                    <a:cubicBezTo>
                      <a:pt x="3049" y="1589"/>
                      <a:pt x="3020" y="1590"/>
                      <a:pt x="2990" y="1590"/>
                    </a:cubicBezTo>
                    <a:cubicBezTo>
                      <a:pt x="2632" y="1590"/>
                      <a:pt x="2276" y="1524"/>
                      <a:pt x="1943" y="1394"/>
                    </a:cubicBezTo>
                    <a:cubicBezTo>
                      <a:pt x="1581" y="1265"/>
                      <a:pt x="1242" y="1063"/>
                      <a:pt x="920" y="825"/>
                    </a:cubicBezTo>
                    <a:cubicBezTo>
                      <a:pt x="603" y="581"/>
                      <a:pt x="291" y="311"/>
                      <a:pt x="1" y="0"/>
                    </a:cubicBezTo>
                    <a:close/>
                  </a:path>
                </a:pathLst>
              </a:custGeom>
              <a:solidFill>
                <a:srgbClr val="3B1D1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390;p23">
                <a:extLst>
                  <a:ext uri="{FF2B5EF4-FFF2-40B4-BE49-F238E27FC236}">
                    <a16:creationId xmlns:a16="http://schemas.microsoft.com/office/drawing/2014/main" id="{BEF0A681-F111-402F-2B9F-5B82FE6C09A7}"/>
                  </a:ext>
                </a:extLst>
              </p:cNvPr>
              <p:cNvSpPr/>
              <p:nvPr/>
            </p:nvSpPr>
            <p:spPr>
              <a:xfrm>
                <a:off x="3162700" y="574975"/>
                <a:ext cx="36475" cy="65525"/>
              </a:xfrm>
              <a:custGeom>
                <a:avLst/>
                <a:gdLst/>
                <a:ahLst/>
                <a:cxnLst/>
                <a:rect l="l" t="t" r="r" b="b"/>
                <a:pathLst>
                  <a:path w="1459" h="2621" extrusionOk="0">
                    <a:moveTo>
                      <a:pt x="729" y="0"/>
                    </a:moveTo>
                    <a:cubicBezTo>
                      <a:pt x="326" y="0"/>
                      <a:pt x="0" y="586"/>
                      <a:pt x="0" y="1310"/>
                    </a:cubicBezTo>
                    <a:cubicBezTo>
                      <a:pt x="0" y="2034"/>
                      <a:pt x="326" y="2620"/>
                      <a:pt x="729" y="2620"/>
                    </a:cubicBezTo>
                    <a:cubicBezTo>
                      <a:pt x="1133" y="2620"/>
                      <a:pt x="1459" y="2034"/>
                      <a:pt x="1459" y="1310"/>
                    </a:cubicBezTo>
                    <a:cubicBezTo>
                      <a:pt x="1459" y="586"/>
                      <a:pt x="1133" y="0"/>
                      <a:pt x="729" y="0"/>
                    </a:cubicBezTo>
                    <a:close/>
                  </a:path>
                </a:pathLst>
              </a:custGeom>
              <a:solidFill>
                <a:srgbClr val="3B1D1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391;p23">
                <a:extLst>
                  <a:ext uri="{FF2B5EF4-FFF2-40B4-BE49-F238E27FC236}">
                    <a16:creationId xmlns:a16="http://schemas.microsoft.com/office/drawing/2014/main" id="{0B02D647-A60B-D322-4E61-51A00AE2D8C8}"/>
                  </a:ext>
                </a:extLst>
              </p:cNvPr>
              <p:cNvSpPr/>
              <p:nvPr/>
            </p:nvSpPr>
            <p:spPr>
              <a:xfrm>
                <a:off x="3316200" y="574975"/>
                <a:ext cx="36475" cy="65525"/>
              </a:xfrm>
              <a:custGeom>
                <a:avLst/>
                <a:gdLst/>
                <a:ahLst/>
                <a:cxnLst/>
                <a:rect l="l" t="t" r="r" b="b"/>
                <a:pathLst>
                  <a:path w="1459" h="2621" extrusionOk="0">
                    <a:moveTo>
                      <a:pt x="729" y="0"/>
                    </a:moveTo>
                    <a:cubicBezTo>
                      <a:pt x="326" y="0"/>
                      <a:pt x="0" y="586"/>
                      <a:pt x="0" y="1310"/>
                    </a:cubicBezTo>
                    <a:cubicBezTo>
                      <a:pt x="0" y="2034"/>
                      <a:pt x="326" y="2620"/>
                      <a:pt x="729" y="2620"/>
                    </a:cubicBezTo>
                    <a:cubicBezTo>
                      <a:pt x="1133" y="2620"/>
                      <a:pt x="1458" y="2034"/>
                      <a:pt x="1458" y="1310"/>
                    </a:cubicBezTo>
                    <a:cubicBezTo>
                      <a:pt x="1458" y="586"/>
                      <a:pt x="1133" y="0"/>
                      <a:pt x="729" y="0"/>
                    </a:cubicBezTo>
                    <a:close/>
                  </a:path>
                </a:pathLst>
              </a:custGeom>
              <a:solidFill>
                <a:srgbClr val="3B1D1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392;p23">
                <a:extLst>
                  <a:ext uri="{FF2B5EF4-FFF2-40B4-BE49-F238E27FC236}">
                    <a16:creationId xmlns:a16="http://schemas.microsoft.com/office/drawing/2014/main" id="{3407F641-361A-458C-0AD6-8F287806D3DC}"/>
                  </a:ext>
                </a:extLst>
              </p:cNvPr>
              <p:cNvSpPr/>
              <p:nvPr/>
            </p:nvSpPr>
            <p:spPr>
              <a:xfrm>
                <a:off x="2864550" y="238100"/>
                <a:ext cx="669175" cy="451100"/>
              </a:xfrm>
              <a:custGeom>
                <a:avLst/>
                <a:gdLst/>
                <a:ahLst/>
                <a:cxnLst/>
                <a:rect l="l" t="t" r="r" b="b"/>
                <a:pathLst>
                  <a:path w="26767" h="18044" extrusionOk="0">
                    <a:moveTo>
                      <a:pt x="16913" y="1"/>
                    </a:moveTo>
                    <a:cubicBezTo>
                      <a:pt x="16217" y="1"/>
                      <a:pt x="15517" y="82"/>
                      <a:pt x="14835" y="219"/>
                    </a:cubicBezTo>
                    <a:cubicBezTo>
                      <a:pt x="13851" y="410"/>
                      <a:pt x="12862" y="713"/>
                      <a:pt x="11869" y="713"/>
                    </a:cubicBezTo>
                    <a:cubicBezTo>
                      <a:pt x="11690" y="713"/>
                      <a:pt x="11511" y="703"/>
                      <a:pt x="11331" y="681"/>
                    </a:cubicBezTo>
                    <a:cubicBezTo>
                      <a:pt x="10757" y="609"/>
                      <a:pt x="10209" y="411"/>
                      <a:pt x="9642" y="326"/>
                    </a:cubicBezTo>
                    <a:cubicBezTo>
                      <a:pt x="9398" y="287"/>
                      <a:pt x="9152" y="268"/>
                      <a:pt x="8906" y="268"/>
                    </a:cubicBezTo>
                    <a:cubicBezTo>
                      <a:pt x="8067" y="268"/>
                      <a:pt x="7228" y="485"/>
                      <a:pt x="6468" y="846"/>
                    </a:cubicBezTo>
                    <a:cubicBezTo>
                      <a:pt x="5491" y="1315"/>
                      <a:pt x="4626" y="2008"/>
                      <a:pt x="3881" y="2800"/>
                    </a:cubicBezTo>
                    <a:cubicBezTo>
                      <a:pt x="3241" y="3466"/>
                      <a:pt x="2824" y="4284"/>
                      <a:pt x="2719" y="5202"/>
                    </a:cubicBezTo>
                    <a:cubicBezTo>
                      <a:pt x="2561" y="5081"/>
                      <a:pt x="2368" y="5027"/>
                      <a:pt x="2171" y="5027"/>
                    </a:cubicBezTo>
                    <a:cubicBezTo>
                      <a:pt x="1852" y="5027"/>
                      <a:pt x="1518" y="5170"/>
                      <a:pt x="1294" y="5407"/>
                    </a:cubicBezTo>
                    <a:cubicBezTo>
                      <a:pt x="931" y="5790"/>
                      <a:pt x="806" y="6337"/>
                      <a:pt x="792" y="6865"/>
                    </a:cubicBezTo>
                    <a:cubicBezTo>
                      <a:pt x="779" y="7386"/>
                      <a:pt x="865" y="7907"/>
                      <a:pt x="859" y="8436"/>
                    </a:cubicBezTo>
                    <a:cubicBezTo>
                      <a:pt x="832" y="9986"/>
                      <a:pt x="1" y="11536"/>
                      <a:pt x="450" y="13022"/>
                    </a:cubicBezTo>
                    <a:cubicBezTo>
                      <a:pt x="646" y="13689"/>
                      <a:pt x="1075" y="14229"/>
                      <a:pt x="1604" y="14698"/>
                    </a:cubicBezTo>
                    <a:cubicBezTo>
                      <a:pt x="1860" y="14626"/>
                      <a:pt x="2094" y="14596"/>
                      <a:pt x="2305" y="14596"/>
                    </a:cubicBezTo>
                    <a:cubicBezTo>
                      <a:pt x="2616" y="14596"/>
                      <a:pt x="2879" y="14661"/>
                      <a:pt x="3095" y="14751"/>
                    </a:cubicBezTo>
                    <a:cubicBezTo>
                      <a:pt x="3088" y="14719"/>
                      <a:pt x="3085" y="14691"/>
                      <a:pt x="3079" y="14659"/>
                    </a:cubicBezTo>
                    <a:lnTo>
                      <a:pt x="3079" y="14659"/>
                    </a:lnTo>
                    <a:lnTo>
                      <a:pt x="4619" y="15847"/>
                    </a:lnTo>
                    <a:cubicBezTo>
                      <a:pt x="5259" y="15328"/>
                      <a:pt x="5668" y="14583"/>
                      <a:pt x="6002" y="13832"/>
                    </a:cubicBezTo>
                    <a:cubicBezTo>
                      <a:pt x="6838" y="11949"/>
                      <a:pt x="7300" y="9922"/>
                      <a:pt x="7360" y="7864"/>
                    </a:cubicBezTo>
                    <a:cubicBezTo>
                      <a:pt x="7360" y="7864"/>
                      <a:pt x="10941" y="10441"/>
                      <a:pt x="14222" y="10441"/>
                    </a:cubicBezTo>
                    <a:cubicBezTo>
                      <a:pt x="14652" y="10441"/>
                      <a:pt x="15078" y="10397"/>
                      <a:pt x="15490" y="10296"/>
                    </a:cubicBezTo>
                    <a:cubicBezTo>
                      <a:pt x="16058" y="10157"/>
                      <a:pt x="16602" y="10095"/>
                      <a:pt x="17115" y="10095"/>
                    </a:cubicBezTo>
                    <a:cubicBezTo>
                      <a:pt x="19806" y="10095"/>
                      <a:pt x="21654" y="11817"/>
                      <a:pt x="21759" y="13306"/>
                    </a:cubicBezTo>
                    <a:cubicBezTo>
                      <a:pt x="21882" y="15080"/>
                      <a:pt x="23209" y="17733"/>
                      <a:pt x="23209" y="17733"/>
                    </a:cubicBezTo>
                    <a:cubicBezTo>
                      <a:pt x="23203" y="17838"/>
                      <a:pt x="23189" y="17938"/>
                      <a:pt x="23176" y="18043"/>
                    </a:cubicBezTo>
                    <a:cubicBezTo>
                      <a:pt x="23849" y="17231"/>
                      <a:pt x="24496" y="16400"/>
                      <a:pt x="25050" y="15502"/>
                    </a:cubicBezTo>
                    <a:cubicBezTo>
                      <a:pt x="25868" y="14176"/>
                      <a:pt x="26488" y="12698"/>
                      <a:pt x="26627" y="11147"/>
                    </a:cubicBezTo>
                    <a:cubicBezTo>
                      <a:pt x="26766" y="9596"/>
                      <a:pt x="26396" y="7960"/>
                      <a:pt x="25412" y="6753"/>
                    </a:cubicBezTo>
                    <a:cubicBezTo>
                      <a:pt x="24496" y="5624"/>
                      <a:pt x="22872" y="5017"/>
                      <a:pt x="22509" y="3604"/>
                    </a:cubicBezTo>
                    <a:cubicBezTo>
                      <a:pt x="22127" y="2113"/>
                      <a:pt x="20860" y="946"/>
                      <a:pt x="19407" y="417"/>
                    </a:cubicBezTo>
                    <a:cubicBezTo>
                      <a:pt x="18609" y="123"/>
                      <a:pt x="17764" y="1"/>
                      <a:pt x="16913"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 name="Google Shape;393;p23">
                <a:extLst>
                  <a:ext uri="{FF2B5EF4-FFF2-40B4-BE49-F238E27FC236}">
                    <a16:creationId xmlns:a16="http://schemas.microsoft.com/office/drawing/2014/main" id="{165D1B6D-32B3-FE19-4729-EDBB7F3E6591}"/>
                  </a:ext>
                </a:extLst>
              </p:cNvPr>
              <p:cNvSpPr/>
              <p:nvPr/>
            </p:nvSpPr>
            <p:spPr>
              <a:xfrm>
                <a:off x="2465100" y="2498100"/>
                <a:ext cx="132800" cy="2977850"/>
              </a:xfrm>
              <a:custGeom>
                <a:avLst/>
                <a:gdLst/>
                <a:ahLst/>
                <a:cxnLst/>
                <a:rect l="l" t="t" r="r" b="b"/>
                <a:pathLst>
                  <a:path w="5312" h="119114" extrusionOk="0">
                    <a:moveTo>
                      <a:pt x="1" y="1"/>
                    </a:moveTo>
                    <a:lnTo>
                      <a:pt x="1" y="119113"/>
                    </a:lnTo>
                    <a:lnTo>
                      <a:pt x="5312" y="119113"/>
                    </a:lnTo>
                    <a:lnTo>
                      <a:pt x="5312" y="1"/>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394;p23">
                <a:extLst>
                  <a:ext uri="{FF2B5EF4-FFF2-40B4-BE49-F238E27FC236}">
                    <a16:creationId xmlns:a16="http://schemas.microsoft.com/office/drawing/2014/main" id="{DC2ED3C3-579A-929C-DEDE-BF7A3FCD1BAF}"/>
                  </a:ext>
                </a:extLst>
              </p:cNvPr>
              <p:cNvSpPr/>
              <p:nvPr/>
            </p:nvSpPr>
            <p:spPr>
              <a:xfrm>
                <a:off x="2389900" y="2498100"/>
                <a:ext cx="132850" cy="2977850"/>
              </a:xfrm>
              <a:custGeom>
                <a:avLst/>
                <a:gdLst/>
                <a:ahLst/>
                <a:cxnLst/>
                <a:rect l="l" t="t" r="r" b="b"/>
                <a:pathLst>
                  <a:path w="5314" h="119114" extrusionOk="0">
                    <a:moveTo>
                      <a:pt x="1" y="1"/>
                    </a:moveTo>
                    <a:lnTo>
                      <a:pt x="1" y="119113"/>
                    </a:lnTo>
                    <a:lnTo>
                      <a:pt x="5313" y="119113"/>
                    </a:lnTo>
                    <a:lnTo>
                      <a:pt x="5313"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395;p23">
                <a:extLst>
                  <a:ext uri="{FF2B5EF4-FFF2-40B4-BE49-F238E27FC236}">
                    <a16:creationId xmlns:a16="http://schemas.microsoft.com/office/drawing/2014/main" id="{A250CAD0-E616-C3CF-FC5C-A6649ED46535}"/>
                  </a:ext>
                </a:extLst>
              </p:cNvPr>
              <p:cNvSpPr/>
              <p:nvPr/>
            </p:nvSpPr>
            <p:spPr>
              <a:xfrm>
                <a:off x="1383150" y="2498100"/>
                <a:ext cx="132800" cy="2977850"/>
              </a:xfrm>
              <a:custGeom>
                <a:avLst/>
                <a:gdLst/>
                <a:ahLst/>
                <a:cxnLst/>
                <a:rect l="l" t="t" r="r" b="b"/>
                <a:pathLst>
                  <a:path w="5312" h="119114" extrusionOk="0">
                    <a:moveTo>
                      <a:pt x="1" y="1"/>
                    </a:moveTo>
                    <a:lnTo>
                      <a:pt x="1" y="119113"/>
                    </a:lnTo>
                    <a:lnTo>
                      <a:pt x="5312" y="119113"/>
                    </a:lnTo>
                    <a:lnTo>
                      <a:pt x="5312" y="1"/>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396;p23">
                <a:extLst>
                  <a:ext uri="{FF2B5EF4-FFF2-40B4-BE49-F238E27FC236}">
                    <a16:creationId xmlns:a16="http://schemas.microsoft.com/office/drawing/2014/main" id="{5CBECDBF-D100-8546-FB85-78CA36F0AE84}"/>
                  </a:ext>
                </a:extLst>
              </p:cNvPr>
              <p:cNvSpPr/>
              <p:nvPr/>
            </p:nvSpPr>
            <p:spPr>
              <a:xfrm>
                <a:off x="1307950" y="2498100"/>
                <a:ext cx="132850" cy="2977850"/>
              </a:xfrm>
              <a:custGeom>
                <a:avLst/>
                <a:gdLst/>
                <a:ahLst/>
                <a:cxnLst/>
                <a:rect l="l" t="t" r="r" b="b"/>
                <a:pathLst>
                  <a:path w="5314" h="119114" extrusionOk="0">
                    <a:moveTo>
                      <a:pt x="1" y="1"/>
                    </a:moveTo>
                    <a:lnTo>
                      <a:pt x="1" y="119113"/>
                    </a:lnTo>
                    <a:lnTo>
                      <a:pt x="5313" y="119113"/>
                    </a:lnTo>
                    <a:lnTo>
                      <a:pt x="5313"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397;p23">
                <a:extLst>
                  <a:ext uri="{FF2B5EF4-FFF2-40B4-BE49-F238E27FC236}">
                    <a16:creationId xmlns:a16="http://schemas.microsoft.com/office/drawing/2014/main" id="{3D64451F-2E2C-AA7A-08DA-60834D410F29}"/>
                  </a:ext>
                </a:extLst>
              </p:cNvPr>
              <p:cNvSpPr/>
              <p:nvPr/>
            </p:nvSpPr>
            <p:spPr>
              <a:xfrm>
                <a:off x="6178375" y="2498100"/>
                <a:ext cx="132825" cy="2977850"/>
              </a:xfrm>
              <a:custGeom>
                <a:avLst/>
                <a:gdLst/>
                <a:ahLst/>
                <a:cxnLst/>
                <a:rect l="l" t="t" r="r" b="b"/>
                <a:pathLst>
                  <a:path w="5313" h="119114" extrusionOk="0">
                    <a:moveTo>
                      <a:pt x="0" y="1"/>
                    </a:moveTo>
                    <a:lnTo>
                      <a:pt x="0" y="119113"/>
                    </a:lnTo>
                    <a:lnTo>
                      <a:pt x="5312" y="119113"/>
                    </a:lnTo>
                    <a:lnTo>
                      <a:pt x="5312" y="1"/>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398;p23">
                <a:extLst>
                  <a:ext uri="{FF2B5EF4-FFF2-40B4-BE49-F238E27FC236}">
                    <a16:creationId xmlns:a16="http://schemas.microsoft.com/office/drawing/2014/main" id="{F19F3A29-AFB6-5CFE-407E-2A1A55820382}"/>
                  </a:ext>
                </a:extLst>
              </p:cNvPr>
              <p:cNvSpPr/>
              <p:nvPr/>
            </p:nvSpPr>
            <p:spPr>
              <a:xfrm>
                <a:off x="6103200" y="2498100"/>
                <a:ext cx="132800" cy="2977850"/>
              </a:xfrm>
              <a:custGeom>
                <a:avLst/>
                <a:gdLst/>
                <a:ahLst/>
                <a:cxnLst/>
                <a:rect l="l" t="t" r="r" b="b"/>
                <a:pathLst>
                  <a:path w="5312" h="119114" extrusionOk="0">
                    <a:moveTo>
                      <a:pt x="1" y="1"/>
                    </a:moveTo>
                    <a:lnTo>
                      <a:pt x="1" y="119113"/>
                    </a:lnTo>
                    <a:lnTo>
                      <a:pt x="5312" y="119113"/>
                    </a:lnTo>
                    <a:lnTo>
                      <a:pt x="5312"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399;p23">
                <a:extLst>
                  <a:ext uri="{FF2B5EF4-FFF2-40B4-BE49-F238E27FC236}">
                    <a16:creationId xmlns:a16="http://schemas.microsoft.com/office/drawing/2014/main" id="{10F1B044-A24C-0278-F70B-986308112F61}"/>
                  </a:ext>
                </a:extLst>
              </p:cNvPr>
              <p:cNvSpPr/>
              <p:nvPr/>
            </p:nvSpPr>
            <p:spPr>
              <a:xfrm>
                <a:off x="5096425" y="2498100"/>
                <a:ext cx="132825" cy="2977850"/>
              </a:xfrm>
              <a:custGeom>
                <a:avLst/>
                <a:gdLst/>
                <a:ahLst/>
                <a:cxnLst/>
                <a:rect l="l" t="t" r="r" b="b"/>
                <a:pathLst>
                  <a:path w="5313" h="119114" extrusionOk="0">
                    <a:moveTo>
                      <a:pt x="0" y="1"/>
                    </a:moveTo>
                    <a:lnTo>
                      <a:pt x="0" y="119113"/>
                    </a:lnTo>
                    <a:lnTo>
                      <a:pt x="5312" y="119113"/>
                    </a:lnTo>
                    <a:lnTo>
                      <a:pt x="5312" y="1"/>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400;p23">
                <a:extLst>
                  <a:ext uri="{FF2B5EF4-FFF2-40B4-BE49-F238E27FC236}">
                    <a16:creationId xmlns:a16="http://schemas.microsoft.com/office/drawing/2014/main" id="{AC47B9F1-E781-4EC7-2841-87A4D09DC2B8}"/>
                  </a:ext>
                </a:extLst>
              </p:cNvPr>
              <p:cNvSpPr/>
              <p:nvPr/>
            </p:nvSpPr>
            <p:spPr>
              <a:xfrm>
                <a:off x="5021250" y="2498100"/>
                <a:ext cx="132800" cy="2977850"/>
              </a:xfrm>
              <a:custGeom>
                <a:avLst/>
                <a:gdLst/>
                <a:ahLst/>
                <a:cxnLst/>
                <a:rect l="l" t="t" r="r" b="b"/>
                <a:pathLst>
                  <a:path w="5312" h="119114" extrusionOk="0">
                    <a:moveTo>
                      <a:pt x="0" y="1"/>
                    </a:moveTo>
                    <a:lnTo>
                      <a:pt x="0" y="119113"/>
                    </a:lnTo>
                    <a:lnTo>
                      <a:pt x="5312" y="119113"/>
                    </a:lnTo>
                    <a:lnTo>
                      <a:pt x="5312"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 name="Google Shape;401;p23">
                <a:extLst>
                  <a:ext uri="{FF2B5EF4-FFF2-40B4-BE49-F238E27FC236}">
                    <a16:creationId xmlns:a16="http://schemas.microsoft.com/office/drawing/2014/main" id="{8D7D4173-79F1-693F-3645-FA70905A5594}"/>
                  </a:ext>
                </a:extLst>
              </p:cNvPr>
              <p:cNvSpPr/>
              <p:nvPr/>
            </p:nvSpPr>
            <p:spPr>
              <a:xfrm>
                <a:off x="1122675" y="2391025"/>
                <a:ext cx="1526300" cy="183500"/>
              </a:xfrm>
              <a:custGeom>
                <a:avLst/>
                <a:gdLst/>
                <a:ahLst/>
                <a:cxnLst/>
                <a:rect l="l" t="t" r="r" b="b"/>
                <a:pathLst>
                  <a:path w="61052" h="7340" extrusionOk="0">
                    <a:moveTo>
                      <a:pt x="0" y="1"/>
                    </a:moveTo>
                    <a:lnTo>
                      <a:pt x="0" y="7340"/>
                    </a:lnTo>
                    <a:lnTo>
                      <a:pt x="61052" y="7340"/>
                    </a:lnTo>
                    <a:lnTo>
                      <a:pt x="61052" y="1"/>
                    </a:lnTo>
                    <a:close/>
                  </a:path>
                </a:pathLst>
              </a:custGeom>
              <a:solidFill>
                <a:srgbClr val="B55A2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 name="Google Shape;402;p23">
                <a:extLst>
                  <a:ext uri="{FF2B5EF4-FFF2-40B4-BE49-F238E27FC236}">
                    <a16:creationId xmlns:a16="http://schemas.microsoft.com/office/drawing/2014/main" id="{C8C3B1EB-A83F-43CC-D5F5-FFF8AC921C95}"/>
                  </a:ext>
                </a:extLst>
              </p:cNvPr>
              <p:cNvSpPr/>
              <p:nvPr/>
            </p:nvSpPr>
            <p:spPr>
              <a:xfrm>
                <a:off x="2639150" y="2391025"/>
                <a:ext cx="3857350" cy="183500"/>
              </a:xfrm>
              <a:custGeom>
                <a:avLst/>
                <a:gdLst/>
                <a:ahLst/>
                <a:cxnLst/>
                <a:rect l="l" t="t" r="r" b="b"/>
                <a:pathLst>
                  <a:path w="154294" h="7340" extrusionOk="0">
                    <a:moveTo>
                      <a:pt x="0" y="1"/>
                    </a:moveTo>
                    <a:lnTo>
                      <a:pt x="0" y="7340"/>
                    </a:lnTo>
                    <a:lnTo>
                      <a:pt x="154293" y="7340"/>
                    </a:lnTo>
                    <a:lnTo>
                      <a:pt x="154293" y="1"/>
                    </a:lnTo>
                    <a:close/>
                  </a:path>
                </a:pathLst>
              </a:custGeom>
              <a:solidFill>
                <a:srgbClr val="D16C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403;p23">
                <a:extLst>
                  <a:ext uri="{FF2B5EF4-FFF2-40B4-BE49-F238E27FC236}">
                    <a16:creationId xmlns:a16="http://schemas.microsoft.com/office/drawing/2014/main" id="{7507B3EA-33E0-9AD9-DF3D-6D22698CAC56}"/>
                  </a:ext>
                </a:extLst>
              </p:cNvPr>
              <p:cNvSpPr/>
              <p:nvPr/>
            </p:nvSpPr>
            <p:spPr>
              <a:xfrm>
                <a:off x="5875675" y="1789150"/>
                <a:ext cx="335525" cy="335975"/>
              </a:xfrm>
              <a:custGeom>
                <a:avLst/>
                <a:gdLst/>
                <a:ahLst/>
                <a:cxnLst/>
                <a:rect l="l" t="t" r="r" b="b"/>
                <a:pathLst>
                  <a:path w="13421" h="13439" extrusionOk="0">
                    <a:moveTo>
                      <a:pt x="1683" y="0"/>
                    </a:moveTo>
                    <a:cubicBezTo>
                      <a:pt x="1058" y="0"/>
                      <a:pt x="446" y="221"/>
                      <a:pt x="253" y="854"/>
                    </a:cubicBezTo>
                    <a:cubicBezTo>
                      <a:pt x="1" y="1675"/>
                      <a:pt x="691" y="2281"/>
                      <a:pt x="964" y="3005"/>
                    </a:cubicBezTo>
                    <a:cubicBezTo>
                      <a:pt x="1175" y="3561"/>
                      <a:pt x="1079" y="4111"/>
                      <a:pt x="1066" y="4700"/>
                    </a:cubicBezTo>
                    <a:cubicBezTo>
                      <a:pt x="1047" y="5492"/>
                      <a:pt x="1070" y="6255"/>
                      <a:pt x="1398" y="7004"/>
                    </a:cubicBezTo>
                    <a:cubicBezTo>
                      <a:pt x="1726" y="7754"/>
                      <a:pt x="2356" y="8340"/>
                      <a:pt x="3121" y="8562"/>
                    </a:cubicBezTo>
                    <a:cubicBezTo>
                      <a:pt x="3389" y="8639"/>
                      <a:pt x="3655" y="8655"/>
                      <a:pt x="3917" y="8655"/>
                    </a:cubicBezTo>
                    <a:cubicBezTo>
                      <a:pt x="4099" y="8655"/>
                      <a:pt x="4279" y="8647"/>
                      <a:pt x="4458" y="8647"/>
                    </a:cubicBezTo>
                    <a:cubicBezTo>
                      <a:pt x="4760" y="8647"/>
                      <a:pt x="5057" y="8669"/>
                      <a:pt x="5348" y="8785"/>
                    </a:cubicBezTo>
                    <a:cubicBezTo>
                      <a:pt x="6224" y="9132"/>
                      <a:pt x="6375" y="9919"/>
                      <a:pt x="6532" y="10763"/>
                    </a:cubicBezTo>
                    <a:cubicBezTo>
                      <a:pt x="6612" y="11190"/>
                      <a:pt x="6604" y="11631"/>
                      <a:pt x="6837" y="12023"/>
                    </a:cubicBezTo>
                    <a:cubicBezTo>
                      <a:pt x="7289" y="12782"/>
                      <a:pt x="7982" y="13334"/>
                      <a:pt x="8923" y="13415"/>
                    </a:cubicBezTo>
                    <a:cubicBezTo>
                      <a:pt x="9102" y="13430"/>
                      <a:pt x="9277" y="13438"/>
                      <a:pt x="9447" y="13438"/>
                    </a:cubicBezTo>
                    <a:cubicBezTo>
                      <a:pt x="11377" y="13438"/>
                      <a:pt x="12709" y="12432"/>
                      <a:pt x="13173" y="10372"/>
                    </a:cubicBezTo>
                    <a:cubicBezTo>
                      <a:pt x="13421" y="9262"/>
                      <a:pt x="12997" y="8080"/>
                      <a:pt x="12161" y="7307"/>
                    </a:cubicBezTo>
                    <a:cubicBezTo>
                      <a:pt x="11644" y="6828"/>
                      <a:pt x="10962" y="6710"/>
                      <a:pt x="10439" y="6215"/>
                    </a:cubicBezTo>
                    <a:cubicBezTo>
                      <a:pt x="9507" y="5330"/>
                      <a:pt x="9186" y="4091"/>
                      <a:pt x="8889" y="2862"/>
                    </a:cubicBezTo>
                    <a:cubicBezTo>
                      <a:pt x="8801" y="2496"/>
                      <a:pt x="8725" y="2135"/>
                      <a:pt x="8525" y="1811"/>
                    </a:cubicBezTo>
                    <a:cubicBezTo>
                      <a:pt x="8392" y="1597"/>
                      <a:pt x="8213" y="1423"/>
                      <a:pt x="8017" y="1259"/>
                    </a:cubicBezTo>
                    <a:cubicBezTo>
                      <a:pt x="7553" y="871"/>
                      <a:pt x="7078" y="522"/>
                      <a:pt x="6478" y="386"/>
                    </a:cubicBezTo>
                    <a:cubicBezTo>
                      <a:pt x="6220" y="327"/>
                      <a:pt x="5958" y="308"/>
                      <a:pt x="5694" y="308"/>
                    </a:cubicBezTo>
                    <a:cubicBezTo>
                      <a:pt x="5208" y="308"/>
                      <a:pt x="4717" y="373"/>
                      <a:pt x="4239" y="373"/>
                    </a:cubicBezTo>
                    <a:cubicBezTo>
                      <a:pt x="4155" y="373"/>
                      <a:pt x="4072" y="371"/>
                      <a:pt x="3988" y="366"/>
                    </a:cubicBezTo>
                    <a:cubicBezTo>
                      <a:pt x="3269" y="325"/>
                      <a:pt x="2565" y="55"/>
                      <a:pt x="1876" y="7"/>
                    </a:cubicBezTo>
                    <a:cubicBezTo>
                      <a:pt x="1812" y="3"/>
                      <a:pt x="1747" y="0"/>
                      <a:pt x="1683"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404;p23">
                <a:extLst>
                  <a:ext uri="{FF2B5EF4-FFF2-40B4-BE49-F238E27FC236}">
                    <a16:creationId xmlns:a16="http://schemas.microsoft.com/office/drawing/2014/main" id="{207D9D4F-059C-5965-4BCD-A03EBFB58D4E}"/>
                  </a:ext>
                </a:extLst>
              </p:cNvPr>
              <p:cNvSpPr/>
              <p:nvPr/>
            </p:nvSpPr>
            <p:spPr>
              <a:xfrm>
                <a:off x="6113200" y="1738100"/>
                <a:ext cx="209800" cy="385575"/>
              </a:xfrm>
              <a:custGeom>
                <a:avLst/>
                <a:gdLst/>
                <a:ahLst/>
                <a:cxnLst/>
                <a:rect l="l" t="t" r="r" b="b"/>
                <a:pathLst>
                  <a:path w="8392" h="15423" extrusionOk="0">
                    <a:moveTo>
                      <a:pt x="4302" y="1"/>
                    </a:moveTo>
                    <a:cubicBezTo>
                      <a:pt x="4165" y="1"/>
                      <a:pt x="4026" y="31"/>
                      <a:pt x="3887" y="99"/>
                    </a:cubicBezTo>
                    <a:cubicBezTo>
                      <a:pt x="3206" y="429"/>
                      <a:pt x="3152" y="1282"/>
                      <a:pt x="2806" y="1878"/>
                    </a:cubicBezTo>
                    <a:cubicBezTo>
                      <a:pt x="2539" y="2339"/>
                      <a:pt x="2219" y="2692"/>
                      <a:pt x="1855" y="3073"/>
                    </a:cubicBezTo>
                    <a:cubicBezTo>
                      <a:pt x="1365" y="3586"/>
                      <a:pt x="944" y="4078"/>
                      <a:pt x="671" y="4750"/>
                    </a:cubicBezTo>
                    <a:cubicBezTo>
                      <a:pt x="398" y="5423"/>
                      <a:pt x="410" y="6172"/>
                      <a:pt x="711" y="6815"/>
                    </a:cubicBezTo>
                    <a:cubicBezTo>
                      <a:pt x="1009" y="7459"/>
                      <a:pt x="1639" y="7772"/>
                      <a:pt x="1836" y="8449"/>
                    </a:cubicBezTo>
                    <a:cubicBezTo>
                      <a:pt x="2077" y="9281"/>
                      <a:pt x="1471" y="9943"/>
                      <a:pt x="977" y="10566"/>
                    </a:cubicBezTo>
                    <a:cubicBezTo>
                      <a:pt x="726" y="10883"/>
                      <a:pt x="398" y="11198"/>
                      <a:pt x="263" y="11603"/>
                    </a:cubicBezTo>
                    <a:cubicBezTo>
                      <a:pt x="0" y="12386"/>
                      <a:pt x="102" y="13237"/>
                      <a:pt x="647" y="13905"/>
                    </a:cubicBezTo>
                    <a:cubicBezTo>
                      <a:pt x="1447" y="14886"/>
                      <a:pt x="2350" y="15422"/>
                      <a:pt x="3354" y="15422"/>
                    </a:cubicBezTo>
                    <a:cubicBezTo>
                      <a:pt x="3958" y="15422"/>
                      <a:pt x="4598" y="15228"/>
                      <a:pt x="5273" y="14820"/>
                    </a:cubicBezTo>
                    <a:cubicBezTo>
                      <a:pt x="6165" y="14282"/>
                      <a:pt x="6631" y="13296"/>
                      <a:pt x="6650" y="12254"/>
                    </a:cubicBezTo>
                    <a:cubicBezTo>
                      <a:pt x="6662" y="11610"/>
                      <a:pt x="6353" y="11026"/>
                      <a:pt x="6412" y="10351"/>
                    </a:cubicBezTo>
                    <a:cubicBezTo>
                      <a:pt x="6518" y="9149"/>
                      <a:pt x="7221" y="8115"/>
                      <a:pt x="7863" y="7108"/>
                    </a:cubicBezTo>
                    <a:cubicBezTo>
                      <a:pt x="8054" y="6810"/>
                      <a:pt x="8242" y="6534"/>
                      <a:pt x="8325" y="6192"/>
                    </a:cubicBezTo>
                    <a:cubicBezTo>
                      <a:pt x="8380" y="5964"/>
                      <a:pt x="8392" y="5742"/>
                      <a:pt x="8374" y="5510"/>
                    </a:cubicBezTo>
                    <a:cubicBezTo>
                      <a:pt x="8333" y="4961"/>
                      <a:pt x="8268" y="4423"/>
                      <a:pt x="7973" y="3946"/>
                    </a:cubicBezTo>
                    <a:cubicBezTo>
                      <a:pt x="7576" y="3298"/>
                      <a:pt x="6887" y="2834"/>
                      <a:pt x="6413" y="2271"/>
                    </a:cubicBezTo>
                    <a:cubicBezTo>
                      <a:pt x="5995" y="1773"/>
                      <a:pt x="5787" y="1151"/>
                      <a:pt x="5413" y="666"/>
                    </a:cubicBezTo>
                    <a:cubicBezTo>
                      <a:pt x="5131" y="299"/>
                      <a:pt x="4730" y="1"/>
                      <a:pt x="4302"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405;p23">
                <a:extLst>
                  <a:ext uri="{FF2B5EF4-FFF2-40B4-BE49-F238E27FC236}">
                    <a16:creationId xmlns:a16="http://schemas.microsoft.com/office/drawing/2014/main" id="{0E681B40-230F-651D-6BB6-5F47F0180BE6}"/>
                  </a:ext>
                </a:extLst>
              </p:cNvPr>
              <p:cNvSpPr/>
              <p:nvPr/>
            </p:nvSpPr>
            <p:spPr>
              <a:xfrm>
                <a:off x="5985425" y="2075300"/>
                <a:ext cx="316550" cy="324025"/>
              </a:xfrm>
              <a:custGeom>
                <a:avLst/>
                <a:gdLst/>
                <a:ahLst/>
                <a:cxnLst/>
                <a:rect l="l" t="t" r="r" b="b"/>
                <a:pathLst>
                  <a:path w="12662" h="12961" extrusionOk="0">
                    <a:moveTo>
                      <a:pt x="2361" y="1"/>
                    </a:moveTo>
                    <a:cubicBezTo>
                      <a:pt x="1725" y="1"/>
                      <a:pt x="1191" y="482"/>
                      <a:pt x="1127" y="1115"/>
                    </a:cubicBezTo>
                    <a:cubicBezTo>
                      <a:pt x="1" y="12363"/>
                      <a:pt x="5255" y="12961"/>
                      <a:pt x="6384" y="12961"/>
                    </a:cubicBezTo>
                    <a:cubicBezTo>
                      <a:pt x="6518" y="12961"/>
                      <a:pt x="6594" y="12952"/>
                      <a:pt x="6594" y="12952"/>
                    </a:cubicBezTo>
                    <a:cubicBezTo>
                      <a:pt x="12661" y="12792"/>
                      <a:pt x="12308" y="4223"/>
                      <a:pt x="11979" y="1113"/>
                    </a:cubicBezTo>
                    <a:cubicBezTo>
                      <a:pt x="11913" y="481"/>
                      <a:pt x="11381" y="2"/>
                      <a:pt x="10746"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406;p23">
                <a:extLst>
                  <a:ext uri="{FF2B5EF4-FFF2-40B4-BE49-F238E27FC236}">
                    <a16:creationId xmlns:a16="http://schemas.microsoft.com/office/drawing/2014/main" id="{247DB490-5A1E-7B88-9575-7801DA4CAF92}"/>
                  </a:ext>
                </a:extLst>
              </p:cNvPr>
              <p:cNvSpPr/>
              <p:nvPr/>
            </p:nvSpPr>
            <p:spPr>
              <a:xfrm>
                <a:off x="4091475" y="1213900"/>
                <a:ext cx="1530125" cy="1006350"/>
              </a:xfrm>
              <a:custGeom>
                <a:avLst/>
                <a:gdLst/>
                <a:ahLst/>
                <a:cxnLst/>
                <a:rect l="l" t="t" r="r" b="b"/>
                <a:pathLst>
                  <a:path w="61205" h="40254" extrusionOk="0">
                    <a:moveTo>
                      <a:pt x="11" y="0"/>
                    </a:moveTo>
                    <a:cubicBezTo>
                      <a:pt x="5" y="0"/>
                      <a:pt x="0" y="5"/>
                      <a:pt x="0" y="11"/>
                    </a:cubicBezTo>
                    <a:lnTo>
                      <a:pt x="0" y="40244"/>
                    </a:lnTo>
                    <a:cubicBezTo>
                      <a:pt x="0" y="40250"/>
                      <a:pt x="5" y="40253"/>
                      <a:pt x="11" y="40253"/>
                    </a:cubicBezTo>
                    <a:lnTo>
                      <a:pt x="61195" y="40253"/>
                    </a:lnTo>
                    <a:cubicBezTo>
                      <a:pt x="61201" y="40253"/>
                      <a:pt x="61205" y="40250"/>
                      <a:pt x="61205" y="40244"/>
                    </a:cubicBezTo>
                    <a:lnTo>
                      <a:pt x="61205" y="11"/>
                    </a:lnTo>
                    <a:cubicBezTo>
                      <a:pt x="61205" y="5"/>
                      <a:pt x="61201" y="0"/>
                      <a:pt x="61195"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407;p23">
                <a:extLst>
                  <a:ext uri="{FF2B5EF4-FFF2-40B4-BE49-F238E27FC236}">
                    <a16:creationId xmlns:a16="http://schemas.microsoft.com/office/drawing/2014/main" id="{0E5F928F-CD38-2EC3-47DF-A153CF93C320}"/>
                  </a:ext>
                </a:extLst>
              </p:cNvPr>
              <p:cNvSpPr/>
              <p:nvPr/>
            </p:nvSpPr>
            <p:spPr>
              <a:xfrm>
                <a:off x="4091475" y="1213900"/>
                <a:ext cx="87275" cy="1006375"/>
              </a:xfrm>
              <a:custGeom>
                <a:avLst/>
                <a:gdLst/>
                <a:ahLst/>
                <a:cxnLst/>
                <a:rect l="l" t="t" r="r" b="b"/>
                <a:pathLst>
                  <a:path w="3491" h="40255" extrusionOk="0">
                    <a:moveTo>
                      <a:pt x="616" y="0"/>
                    </a:moveTo>
                    <a:cubicBezTo>
                      <a:pt x="276" y="0"/>
                      <a:pt x="0" y="276"/>
                      <a:pt x="0" y="616"/>
                    </a:cubicBezTo>
                    <a:lnTo>
                      <a:pt x="0" y="39639"/>
                    </a:lnTo>
                    <a:cubicBezTo>
                      <a:pt x="0" y="39979"/>
                      <a:pt x="276" y="40254"/>
                      <a:pt x="616" y="40254"/>
                    </a:cubicBezTo>
                    <a:lnTo>
                      <a:pt x="3490" y="40254"/>
                    </a:lnTo>
                    <a:lnTo>
                      <a:pt x="3490" y="0"/>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408;p23">
                <a:extLst>
                  <a:ext uri="{FF2B5EF4-FFF2-40B4-BE49-F238E27FC236}">
                    <a16:creationId xmlns:a16="http://schemas.microsoft.com/office/drawing/2014/main" id="{FF9E5AC5-92EE-8183-35B7-112E1820AD1A}"/>
                  </a:ext>
                </a:extLst>
              </p:cNvPr>
              <p:cNvSpPr/>
              <p:nvPr/>
            </p:nvSpPr>
            <p:spPr>
              <a:xfrm>
                <a:off x="4389975" y="2315075"/>
                <a:ext cx="797800" cy="74275"/>
              </a:xfrm>
              <a:custGeom>
                <a:avLst/>
                <a:gdLst/>
                <a:ahLst/>
                <a:cxnLst/>
                <a:rect l="l" t="t" r="r" b="b"/>
                <a:pathLst>
                  <a:path w="31912" h="2971" extrusionOk="0">
                    <a:moveTo>
                      <a:pt x="0" y="0"/>
                    </a:moveTo>
                    <a:lnTo>
                      <a:pt x="0" y="2971"/>
                    </a:lnTo>
                    <a:lnTo>
                      <a:pt x="31912" y="2971"/>
                    </a:lnTo>
                    <a:lnTo>
                      <a:pt x="31912" y="0"/>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409;p23">
                <a:extLst>
                  <a:ext uri="{FF2B5EF4-FFF2-40B4-BE49-F238E27FC236}">
                    <a16:creationId xmlns:a16="http://schemas.microsoft.com/office/drawing/2014/main" id="{F990DB0F-76E1-93A5-F55D-F299D8714DC3}"/>
                  </a:ext>
                </a:extLst>
              </p:cNvPr>
              <p:cNvSpPr/>
              <p:nvPr/>
            </p:nvSpPr>
            <p:spPr>
              <a:xfrm>
                <a:off x="4704475" y="1972775"/>
                <a:ext cx="483300" cy="416575"/>
              </a:xfrm>
              <a:custGeom>
                <a:avLst/>
                <a:gdLst/>
                <a:ahLst/>
                <a:cxnLst/>
                <a:rect l="l" t="t" r="r" b="b"/>
                <a:pathLst>
                  <a:path w="19332" h="16663" extrusionOk="0">
                    <a:moveTo>
                      <a:pt x="0" y="0"/>
                    </a:moveTo>
                    <a:lnTo>
                      <a:pt x="0" y="16663"/>
                    </a:lnTo>
                    <a:lnTo>
                      <a:pt x="19332" y="16663"/>
                    </a:lnTo>
                    <a:lnTo>
                      <a:pt x="19332" y="0"/>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410;p23">
                <a:extLst>
                  <a:ext uri="{FF2B5EF4-FFF2-40B4-BE49-F238E27FC236}">
                    <a16:creationId xmlns:a16="http://schemas.microsoft.com/office/drawing/2014/main" id="{0F057E4D-ADE3-E25C-CCC2-EC0304A659B9}"/>
                  </a:ext>
                </a:extLst>
              </p:cNvPr>
              <p:cNvSpPr/>
              <p:nvPr/>
            </p:nvSpPr>
            <p:spPr>
              <a:xfrm>
                <a:off x="3197125" y="2321600"/>
                <a:ext cx="1097075" cy="70150"/>
              </a:xfrm>
              <a:custGeom>
                <a:avLst/>
                <a:gdLst/>
                <a:ahLst/>
                <a:cxnLst/>
                <a:rect l="l" t="t" r="r" b="b"/>
                <a:pathLst>
                  <a:path w="43883" h="2806" extrusionOk="0">
                    <a:moveTo>
                      <a:pt x="14" y="1"/>
                    </a:moveTo>
                    <a:cubicBezTo>
                      <a:pt x="7" y="1"/>
                      <a:pt x="1" y="7"/>
                      <a:pt x="1" y="14"/>
                    </a:cubicBezTo>
                    <a:lnTo>
                      <a:pt x="1" y="2806"/>
                    </a:lnTo>
                    <a:lnTo>
                      <a:pt x="43882" y="2806"/>
                    </a:lnTo>
                    <a:lnTo>
                      <a:pt x="43882" y="14"/>
                    </a:lnTo>
                    <a:cubicBezTo>
                      <a:pt x="43882" y="7"/>
                      <a:pt x="43877" y="1"/>
                      <a:pt x="43870"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411;p23">
                <a:extLst>
                  <a:ext uri="{FF2B5EF4-FFF2-40B4-BE49-F238E27FC236}">
                    <a16:creationId xmlns:a16="http://schemas.microsoft.com/office/drawing/2014/main" id="{2E6788CA-0DD2-6E5A-9F7B-D72C6551CFB7}"/>
                  </a:ext>
                </a:extLst>
              </p:cNvPr>
              <p:cNvSpPr/>
              <p:nvPr/>
            </p:nvSpPr>
            <p:spPr>
              <a:xfrm>
                <a:off x="2478075" y="2016050"/>
                <a:ext cx="299825" cy="373300"/>
              </a:xfrm>
              <a:custGeom>
                <a:avLst/>
                <a:gdLst/>
                <a:ahLst/>
                <a:cxnLst/>
                <a:rect l="l" t="t" r="r" b="b"/>
                <a:pathLst>
                  <a:path w="11993" h="14932" extrusionOk="0">
                    <a:moveTo>
                      <a:pt x="909" y="1"/>
                    </a:moveTo>
                    <a:cubicBezTo>
                      <a:pt x="403" y="1"/>
                      <a:pt x="1" y="428"/>
                      <a:pt x="33" y="934"/>
                    </a:cubicBezTo>
                    <a:lnTo>
                      <a:pt x="833" y="14105"/>
                    </a:lnTo>
                    <a:cubicBezTo>
                      <a:pt x="861" y="14570"/>
                      <a:pt x="1245" y="14932"/>
                      <a:pt x="1710" y="14932"/>
                    </a:cubicBezTo>
                    <a:lnTo>
                      <a:pt x="10283" y="14932"/>
                    </a:lnTo>
                    <a:cubicBezTo>
                      <a:pt x="10749" y="14932"/>
                      <a:pt x="11133" y="14570"/>
                      <a:pt x="11161" y="14105"/>
                    </a:cubicBezTo>
                    <a:lnTo>
                      <a:pt x="11962" y="934"/>
                    </a:lnTo>
                    <a:cubicBezTo>
                      <a:pt x="11992" y="427"/>
                      <a:pt x="11590" y="1"/>
                      <a:pt x="11084" y="1"/>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412;p23">
                <a:extLst>
                  <a:ext uri="{FF2B5EF4-FFF2-40B4-BE49-F238E27FC236}">
                    <a16:creationId xmlns:a16="http://schemas.microsoft.com/office/drawing/2014/main" id="{641A644A-DEEF-345D-39B3-23EFCE185DFF}"/>
                  </a:ext>
                </a:extLst>
              </p:cNvPr>
              <p:cNvSpPr/>
              <p:nvPr/>
            </p:nvSpPr>
            <p:spPr>
              <a:xfrm>
                <a:off x="2352075" y="2067650"/>
                <a:ext cx="187600" cy="272125"/>
              </a:xfrm>
              <a:custGeom>
                <a:avLst/>
                <a:gdLst/>
                <a:ahLst/>
                <a:cxnLst/>
                <a:rect l="l" t="t" r="r" b="b"/>
                <a:pathLst>
                  <a:path w="7504" h="10885" extrusionOk="0">
                    <a:moveTo>
                      <a:pt x="3350" y="0"/>
                    </a:moveTo>
                    <a:cubicBezTo>
                      <a:pt x="3200" y="0"/>
                      <a:pt x="3050" y="12"/>
                      <a:pt x="2898" y="36"/>
                    </a:cubicBezTo>
                    <a:cubicBezTo>
                      <a:pt x="2197" y="147"/>
                      <a:pt x="1215" y="593"/>
                      <a:pt x="512" y="2084"/>
                    </a:cubicBezTo>
                    <a:cubicBezTo>
                      <a:pt x="1" y="3167"/>
                      <a:pt x="10" y="4362"/>
                      <a:pt x="541" y="5540"/>
                    </a:cubicBezTo>
                    <a:cubicBezTo>
                      <a:pt x="1796" y="8328"/>
                      <a:pt x="5702" y="10493"/>
                      <a:pt x="7044" y="10884"/>
                    </a:cubicBezTo>
                    <a:lnTo>
                      <a:pt x="7504" y="9308"/>
                    </a:lnTo>
                    <a:cubicBezTo>
                      <a:pt x="6312" y="8961"/>
                      <a:pt x="3012" y="7030"/>
                      <a:pt x="2039" y="4866"/>
                    </a:cubicBezTo>
                    <a:cubicBezTo>
                      <a:pt x="1701" y="4119"/>
                      <a:pt x="1688" y="3438"/>
                      <a:pt x="1996" y="2785"/>
                    </a:cubicBezTo>
                    <a:cubicBezTo>
                      <a:pt x="2476" y="1768"/>
                      <a:pt x="2986" y="1685"/>
                      <a:pt x="3154" y="1658"/>
                    </a:cubicBezTo>
                    <a:cubicBezTo>
                      <a:pt x="3215" y="1648"/>
                      <a:pt x="3278" y="1644"/>
                      <a:pt x="3342" y="1644"/>
                    </a:cubicBezTo>
                    <a:cubicBezTo>
                      <a:pt x="4273" y="1644"/>
                      <a:pt x="5436" y="2627"/>
                      <a:pt x="5789" y="2999"/>
                    </a:cubicBezTo>
                    <a:lnTo>
                      <a:pt x="6982" y="1870"/>
                    </a:lnTo>
                    <a:cubicBezTo>
                      <a:pt x="6789" y="1667"/>
                      <a:pt x="5166" y="0"/>
                      <a:pt x="3350"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6" name="Google Shape;425;p24">
              <a:extLst>
                <a:ext uri="{FF2B5EF4-FFF2-40B4-BE49-F238E27FC236}">
                  <a16:creationId xmlns:a16="http://schemas.microsoft.com/office/drawing/2014/main" id="{A784F8C6-B027-FA42-0939-C31F3E314AE7}"/>
                </a:ext>
              </a:extLst>
            </p:cNvPr>
            <p:cNvSpPr txBox="1">
              <a:spLocks/>
            </p:cNvSpPr>
            <p:nvPr/>
          </p:nvSpPr>
          <p:spPr>
            <a:xfrm>
              <a:off x="-242808" y="792424"/>
              <a:ext cx="471011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36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Contrato de Aprendizaje </a:t>
              </a:r>
            </a:p>
          </p:txBody>
        </p:sp>
        <p:sp>
          <p:nvSpPr>
            <p:cNvPr id="7" name="Google Shape;424;p24">
              <a:extLst>
                <a:ext uri="{FF2B5EF4-FFF2-40B4-BE49-F238E27FC236}">
                  <a16:creationId xmlns:a16="http://schemas.microsoft.com/office/drawing/2014/main" id="{01799248-835C-55F5-A8C3-EF9F24354C88}"/>
                </a:ext>
              </a:extLst>
            </p:cNvPr>
            <p:cNvSpPr txBox="1">
              <a:spLocks/>
            </p:cNvSpPr>
            <p:nvPr/>
          </p:nvSpPr>
          <p:spPr>
            <a:xfrm>
              <a:off x="274417" y="1494080"/>
              <a:ext cx="4495560" cy="9717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r>
                <a:rPr lang="es-ES" sz="1800" kern="0" dirty="0">
                  <a:solidFill>
                    <a:srgbClr val="1E2128"/>
                  </a:solidFill>
                </a:rPr>
                <a:t>Es una forma especial dentro del derecho laboral que de ninguna forma constituye contrato de trabajo, mediante el cual el aprendiz recibe formación en el SENA con el patrocino de una EMPRESA.</a:t>
              </a:r>
            </a:p>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endParaRPr lang="es-ES" sz="1800" kern="0" dirty="0">
                <a:solidFill>
                  <a:srgbClr val="1E2128"/>
                </a:solidFill>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r>
                <a:rPr lang="es-ES" sz="1800" kern="0" dirty="0">
                  <a:solidFill>
                    <a:srgbClr val="1E2128"/>
                  </a:solidFill>
                </a:rPr>
                <a:t>Esta relación permite al aprendiz desarrollar en su etapa practica actividades relacionadas con su programa de formación</a:t>
              </a:r>
              <a:r>
                <a:rPr lang="es-ES" sz="1600" kern="0" dirty="0">
                  <a:solidFill>
                    <a:srgbClr val="1E2128"/>
                  </a:solidFill>
                </a:rPr>
                <a:t>.</a:t>
              </a:r>
              <a:endParaRPr kumimoji="0" lang="es-ES" sz="1600" b="0" i="0" u="none" strike="noStrike" kern="0" cap="none" spc="0" normalizeH="0" baseline="0" noProof="0" dirty="0">
                <a:ln>
                  <a:noFill/>
                </a:ln>
                <a:solidFill>
                  <a:srgbClr val="1E2128"/>
                </a:solidFill>
                <a:effectLst/>
                <a:uLnTx/>
                <a:uFillTx/>
                <a:latin typeface="Roboto Light"/>
                <a:sym typeface="Roboto Light"/>
              </a:endParaRPr>
            </a:p>
          </p:txBody>
        </p:sp>
        <p:sp>
          <p:nvSpPr>
            <p:cNvPr id="8" name="Google Shape;2467;p80">
              <a:extLst>
                <a:ext uri="{FF2B5EF4-FFF2-40B4-BE49-F238E27FC236}">
                  <a16:creationId xmlns:a16="http://schemas.microsoft.com/office/drawing/2014/main" id="{1957BD50-3998-9F75-0C94-1C4BF7A39114}"/>
                </a:ext>
              </a:extLst>
            </p:cNvPr>
            <p:cNvSpPr/>
            <p:nvPr/>
          </p:nvSpPr>
          <p:spPr>
            <a:xfrm>
              <a:off x="246267" y="-731724"/>
              <a:ext cx="1590345" cy="1285076"/>
            </a:xfrm>
            <a:custGeom>
              <a:avLst/>
              <a:gdLst/>
              <a:ahLst/>
              <a:cxnLst/>
              <a:rect l="l" t="t" r="r" b="b"/>
              <a:pathLst>
                <a:path w="42435" h="44690" extrusionOk="0">
                  <a:moveTo>
                    <a:pt x="21171" y="1"/>
                  </a:moveTo>
                  <a:cubicBezTo>
                    <a:pt x="15424" y="1"/>
                    <a:pt x="7928" y="2437"/>
                    <a:pt x="5120" y="7650"/>
                  </a:cubicBezTo>
                  <a:cubicBezTo>
                    <a:pt x="1" y="17151"/>
                    <a:pt x="8918" y="33368"/>
                    <a:pt x="15622" y="40202"/>
                  </a:cubicBezTo>
                  <a:cubicBezTo>
                    <a:pt x="18192" y="42803"/>
                    <a:pt x="21730" y="44689"/>
                    <a:pt x="25323" y="44689"/>
                  </a:cubicBezTo>
                  <a:cubicBezTo>
                    <a:pt x="26006" y="44689"/>
                    <a:pt x="26692" y="44621"/>
                    <a:pt x="27373" y="44476"/>
                  </a:cubicBezTo>
                  <a:cubicBezTo>
                    <a:pt x="37315" y="42369"/>
                    <a:pt x="42434" y="29653"/>
                    <a:pt x="41661" y="20569"/>
                  </a:cubicBezTo>
                  <a:cubicBezTo>
                    <a:pt x="40827" y="10817"/>
                    <a:pt x="34243" y="2447"/>
                    <a:pt x="24539" y="328"/>
                  </a:cubicBezTo>
                  <a:cubicBezTo>
                    <a:pt x="23537" y="111"/>
                    <a:pt x="22394" y="1"/>
                    <a:pt x="21171" y="1"/>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Google Shape;2471;p80">
              <a:extLst>
                <a:ext uri="{FF2B5EF4-FFF2-40B4-BE49-F238E27FC236}">
                  <a16:creationId xmlns:a16="http://schemas.microsoft.com/office/drawing/2014/main" id="{213B9359-7F4A-3DC9-A24A-C897FA37747F}"/>
                </a:ext>
              </a:extLst>
            </p:cNvPr>
            <p:cNvSpPr/>
            <p:nvPr/>
          </p:nvSpPr>
          <p:spPr>
            <a:xfrm rot="322814" flipH="1">
              <a:off x="-1594751" y="-1031845"/>
              <a:ext cx="4397504" cy="1527949"/>
            </a:xfrm>
            <a:custGeom>
              <a:avLst/>
              <a:gdLst/>
              <a:ahLst/>
              <a:cxnLst/>
              <a:rect l="l" t="t" r="r" b="b"/>
              <a:pathLst>
                <a:path w="170189" h="73292" extrusionOk="0">
                  <a:moveTo>
                    <a:pt x="95" y="0"/>
                  </a:moveTo>
                  <a:lnTo>
                    <a:pt x="0" y="572"/>
                  </a:lnTo>
                  <a:cubicBezTo>
                    <a:pt x="9704" y="2191"/>
                    <a:pt x="32719" y="7215"/>
                    <a:pt x="36838" y="18860"/>
                  </a:cubicBezTo>
                  <a:cubicBezTo>
                    <a:pt x="37183" y="19824"/>
                    <a:pt x="37564" y="20824"/>
                    <a:pt x="37969" y="21872"/>
                  </a:cubicBezTo>
                  <a:cubicBezTo>
                    <a:pt x="39553" y="25932"/>
                    <a:pt x="41315" y="30516"/>
                    <a:pt x="40886" y="34742"/>
                  </a:cubicBezTo>
                  <a:cubicBezTo>
                    <a:pt x="40612" y="37421"/>
                    <a:pt x="39279" y="39922"/>
                    <a:pt x="38005" y="42351"/>
                  </a:cubicBezTo>
                  <a:cubicBezTo>
                    <a:pt x="37243" y="43744"/>
                    <a:pt x="36469" y="45208"/>
                    <a:pt x="35921" y="46672"/>
                  </a:cubicBezTo>
                  <a:cubicBezTo>
                    <a:pt x="33564" y="52864"/>
                    <a:pt x="34112" y="60996"/>
                    <a:pt x="37207" y="65984"/>
                  </a:cubicBezTo>
                  <a:cubicBezTo>
                    <a:pt x="39196" y="69163"/>
                    <a:pt x="41553" y="72211"/>
                    <a:pt x="45542" y="73045"/>
                  </a:cubicBezTo>
                  <a:cubicBezTo>
                    <a:pt x="45768" y="73092"/>
                    <a:pt x="46006" y="73140"/>
                    <a:pt x="46232" y="73164"/>
                  </a:cubicBezTo>
                  <a:cubicBezTo>
                    <a:pt x="46849" y="73252"/>
                    <a:pt x="47481" y="73291"/>
                    <a:pt x="48122" y="73291"/>
                  </a:cubicBezTo>
                  <a:cubicBezTo>
                    <a:pt x="50944" y="73291"/>
                    <a:pt x="53948" y="72531"/>
                    <a:pt x="56674" y="71842"/>
                  </a:cubicBezTo>
                  <a:cubicBezTo>
                    <a:pt x="57198" y="71711"/>
                    <a:pt x="57698" y="71580"/>
                    <a:pt x="58210" y="71461"/>
                  </a:cubicBezTo>
                  <a:cubicBezTo>
                    <a:pt x="60948" y="70783"/>
                    <a:pt x="65080" y="69782"/>
                    <a:pt x="67306" y="67568"/>
                  </a:cubicBezTo>
                  <a:cubicBezTo>
                    <a:pt x="70354" y="64508"/>
                    <a:pt x="69688" y="58948"/>
                    <a:pt x="69402" y="57329"/>
                  </a:cubicBezTo>
                  <a:cubicBezTo>
                    <a:pt x="69283" y="56614"/>
                    <a:pt x="69152" y="55959"/>
                    <a:pt x="69009" y="55340"/>
                  </a:cubicBezTo>
                  <a:cubicBezTo>
                    <a:pt x="68283" y="51768"/>
                    <a:pt x="67842" y="49601"/>
                    <a:pt x="71533" y="46756"/>
                  </a:cubicBezTo>
                  <a:cubicBezTo>
                    <a:pt x="74355" y="44565"/>
                    <a:pt x="88880" y="39684"/>
                    <a:pt x="104787" y="35540"/>
                  </a:cubicBezTo>
                  <a:cubicBezTo>
                    <a:pt x="109141" y="34409"/>
                    <a:pt x="113496" y="33911"/>
                    <a:pt x="117789" y="33911"/>
                  </a:cubicBezTo>
                  <a:cubicBezTo>
                    <a:pt x="139522" y="33911"/>
                    <a:pt x="159650" y="46666"/>
                    <a:pt x="169831" y="54531"/>
                  </a:cubicBezTo>
                  <a:lnTo>
                    <a:pt x="170188" y="54090"/>
                  </a:lnTo>
                  <a:cubicBezTo>
                    <a:pt x="159821" y="46088"/>
                    <a:pt x="139335" y="33452"/>
                    <a:pt x="117463" y="33452"/>
                  </a:cubicBezTo>
                  <a:cubicBezTo>
                    <a:pt x="113237" y="33452"/>
                    <a:pt x="108959" y="33924"/>
                    <a:pt x="104692" y="34992"/>
                  </a:cubicBezTo>
                  <a:cubicBezTo>
                    <a:pt x="88428" y="39052"/>
                    <a:pt x="74117" y="44029"/>
                    <a:pt x="71188" y="46303"/>
                  </a:cubicBezTo>
                  <a:cubicBezTo>
                    <a:pt x="67211" y="49387"/>
                    <a:pt x="67723" y="51792"/>
                    <a:pt x="68461" y="55459"/>
                  </a:cubicBezTo>
                  <a:cubicBezTo>
                    <a:pt x="68592" y="56078"/>
                    <a:pt x="68735" y="56733"/>
                    <a:pt x="68854" y="57436"/>
                  </a:cubicBezTo>
                  <a:cubicBezTo>
                    <a:pt x="69116" y="58995"/>
                    <a:pt x="69771" y="64294"/>
                    <a:pt x="66901" y="67175"/>
                  </a:cubicBezTo>
                  <a:cubicBezTo>
                    <a:pt x="64806" y="69270"/>
                    <a:pt x="60758" y="70235"/>
                    <a:pt x="58079" y="70890"/>
                  </a:cubicBezTo>
                  <a:cubicBezTo>
                    <a:pt x="57567" y="71009"/>
                    <a:pt x="57055" y="71140"/>
                    <a:pt x="56531" y="71283"/>
                  </a:cubicBezTo>
                  <a:cubicBezTo>
                    <a:pt x="53832" y="71966"/>
                    <a:pt x="50847" y="72720"/>
                    <a:pt x="48094" y="72720"/>
                  </a:cubicBezTo>
                  <a:cubicBezTo>
                    <a:pt x="47252" y="72720"/>
                    <a:pt x="46432" y="72650"/>
                    <a:pt x="45649" y="72485"/>
                  </a:cubicBezTo>
                  <a:cubicBezTo>
                    <a:pt x="42089" y="71735"/>
                    <a:pt x="39886" y="69223"/>
                    <a:pt x="37684" y="65663"/>
                  </a:cubicBezTo>
                  <a:cubicBezTo>
                    <a:pt x="34683" y="60817"/>
                    <a:pt x="34159" y="52911"/>
                    <a:pt x="36433" y="46875"/>
                  </a:cubicBezTo>
                  <a:cubicBezTo>
                    <a:pt x="36993" y="45422"/>
                    <a:pt x="37743" y="43994"/>
                    <a:pt x="38493" y="42601"/>
                  </a:cubicBezTo>
                  <a:cubicBezTo>
                    <a:pt x="39815" y="40124"/>
                    <a:pt x="41172" y="37564"/>
                    <a:pt x="41458" y="34790"/>
                  </a:cubicBezTo>
                  <a:cubicBezTo>
                    <a:pt x="41898" y="30420"/>
                    <a:pt x="40100" y="25765"/>
                    <a:pt x="38505" y="21657"/>
                  </a:cubicBezTo>
                  <a:cubicBezTo>
                    <a:pt x="38100" y="20622"/>
                    <a:pt x="37719" y="19633"/>
                    <a:pt x="37374" y="18669"/>
                  </a:cubicBezTo>
                  <a:cubicBezTo>
                    <a:pt x="33147" y="6763"/>
                    <a:pt x="9882" y="1643"/>
                    <a:pt x="95"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92D050"/>
                </a:solidFill>
                <a:effectLst/>
                <a:uLnTx/>
                <a:uFillTx/>
                <a:latin typeface="Arial"/>
                <a:cs typeface="Arial"/>
                <a:sym typeface="Arial"/>
              </a:endParaRPr>
            </a:p>
          </p:txBody>
        </p:sp>
      </p:grpSp>
    </p:spTree>
    <p:extLst>
      <p:ext uri="{BB962C8B-B14F-4D97-AF65-F5344CB8AC3E}">
        <p14:creationId xmlns:p14="http://schemas.microsoft.com/office/powerpoint/2010/main" val="3452126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ECCC87A-630B-737C-6721-6AAA0D4AFA67}"/>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86886CDA-7F91-668D-2B39-2FF674A69F75}"/>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6B4646C1-ADE8-3CD9-735E-C380F0BAFB1E}"/>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22CF98DA-38DE-9E11-92C3-AC170B82AEC5}"/>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752F25CE-C1F9-6AEB-F60F-DEAF003DCFE1}"/>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9A234D13-5145-0BDA-71F1-B63B4C82E2A3}"/>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49E8DC75-7B62-151E-5922-B1251656F7F8}"/>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383BDB8A-E35C-6990-F046-1BF44C029E17}"/>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aphicFrame>
        <p:nvGraphicFramePr>
          <p:cNvPr id="59" name="Diagrama 58">
            <a:extLst>
              <a:ext uri="{FF2B5EF4-FFF2-40B4-BE49-F238E27FC236}">
                <a16:creationId xmlns:a16="http://schemas.microsoft.com/office/drawing/2014/main" id="{BF0B5CA8-70BE-EBCA-4BD4-0C9E03EE37F0}"/>
              </a:ext>
            </a:extLst>
          </p:cNvPr>
          <p:cNvGraphicFramePr/>
          <p:nvPr>
            <p:extLst>
              <p:ext uri="{D42A27DB-BD31-4B8C-83A1-F6EECF244321}">
                <p14:modId xmlns:p14="http://schemas.microsoft.com/office/powerpoint/2010/main" val="3073089328"/>
              </p:ext>
            </p:extLst>
          </p:nvPr>
        </p:nvGraphicFramePr>
        <p:xfrm>
          <a:off x="761882" y="230210"/>
          <a:ext cx="9903417" cy="5850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0" name="Gráfico 59" descr="Aula de clases contorno">
            <a:extLst>
              <a:ext uri="{FF2B5EF4-FFF2-40B4-BE49-F238E27FC236}">
                <a16:creationId xmlns:a16="http://schemas.microsoft.com/office/drawing/2014/main" id="{D03C15A9-F41F-9920-30F8-F5DF3C11F5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81323" y="4651068"/>
            <a:ext cx="2045777" cy="2045777"/>
          </a:xfrm>
          <a:prstGeom prst="rect">
            <a:avLst/>
          </a:prstGeom>
        </p:spPr>
      </p:pic>
    </p:spTree>
    <p:extLst>
      <p:ext uri="{BB962C8B-B14F-4D97-AF65-F5344CB8AC3E}">
        <p14:creationId xmlns:p14="http://schemas.microsoft.com/office/powerpoint/2010/main" val="2034607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3554B7A-5416-827D-2731-CFA8303A64AC}"/>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CE54581F-2E1D-ED1C-09DA-01D1CBB5CCE9}"/>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360DAF5E-FDB7-ECB3-85B0-6797D4BBF4C1}"/>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F80F67D-5DB7-BAD0-2D11-6368F4283BF7}"/>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3B9EDB95-9CA0-C7C1-07C4-05E3E807A6BC}"/>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62504996-6B2E-8318-C6C0-60F362EB24BE}"/>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8945CA0F-F2CB-FFCB-1900-67E5784225BB}"/>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EEB96F88-FBAC-86F3-1281-3F13F7C44C23}"/>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5856427B-5B63-19AE-6942-F463227DBA10}"/>
              </a:ext>
            </a:extLst>
          </p:cNvPr>
          <p:cNvGrpSpPr/>
          <p:nvPr/>
        </p:nvGrpSpPr>
        <p:grpSpPr>
          <a:xfrm>
            <a:off x="229918" y="530817"/>
            <a:ext cx="11298265" cy="5796366"/>
            <a:chOff x="121857" y="240877"/>
            <a:chExt cx="8999987" cy="4634965"/>
          </a:xfrm>
        </p:grpSpPr>
        <p:sp>
          <p:nvSpPr>
            <p:cNvPr id="3" name="Google Shape;425;p24">
              <a:extLst>
                <a:ext uri="{FF2B5EF4-FFF2-40B4-BE49-F238E27FC236}">
                  <a16:creationId xmlns:a16="http://schemas.microsoft.com/office/drawing/2014/main" id="{C9FC412F-3816-9A33-6E2C-6B88A5E0604E}"/>
                </a:ext>
              </a:extLst>
            </p:cNvPr>
            <p:cNvSpPr txBox="1">
              <a:spLocks/>
            </p:cNvSpPr>
            <p:nvPr/>
          </p:nvSpPr>
          <p:spPr>
            <a:xfrm>
              <a:off x="121857" y="240877"/>
              <a:ext cx="5743286"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0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Contrato de Aprendizaje</a:t>
              </a:r>
            </a:p>
          </p:txBody>
        </p:sp>
        <p:sp>
          <p:nvSpPr>
            <p:cNvPr id="4" name="Google Shape;1179;p55">
              <a:extLst>
                <a:ext uri="{FF2B5EF4-FFF2-40B4-BE49-F238E27FC236}">
                  <a16:creationId xmlns:a16="http://schemas.microsoft.com/office/drawing/2014/main" id="{71F7A174-BC77-868E-F39D-E8B3713A5724}"/>
                </a:ext>
              </a:extLst>
            </p:cNvPr>
            <p:cNvSpPr/>
            <p:nvPr/>
          </p:nvSpPr>
          <p:spPr>
            <a:xfrm rot="180276">
              <a:off x="453111" y="332837"/>
              <a:ext cx="5063147" cy="696566"/>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rgbClr val="008E69">
                <a:alpha val="18000"/>
              </a:srgb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0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7B0E0955-3828-B333-3094-EC5DD177F374}"/>
                </a:ext>
              </a:extLst>
            </p:cNvPr>
            <p:cNvSpPr txBox="1"/>
            <p:nvPr/>
          </p:nvSpPr>
          <p:spPr>
            <a:xfrm>
              <a:off x="1050265" y="1684293"/>
              <a:ext cx="4238387" cy="1304374"/>
            </a:xfrm>
            <a:prstGeom prst="rect">
              <a:avLst/>
            </a:prstGeom>
            <a:noFill/>
          </p:spPr>
          <p:txBody>
            <a:bodyPr wrap="square">
              <a:spAutoFit/>
            </a:bodyPr>
            <a:lstStyle/>
            <a:p>
              <a:pPr algn="just"/>
              <a:r>
                <a:rPr lang="es-CO" sz="2400" dirty="0">
                  <a:latin typeface="Roboto Light"/>
                  <a:cs typeface="Calibri"/>
                </a:rPr>
                <a:t>Solo se puede acceder al contrato de aprendizaje </a:t>
              </a:r>
              <a:r>
                <a:rPr lang="es-CO" sz="2800" u="sng" dirty="0">
                  <a:effectLst>
                    <a:outerShdw blurRad="38100" dist="38100" dir="2700000" algn="tl">
                      <a:srgbClr val="000000">
                        <a:alpha val="43137"/>
                      </a:srgbClr>
                    </a:outerShdw>
                  </a:effectLst>
                  <a:latin typeface="Roboto Light"/>
                  <a:cs typeface="Calibri"/>
                </a:rPr>
                <a:t>1 vez en la vida</a:t>
              </a:r>
              <a:r>
                <a:rPr lang="es-CO" sz="2400" dirty="0">
                  <a:latin typeface="Roboto Light"/>
                  <a:cs typeface="Calibri"/>
                </a:rPr>
                <a:t>, a menos que se realice cadena de formación.</a:t>
              </a:r>
            </a:p>
          </p:txBody>
        </p:sp>
        <p:sp>
          <p:nvSpPr>
            <p:cNvPr id="6" name="Google Shape;939;p41">
              <a:extLst>
                <a:ext uri="{FF2B5EF4-FFF2-40B4-BE49-F238E27FC236}">
                  <a16:creationId xmlns:a16="http://schemas.microsoft.com/office/drawing/2014/main" id="{60ABA888-445F-12E0-4BA4-D633B8156088}"/>
                </a:ext>
              </a:extLst>
            </p:cNvPr>
            <p:cNvSpPr/>
            <p:nvPr/>
          </p:nvSpPr>
          <p:spPr>
            <a:xfrm rot="8370613">
              <a:off x="376060" y="1623159"/>
              <a:ext cx="687642" cy="572715"/>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00A87C"/>
            </a:solidFill>
            <a:ln>
              <a:noFill/>
            </a:ln>
          </p:spPr>
          <p:txBody>
            <a:bodyPr spcFirstLastPara="1" wrap="square" lIns="91425" tIns="91425" rIns="91425" bIns="91425"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7" name="Google Shape;946;p41">
              <a:extLst>
                <a:ext uri="{FF2B5EF4-FFF2-40B4-BE49-F238E27FC236}">
                  <a16:creationId xmlns:a16="http://schemas.microsoft.com/office/drawing/2014/main" id="{564C9A3E-18F4-6457-1023-C82F356DDB7A}"/>
                </a:ext>
              </a:extLst>
            </p:cNvPr>
            <p:cNvGrpSpPr/>
            <p:nvPr/>
          </p:nvGrpSpPr>
          <p:grpSpPr>
            <a:xfrm>
              <a:off x="550254" y="1746611"/>
              <a:ext cx="339253" cy="339253"/>
              <a:chOff x="1492675" y="4992125"/>
              <a:chExt cx="481825" cy="481825"/>
            </a:xfrm>
            <a:solidFill>
              <a:schemeClr val="tx2"/>
            </a:solidFill>
          </p:grpSpPr>
          <p:sp>
            <p:nvSpPr>
              <p:cNvPr id="256" name="Google Shape;947;p41">
                <a:extLst>
                  <a:ext uri="{FF2B5EF4-FFF2-40B4-BE49-F238E27FC236}">
                    <a16:creationId xmlns:a16="http://schemas.microsoft.com/office/drawing/2014/main" id="{5ABA0B70-4292-DF14-1CD3-412408E51384}"/>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57" name="Google Shape;948;p41">
                <a:extLst>
                  <a:ext uri="{FF2B5EF4-FFF2-40B4-BE49-F238E27FC236}">
                    <a16:creationId xmlns:a16="http://schemas.microsoft.com/office/drawing/2014/main" id="{0EE08142-7514-649C-63BB-BAC0AC5713A6}"/>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8" name="Google Shape;425;p24">
              <a:extLst>
                <a:ext uri="{FF2B5EF4-FFF2-40B4-BE49-F238E27FC236}">
                  <a16:creationId xmlns:a16="http://schemas.microsoft.com/office/drawing/2014/main" id="{AB2486C4-A9C0-1D7C-F38E-49B36AA03DEC}"/>
                </a:ext>
              </a:extLst>
            </p:cNvPr>
            <p:cNvSpPr txBox="1">
              <a:spLocks/>
            </p:cNvSpPr>
            <p:nvPr/>
          </p:nvSpPr>
          <p:spPr>
            <a:xfrm>
              <a:off x="815024" y="3326661"/>
              <a:ext cx="471011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3600" b="0" i="0" u="none" strike="noStrike" kern="0" cap="none" spc="0" normalizeH="0" baseline="0" noProof="0" dirty="0">
                  <a:ln>
                    <a:noFill/>
                  </a:ln>
                  <a:solidFill>
                    <a:srgbClr val="1E2128"/>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NO RENUNCIAR</a:t>
              </a:r>
            </a:p>
          </p:txBody>
        </p:sp>
        <p:grpSp>
          <p:nvGrpSpPr>
            <p:cNvPr id="9" name="Google Shape;2490;p80">
              <a:extLst>
                <a:ext uri="{FF2B5EF4-FFF2-40B4-BE49-F238E27FC236}">
                  <a16:creationId xmlns:a16="http://schemas.microsoft.com/office/drawing/2014/main" id="{5E4631AE-42C5-B21A-DE7E-12979D6F7BAD}"/>
                </a:ext>
              </a:extLst>
            </p:cNvPr>
            <p:cNvGrpSpPr/>
            <p:nvPr/>
          </p:nvGrpSpPr>
          <p:grpSpPr>
            <a:xfrm rot="322933">
              <a:off x="1404065" y="3382490"/>
              <a:ext cx="512378" cy="588048"/>
              <a:chOff x="5831400" y="481209"/>
              <a:chExt cx="512374" cy="588043"/>
            </a:xfrm>
          </p:grpSpPr>
          <p:sp>
            <p:nvSpPr>
              <p:cNvPr id="250" name="Google Shape;2491;p80">
                <a:extLst>
                  <a:ext uri="{FF2B5EF4-FFF2-40B4-BE49-F238E27FC236}">
                    <a16:creationId xmlns:a16="http://schemas.microsoft.com/office/drawing/2014/main" id="{2C366AB1-1EE5-7C9F-E283-111B1D3ECB03}"/>
                  </a:ext>
                </a:extLst>
              </p:cNvPr>
              <p:cNvSpPr/>
              <p:nvPr/>
            </p:nvSpPr>
            <p:spPr>
              <a:xfrm>
                <a:off x="5831400" y="649419"/>
                <a:ext cx="138104" cy="173764"/>
              </a:xfrm>
              <a:custGeom>
                <a:avLst/>
                <a:gdLst/>
                <a:ahLst/>
                <a:cxnLst/>
                <a:rect l="l" t="t" r="r" b="b"/>
                <a:pathLst>
                  <a:path w="4477" h="5633" extrusionOk="0">
                    <a:moveTo>
                      <a:pt x="2310" y="0"/>
                    </a:moveTo>
                    <a:cubicBezTo>
                      <a:pt x="1250" y="489"/>
                      <a:pt x="453" y="2917"/>
                      <a:pt x="0" y="4013"/>
                    </a:cubicBezTo>
                    <a:cubicBezTo>
                      <a:pt x="536" y="4608"/>
                      <a:pt x="1191" y="5168"/>
                      <a:pt x="1810" y="5632"/>
                    </a:cubicBezTo>
                    <a:cubicBezTo>
                      <a:pt x="2667" y="4299"/>
                      <a:pt x="3513" y="3144"/>
                      <a:pt x="4477" y="1953"/>
                    </a:cubicBezTo>
                    <a:cubicBezTo>
                      <a:pt x="3858" y="1203"/>
                      <a:pt x="3096" y="548"/>
                      <a:pt x="2310"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2492;p80">
                <a:extLst>
                  <a:ext uri="{FF2B5EF4-FFF2-40B4-BE49-F238E27FC236}">
                    <a16:creationId xmlns:a16="http://schemas.microsoft.com/office/drawing/2014/main" id="{9BE8FFAA-6FB5-C127-C4EF-066D1A8BC1F6}"/>
                  </a:ext>
                </a:extLst>
              </p:cNvPr>
              <p:cNvSpPr/>
              <p:nvPr/>
            </p:nvSpPr>
            <p:spPr>
              <a:xfrm>
                <a:off x="5993348" y="693130"/>
                <a:ext cx="138135" cy="173363"/>
              </a:xfrm>
              <a:custGeom>
                <a:avLst/>
                <a:gdLst/>
                <a:ahLst/>
                <a:cxnLst/>
                <a:rect l="l" t="t" r="r" b="b"/>
                <a:pathLst>
                  <a:path w="4478" h="5620" extrusionOk="0">
                    <a:moveTo>
                      <a:pt x="2311" y="0"/>
                    </a:moveTo>
                    <a:cubicBezTo>
                      <a:pt x="1251" y="476"/>
                      <a:pt x="453" y="2893"/>
                      <a:pt x="1" y="4013"/>
                    </a:cubicBezTo>
                    <a:cubicBezTo>
                      <a:pt x="537" y="4608"/>
                      <a:pt x="1191" y="5168"/>
                      <a:pt x="1822" y="5620"/>
                    </a:cubicBezTo>
                    <a:cubicBezTo>
                      <a:pt x="2668" y="4298"/>
                      <a:pt x="3513" y="3143"/>
                      <a:pt x="4478" y="1953"/>
                    </a:cubicBezTo>
                    <a:cubicBezTo>
                      <a:pt x="3858" y="1203"/>
                      <a:pt x="3096" y="548"/>
                      <a:pt x="2311"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2493;p80">
                <a:extLst>
                  <a:ext uri="{FF2B5EF4-FFF2-40B4-BE49-F238E27FC236}">
                    <a16:creationId xmlns:a16="http://schemas.microsoft.com/office/drawing/2014/main" id="{C94A51CA-5142-7446-88CB-93E1D6E45FCA}"/>
                  </a:ext>
                </a:extLst>
              </p:cNvPr>
              <p:cNvSpPr/>
              <p:nvPr/>
            </p:nvSpPr>
            <p:spPr>
              <a:xfrm>
                <a:off x="5833961" y="875283"/>
                <a:ext cx="138505" cy="173764"/>
              </a:xfrm>
              <a:custGeom>
                <a:avLst/>
                <a:gdLst/>
                <a:ahLst/>
                <a:cxnLst/>
                <a:rect l="l" t="t" r="r" b="b"/>
                <a:pathLst>
                  <a:path w="4490" h="5633" extrusionOk="0">
                    <a:moveTo>
                      <a:pt x="2310" y="1"/>
                    </a:moveTo>
                    <a:cubicBezTo>
                      <a:pt x="1274" y="477"/>
                      <a:pt x="465" y="2906"/>
                      <a:pt x="1" y="4013"/>
                    </a:cubicBezTo>
                    <a:cubicBezTo>
                      <a:pt x="548" y="4608"/>
                      <a:pt x="1191" y="5168"/>
                      <a:pt x="1822" y="5632"/>
                    </a:cubicBezTo>
                    <a:cubicBezTo>
                      <a:pt x="2668" y="4299"/>
                      <a:pt x="3525" y="3144"/>
                      <a:pt x="4489" y="1953"/>
                    </a:cubicBezTo>
                    <a:cubicBezTo>
                      <a:pt x="3858" y="1203"/>
                      <a:pt x="3108" y="548"/>
                      <a:pt x="2310"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2494;p80">
                <a:extLst>
                  <a:ext uri="{FF2B5EF4-FFF2-40B4-BE49-F238E27FC236}">
                    <a16:creationId xmlns:a16="http://schemas.microsoft.com/office/drawing/2014/main" id="{93AF2FD4-5104-398E-6F83-9960C29DBD38}"/>
                  </a:ext>
                </a:extLst>
              </p:cNvPr>
              <p:cNvSpPr/>
              <p:nvPr/>
            </p:nvSpPr>
            <p:spPr>
              <a:xfrm>
                <a:off x="6080769" y="895488"/>
                <a:ext cx="138135" cy="173764"/>
              </a:xfrm>
              <a:custGeom>
                <a:avLst/>
                <a:gdLst/>
                <a:ahLst/>
                <a:cxnLst/>
                <a:rect l="l" t="t" r="r" b="b"/>
                <a:pathLst>
                  <a:path w="4478" h="5633" extrusionOk="0">
                    <a:moveTo>
                      <a:pt x="2298" y="1"/>
                    </a:moveTo>
                    <a:cubicBezTo>
                      <a:pt x="1251" y="477"/>
                      <a:pt x="441" y="2906"/>
                      <a:pt x="1" y="4025"/>
                    </a:cubicBezTo>
                    <a:cubicBezTo>
                      <a:pt x="536" y="4620"/>
                      <a:pt x="1191" y="5168"/>
                      <a:pt x="1810" y="5632"/>
                    </a:cubicBezTo>
                    <a:cubicBezTo>
                      <a:pt x="2656" y="4299"/>
                      <a:pt x="3513" y="3144"/>
                      <a:pt x="4477" y="1953"/>
                    </a:cubicBezTo>
                    <a:cubicBezTo>
                      <a:pt x="3858" y="1203"/>
                      <a:pt x="3096" y="548"/>
                      <a:pt x="2298"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2495;p80">
                <a:extLst>
                  <a:ext uri="{FF2B5EF4-FFF2-40B4-BE49-F238E27FC236}">
                    <a16:creationId xmlns:a16="http://schemas.microsoft.com/office/drawing/2014/main" id="{73BC58F3-B14C-D940-2C12-AD9B7BA75A07}"/>
                  </a:ext>
                </a:extLst>
              </p:cNvPr>
              <p:cNvSpPr/>
              <p:nvPr/>
            </p:nvSpPr>
            <p:spPr>
              <a:xfrm>
                <a:off x="6205639" y="667773"/>
                <a:ext cx="138135" cy="173764"/>
              </a:xfrm>
              <a:custGeom>
                <a:avLst/>
                <a:gdLst/>
                <a:ahLst/>
                <a:cxnLst/>
                <a:rect l="l" t="t" r="r" b="b"/>
                <a:pathLst>
                  <a:path w="4478" h="5633" extrusionOk="0">
                    <a:moveTo>
                      <a:pt x="2310" y="1"/>
                    </a:moveTo>
                    <a:cubicBezTo>
                      <a:pt x="1263" y="477"/>
                      <a:pt x="441" y="2906"/>
                      <a:pt x="1" y="4013"/>
                    </a:cubicBezTo>
                    <a:cubicBezTo>
                      <a:pt x="536" y="4608"/>
                      <a:pt x="1191" y="5168"/>
                      <a:pt x="1810" y="5632"/>
                    </a:cubicBezTo>
                    <a:cubicBezTo>
                      <a:pt x="2656" y="4299"/>
                      <a:pt x="3513" y="3144"/>
                      <a:pt x="4477" y="1953"/>
                    </a:cubicBezTo>
                    <a:cubicBezTo>
                      <a:pt x="3858" y="1203"/>
                      <a:pt x="3096" y="548"/>
                      <a:pt x="2310"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92D050"/>
                  </a:solidFill>
                  <a:effectLst/>
                  <a:uLnTx/>
                  <a:uFillTx/>
                  <a:latin typeface="Arial"/>
                  <a:cs typeface="Arial"/>
                  <a:sym typeface="Arial"/>
                </a:endParaRPr>
              </a:p>
            </p:txBody>
          </p:sp>
          <p:sp>
            <p:nvSpPr>
              <p:cNvPr id="255" name="Google Shape;2496;p80">
                <a:extLst>
                  <a:ext uri="{FF2B5EF4-FFF2-40B4-BE49-F238E27FC236}">
                    <a16:creationId xmlns:a16="http://schemas.microsoft.com/office/drawing/2014/main" id="{4F30E742-1195-737C-486D-79BD6161AFEA}"/>
                  </a:ext>
                </a:extLst>
              </p:cNvPr>
              <p:cNvSpPr/>
              <p:nvPr/>
            </p:nvSpPr>
            <p:spPr>
              <a:xfrm>
                <a:off x="6028237" y="481209"/>
                <a:ext cx="138505" cy="173733"/>
              </a:xfrm>
              <a:custGeom>
                <a:avLst/>
                <a:gdLst/>
                <a:ahLst/>
                <a:cxnLst/>
                <a:rect l="l" t="t" r="r" b="b"/>
                <a:pathLst>
                  <a:path w="4490" h="5632" extrusionOk="0">
                    <a:moveTo>
                      <a:pt x="2311" y="0"/>
                    </a:moveTo>
                    <a:cubicBezTo>
                      <a:pt x="1251" y="488"/>
                      <a:pt x="453" y="2905"/>
                      <a:pt x="1" y="4025"/>
                    </a:cubicBezTo>
                    <a:cubicBezTo>
                      <a:pt x="537" y="4620"/>
                      <a:pt x="1192" y="5168"/>
                      <a:pt x="1823" y="5632"/>
                    </a:cubicBezTo>
                    <a:cubicBezTo>
                      <a:pt x="2668" y="4310"/>
                      <a:pt x="3513" y="3144"/>
                      <a:pt x="4490" y="1953"/>
                    </a:cubicBezTo>
                    <a:cubicBezTo>
                      <a:pt x="3859" y="1215"/>
                      <a:pt x="3097" y="560"/>
                      <a:pt x="2311"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0" name="Google Shape;1447;p34">
              <a:extLst>
                <a:ext uri="{FF2B5EF4-FFF2-40B4-BE49-F238E27FC236}">
                  <a16:creationId xmlns:a16="http://schemas.microsoft.com/office/drawing/2014/main" id="{9FDC7F2E-9186-35F1-23FE-23817FF6CAC4}"/>
                </a:ext>
              </a:extLst>
            </p:cNvPr>
            <p:cNvGrpSpPr/>
            <p:nvPr/>
          </p:nvGrpSpPr>
          <p:grpSpPr>
            <a:xfrm flipH="1">
              <a:off x="5685900" y="1402344"/>
              <a:ext cx="2554968" cy="3473498"/>
              <a:chOff x="10383350" y="3525925"/>
              <a:chExt cx="2056100" cy="2883575"/>
            </a:xfrm>
          </p:grpSpPr>
          <p:sp>
            <p:nvSpPr>
              <p:cNvPr id="25" name="Google Shape;1448;p34">
                <a:extLst>
                  <a:ext uri="{FF2B5EF4-FFF2-40B4-BE49-F238E27FC236}">
                    <a16:creationId xmlns:a16="http://schemas.microsoft.com/office/drawing/2014/main" id="{6DBD3102-2890-AD79-F5C9-5C06F85C42A1}"/>
                  </a:ext>
                </a:extLst>
              </p:cNvPr>
              <p:cNvSpPr/>
              <p:nvPr/>
            </p:nvSpPr>
            <p:spPr>
              <a:xfrm>
                <a:off x="10774425" y="5695775"/>
                <a:ext cx="993600" cy="89150"/>
              </a:xfrm>
              <a:custGeom>
                <a:avLst/>
                <a:gdLst/>
                <a:ahLst/>
                <a:cxnLst/>
                <a:rect l="l" t="t" r="r" b="b"/>
                <a:pathLst>
                  <a:path w="39744" h="3566" extrusionOk="0">
                    <a:moveTo>
                      <a:pt x="36" y="1"/>
                    </a:moveTo>
                    <a:cubicBezTo>
                      <a:pt x="16" y="1"/>
                      <a:pt x="0" y="16"/>
                      <a:pt x="0" y="35"/>
                    </a:cubicBezTo>
                    <a:lnTo>
                      <a:pt x="0" y="3530"/>
                    </a:lnTo>
                    <a:cubicBezTo>
                      <a:pt x="0" y="3550"/>
                      <a:pt x="16" y="3566"/>
                      <a:pt x="36" y="3566"/>
                    </a:cubicBezTo>
                    <a:lnTo>
                      <a:pt x="39708" y="3566"/>
                    </a:lnTo>
                    <a:cubicBezTo>
                      <a:pt x="39728" y="3566"/>
                      <a:pt x="39743" y="3550"/>
                      <a:pt x="39743" y="3530"/>
                    </a:cubicBezTo>
                    <a:lnTo>
                      <a:pt x="39743" y="35"/>
                    </a:lnTo>
                    <a:cubicBezTo>
                      <a:pt x="39743" y="16"/>
                      <a:pt x="39728" y="1"/>
                      <a:pt x="39708" y="1"/>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1449;p34">
                <a:extLst>
                  <a:ext uri="{FF2B5EF4-FFF2-40B4-BE49-F238E27FC236}">
                    <a16:creationId xmlns:a16="http://schemas.microsoft.com/office/drawing/2014/main" id="{6F6291A3-3F8F-F58B-528B-B24889E106CA}"/>
                  </a:ext>
                </a:extLst>
              </p:cNvPr>
              <p:cNvSpPr/>
              <p:nvPr/>
            </p:nvSpPr>
            <p:spPr>
              <a:xfrm>
                <a:off x="11330300" y="5400850"/>
                <a:ext cx="522050" cy="299100"/>
              </a:xfrm>
              <a:custGeom>
                <a:avLst/>
                <a:gdLst/>
                <a:ahLst/>
                <a:cxnLst/>
                <a:rect l="l" t="t" r="r" b="b"/>
                <a:pathLst>
                  <a:path w="20882" h="11964" extrusionOk="0">
                    <a:moveTo>
                      <a:pt x="0" y="0"/>
                    </a:moveTo>
                    <a:lnTo>
                      <a:pt x="139" y="11963"/>
                    </a:lnTo>
                    <a:lnTo>
                      <a:pt x="20882" y="11963"/>
                    </a:lnTo>
                    <a:lnTo>
                      <a:pt x="20882" y="0"/>
                    </a:lnTo>
                    <a:close/>
                  </a:path>
                </a:pathLst>
              </a:custGeom>
              <a:solidFill>
                <a:srgbClr val="CCA1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1450;p34">
                <a:extLst>
                  <a:ext uri="{FF2B5EF4-FFF2-40B4-BE49-F238E27FC236}">
                    <a16:creationId xmlns:a16="http://schemas.microsoft.com/office/drawing/2014/main" id="{1B2AAC98-8030-C992-1664-B53995DBAB33}"/>
                  </a:ext>
                </a:extLst>
              </p:cNvPr>
              <p:cNvSpPr/>
              <p:nvPr/>
            </p:nvSpPr>
            <p:spPr>
              <a:xfrm>
                <a:off x="10648150" y="4508300"/>
                <a:ext cx="851650" cy="900525"/>
              </a:xfrm>
              <a:custGeom>
                <a:avLst/>
                <a:gdLst/>
                <a:ahLst/>
                <a:cxnLst/>
                <a:rect l="l" t="t" r="r" b="b"/>
                <a:pathLst>
                  <a:path w="34066" h="36021" extrusionOk="0">
                    <a:moveTo>
                      <a:pt x="0" y="0"/>
                    </a:moveTo>
                    <a:lnTo>
                      <a:pt x="8966" y="36020"/>
                    </a:lnTo>
                    <a:lnTo>
                      <a:pt x="34065" y="35565"/>
                    </a:lnTo>
                    <a:lnTo>
                      <a:pt x="22231" y="0"/>
                    </a:lnTo>
                    <a:close/>
                  </a:path>
                </a:pathLst>
              </a:custGeom>
              <a:solidFill>
                <a:srgbClr val="CCA1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1451;p34">
                <a:extLst>
                  <a:ext uri="{FF2B5EF4-FFF2-40B4-BE49-F238E27FC236}">
                    <a16:creationId xmlns:a16="http://schemas.microsoft.com/office/drawing/2014/main" id="{0B6D7EF4-D7EA-98C1-95BD-2AC131A231B6}"/>
                  </a:ext>
                </a:extLst>
              </p:cNvPr>
              <p:cNvSpPr/>
              <p:nvPr/>
            </p:nvSpPr>
            <p:spPr>
              <a:xfrm>
                <a:off x="10774425" y="5784900"/>
                <a:ext cx="195750" cy="622325"/>
              </a:xfrm>
              <a:custGeom>
                <a:avLst/>
                <a:gdLst/>
                <a:ahLst/>
                <a:cxnLst/>
                <a:rect l="l" t="t" r="r" b="b"/>
                <a:pathLst>
                  <a:path w="7830" h="24893" extrusionOk="0">
                    <a:moveTo>
                      <a:pt x="4323" y="1"/>
                    </a:moveTo>
                    <a:lnTo>
                      <a:pt x="0" y="24893"/>
                    </a:lnTo>
                    <a:lnTo>
                      <a:pt x="1631" y="24893"/>
                    </a:lnTo>
                    <a:lnTo>
                      <a:pt x="7829"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1452;p34">
                <a:extLst>
                  <a:ext uri="{FF2B5EF4-FFF2-40B4-BE49-F238E27FC236}">
                    <a16:creationId xmlns:a16="http://schemas.microsoft.com/office/drawing/2014/main" id="{72E78189-842E-B8DD-EB8B-68246CA9F5F6}"/>
                  </a:ext>
                </a:extLst>
              </p:cNvPr>
              <p:cNvSpPr/>
              <p:nvPr/>
            </p:nvSpPr>
            <p:spPr>
              <a:xfrm>
                <a:off x="11125400" y="5784900"/>
                <a:ext cx="195750" cy="622325"/>
              </a:xfrm>
              <a:custGeom>
                <a:avLst/>
                <a:gdLst/>
                <a:ahLst/>
                <a:cxnLst/>
                <a:rect l="l" t="t" r="r" b="b"/>
                <a:pathLst>
                  <a:path w="7830" h="24893" extrusionOk="0">
                    <a:moveTo>
                      <a:pt x="4324" y="1"/>
                    </a:moveTo>
                    <a:lnTo>
                      <a:pt x="1" y="24893"/>
                    </a:lnTo>
                    <a:lnTo>
                      <a:pt x="1632" y="24893"/>
                    </a:lnTo>
                    <a:lnTo>
                      <a:pt x="7830" y="1"/>
                    </a:lnTo>
                    <a:close/>
                  </a:path>
                </a:pathLst>
              </a:custGeom>
              <a:solidFill>
                <a:srgbClr val="8C5C5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1453;p34">
                <a:extLst>
                  <a:ext uri="{FF2B5EF4-FFF2-40B4-BE49-F238E27FC236}">
                    <a16:creationId xmlns:a16="http://schemas.microsoft.com/office/drawing/2014/main" id="{0D427D0F-1AED-C5DF-DF12-284F8E2967A4}"/>
                  </a:ext>
                </a:extLst>
              </p:cNvPr>
              <p:cNvSpPr/>
              <p:nvPr/>
            </p:nvSpPr>
            <p:spPr>
              <a:xfrm>
                <a:off x="11415775" y="5784900"/>
                <a:ext cx="195775" cy="622325"/>
              </a:xfrm>
              <a:custGeom>
                <a:avLst/>
                <a:gdLst/>
                <a:ahLst/>
                <a:cxnLst/>
                <a:rect l="l" t="t" r="r" b="b"/>
                <a:pathLst>
                  <a:path w="7831" h="24893" extrusionOk="0">
                    <a:moveTo>
                      <a:pt x="1" y="1"/>
                    </a:moveTo>
                    <a:lnTo>
                      <a:pt x="6199" y="24893"/>
                    </a:lnTo>
                    <a:lnTo>
                      <a:pt x="7830" y="24893"/>
                    </a:lnTo>
                    <a:lnTo>
                      <a:pt x="3507"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1454;p34">
                <a:extLst>
                  <a:ext uri="{FF2B5EF4-FFF2-40B4-BE49-F238E27FC236}">
                    <a16:creationId xmlns:a16="http://schemas.microsoft.com/office/drawing/2014/main" id="{DB6034F5-6E28-E0FB-6B95-387880FB02B4}"/>
                  </a:ext>
                </a:extLst>
              </p:cNvPr>
              <p:cNvSpPr/>
              <p:nvPr/>
            </p:nvSpPr>
            <p:spPr>
              <a:xfrm>
                <a:off x="10383350" y="4508300"/>
                <a:ext cx="950450" cy="1191675"/>
              </a:xfrm>
              <a:custGeom>
                <a:avLst/>
                <a:gdLst/>
                <a:ahLst/>
                <a:cxnLst/>
                <a:rect l="l" t="t" r="r" b="b"/>
                <a:pathLst>
                  <a:path w="38018" h="47667" extrusionOk="0">
                    <a:moveTo>
                      <a:pt x="10592" y="0"/>
                    </a:moveTo>
                    <a:cubicBezTo>
                      <a:pt x="4479" y="0"/>
                      <a:pt x="1" y="5758"/>
                      <a:pt x="1505" y="11682"/>
                    </a:cubicBezTo>
                    <a:lnTo>
                      <a:pt x="10592" y="47500"/>
                    </a:lnTo>
                    <a:lnTo>
                      <a:pt x="38017" y="47666"/>
                    </a:lnTo>
                    <a:lnTo>
                      <a:pt x="38017" y="47666"/>
                    </a:lnTo>
                    <a:lnTo>
                      <a:pt x="37878" y="35702"/>
                    </a:lnTo>
                    <a:lnTo>
                      <a:pt x="19444" y="35702"/>
                    </a:lnTo>
                    <a:lnTo>
                      <a:pt x="10592" y="0"/>
                    </a:lnTo>
                    <a:close/>
                  </a:path>
                </a:pathLst>
              </a:custGeom>
              <a:solidFill>
                <a:srgbClr val="DCB9A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1455;p34">
                <a:extLst>
                  <a:ext uri="{FF2B5EF4-FFF2-40B4-BE49-F238E27FC236}">
                    <a16:creationId xmlns:a16="http://schemas.microsoft.com/office/drawing/2014/main" id="{366A023D-4E9C-8EB3-17A0-614B6A34DF55}"/>
                  </a:ext>
                </a:extLst>
              </p:cNvPr>
              <p:cNvSpPr/>
              <p:nvPr/>
            </p:nvSpPr>
            <p:spPr>
              <a:xfrm>
                <a:off x="10501050" y="4559875"/>
                <a:ext cx="832750" cy="998425"/>
              </a:xfrm>
              <a:custGeom>
                <a:avLst/>
                <a:gdLst/>
                <a:ahLst/>
                <a:cxnLst/>
                <a:rect l="l" t="t" r="r" b="b"/>
                <a:pathLst>
                  <a:path w="33310" h="39937" extrusionOk="0">
                    <a:moveTo>
                      <a:pt x="17" y="1"/>
                    </a:moveTo>
                    <a:cubicBezTo>
                      <a:pt x="16" y="1"/>
                      <a:pt x="16" y="1"/>
                      <a:pt x="16" y="1"/>
                    </a:cubicBezTo>
                    <a:cubicBezTo>
                      <a:pt x="1" y="5"/>
                      <a:pt x="38" y="226"/>
                      <a:pt x="127" y="644"/>
                    </a:cubicBezTo>
                    <a:cubicBezTo>
                      <a:pt x="225" y="1075"/>
                      <a:pt x="363" y="1684"/>
                      <a:pt x="538" y="2463"/>
                    </a:cubicBezTo>
                    <a:cubicBezTo>
                      <a:pt x="912" y="4054"/>
                      <a:pt x="1450" y="6332"/>
                      <a:pt x="2112" y="9141"/>
                    </a:cubicBezTo>
                    <a:cubicBezTo>
                      <a:pt x="3462" y="14773"/>
                      <a:pt x="5298" y="22566"/>
                      <a:pt x="7603" y="31107"/>
                    </a:cubicBezTo>
                    <a:cubicBezTo>
                      <a:pt x="8426" y="34147"/>
                      <a:pt x="9260" y="37074"/>
                      <a:pt x="10073" y="39769"/>
                    </a:cubicBezTo>
                    <a:lnTo>
                      <a:pt x="10123" y="39936"/>
                    </a:lnTo>
                    <a:lnTo>
                      <a:pt x="10298" y="39936"/>
                    </a:lnTo>
                    <a:cubicBezTo>
                      <a:pt x="16961" y="39922"/>
                      <a:pt x="22715" y="39891"/>
                      <a:pt x="26801" y="39850"/>
                    </a:cubicBezTo>
                    <a:lnTo>
                      <a:pt x="31588" y="39781"/>
                    </a:lnTo>
                    <a:lnTo>
                      <a:pt x="32867" y="39742"/>
                    </a:lnTo>
                    <a:cubicBezTo>
                      <a:pt x="33158" y="39729"/>
                      <a:pt x="33309" y="39715"/>
                      <a:pt x="33309" y="39701"/>
                    </a:cubicBezTo>
                    <a:cubicBezTo>
                      <a:pt x="33309" y="39688"/>
                      <a:pt x="33158" y="39674"/>
                      <a:pt x="32867" y="39661"/>
                    </a:cubicBezTo>
                    <a:lnTo>
                      <a:pt x="31588" y="39622"/>
                    </a:lnTo>
                    <a:lnTo>
                      <a:pt x="26801" y="39553"/>
                    </a:lnTo>
                    <a:cubicBezTo>
                      <a:pt x="22751" y="39512"/>
                      <a:pt x="17062" y="39482"/>
                      <a:pt x="10473" y="39467"/>
                    </a:cubicBezTo>
                    <a:lnTo>
                      <a:pt x="10473" y="39467"/>
                    </a:lnTo>
                    <a:cubicBezTo>
                      <a:pt x="9690" y="36819"/>
                      <a:pt x="8881" y="33953"/>
                      <a:pt x="8076" y="30980"/>
                    </a:cubicBezTo>
                    <a:cubicBezTo>
                      <a:pt x="5773" y="22448"/>
                      <a:pt x="3885" y="14670"/>
                      <a:pt x="2447" y="9059"/>
                    </a:cubicBezTo>
                    <a:cubicBezTo>
                      <a:pt x="1735" y="6250"/>
                      <a:pt x="1143" y="3982"/>
                      <a:pt x="722" y="2417"/>
                    </a:cubicBezTo>
                    <a:cubicBezTo>
                      <a:pt x="509" y="1648"/>
                      <a:pt x="342" y="1045"/>
                      <a:pt x="223" y="619"/>
                    </a:cubicBezTo>
                    <a:cubicBezTo>
                      <a:pt x="105" y="213"/>
                      <a:pt x="34" y="1"/>
                      <a:pt x="17" y="1"/>
                    </a:cubicBezTo>
                    <a:close/>
                  </a:path>
                </a:pathLst>
              </a:custGeom>
              <a:solidFill>
                <a:srgbClr val="CCA1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1456;p34">
                <a:extLst>
                  <a:ext uri="{FF2B5EF4-FFF2-40B4-BE49-F238E27FC236}">
                    <a16:creationId xmlns:a16="http://schemas.microsoft.com/office/drawing/2014/main" id="{B999A4D8-4AE3-6640-FE93-12B5ADCFC9D8}"/>
                  </a:ext>
                </a:extLst>
              </p:cNvPr>
              <p:cNvSpPr/>
              <p:nvPr/>
            </p:nvSpPr>
            <p:spPr>
              <a:xfrm>
                <a:off x="11730900" y="6190875"/>
                <a:ext cx="342600" cy="6150"/>
              </a:xfrm>
              <a:custGeom>
                <a:avLst/>
                <a:gdLst/>
                <a:ahLst/>
                <a:cxnLst/>
                <a:rect l="l" t="t" r="r" b="b"/>
                <a:pathLst>
                  <a:path w="13704" h="246" extrusionOk="0">
                    <a:moveTo>
                      <a:pt x="6853" y="0"/>
                    </a:moveTo>
                    <a:cubicBezTo>
                      <a:pt x="3068" y="0"/>
                      <a:pt x="0" y="56"/>
                      <a:pt x="0" y="122"/>
                    </a:cubicBezTo>
                    <a:cubicBezTo>
                      <a:pt x="0" y="190"/>
                      <a:pt x="3070" y="246"/>
                      <a:pt x="6853" y="246"/>
                    </a:cubicBezTo>
                    <a:cubicBezTo>
                      <a:pt x="10635" y="246"/>
                      <a:pt x="13703" y="190"/>
                      <a:pt x="13703" y="122"/>
                    </a:cubicBezTo>
                    <a:cubicBezTo>
                      <a:pt x="13703" y="55"/>
                      <a:pt x="10637" y="0"/>
                      <a:pt x="6853"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1457;p34">
                <a:extLst>
                  <a:ext uri="{FF2B5EF4-FFF2-40B4-BE49-F238E27FC236}">
                    <a16:creationId xmlns:a16="http://schemas.microsoft.com/office/drawing/2014/main" id="{406AD0B5-3EB7-ED35-487A-F11DBC8ECC0D}"/>
                  </a:ext>
                </a:extLst>
              </p:cNvPr>
              <p:cNvSpPr/>
              <p:nvPr/>
            </p:nvSpPr>
            <p:spPr>
              <a:xfrm>
                <a:off x="12056900" y="6190875"/>
                <a:ext cx="271550" cy="6150"/>
              </a:xfrm>
              <a:custGeom>
                <a:avLst/>
                <a:gdLst/>
                <a:ahLst/>
                <a:cxnLst/>
                <a:rect l="l" t="t" r="r" b="b"/>
                <a:pathLst>
                  <a:path w="10862" h="246" extrusionOk="0">
                    <a:moveTo>
                      <a:pt x="5431" y="0"/>
                    </a:moveTo>
                    <a:cubicBezTo>
                      <a:pt x="2431" y="0"/>
                      <a:pt x="0" y="56"/>
                      <a:pt x="0" y="122"/>
                    </a:cubicBezTo>
                    <a:cubicBezTo>
                      <a:pt x="0" y="190"/>
                      <a:pt x="2433" y="246"/>
                      <a:pt x="5431" y="246"/>
                    </a:cubicBezTo>
                    <a:cubicBezTo>
                      <a:pt x="8430" y="246"/>
                      <a:pt x="10862" y="190"/>
                      <a:pt x="10862" y="122"/>
                    </a:cubicBezTo>
                    <a:cubicBezTo>
                      <a:pt x="10862" y="55"/>
                      <a:pt x="8431" y="0"/>
                      <a:pt x="543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1458;p34">
                <a:extLst>
                  <a:ext uri="{FF2B5EF4-FFF2-40B4-BE49-F238E27FC236}">
                    <a16:creationId xmlns:a16="http://schemas.microsoft.com/office/drawing/2014/main" id="{DA093BEC-4E8C-3542-9CED-2FB6FD03986C}"/>
                  </a:ext>
                </a:extLst>
              </p:cNvPr>
              <p:cNvSpPr/>
              <p:nvPr/>
            </p:nvSpPr>
            <p:spPr>
              <a:xfrm>
                <a:off x="11604550" y="4357975"/>
                <a:ext cx="53825" cy="202600"/>
              </a:xfrm>
              <a:custGeom>
                <a:avLst/>
                <a:gdLst/>
                <a:ahLst/>
                <a:cxnLst/>
                <a:rect l="l" t="t" r="r" b="b"/>
                <a:pathLst>
                  <a:path w="2153" h="8104" extrusionOk="0">
                    <a:moveTo>
                      <a:pt x="35" y="1"/>
                    </a:moveTo>
                    <a:cubicBezTo>
                      <a:pt x="33" y="1"/>
                      <a:pt x="32" y="1"/>
                      <a:pt x="31" y="2"/>
                    </a:cubicBezTo>
                    <a:cubicBezTo>
                      <a:pt x="0" y="30"/>
                      <a:pt x="346" y="384"/>
                      <a:pt x="758" y="1051"/>
                    </a:cubicBezTo>
                    <a:cubicBezTo>
                      <a:pt x="1170" y="1712"/>
                      <a:pt x="1622" y="2720"/>
                      <a:pt x="1764" y="3903"/>
                    </a:cubicBezTo>
                    <a:cubicBezTo>
                      <a:pt x="1905" y="5087"/>
                      <a:pt x="1704" y="6172"/>
                      <a:pt x="1458" y="6912"/>
                    </a:cubicBezTo>
                    <a:cubicBezTo>
                      <a:pt x="1216" y="7657"/>
                      <a:pt x="964" y="8082"/>
                      <a:pt x="1001" y="8104"/>
                    </a:cubicBezTo>
                    <a:cubicBezTo>
                      <a:pt x="1001" y="8104"/>
                      <a:pt x="1002" y="8104"/>
                      <a:pt x="1003" y="8104"/>
                    </a:cubicBezTo>
                    <a:cubicBezTo>
                      <a:pt x="1020" y="8104"/>
                      <a:pt x="1096" y="8007"/>
                      <a:pt x="1210" y="7824"/>
                    </a:cubicBezTo>
                    <a:cubicBezTo>
                      <a:pt x="1326" y="7633"/>
                      <a:pt x="1476" y="7344"/>
                      <a:pt x="1622" y="6970"/>
                    </a:cubicBezTo>
                    <a:cubicBezTo>
                      <a:pt x="1916" y="6226"/>
                      <a:pt x="2153" y="5104"/>
                      <a:pt x="2007" y="3873"/>
                    </a:cubicBezTo>
                    <a:cubicBezTo>
                      <a:pt x="1861" y="2644"/>
                      <a:pt x="1363" y="1609"/>
                      <a:pt x="902" y="956"/>
                    </a:cubicBezTo>
                    <a:cubicBezTo>
                      <a:pt x="672" y="626"/>
                      <a:pt x="459" y="382"/>
                      <a:pt x="300" y="224"/>
                    </a:cubicBezTo>
                    <a:cubicBezTo>
                      <a:pt x="152" y="77"/>
                      <a:pt x="55" y="1"/>
                      <a:pt x="3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1459;p34">
                <a:extLst>
                  <a:ext uri="{FF2B5EF4-FFF2-40B4-BE49-F238E27FC236}">
                    <a16:creationId xmlns:a16="http://schemas.microsoft.com/office/drawing/2014/main" id="{78301CCB-5513-5E89-C39E-AE9A676A9030}"/>
                  </a:ext>
                </a:extLst>
              </p:cNvPr>
              <p:cNvSpPr/>
              <p:nvPr/>
            </p:nvSpPr>
            <p:spPr>
              <a:xfrm>
                <a:off x="11625425" y="4555600"/>
                <a:ext cx="8575" cy="188325"/>
              </a:xfrm>
              <a:custGeom>
                <a:avLst/>
                <a:gdLst/>
                <a:ahLst/>
                <a:cxnLst/>
                <a:rect l="l" t="t" r="r" b="b"/>
                <a:pathLst>
                  <a:path w="343" h="7533" extrusionOk="0">
                    <a:moveTo>
                      <a:pt x="310" y="1"/>
                    </a:moveTo>
                    <a:cubicBezTo>
                      <a:pt x="278" y="1"/>
                      <a:pt x="209" y="419"/>
                      <a:pt x="144" y="1096"/>
                    </a:cubicBezTo>
                    <a:cubicBezTo>
                      <a:pt x="78" y="1777"/>
                      <a:pt x="20" y="2721"/>
                      <a:pt x="10" y="3764"/>
                    </a:cubicBezTo>
                    <a:cubicBezTo>
                      <a:pt x="0" y="4807"/>
                      <a:pt x="39" y="5751"/>
                      <a:pt x="90" y="6433"/>
                    </a:cubicBezTo>
                    <a:cubicBezTo>
                      <a:pt x="142" y="7114"/>
                      <a:pt x="203" y="7533"/>
                      <a:pt x="237" y="7533"/>
                    </a:cubicBezTo>
                    <a:cubicBezTo>
                      <a:pt x="237" y="7533"/>
                      <a:pt x="237" y="7533"/>
                      <a:pt x="237" y="7533"/>
                    </a:cubicBezTo>
                    <a:cubicBezTo>
                      <a:pt x="271" y="7530"/>
                      <a:pt x="271" y="7107"/>
                      <a:pt x="264" y="6426"/>
                    </a:cubicBezTo>
                    <a:cubicBezTo>
                      <a:pt x="256" y="5745"/>
                      <a:pt x="245" y="4805"/>
                      <a:pt x="255" y="3767"/>
                    </a:cubicBezTo>
                    <a:cubicBezTo>
                      <a:pt x="265" y="2728"/>
                      <a:pt x="295" y="1788"/>
                      <a:pt x="316" y="1107"/>
                    </a:cubicBezTo>
                    <a:cubicBezTo>
                      <a:pt x="337" y="426"/>
                      <a:pt x="343" y="3"/>
                      <a:pt x="310" y="1"/>
                    </a:cubicBezTo>
                    <a:cubicBezTo>
                      <a:pt x="310" y="1"/>
                      <a:pt x="310" y="1"/>
                      <a:pt x="31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1460;p34">
                <a:extLst>
                  <a:ext uri="{FF2B5EF4-FFF2-40B4-BE49-F238E27FC236}">
                    <a16:creationId xmlns:a16="http://schemas.microsoft.com/office/drawing/2014/main" id="{FE91CF5C-2EDC-12FA-9168-96364A4E4819}"/>
                  </a:ext>
                </a:extLst>
              </p:cNvPr>
              <p:cNvSpPr/>
              <p:nvPr/>
            </p:nvSpPr>
            <p:spPr>
              <a:xfrm>
                <a:off x="10412950" y="5423450"/>
                <a:ext cx="501250" cy="328875"/>
              </a:xfrm>
              <a:custGeom>
                <a:avLst/>
                <a:gdLst/>
                <a:ahLst/>
                <a:cxnLst/>
                <a:rect l="l" t="t" r="r" b="b"/>
                <a:pathLst>
                  <a:path w="20050" h="13155" extrusionOk="0">
                    <a:moveTo>
                      <a:pt x="2362" y="0"/>
                    </a:moveTo>
                    <a:cubicBezTo>
                      <a:pt x="1058" y="0"/>
                      <a:pt x="1" y="1058"/>
                      <a:pt x="1" y="2361"/>
                    </a:cubicBezTo>
                    <a:lnTo>
                      <a:pt x="1" y="10795"/>
                    </a:lnTo>
                    <a:cubicBezTo>
                      <a:pt x="1" y="12099"/>
                      <a:pt x="1058" y="13155"/>
                      <a:pt x="2362" y="13155"/>
                    </a:cubicBezTo>
                    <a:lnTo>
                      <a:pt x="17687" y="13155"/>
                    </a:lnTo>
                    <a:cubicBezTo>
                      <a:pt x="18992" y="13155"/>
                      <a:pt x="20048" y="12099"/>
                      <a:pt x="20048" y="10795"/>
                    </a:cubicBezTo>
                    <a:lnTo>
                      <a:pt x="20048" y="2361"/>
                    </a:lnTo>
                    <a:cubicBezTo>
                      <a:pt x="20050" y="1057"/>
                      <a:pt x="18992" y="0"/>
                      <a:pt x="17687"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1461;p34">
                <a:extLst>
                  <a:ext uri="{FF2B5EF4-FFF2-40B4-BE49-F238E27FC236}">
                    <a16:creationId xmlns:a16="http://schemas.microsoft.com/office/drawing/2014/main" id="{F7933EAC-A676-B174-4A78-A1F6DD6AB71B}"/>
                  </a:ext>
                </a:extLst>
              </p:cNvPr>
              <p:cNvSpPr/>
              <p:nvPr/>
            </p:nvSpPr>
            <p:spPr>
              <a:xfrm>
                <a:off x="10415425" y="5462475"/>
                <a:ext cx="446025" cy="290025"/>
              </a:xfrm>
              <a:custGeom>
                <a:avLst/>
                <a:gdLst/>
                <a:ahLst/>
                <a:cxnLst/>
                <a:rect l="l" t="t" r="r" b="b"/>
                <a:pathLst>
                  <a:path w="17841" h="11601" extrusionOk="0">
                    <a:moveTo>
                      <a:pt x="14330" y="1"/>
                    </a:moveTo>
                    <a:cubicBezTo>
                      <a:pt x="14258" y="1"/>
                      <a:pt x="14186" y="1"/>
                      <a:pt x="14115" y="1"/>
                    </a:cubicBezTo>
                    <a:lnTo>
                      <a:pt x="4134" y="36"/>
                    </a:lnTo>
                    <a:cubicBezTo>
                      <a:pt x="2880" y="53"/>
                      <a:pt x="1855" y="65"/>
                      <a:pt x="1109" y="75"/>
                    </a:cubicBezTo>
                    <a:lnTo>
                      <a:pt x="287" y="99"/>
                    </a:lnTo>
                    <a:cubicBezTo>
                      <a:pt x="99" y="106"/>
                      <a:pt x="1" y="115"/>
                      <a:pt x="1" y="123"/>
                    </a:cubicBezTo>
                    <a:cubicBezTo>
                      <a:pt x="1" y="132"/>
                      <a:pt x="99" y="140"/>
                      <a:pt x="287" y="147"/>
                    </a:cubicBezTo>
                    <a:lnTo>
                      <a:pt x="1110" y="171"/>
                    </a:lnTo>
                    <a:lnTo>
                      <a:pt x="4134" y="210"/>
                    </a:lnTo>
                    <a:lnTo>
                      <a:pt x="14116" y="246"/>
                    </a:lnTo>
                    <a:cubicBezTo>
                      <a:pt x="14207" y="246"/>
                      <a:pt x="14298" y="246"/>
                      <a:pt x="14389" y="246"/>
                    </a:cubicBezTo>
                    <a:cubicBezTo>
                      <a:pt x="14782" y="246"/>
                      <a:pt x="15169" y="250"/>
                      <a:pt x="15552" y="269"/>
                    </a:cubicBezTo>
                    <a:cubicBezTo>
                      <a:pt x="15786" y="281"/>
                      <a:pt x="16019" y="295"/>
                      <a:pt x="16245" y="325"/>
                    </a:cubicBezTo>
                    <a:cubicBezTo>
                      <a:pt x="16356" y="341"/>
                      <a:pt x="16469" y="361"/>
                      <a:pt x="16560" y="391"/>
                    </a:cubicBezTo>
                    <a:cubicBezTo>
                      <a:pt x="16636" y="418"/>
                      <a:pt x="16732" y="492"/>
                      <a:pt x="16804" y="557"/>
                    </a:cubicBezTo>
                    <a:cubicBezTo>
                      <a:pt x="17106" y="845"/>
                      <a:pt x="17220" y="1291"/>
                      <a:pt x="17282" y="1711"/>
                    </a:cubicBezTo>
                    <a:cubicBezTo>
                      <a:pt x="17340" y="2138"/>
                      <a:pt x="17360" y="2576"/>
                      <a:pt x="17393" y="2995"/>
                    </a:cubicBezTo>
                    <a:cubicBezTo>
                      <a:pt x="17515" y="4677"/>
                      <a:pt x="17591" y="6194"/>
                      <a:pt x="17641" y="7469"/>
                    </a:cubicBezTo>
                    <a:cubicBezTo>
                      <a:pt x="17678" y="8722"/>
                      <a:pt x="17708" y="9746"/>
                      <a:pt x="17731" y="10491"/>
                    </a:cubicBezTo>
                    <a:cubicBezTo>
                      <a:pt x="17741" y="10828"/>
                      <a:pt x="17748" y="11100"/>
                      <a:pt x="17754" y="11314"/>
                    </a:cubicBezTo>
                    <a:cubicBezTo>
                      <a:pt x="17762" y="11502"/>
                      <a:pt x="17769" y="11601"/>
                      <a:pt x="17778" y="11601"/>
                    </a:cubicBezTo>
                    <a:cubicBezTo>
                      <a:pt x="17786" y="11601"/>
                      <a:pt x="17795" y="11502"/>
                      <a:pt x="17803" y="11313"/>
                    </a:cubicBezTo>
                    <a:cubicBezTo>
                      <a:pt x="17809" y="11099"/>
                      <a:pt x="17816" y="10827"/>
                      <a:pt x="17826" y="10491"/>
                    </a:cubicBezTo>
                    <a:cubicBezTo>
                      <a:pt x="17838" y="9776"/>
                      <a:pt x="17840" y="8742"/>
                      <a:pt x="17813" y="7465"/>
                    </a:cubicBezTo>
                    <a:cubicBezTo>
                      <a:pt x="17785" y="6187"/>
                      <a:pt x="17727" y="4665"/>
                      <a:pt x="17618" y="2979"/>
                    </a:cubicBezTo>
                    <a:cubicBezTo>
                      <a:pt x="17586" y="2556"/>
                      <a:pt x="17571" y="2129"/>
                      <a:pt x="17514" y="1679"/>
                    </a:cubicBezTo>
                    <a:cubicBezTo>
                      <a:pt x="17448" y="1240"/>
                      <a:pt x="17341" y="745"/>
                      <a:pt x="16969" y="383"/>
                    </a:cubicBezTo>
                    <a:cubicBezTo>
                      <a:pt x="16871" y="296"/>
                      <a:pt x="16784" y="222"/>
                      <a:pt x="16643" y="165"/>
                    </a:cubicBezTo>
                    <a:cubicBezTo>
                      <a:pt x="16514" y="122"/>
                      <a:pt x="16397" y="103"/>
                      <a:pt x="16278" y="86"/>
                    </a:cubicBezTo>
                    <a:cubicBezTo>
                      <a:pt x="16039" y="53"/>
                      <a:pt x="15803" y="38"/>
                      <a:pt x="15564" y="25"/>
                    </a:cubicBezTo>
                    <a:cubicBezTo>
                      <a:pt x="15157" y="4"/>
                      <a:pt x="14744" y="1"/>
                      <a:pt x="1433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1462;p34">
                <a:extLst>
                  <a:ext uri="{FF2B5EF4-FFF2-40B4-BE49-F238E27FC236}">
                    <a16:creationId xmlns:a16="http://schemas.microsoft.com/office/drawing/2014/main" id="{B4E3D97D-A4B0-1D6C-F58A-903070B04696}"/>
                  </a:ext>
                </a:extLst>
              </p:cNvPr>
              <p:cNvSpPr/>
              <p:nvPr/>
            </p:nvSpPr>
            <p:spPr>
              <a:xfrm>
                <a:off x="10814025" y="5468600"/>
                <a:ext cx="23075" cy="41200"/>
              </a:xfrm>
              <a:custGeom>
                <a:avLst/>
                <a:gdLst/>
                <a:ahLst/>
                <a:cxnLst/>
                <a:rect l="l" t="t" r="r" b="b"/>
                <a:pathLst>
                  <a:path w="923" h="1648" extrusionOk="0">
                    <a:moveTo>
                      <a:pt x="526" y="1"/>
                    </a:moveTo>
                    <a:cubicBezTo>
                      <a:pt x="485" y="1"/>
                      <a:pt x="316" y="114"/>
                      <a:pt x="165" y="388"/>
                    </a:cubicBezTo>
                    <a:cubicBezTo>
                      <a:pt x="72" y="565"/>
                      <a:pt x="17" y="761"/>
                      <a:pt x="6" y="961"/>
                    </a:cubicBezTo>
                    <a:cubicBezTo>
                      <a:pt x="1" y="1075"/>
                      <a:pt x="10" y="1203"/>
                      <a:pt x="63" y="1333"/>
                    </a:cubicBezTo>
                    <a:cubicBezTo>
                      <a:pt x="112" y="1459"/>
                      <a:pt x="235" y="1596"/>
                      <a:pt x="396" y="1632"/>
                    </a:cubicBezTo>
                    <a:cubicBezTo>
                      <a:pt x="431" y="1642"/>
                      <a:pt x="469" y="1647"/>
                      <a:pt x="507" y="1647"/>
                    </a:cubicBezTo>
                    <a:cubicBezTo>
                      <a:pt x="635" y="1647"/>
                      <a:pt x="772" y="1590"/>
                      <a:pt x="840" y="1468"/>
                    </a:cubicBezTo>
                    <a:cubicBezTo>
                      <a:pt x="923" y="1316"/>
                      <a:pt x="899" y="1183"/>
                      <a:pt x="895" y="1081"/>
                    </a:cubicBezTo>
                    <a:cubicBezTo>
                      <a:pt x="881" y="892"/>
                      <a:pt x="856" y="704"/>
                      <a:pt x="819" y="519"/>
                    </a:cubicBezTo>
                    <a:cubicBezTo>
                      <a:pt x="755" y="209"/>
                      <a:pt x="679" y="24"/>
                      <a:pt x="645" y="24"/>
                    </a:cubicBezTo>
                    <a:cubicBezTo>
                      <a:pt x="645" y="24"/>
                      <a:pt x="644" y="25"/>
                      <a:pt x="644" y="25"/>
                    </a:cubicBezTo>
                    <a:cubicBezTo>
                      <a:pt x="609" y="32"/>
                      <a:pt x="627" y="229"/>
                      <a:pt x="646" y="542"/>
                    </a:cubicBezTo>
                    <a:cubicBezTo>
                      <a:pt x="656" y="699"/>
                      <a:pt x="666" y="884"/>
                      <a:pt x="668" y="1091"/>
                    </a:cubicBezTo>
                    <a:cubicBezTo>
                      <a:pt x="679" y="1286"/>
                      <a:pt x="646" y="1403"/>
                      <a:pt x="519" y="1403"/>
                    </a:cubicBezTo>
                    <a:cubicBezTo>
                      <a:pt x="500" y="1403"/>
                      <a:pt x="479" y="1400"/>
                      <a:pt x="456" y="1395"/>
                    </a:cubicBezTo>
                    <a:cubicBezTo>
                      <a:pt x="298" y="1363"/>
                      <a:pt x="228" y="1151"/>
                      <a:pt x="232" y="966"/>
                    </a:cubicBezTo>
                    <a:cubicBezTo>
                      <a:pt x="233" y="793"/>
                      <a:pt x="264" y="621"/>
                      <a:pt x="324" y="460"/>
                    </a:cubicBezTo>
                    <a:cubicBezTo>
                      <a:pt x="428" y="178"/>
                      <a:pt x="562" y="29"/>
                      <a:pt x="534" y="4"/>
                    </a:cubicBezTo>
                    <a:cubicBezTo>
                      <a:pt x="532" y="2"/>
                      <a:pt x="530" y="1"/>
                      <a:pt x="52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1463;p34">
                <a:extLst>
                  <a:ext uri="{FF2B5EF4-FFF2-40B4-BE49-F238E27FC236}">
                    <a16:creationId xmlns:a16="http://schemas.microsoft.com/office/drawing/2014/main" id="{2BF8471E-3062-726D-4DDE-02D2B2077A5F}"/>
                  </a:ext>
                </a:extLst>
              </p:cNvPr>
              <p:cNvSpPr/>
              <p:nvPr/>
            </p:nvSpPr>
            <p:spPr>
              <a:xfrm>
                <a:off x="10546350" y="5564375"/>
                <a:ext cx="201550" cy="23550"/>
              </a:xfrm>
              <a:custGeom>
                <a:avLst/>
                <a:gdLst/>
                <a:ahLst/>
                <a:cxnLst/>
                <a:rect l="l" t="t" r="r" b="b"/>
                <a:pathLst>
                  <a:path w="8062" h="942" extrusionOk="0">
                    <a:moveTo>
                      <a:pt x="1" y="1"/>
                    </a:moveTo>
                    <a:lnTo>
                      <a:pt x="1" y="941"/>
                    </a:lnTo>
                    <a:lnTo>
                      <a:pt x="8061" y="941"/>
                    </a:lnTo>
                    <a:lnTo>
                      <a:pt x="8061"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1464;p34">
                <a:extLst>
                  <a:ext uri="{FF2B5EF4-FFF2-40B4-BE49-F238E27FC236}">
                    <a16:creationId xmlns:a16="http://schemas.microsoft.com/office/drawing/2014/main" id="{2470636E-664F-A6A1-3EC5-DDED831CD03C}"/>
                  </a:ext>
                </a:extLst>
              </p:cNvPr>
              <p:cNvSpPr/>
              <p:nvPr/>
            </p:nvSpPr>
            <p:spPr>
              <a:xfrm>
                <a:off x="10460350" y="4949075"/>
                <a:ext cx="24900" cy="490150"/>
              </a:xfrm>
              <a:custGeom>
                <a:avLst/>
                <a:gdLst/>
                <a:ahLst/>
                <a:cxnLst/>
                <a:rect l="l" t="t" r="r" b="b"/>
                <a:pathLst>
                  <a:path w="996" h="19606" extrusionOk="0">
                    <a:moveTo>
                      <a:pt x="17" y="1"/>
                    </a:moveTo>
                    <a:cubicBezTo>
                      <a:pt x="17" y="1"/>
                      <a:pt x="17" y="1"/>
                      <a:pt x="17" y="1"/>
                    </a:cubicBezTo>
                    <a:cubicBezTo>
                      <a:pt x="1" y="2"/>
                      <a:pt x="15" y="277"/>
                      <a:pt x="55" y="772"/>
                    </a:cubicBezTo>
                    <a:cubicBezTo>
                      <a:pt x="99" y="1310"/>
                      <a:pt x="157" y="2016"/>
                      <a:pt x="227" y="2869"/>
                    </a:cubicBezTo>
                    <a:cubicBezTo>
                      <a:pt x="370" y="4638"/>
                      <a:pt x="541" y="7085"/>
                      <a:pt x="646" y="9792"/>
                    </a:cubicBezTo>
                    <a:cubicBezTo>
                      <a:pt x="749" y="12500"/>
                      <a:pt x="768" y="14953"/>
                      <a:pt x="762" y="16729"/>
                    </a:cubicBezTo>
                    <a:cubicBezTo>
                      <a:pt x="758" y="17585"/>
                      <a:pt x="755" y="18294"/>
                      <a:pt x="752" y="18832"/>
                    </a:cubicBezTo>
                    <a:cubicBezTo>
                      <a:pt x="751" y="19330"/>
                      <a:pt x="758" y="19604"/>
                      <a:pt x="775" y="19605"/>
                    </a:cubicBezTo>
                    <a:cubicBezTo>
                      <a:pt x="775" y="19605"/>
                      <a:pt x="775" y="19605"/>
                      <a:pt x="775" y="19605"/>
                    </a:cubicBezTo>
                    <a:cubicBezTo>
                      <a:pt x="792" y="19605"/>
                      <a:pt x="816" y="19331"/>
                      <a:pt x="848" y="18836"/>
                    </a:cubicBezTo>
                    <a:cubicBezTo>
                      <a:pt x="879" y="18339"/>
                      <a:pt x="910" y="17621"/>
                      <a:pt x="934" y="16732"/>
                    </a:cubicBezTo>
                    <a:cubicBezTo>
                      <a:pt x="986" y="14954"/>
                      <a:pt x="996" y="12495"/>
                      <a:pt x="890" y="9783"/>
                    </a:cubicBezTo>
                    <a:cubicBezTo>
                      <a:pt x="785" y="7071"/>
                      <a:pt x="587" y="4622"/>
                      <a:pt x="399" y="2852"/>
                    </a:cubicBezTo>
                    <a:cubicBezTo>
                      <a:pt x="306" y="1968"/>
                      <a:pt x="218" y="1254"/>
                      <a:pt x="149" y="762"/>
                    </a:cubicBezTo>
                    <a:cubicBezTo>
                      <a:pt x="81" y="271"/>
                      <a:pt x="35" y="1"/>
                      <a:pt x="17"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1465;p34">
                <a:extLst>
                  <a:ext uri="{FF2B5EF4-FFF2-40B4-BE49-F238E27FC236}">
                    <a16:creationId xmlns:a16="http://schemas.microsoft.com/office/drawing/2014/main" id="{13576F1E-FA3E-BD9E-7963-E73E5CF5044B}"/>
                  </a:ext>
                </a:extLst>
              </p:cNvPr>
              <p:cNvSpPr/>
              <p:nvPr/>
            </p:nvSpPr>
            <p:spPr>
              <a:xfrm>
                <a:off x="10673475" y="4520950"/>
                <a:ext cx="168600" cy="912150"/>
              </a:xfrm>
              <a:custGeom>
                <a:avLst/>
                <a:gdLst/>
                <a:ahLst/>
                <a:cxnLst/>
                <a:rect l="l" t="t" r="r" b="b"/>
                <a:pathLst>
                  <a:path w="6744" h="36486" extrusionOk="0">
                    <a:moveTo>
                      <a:pt x="7" y="0"/>
                    </a:moveTo>
                    <a:cubicBezTo>
                      <a:pt x="6" y="0"/>
                      <a:pt x="6" y="1"/>
                      <a:pt x="6" y="1"/>
                    </a:cubicBezTo>
                    <a:cubicBezTo>
                      <a:pt x="0" y="9"/>
                      <a:pt x="99" y="95"/>
                      <a:pt x="282" y="265"/>
                    </a:cubicBezTo>
                    <a:cubicBezTo>
                      <a:pt x="546" y="515"/>
                      <a:pt x="792" y="783"/>
                      <a:pt x="1018" y="1068"/>
                    </a:cubicBezTo>
                    <a:cubicBezTo>
                      <a:pt x="1613" y="1801"/>
                      <a:pt x="2316" y="3007"/>
                      <a:pt x="2763" y="4642"/>
                    </a:cubicBezTo>
                    <a:cubicBezTo>
                      <a:pt x="3231" y="6272"/>
                      <a:pt x="3413" y="8294"/>
                      <a:pt x="3663" y="10531"/>
                    </a:cubicBezTo>
                    <a:lnTo>
                      <a:pt x="4482" y="17809"/>
                    </a:lnTo>
                    <a:cubicBezTo>
                      <a:pt x="5083" y="22957"/>
                      <a:pt x="5627" y="27618"/>
                      <a:pt x="6025" y="31021"/>
                    </a:cubicBezTo>
                    <a:cubicBezTo>
                      <a:pt x="6231" y="32691"/>
                      <a:pt x="6400" y="34053"/>
                      <a:pt x="6520" y="35022"/>
                    </a:cubicBezTo>
                    <a:cubicBezTo>
                      <a:pt x="6580" y="35475"/>
                      <a:pt x="6630" y="35837"/>
                      <a:pt x="6667" y="36108"/>
                    </a:cubicBezTo>
                    <a:cubicBezTo>
                      <a:pt x="6703" y="36356"/>
                      <a:pt x="6725" y="36486"/>
                      <a:pt x="6734" y="36486"/>
                    </a:cubicBezTo>
                    <a:cubicBezTo>
                      <a:pt x="6734" y="36486"/>
                      <a:pt x="6734" y="36486"/>
                      <a:pt x="6734" y="36486"/>
                    </a:cubicBezTo>
                    <a:cubicBezTo>
                      <a:pt x="6743" y="36485"/>
                      <a:pt x="6737" y="36353"/>
                      <a:pt x="6716" y="36103"/>
                    </a:cubicBezTo>
                    <a:cubicBezTo>
                      <a:pt x="6690" y="35832"/>
                      <a:pt x="6657" y="35467"/>
                      <a:pt x="6614" y="35011"/>
                    </a:cubicBezTo>
                    <a:cubicBezTo>
                      <a:pt x="6513" y="34039"/>
                      <a:pt x="6371" y="32676"/>
                      <a:pt x="6197" y="31001"/>
                    </a:cubicBezTo>
                    <a:cubicBezTo>
                      <a:pt x="5818" y="27596"/>
                      <a:pt x="5298" y="22933"/>
                      <a:pt x="4725" y="17781"/>
                    </a:cubicBezTo>
                    <a:cubicBezTo>
                      <a:pt x="4428" y="15201"/>
                      <a:pt x="4145" y="12744"/>
                      <a:pt x="3887" y="10506"/>
                    </a:cubicBezTo>
                    <a:cubicBezTo>
                      <a:pt x="3625" y="8274"/>
                      <a:pt x="3425" y="6240"/>
                      <a:pt x="2929" y="4594"/>
                    </a:cubicBezTo>
                    <a:cubicBezTo>
                      <a:pt x="2454" y="2944"/>
                      <a:pt x="1717" y="1730"/>
                      <a:pt x="1093" y="1007"/>
                    </a:cubicBezTo>
                    <a:cubicBezTo>
                      <a:pt x="782" y="643"/>
                      <a:pt x="510" y="388"/>
                      <a:pt x="315" y="229"/>
                    </a:cubicBezTo>
                    <a:cubicBezTo>
                      <a:pt x="220" y="146"/>
                      <a:pt x="142" y="91"/>
                      <a:pt x="89" y="53"/>
                    </a:cubicBezTo>
                    <a:cubicBezTo>
                      <a:pt x="41" y="17"/>
                      <a:pt x="14" y="0"/>
                      <a:pt x="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1466;p34">
                <a:extLst>
                  <a:ext uri="{FF2B5EF4-FFF2-40B4-BE49-F238E27FC236}">
                    <a16:creationId xmlns:a16="http://schemas.microsoft.com/office/drawing/2014/main" id="{57F216A9-EC9B-10D7-2AD3-0015E54C7258}"/>
                  </a:ext>
                </a:extLst>
              </p:cNvPr>
              <p:cNvSpPr/>
              <p:nvPr/>
            </p:nvSpPr>
            <p:spPr>
              <a:xfrm>
                <a:off x="11373325" y="4281325"/>
                <a:ext cx="757625" cy="551875"/>
              </a:xfrm>
              <a:custGeom>
                <a:avLst/>
                <a:gdLst/>
                <a:ahLst/>
                <a:cxnLst/>
                <a:rect l="l" t="t" r="r" b="b"/>
                <a:pathLst>
                  <a:path w="30305" h="22075" extrusionOk="0">
                    <a:moveTo>
                      <a:pt x="22956" y="1"/>
                    </a:moveTo>
                    <a:cubicBezTo>
                      <a:pt x="22956" y="1"/>
                      <a:pt x="16319" y="11359"/>
                      <a:pt x="15697" y="11359"/>
                    </a:cubicBezTo>
                    <a:cubicBezTo>
                      <a:pt x="15684" y="11359"/>
                      <a:pt x="15675" y="11355"/>
                      <a:pt x="15667" y="11346"/>
                    </a:cubicBezTo>
                    <a:cubicBezTo>
                      <a:pt x="14681" y="10190"/>
                      <a:pt x="10226" y="5191"/>
                      <a:pt x="10226" y="5191"/>
                    </a:cubicBezTo>
                    <a:lnTo>
                      <a:pt x="1" y="7842"/>
                    </a:lnTo>
                    <a:cubicBezTo>
                      <a:pt x="1" y="7842"/>
                      <a:pt x="5347" y="20278"/>
                      <a:pt x="14356" y="21923"/>
                    </a:cubicBezTo>
                    <a:cubicBezTo>
                      <a:pt x="14916" y="22025"/>
                      <a:pt x="15460" y="22074"/>
                      <a:pt x="15987" y="22074"/>
                    </a:cubicBezTo>
                    <a:cubicBezTo>
                      <a:pt x="26421" y="22074"/>
                      <a:pt x="30304" y="2960"/>
                      <a:pt x="30304" y="2960"/>
                    </a:cubicBezTo>
                    <a:lnTo>
                      <a:pt x="22956"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1467;p34">
                <a:extLst>
                  <a:ext uri="{FF2B5EF4-FFF2-40B4-BE49-F238E27FC236}">
                    <a16:creationId xmlns:a16="http://schemas.microsoft.com/office/drawing/2014/main" id="{E5C75C2F-3B4E-EA86-596C-2CD3E5A520A5}"/>
                  </a:ext>
                </a:extLst>
              </p:cNvPr>
              <p:cNvSpPr/>
              <p:nvPr/>
            </p:nvSpPr>
            <p:spPr>
              <a:xfrm>
                <a:off x="11928600" y="4044800"/>
                <a:ext cx="266550" cy="383175"/>
              </a:xfrm>
              <a:custGeom>
                <a:avLst/>
                <a:gdLst/>
                <a:ahLst/>
                <a:cxnLst/>
                <a:rect l="l" t="t" r="r" b="b"/>
                <a:pathLst>
                  <a:path w="10662" h="15327" extrusionOk="0">
                    <a:moveTo>
                      <a:pt x="6484" y="0"/>
                    </a:moveTo>
                    <a:cubicBezTo>
                      <a:pt x="6331" y="0"/>
                      <a:pt x="6124" y="93"/>
                      <a:pt x="5842" y="335"/>
                    </a:cubicBezTo>
                    <a:cubicBezTo>
                      <a:pt x="4646" y="1366"/>
                      <a:pt x="2247" y="5726"/>
                      <a:pt x="2247" y="5726"/>
                    </a:cubicBezTo>
                    <a:cubicBezTo>
                      <a:pt x="1734" y="5072"/>
                      <a:pt x="1191" y="4903"/>
                      <a:pt x="767" y="4903"/>
                    </a:cubicBezTo>
                    <a:cubicBezTo>
                      <a:pt x="316" y="4903"/>
                      <a:pt x="1" y="5094"/>
                      <a:pt x="1" y="5094"/>
                    </a:cubicBezTo>
                    <a:cubicBezTo>
                      <a:pt x="1" y="5094"/>
                      <a:pt x="588" y="5915"/>
                      <a:pt x="1043" y="6876"/>
                    </a:cubicBezTo>
                    <a:cubicBezTo>
                      <a:pt x="1477" y="7795"/>
                      <a:pt x="466" y="9936"/>
                      <a:pt x="466" y="9936"/>
                    </a:cubicBezTo>
                    <a:lnTo>
                      <a:pt x="7284" y="15327"/>
                    </a:lnTo>
                    <a:cubicBezTo>
                      <a:pt x="7284" y="15327"/>
                      <a:pt x="8948" y="12017"/>
                      <a:pt x="9339" y="10943"/>
                    </a:cubicBezTo>
                    <a:cubicBezTo>
                      <a:pt x="10274" y="8368"/>
                      <a:pt x="10405" y="7394"/>
                      <a:pt x="10530" y="6860"/>
                    </a:cubicBezTo>
                    <a:cubicBezTo>
                      <a:pt x="10610" y="6521"/>
                      <a:pt x="10636" y="5166"/>
                      <a:pt x="10654" y="4093"/>
                    </a:cubicBezTo>
                    <a:cubicBezTo>
                      <a:pt x="10662" y="3598"/>
                      <a:pt x="10344" y="3213"/>
                      <a:pt x="9992" y="2865"/>
                    </a:cubicBezTo>
                    <a:cubicBezTo>
                      <a:pt x="9947" y="2821"/>
                      <a:pt x="9923" y="2727"/>
                      <a:pt x="9946" y="2553"/>
                    </a:cubicBezTo>
                    <a:cubicBezTo>
                      <a:pt x="10125" y="1143"/>
                      <a:pt x="9210" y="1021"/>
                      <a:pt x="8888" y="1021"/>
                    </a:cubicBezTo>
                    <a:cubicBezTo>
                      <a:pt x="8820" y="1021"/>
                      <a:pt x="8778" y="1026"/>
                      <a:pt x="8778" y="1026"/>
                    </a:cubicBezTo>
                    <a:cubicBezTo>
                      <a:pt x="8715" y="574"/>
                      <a:pt x="8476" y="425"/>
                      <a:pt x="8188" y="425"/>
                    </a:cubicBezTo>
                    <a:cubicBezTo>
                      <a:pt x="7632" y="425"/>
                      <a:pt x="6897" y="977"/>
                      <a:pt x="6897" y="977"/>
                    </a:cubicBezTo>
                    <a:cubicBezTo>
                      <a:pt x="6897" y="977"/>
                      <a:pt x="6980" y="0"/>
                      <a:pt x="6484"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1468;p34">
                <a:extLst>
                  <a:ext uri="{FF2B5EF4-FFF2-40B4-BE49-F238E27FC236}">
                    <a16:creationId xmlns:a16="http://schemas.microsoft.com/office/drawing/2014/main" id="{4D72130C-0304-890F-69F6-F04834A643E6}"/>
                  </a:ext>
                </a:extLst>
              </p:cNvPr>
              <p:cNvSpPr/>
              <p:nvPr/>
            </p:nvSpPr>
            <p:spPr>
              <a:xfrm>
                <a:off x="12060950" y="4067425"/>
                <a:ext cx="42050" cy="101250"/>
              </a:xfrm>
              <a:custGeom>
                <a:avLst/>
                <a:gdLst/>
                <a:ahLst/>
                <a:cxnLst/>
                <a:rect l="l" t="t" r="r" b="b"/>
                <a:pathLst>
                  <a:path w="1682" h="4050" extrusionOk="0">
                    <a:moveTo>
                      <a:pt x="1598" y="1"/>
                    </a:moveTo>
                    <a:cubicBezTo>
                      <a:pt x="1576" y="1"/>
                      <a:pt x="1555" y="11"/>
                      <a:pt x="1542" y="37"/>
                    </a:cubicBezTo>
                    <a:cubicBezTo>
                      <a:pt x="901" y="1236"/>
                      <a:pt x="477" y="2622"/>
                      <a:pt x="31" y="3906"/>
                    </a:cubicBezTo>
                    <a:cubicBezTo>
                      <a:pt x="0" y="3993"/>
                      <a:pt x="72" y="4049"/>
                      <a:pt x="144" y="4049"/>
                    </a:cubicBezTo>
                    <a:cubicBezTo>
                      <a:pt x="192" y="4049"/>
                      <a:pt x="240" y="4025"/>
                      <a:pt x="260" y="3968"/>
                    </a:cubicBezTo>
                    <a:cubicBezTo>
                      <a:pt x="718" y="2695"/>
                      <a:pt x="1372" y="1409"/>
                      <a:pt x="1671" y="90"/>
                    </a:cubicBezTo>
                    <a:cubicBezTo>
                      <a:pt x="1682" y="41"/>
                      <a:pt x="1639" y="1"/>
                      <a:pt x="1598"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1469;p34">
                <a:extLst>
                  <a:ext uri="{FF2B5EF4-FFF2-40B4-BE49-F238E27FC236}">
                    <a16:creationId xmlns:a16="http://schemas.microsoft.com/office/drawing/2014/main" id="{73F54088-2428-58C5-E692-0C0E5294F01C}"/>
                  </a:ext>
                </a:extLst>
              </p:cNvPr>
              <p:cNvSpPr/>
              <p:nvPr/>
            </p:nvSpPr>
            <p:spPr>
              <a:xfrm>
                <a:off x="12144475" y="4114875"/>
                <a:ext cx="33700" cy="79175"/>
              </a:xfrm>
              <a:custGeom>
                <a:avLst/>
                <a:gdLst/>
                <a:ahLst/>
                <a:cxnLst/>
                <a:rect l="l" t="t" r="r" b="b"/>
                <a:pathLst>
                  <a:path w="1348" h="3167" extrusionOk="0">
                    <a:moveTo>
                      <a:pt x="1266" y="1"/>
                    </a:moveTo>
                    <a:cubicBezTo>
                      <a:pt x="1245" y="1"/>
                      <a:pt x="1224" y="11"/>
                      <a:pt x="1210" y="35"/>
                    </a:cubicBezTo>
                    <a:cubicBezTo>
                      <a:pt x="683" y="924"/>
                      <a:pt x="367" y="2048"/>
                      <a:pt x="31" y="3022"/>
                    </a:cubicBezTo>
                    <a:cubicBezTo>
                      <a:pt x="0" y="3109"/>
                      <a:pt x="71" y="3166"/>
                      <a:pt x="144" y="3166"/>
                    </a:cubicBezTo>
                    <a:cubicBezTo>
                      <a:pt x="192" y="3166"/>
                      <a:pt x="240" y="3142"/>
                      <a:pt x="260" y="3085"/>
                    </a:cubicBezTo>
                    <a:cubicBezTo>
                      <a:pt x="608" y="2123"/>
                      <a:pt x="1157" y="1096"/>
                      <a:pt x="1338" y="90"/>
                    </a:cubicBezTo>
                    <a:cubicBezTo>
                      <a:pt x="1347" y="40"/>
                      <a:pt x="1306" y="1"/>
                      <a:pt x="1266"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1470;p34">
                <a:extLst>
                  <a:ext uri="{FF2B5EF4-FFF2-40B4-BE49-F238E27FC236}">
                    <a16:creationId xmlns:a16="http://schemas.microsoft.com/office/drawing/2014/main" id="{9475A869-EE1F-8EA3-9481-6C7F9156293A}"/>
                  </a:ext>
                </a:extLst>
              </p:cNvPr>
              <p:cNvSpPr/>
              <p:nvPr/>
            </p:nvSpPr>
            <p:spPr>
              <a:xfrm>
                <a:off x="12105350" y="4070500"/>
                <a:ext cx="44575" cy="112225"/>
              </a:xfrm>
              <a:custGeom>
                <a:avLst/>
                <a:gdLst/>
                <a:ahLst/>
                <a:cxnLst/>
                <a:rect l="l" t="t" r="r" b="b"/>
                <a:pathLst>
                  <a:path w="1783" h="4489" extrusionOk="0">
                    <a:moveTo>
                      <a:pt x="1715" y="1"/>
                    </a:moveTo>
                    <a:cubicBezTo>
                      <a:pt x="1645" y="1"/>
                      <a:pt x="1286" y="998"/>
                      <a:pt x="829" y="2221"/>
                    </a:cubicBezTo>
                    <a:cubicBezTo>
                      <a:pt x="370" y="3456"/>
                      <a:pt x="0" y="4460"/>
                      <a:pt x="65" y="4488"/>
                    </a:cubicBezTo>
                    <a:cubicBezTo>
                      <a:pt x="66" y="4488"/>
                      <a:pt x="66" y="4488"/>
                      <a:pt x="67" y="4488"/>
                    </a:cubicBezTo>
                    <a:cubicBezTo>
                      <a:pt x="138" y="4488"/>
                      <a:pt x="604" y="3532"/>
                      <a:pt x="1059" y="2307"/>
                    </a:cubicBezTo>
                    <a:cubicBezTo>
                      <a:pt x="1523" y="1065"/>
                      <a:pt x="1783" y="20"/>
                      <a:pt x="1717" y="1"/>
                    </a:cubicBezTo>
                    <a:cubicBezTo>
                      <a:pt x="1717" y="1"/>
                      <a:pt x="1716" y="1"/>
                      <a:pt x="1715"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1471;p34">
                <a:extLst>
                  <a:ext uri="{FF2B5EF4-FFF2-40B4-BE49-F238E27FC236}">
                    <a16:creationId xmlns:a16="http://schemas.microsoft.com/office/drawing/2014/main" id="{0FB5A654-10F9-7700-753F-12CAC0FEE96B}"/>
                  </a:ext>
                </a:extLst>
              </p:cNvPr>
              <p:cNvSpPr/>
              <p:nvPr/>
            </p:nvSpPr>
            <p:spPr>
              <a:xfrm>
                <a:off x="12065425" y="6261250"/>
                <a:ext cx="374025" cy="145975"/>
              </a:xfrm>
              <a:custGeom>
                <a:avLst/>
                <a:gdLst/>
                <a:ahLst/>
                <a:cxnLst/>
                <a:rect l="l" t="t" r="r" b="b"/>
                <a:pathLst>
                  <a:path w="14961" h="5839" extrusionOk="0">
                    <a:moveTo>
                      <a:pt x="588" y="0"/>
                    </a:moveTo>
                    <a:lnTo>
                      <a:pt x="0" y="5839"/>
                    </a:lnTo>
                    <a:lnTo>
                      <a:pt x="14961" y="5839"/>
                    </a:lnTo>
                    <a:cubicBezTo>
                      <a:pt x="14723" y="3973"/>
                      <a:pt x="13093" y="2917"/>
                      <a:pt x="9647" y="2917"/>
                    </a:cubicBezTo>
                    <a:cubicBezTo>
                      <a:pt x="9559" y="2917"/>
                      <a:pt x="9469" y="2918"/>
                      <a:pt x="9379" y="2919"/>
                    </a:cubicBezTo>
                    <a:lnTo>
                      <a:pt x="9658" y="0"/>
                    </a:lnTo>
                    <a:close/>
                  </a:path>
                </a:pathLst>
              </a:custGeom>
              <a:solidFill>
                <a:srgbClr val="8C5C5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1472;p34">
                <a:extLst>
                  <a:ext uri="{FF2B5EF4-FFF2-40B4-BE49-F238E27FC236}">
                    <a16:creationId xmlns:a16="http://schemas.microsoft.com/office/drawing/2014/main" id="{E133E153-2A5D-3AE3-0534-7EFE04F10143}"/>
                  </a:ext>
                </a:extLst>
              </p:cNvPr>
              <p:cNvSpPr/>
              <p:nvPr/>
            </p:nvSpPr>
            <p:spPr>
              <a:xfrm>
                <a:off x="12317625" y="6338850"/>
                <a:ext cx="24575" cy="36075"/>
              </a:xfrm>
              <a:custGeom>
                <a:avLst/>
                <a:gdLst/>
                <a:ahLst/>
                <a:cxnLst/>
                <a:rect l="l" t="t" r="r" b="b"/>
                <a:pathLst>
                  <a:path w="983" h="1443" extrusionOk="0">
                    <a:moveTo>
                      <a:pt x="917" y="1"/>
                    </a:moveTo>
                    <a:cubicBezTo>
                      <a:pt x="830" y="1"/>
                      <a:pt x="520" y="212"/>
                      <a:pt x="288" y="596"/>
                    </a:cubicBezTo>
                    <a:cubicBezTo>
                      <a:pt x="29" y="1020"/>
                      <a:pt x="1" y="1432"/>
                      <a:pt x="65" y="1442"/>
                    </a:cubicBezTo>
                    <a:cubicBezTo>
                      <a:pt x="67" y="1442"/>
                      <a:pt x="68" y="1442"/>
                      <a:pt x="70" y="1442"/>
                    </a:cubicBezTo>
                    <a:cubicBezTo>
                      <a:pt x="139" y="1442"/>
                      <a:pt x="267" y="1097"/>
                      <a:pt x="498" y="723"/>
                    </a:cubicBezTo>
                    <a:cubicBezTo>
                      <a:pt x="729" y="338"/>
                      <a:pt x="982" y="63"/>
                      <a:pt x="937" y="8"/>
                    </a:cubicBezTo>
                    <a:cubicBezTo>
                      <a:pt x="933" y="3"/>
                      <a:pt x="926" y="1"/>
                      <a:pt x="91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1473;p34">
                <a:extLst>
                  <a:ext uri="{FF2B5EF4-FFF2-40B4-BE49-F238E27FC236}">
                    <a16:creationId xmlns:a16="http://schemas.microsoft.com/office/drawing/2014/main" id="{7B8DCC5E-F57F-BF45-6F60-EDD06FB19AF1}"/>
                  </a:ext>
                </a:extLst>
              </p:cNvPr>
              <p:cNvSpPr/>
              <p:nvPr/>
            </p:nvSpPr>
            <p:spPr>
              <a:xfrm>
                <a:off x="12278375" y="6333950"/>
                <a:ext cx="27300" cy="33900"/>
              </a:xfrm>
              <a:custGeom>
                <a:avLst/>
                <a:gdLst/>
                <a:ahLst/>
                <a:cxnLst/>
                <a:rect l="l" t="t" r="r" b="b"/>
                <a:pathLst>
                  <a:path w="1092" h="1356" extrusionOk="0">
                    <a:moveTo>
                      <a:pt x="1027" y="0"/>
                    </a:moveTo>
                    <a:cubicBezTo>
                      <a:pt x="928" y="0"/>
                      <a:pt x="601" y="169"/>
                      <a:pt x="342" y="523"/>
                    </a:cubicBezTo>
                    <a:cubicBezTo>
                      <a:pt x="43" y="926"/>
                      <a:pt x="0" y="1344"/>
                      <a:pt x="64" y="1355"/>
                    </a:cubicBezTo>
                    <a:cubicBezTo>
                      <a:pt x="65" y="1355"/>
                      <a:pt x="67" y="1355"/>
                      <a:pt x="69" y="1355"/>
                    </a:cubicBezTo>
                    <a:cubicBezTo>
                      <a:pt x="139" y="1355"/>
                      <a:pt x="279" y="1017"/>
                      <a:pt x="540" y="668"/>
                    </a:cubicBezTo>
                    <a:cubicBezTo>
                      <a:pt x="802" y="306"/>
                      <a:pt x="1092" y="71"/>
                      <a:pt x="1054" y="11"/>
                    </a:cubicBezTo>
                    <a:cubicBezTo>
                      <a:pt x="1051" y="4"/>
                      <a:pt x="1041" y="0"/>
                      <a:pt x="102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1474;p34">
                <a:extLst>
                  <a:ext uri="{FF2B5EF4-FFF2-40B4-BE49-F238E27FC236}">
                    <a16:creationId xmlns:a16="http://schemas.microsoft.com/office/drawing/2014/main" id="{8B9E5752-9995-6009-2F83-5256079498E9}"/>
                  </a:ext>
                </a:extLst>
              </p:cNvPr>
              <p:cNvSpPr/>
              <p:nvPr/>
            </p:nvSpPr>
            <p:spPr>
              <a:xfrm>
                <a:off x="12251300" y="6314350"/>
                <a:ext cx="51400" cy="13225"/>
              </a:xfrm>
              <a:custGeom>
                <a:avLst/>
                <a:gdLst/>
                <a:ahLst/>
                <a:cxnLst/>
                <a:rect l="l" t="t" r="r" b="b"/>
                <a:pathLst>
                  <a:path w="2056" h="529" extrusionOk="0">
                    <a:moveTo>
                      <a:pt x="1277" y="0"/>
                    </a:moveTo>
                    <a:cubicBezTo>
                      <a:pt x="1185" y="0"/>
                      <a:pt x="1087" y="7"/>
                      <a:pt x="986" y="23"/>
                    </a:cubicBezTo>
                    <a:cubicBezTo>
                      <a:pt x="376" y="113"/>
                      <a:pt x="1" y="474"/>
                      <a:pt x="45" y="520"/>
                    </a:cubicBezTo>
                    <a:cubicBezTo>
                      <a:pt x="50" y="526"/>
                      <a:pt x="58" y="529"/>
                      <a:pt x="71" y="529"/>
                    </a:cubicBezTo>
                    <a:cubicBezTo>
                      <a:pt x="175" y="529"/>
                      <a:pt x="540" y="334"/>
                      <a:pt x="1022" y="265"/>
                    </a:cubicBezTo>
                    <a:cubicBezTo>
                      <a:pt x="1195" y="237"/>
                      <a:pt x="1359" y="230"/>
                      <a:pt x="1502" y="230"/>
                    </a:cubicBezTo>
                    <a:cubicBezTo>
                      <a:pt x="1685" y="230"/>
                      <a:pt x="1834" y="242"/>
                      <a:pt x="1927" y="242"/>
                    </a:cubicBezTo>
                    <a:cubicBezTo>
                      <a:pt x="1989" y="242"/>
                      <a:pt x="2026" y="237"/>
                      <a:pt x="2032" y="219"/>
                    </a:cubicBezTo>
                    <a:cubicBezTo>
                      <a:pt x="2056" y="170"/>
                      <a:pt x="1737" y="0"/>
                      <a:pt x="127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1475;p34">
                <a:extLst>
                  <a:ext uri="{FF2B5EF4-FFF2-40B4-BE49-F238E27FC236}">
                    <a16:creationId xmlns:a16="http://schemas.microsoft.com/office/drawing/2014/main" id="{5DB74DBF-0D96-6C79-D38B-6325569B689E}"/>
                  </a:ext>
                </a:extLst>
              </p:cNvPr>
              <p:cNvSpPr/>
              <p:nvPr/>
            </p:nvSpPr>
            <p:spPr>
              <a:xfrm>
                <a:off x="12075950" y="6388600"/>
                <a:ext cx="360200" cy="6150"/>
              </a:xfrm>
              <a:custGeom>
                <a:avLst/>
                <a:gdLst/>
                <a:ahLst/>
                <a:cxnLst/>
                <a:rect l="l" t="t" r="r" b="b"/>
                <a:pathLst>
                  <a:path w="14408" h="246" extrusionOk="0">
                    <a:moveTo>
                      <a:pt x="7203" y="1"/>
                    </a:moveTo>
                    <a:cubicBezTo>
                      <a:pt x="3225" y="1"/>
                      <a:pt x="0" y="55"/>
                      <a:pt x="0" y="123"/>
                    </a:cubicBezTo>
                    <a:cubicBezTo>
                      <a:pt x="0" y="190"/>
                      <a:pt x="3224" y="246"/>
                      <a:pt x="7203" y="246"/>
                    </a:cubicBezTo>
                    <a:cubicBezTo>
                      <a:pt x="11182" y="246"/>
                      <a:pt x="14407" y="190"/>
                      <a:pt x="14407" y="123"/>
                    </a:cubicBezTo>
                    <a:cubicBezTo>
                      <a:pt x="14407" y="56"/>
                      <a:pt x="11181" y="1"/>
                      <a:pt x="72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476;p34">
                <a:extLst>
                  <a:ext uri="{FF2B5EF4-FFF2-40B4-BE49-F238E27FC236}">
                    <a16:creationId xmlns:a16="http://schemas.microsoft.com/office/drawing/2014/main" id="{6CE9DC74-DFBC-8B50-6B3E-7BA553790B83}"/>
                  </a:ext>
                </a:extLst>
              </p:cNvPr>
              <p:cNvSpPr/>
              <p:nvPr/>
            </p:nvSpPr>
            <p:spPr>
              <a:xfrm>
                <a:off x="12074300" y="6315100"/>
                <a:ext cx="123475" cy="77475"/>
              </a:xfrm>
              <a:custGeom>
                <a:avLst/>
                <a:gdLst/>
                <a:ahLst/>
                <a:cxnLst/>
                <a:rect l="l" t="t" r="r" b="b"/>
                <a:pathLst>
                  <a:path w="4939" h="3099" extrusionOk="0">
                    <a:moveTo>
                      <a:pt x="529" y="1"/>
                    </a:moveTo>
                    <a:cubicBezTo>
                      <a:pt x="194" y="1"/>
                      <a:pt x="1" y="46"/>
                      <a:pt x="3" y="65"/>
                    </a:cubicBezTo>
                    <a:cubicBezTo>
                      <a:pt x="5" y="106"/>
                      <a:pt x="350" y="98"/>
                      <a:pt x="886" y="190"/>
                    </a:cubicBezTo>
                    <a:cubicBezTo>
                      <a:pt x="1422" y="279"/>
                      <a:pt x="2150" y="503"/>
                      <a:pt x="2856" y="936"/>
                    </a:cubicBezTo>
                    <a:cubicBezTo>
                      <a:pt x="3560" y="1374"/>
                      <a:pt x="4086" y="1924"/>
                      <a:pt x="4406" y="2364"/>
                    </a:cubicBezTo>
                    <a:cubicBezTo>
                      <a:pt x="4720" y="2792"/>
                      <a:pt x="4867" y="3099"/>
                      <a:pt x="4910" y="3099"/>
                    </a:cubicBezTo>
                    <a:cubicBezTo>
                      <a:pt x="4911" y="3099"/>
                      <a:pt x="4912" y="3099"/>
                      <a:pt x="4913" y="3098"/>
                    </a:cubicBezTo>
                    <a:cubicBezTo>
                      <a:pt x="4938" y="3089"/>
                      <a:pt x="4846" y="2748"/>
                      <a:pt x="4550" y="2266"/>
                    </a:cubicBezTo>
                    <a:cubicBezTo>
                      <a:pt x="4255" y="1786"/>
                      <a:pt x="3723" y="1186"/>
                      <a:pt x="2985" y="728"/>
                    </a:cubicBezTo>
                    <a:cubicBezTo>
                      <a:pt x="2245" y="273"/>
                      <a:pt x="1470" y="65"/>
                      <a:pt x="909" y="19"/>
                    </a:cubicBezTo>
                    <a:cubicBezTo>
                      <a:pt x="768" y="6"/>
                      <a:pt x="640" y="1"/>
                      <a:pt x="529"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477;p34">
                <a:extLst>
                  <a:ext uri="{FF2B5EF4-FFF2-40B4-BE49-F238E27FC236}">
                    <a16:creationId xmlns:a16="http://schemas.microsoft.com/office/drawing/2014/main" id="{74313C0A-C4AF-72CA-940F-E56805B86D6F}"/>
                  </a:ext>
                </a:extLst>
              </p:cNvPr>
              <p:cNvSpPr/>
              <p:nvPr/>
            </p:nvSpPr>
            <p:spPr>
              <a:xfrm>
                <a:off x="12103375" y="6265875"/>
                <a:ext cx="14850" cy="53500"/>
              </a:xfrm>
              <a:custGeom>
                <a:avLst/>
                <a:gdLst/>
                <a:ahLst/>
                <a:cxnLst/>
                <a:rect l="l" t="t" r="r" b="b"/>
                <a:pathLst>
                  <a:path w="594" h="2140" extrusionOk="0">
                    <a:moveTo>
                      <a:pt x="516" y="1"/>
                    </a:moveTo>
                    <a:cubicBezTo>
                      <a:pt x="447" y="1"/>
                      <a:pt x="348" y="475"/>
                      <a:pt x="227" y="1056"/>
                    </a:cubicBezTo>
                    <a:cubicBezTo>
                      <a:pt x="105" y="1640"/>
                      <a:pt x="1" y="2117"/>
                      <a:pt x="66" y="2139"/>
                    </a:cubicBezTo>
                    <a:cubicBezTo>
                      <a:pt x="67" y="2139"/>
                      <a:pt x="69" y="2139"/>
                      <a:pt x="71" y="2139"/>
                    </a:cubicBezTo>
                    <a:cubicBezTo>
                      <a:pt x="139" y="2139"/>
                      <a:pt x="342" y="1692"/>
                      <a:pt x="467" y="1106"/>
                    </a:cubicBezTo>
                    <a:cubicBezTo>
                      <a:pt x="594" y="506"/>
                      <a:pt x="582" y="5"/>
                      <a:pt x="517" y="1"/>
                    </a:cubicBezTo>
                    <a:cubicBezTo>
                      <a:pt x="516" y="1"/>
                      <a:pt x="516" y="1"/>
                      <a:pt x="516"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478;p34">
                <a:extLst>
                  <a:ext uri="{FF2B5EF4-FFF2-40B4-BE49-F238E27FC236}">
                    <a16:creationId xmlns:a16="http://schemas.microsoft.com/office/drawing/2014/main" id="{AEC02873-B734-D5DA-43F9-671784057B9B}"/>
                  </a:ext>
                </a:extLst>
              </p:cNvPr>
              <p:cNvSpPr/>
              <p:nvPr/>
            </p:nvSpPr>
            <p:spPr>
              <a:xfrm>
                <a:off x="12351725" y="6347000"/>
                <a:ext cx="35325" cy="44575"/>
              </a:xfrm>
              <a:custGeom>
                <a:avLst/>
                <a:gdLst/>
                <a:ahLst/>
                <a:cxnLst/>
                <a:rect l="l" t="t" r="r" b="b"/>
                <a:pathLst>
                  <a:path w="1413" h="1783" extrusionOk="0">
                    <a:moveTo>
                      <a:pt x="1302" y="0"/>
                    </a:moveTo>
                    <a:cubicBezTo>
                      <a:pt x="1237" y="0"/>
                      <a:pt x="1141" y="14"/>
                      <a:pt x="1024" y="51"/>
                    </a:cubicBezTo>
                    <a:cubicBezTo>
                      <a:pt x="808" y="121"/>
                      <a:pt x="518" y="290"/>
                      <a:pt x="302" y="578"/>
                    </a:cubicBezTo>
                    <a:cubicBezTo>
                      <a:pt x="88" y="867"/>
                      <a:pt x="8" y="1194"/>
                      <a:pt x="6" y="1421"/>
                    </a:cubicBezTo>
                    <a:cubicBezTo>
                      <a:pt x="0" y="1649"/>
                      <a:pt x="54" y="1782"/>
                      <a:pt x="85" y="1782"/>
                    </a:cubicBezTo>
                    <a:cubicBezTo>
                      <a:pt x="86" y="1782"/>
                      <a:pt x="86" y="1782"/>
                      <a:pt x="87" y="1782"/>
                    </a:cubicBezTo>
                    <a:cubicBezTo>
                      <a:pt x="157" y="1782"/>
                      <a:pt x="124" y="1226"/>
                      <a:pt x="499" y="725"/>
                    </a:cubicBezTo>
                    <a:cubicBezTo>
                      <a:pt x="871" y="220"/>
                      <a:pt x="1413" y="92"/>
                      <a:pt x="1394" y="25"/>
                    </a:cubicBezTo>
                    <a:cubicBezTo>
                      <a:pt x="1392" y="11"/>
                      <a:pt x="1359" y="0"/>
                      <a:pt x="1302"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479;p34">
                <a:extLst>
                  <a:ext uri="{FF2B5EF4-FFF2-40B4-BE49-F238E27FC236}">
                    <a16:creationId xmlns:a16="http://schemas.microsoft.com/office/drawing/2014/main" id="{2FDAD511-3212-42DB-6E13-8B3364BF393C}"/>
                  </a:ext>
                </a:extLst>
              </p:cNvPr>
              <p:cNvSpPr/>
              <p:nvPr/>
            </p:nvSpPr>
            <p:spPr>
              <a:xfrm>
                <a:off x="11187500" y="5022875"/>
                <a:ext cx="1162425" cy="1267875"/>
              </a:xfrm>
              <a:custGeom>
                <a:avLst/>
                <a:gdLst/>
                <a:ahLst/>
                <a:cxnLst/>
                <a:rect l="l" t="t" r="r" b="b"/>
                <a:pathLst>
                  <a:path w="46497" h="50715" extrusionOk="0">
                    <a:moveTo>
                      <a:pt x="22" y="0"/>
                    </a:moveTo>
                    <a:lnTo>
                      <a:pt x="20" y="1052"/>
                    </a:lnTo>
                    <a:cubicBezTo>
                      <a:pt x="1" y="9158"/>
                      <a:pt x="6327" y="15081"/>
                      <a:pt x="14433" y="15108"/>
                    </a:cubicBezTo>
                    <a:cubicBezTo>
                      <a:pt x="15289" y="15111"/>
                      <a:pt x="16157" y="15112"/>
                      <a:pt x="17023" y="15112"/>
                    </a:cubicBezTo>
                    <a:cubicBezTo>
                      <a:pt x="19023" y="15112"/>
                      <a:pt x="21021" y="15107"/>
                      <a:pt x="22875" y="15107"/>
                    </a:cubicBezTo>
                    <a:cubicBezTo>
                      <a:pt x="25564" y="15107"/>
                      <a:pt x="27950" y="15119"/>
                      <a:pt x="29599" y="15176"/>
                    </a:cubicBezTo>
                    <a:cubicBezTo>
                      <a:pt x="31053" y="15227"/>
                      <a:pt x="32224" y="16383"/>
                      <a:pt x="32296" y="17836"/>
                    </a:cubicBezTo>
                    <a:lnTo>
                      <a:pt x="31943" y="50715"/>
                    </a:lnTo>
                    <a:lnTo>
                      <a:pt x="45529" y="50715"/>
                    </a:lnTo>
                    <a:lnTo>
                      <a:pt x="46496" y="16127"/>
                    </a:lnTo>
                    <a:cubicBezTo>
                      <a:pt x="46496" y="7177"/>
                      <a:pt x="41993" y="163"/>
                      <a:pt x="33043" y="128"/>
                    </a:cubicBezTo>
                    <a:lnTo>
                      <a:pt x="22" y="0"/>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480;p34">
                <a:extLst>
                  <a:ext uri="{FF2B5EF4-FFF2-40B4-BE49-F238E27FC236}">
                    <a16:creationId xmlns:a16="http://schemas.microsoft.com/office/drawing/2014/main" id="{BAB750C0-011B-97D6-18EE-49BA59BC6B0C}"/>
                  </a:ext>
                </a:extLst>
              </p:cNvPr>
              <p:cNvSpPr/>
              <p:nvPr/>
            </p:nvSpPr>
            <p:spPr>
              <a:xfrm>
                <a:off x="11761400" y="6263525"/>
                <a:ext cx="374075" cy="145975"/>
              </a:xfrm>
              <a:custGeom>
                <a:avLst/>
                <a:gdLst/>
                <a:ahLst/>
                <a:cxnLst/>
                <a:rect l="l" t="t" r="r" b="b"/>
                <a:pathLst>
                  <a:path w="14963" h="5839" extrusionOk="0">
                    <a:moveTo>
                      <a:pt x="590" y="1"/>
                    </a:moveTo>
                    <a:lnTo>
                      <a:pt x="1" y="5839"/>
                    </a:lnTo>
                    <a:lnTo>
                      <a:pt x="14962" y="5839"/>
                    </a:lnTo>
                    <a:cubicBezTo>
                      <a:pt x="14725" y="3975"/>
                      <a:pt x="13097" y="2918"/>
                      <a:pt x="9653" y="2918"/>
                    </a:cubicBezTo>
                    <a:cubicBezTo>
                      <a:pt x="9564" y="2918"/>
                      <a:pt x="9473" y="2919"/>
                      <a:pt x="9381" y="2920"/>
                    </a:cubicBezTo>
                    <a:lnTo>
                      <a:pt x="9660"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481;p34">
                <a:extLst>
                  <a:ext uri="{FF2B5EF4-FFF2-40B4-BE49-F238E27FC236}">
                    <a16:creationId xmlns:a16="http://schemas.microsoft.com/office/drawing/2014/main" id="{496F7AC6-1C4D-AD79-AAED-028EE29FFDC1}"/>
                  </a:ext>
                </a:extLst>
              </p:cNvPr>
              <p:cNvSpPr/>
              <p:nvPr/>
            </p:nvSpPr>
            <p:spPr>
              <a:xfrm>
                <a:off x="12009675" y="6338850"/>
                <a:ext cx="24575" cy="36075"/>
              </a:xfrm>
              <a:custGeom>
                <a:avLst/>
                <a:gdLst/>
                <a:ahLst/>
                <a:cxnLst/>
                <a:rect l="l" t="t" r="r" b="b"/>
                <a:pathLst>
                  <a:path w="983" h="1443" extrusionOk="0">
                    <a:moveTo>
                      <a:pt x="917" y="1"/>
                    </a:moveTo>
                    <a:cubicBezTo>
                      <a:pt x="830" y="1"/>
                      <a:pt x="520" y="212"/>
                      <a:pt x="288" y="596"/>
                    </a:cubicBezTo>
                    <a:cubicBezTo>
                      <a:pt x="29" y="1020"/>
                      <a:pt x="0" y="1432"/>
                      <a:pt x="65" y="1442"/>
                    </a:cubicBezTo>
                    <a:cubicBezTo>
                      <a:pt x="66" y="1442"/>
                      <a:pt x="68" y="1442"/>
                      <a:pt x="69" y="1442"/>
                    </a:cubicBezTo>
                    <a:cubicBezTo>
                      <a:pt x="139" y="1442"/>
                      <a:pt x="266" y="1097"/>
                      <a:pt x="498" y="723"/>
                    </a:cubicBezTo>
                    <a:cubicBezTo>
                      <a:pt x="729" y="338"/>
                      <a:pt x="982" y="63"/>
                      <a:pt x="937" y="8"/>
                    </a:cubicBezTo>
                    <a:cubicBezTo>
                      <a:pt x="933" y="3"/>
                      <a:pt x="926" y="1"/>
                      <a:pt x="91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482;p34">
                <a:extLst>
                  <a:ext uri="{FF2B5EF4-FFF2-40B4-BE49-F238E27FC236}">
                    <a16:creationId xmlns:a16="http://schemas.microsoft.com/office/drawing/2014/main" id="{F9E6DA80-57D3-FB44-6134-1B6480C9CDEB}"/>
                  </a:ext>
                </a:extLst>
              </p:cNvPr>
              <p:cNvSpPr/>
              <p:nvPr/>
            </p:nvSpPr>
            <p:spPr>
              <a:xfrm>
                <a:off x="11970425" y="6333950"/>
                <a:ext cx="27300" cy="33900"/>
              </a:xfrm>
              <a:custGeom>
                <a:avLst/>
                <a:gdLst/>
                <a:ahLst/>
                <a:cxnLst/>
                <a:rect l="l" t="t" r="r" b="b"/>
                <a:pathLst>
                  <a:path w="1092" h="1356" extrusionOk="0">
                    <a:moveTo>
                      <a:pt x="1027" y="0"/>
                    </a:moveTo>
                    <a:cubicBezTo>
                      <a:pt x="928" y="0"/>
                      <a:pt x="601" y="169"/>
                      <a:pt x="342" y="523"/>
                    </a:cubicBezTo>
                    <a:cubicBezTo>
                      <a:pt x="43" y="926"/>
                      <a:pt x="0" y="1344"/>
                      <a:pt x="63" y="1355"/>
                    </a:cubicBezTo>
                    <a:cubicBezTo>
                      <a:pt x="65" y="1355"/>
                      <a:pt x="67" y="1355"/>
                      <a:pt x="69" y="1355"/>
                    </a:cubicBezTo>
                    <a:cubicBezTo>
                      <a:pt x="139" y="1355"/>
                      <a:pt x="279" y="1017"/>
                      <a:pt x="540" y="668"/>
                    </a:cubicBezTo>
                    <a:cubicBezTo>
                      <a:pt x="802" y="306"/>
                      <a:pt x="1092" y="71"/>
                      <a:pt x="1055" y="11"/>
                    </a:cubicBezTo>
                    <a:cubicBezTo>
                      <a:pt x="1051" y="4"/>
                      <a:pt x="1042" y="0"/>
                      <a:pt x="102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483;p34">
                <a:extLst>
                  <a:ext uri="{FF2B5EF4-FFF2-40B4-BE49-F238E27FC236}">
                    <a16:creationId xmlns:a16="http://schemas.microsoft.com/office/drawing/2014/main" id="{8CA7676A-7D2F-36B2-8D60-6C4A325FC05E}"/>
                  </a:ext>
                </a:extLst>
              </p:cNvPr>
              <p:cNvSpPr/>
              <p:nvPr/>
            </p:nvSpPr>
            <p:spPr>
              <a:xfrm>
                <a:off x="11943350" y="6314350"/>
                <a:ext cx="51400" cy="13225"/>
              </a:xfrm>
              <a:custGeom>
                <a:avLst/>
                <a:gdLst/>
                <a:ahLst/>
                <a:cxnLst/>
                <a:rect l="l" t="t" r="r" b="b"/>
                <a:pathLst>
                  <a:path w="2056" h="529" extrusionOk="0">
                    <a:moveTo>
                      <a:pt x="1276" y="0"/>
                    </a:moveTo>
                    <a:cubicBezTo>
                      <a:pt x="1184" y="0"/>
                      <a:pt x="1087" y="7"/>
                      <a:pt x="985" y="23"/>
                    </a:cubicBezTo>
                    <a:cubicBezTo>
                      <a:pt x="376" y="113"/>
                      <a:pt x="0" y="474"/>
                      <a:pt x="45" y="520"/>
                    </a:cubicBezTo>
                    <a:cubicBezTo>
                      <a:pt x="49" y="526"/>
                      <a:pt x="58" y="529"/>
                      <a:pt x="71" y="529"/>
                    </a:cubicBezTo>
                    <a:cubicBezTo>
                      <a:pt x="174" y="529"/>
                      <a:pt x="540" y="334"/>
                      <a:pt x="1022" y="265"/>
                    </a:cubicBezTo>
                    <a:cubicBezTo>
                      <a:pt x="1195" y="237"/>
                      <a:pt x="1359" y="230"/>
                      <a:pt x="1502" y="230"/>
                    </a:cubicBezTo>
                    <a:cubicBezTo>
                      <a:pt x="1685" y="230"/>
                      <a:pt x="1834" y="242"/>
                      <a:pt x="1927" y="242"/>
                    </a:cubicBezTo>
                    <a:cubicBezTo>
                      <a:pt x="1988" y="242"/>
                      <a:pt x="2025" y="237"/>
                      <a:pt x="2030" y="219"/>
                    </a:cubicBezTo>
                    <a:cubicBezTo>
                      <a:pt x="2055" y="170"/>
                      <a:pt x="1736" y="0"/>
                      <a:pt x="1276"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484;p34">
                <a:extLst>
                  <a:ext uri="{FF2B5EF4-FFF2-40B4-BE49-F238E27FC236}">
                    <a16:creationId xmlns:a16="http://schemas.microsoft.com/office/drawing/2014/main" id="{273D9D7D-94FC-1F62-8CB6-AEFC22345D55}"/>
                  </a:ext>
                </a:extLst>
              </p:cNvPr>
              <p:cNvSpPr/>
              <p:nvPr/>
            </p:nvSpPr>
            <p:spPr>
              <a:xfrm>
                <a:off x="11768000" y="6388600"/>
                <a:ext cx="360200" cy="6150"/>
              </a:xfrm>
              <a:custGeom>
                <a:avLst/>
                <a:gdLst/>
                <a:ahLst/>
                <a:cxnLst/>
                <a:rect l="l" t="t" r="r" b="b"/>
                <a:pathLst>
                  <a:path w="14408" h="246" extrusionOk="0">
                    <a:moveTo>
                      <a:pt x="7203" y="1"/>
                    </a:moveTo>
                    <a:cubicBezTo>
                      <a:pt x="3225" y="1"/>
                      <a:pt x="0" y="55"/>
                      <a:pt x="0" y="123"/>
                    </a:cubicBezTo>
                    <a:cubicBezTo>
                      <a:pt x="0" y="190"/>
                      <a:pt x="3223" y="246"/>
                      <a:pt x="7203" y="246"/>
                    </a:cubicBezTo>
                    <a:cubicBezTo>
                      <a:pt x="11183" y="246"/>
                      <a:pt x="14407" y="190"/>
                      <a:pt x="14407" y="123"/>
                    </a:cubicBezTo>
                    <a:cubicBezTo>
                      <a:pt x="14407" y="56"/>
                      <a:pt x="11181" y="1"/>
                      <a:pt x="72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485;p34">
                <a:extLst>
                  <a:ext uri="{FF2B5EF4-FFF2-40B4-BE49-F238E27FC236}">
                    <a16:creationId xmlns:a16="http://schemas.microsoft.com/office/drawing/2014/main" id="{B7B333AB-640D-9ED0-15C7-FFE1D9AC8244}"/>
                  </a:ext>
                </a:extLst>
              </p:cNvPr>
              <p:cNvSpPr/>
              <p:nvPr/>
            </p:nvSpPr>
            <p:spPr>
              <a:xfrm>
                <a:off x="11766350" y="6315100"/>
                <a:ext cx="123475" cy="77475"/>
              </a:xfrm>
              <a:custGeom>
                <a:avLst/>
                <a:gdLst/>
                <a:ahLst/>
                <a:cxnLst/>
                <a:rect l="l" t="t" r="r" b="b"/>
                <a:pathLst>
                  <a:path w="4939" h="3099" extrusionOk="0">
                    <a:moveTo>
                      <a:pt x="528" y="1"/>
                    </a:moveTo>
                    <a:cubicBezTo>
                      <a:pt x="194" y="1"/>
                      <a:pt x="0" y="46"/>
                      <a:pt x="3" y="65"/>
                    </a:cubicBezTo>
                    <a:cubicBezTo>
                      <a:pt x="4" y="106"/>
                      <a:pt x="348" y="98"/>
                      <a:pt x="886" y="190"/>
                    </a:cubicBezTo>
                    <a:cubicBezTo>
                      <a:pt x="1422" y="279"/>
                      <a:pt x="2150" y="503"/>
                      <a:pt x="2856" y="936"/>
                    </a:cubicBezTo>
                    <a:cubicBezTo>
                      <a:pt x="3560" y="1374"/>
                      <a:pt x="4086" y="1924"/>
                      <a:pt x="4406" y="2364"/>
                    </a:cubicBezTo>
                    <a:cubicBezTo>
                      <a:pt x="4720" y="2792"/>
                      <a:pt x="4867" y="3099"/>
                      <a:pt x="4909" y="3099"/>
                    </a:cubicBezTo>
                    <a:cubicBezTo>
                      <a:pt x="4911" y="3099"/>
                      <a:pt x="4912" y="3099"/>
                      <a:pt x="4913" y="3098"/>
                    </a:cubicBezTo>
                    <a:cubicBezTo>
                      <a:pt x="4938" y="3089"/>
                      <a:pt x="4846" y="2748"/>
                      <a:pt x="4549" y="2266"/>
                    </a:cubicBezTo>
                    <a:cubicBezTo>
                      <a:pt x="4255" y="1786"/>
                      <a:pt x="3723" y="1186"/>
                      <a:pt x="2985" y="728"/>
                    </a:cubicBezTo>
                    <a:cubicBezTo>
                      <a:pt x="2244" y="273"/>
                      <a:pt x="1470" y="65"/>
                      <a:pt x="909" y="19"/>
                    </a:cubicBezTo>
                    <a:cubicBezTo>
                      <a:pt x="768" y="6"/>
                      <a:pt x="640" y="1"/>
                      <a:pt x="528"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486;p34">
                <a:extLst>
                  <a:ext uri="{FF2B5EF4-FFF2-40B4-BE49-F238E27FC236}">
                    <a16:creationId xmlns:a16="http://schemas.microsoft.com/office/drawing/2014/main" id="{45554A0C-98A7-E57C-AB3D-DD65C2286DEE}"/>
                  </a:ext>
                </a:extLst>
              </p:cNvPr>
              <p:cNvSpPr/>
              <p:nvPr/>
            </p:nvSpPr>
            <p:spPr>
              <a:xfrm>
                <a:off x="11795425" y="6265875"/>
                <a:ext cx="14850" cy="53500"/>
              </a:xfrm>
              <a:custGeom>
                <a:avLst/>
                <a:gdLst/>
                <a:ahLst/>
                <a:cxnLst/>
                <a:rect l="l" t="t" r="r" b="b"/>
                <a:pathLst>
                  <a:path w="594" h="2140" extrusionOk="0">
                    <a:moveTo>
                      <a:pt x="515" y="1"/>
                    </a:moveTo>
                    <a:cubicBezTo>
                      <a:pt x="447" y="1"/>
                      <a:pt x="348" y="475"/>
                      <a:pt x="227" y="1056"/>
                    </a:cubicBezTo>
                    <a:cubicBezTo>
                      <a:pt x="105" y="1640"/>
                      <a:pt x="0" y="2117"/>
                      <a:pt x="66" y="2139"/>
                    </a:cubicBezTo>
                    <a:cubicBezTo>
                      <a:pt x="67" y="2139"/>
                      <a:pt x="69" y="2139"/>
                      <a:pt x="70" y="2139"/>
                    </a:cubicBezTo>
                    <a:cubicBezTo>
                      <a:pt x="139" y="2139"/>
                      <a:pt x="342" y="1692"/>
                      <a:pt x="467" y="1106"/>
                    </a:cubicBezTo>
                    <a:cubicBezTo>
                      <a:pt x="593" y="506"/>
                      <a:pt x="582" y="5"/>
                      <a:pt x="517" y="1"/>
                    </a:cubicBezTo>
                    <a:cubicBezTo>
                      <a:pt x="516" y="1"/>
                      <a:pt x="516" y="1"/>
                      <a:pt x="515"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487;p34">
                <a:extLst>
                  <a:ext uri="{FF2B5EF4-FFF2-40B4-BE49-F238E27FC236}">
                    <a16:creationId xmlns:a16="http://schemas.microsoft.com/office/drawing/2014/main" id="{4D8A0FB3-F07B-3E58-413F-E83510E0A340}"/>
                  </a:ext>
                </a:extLst>
              </p:cNvPr>
              <p:cNvSpPr/>
              <p:nvPr/>
            </p:nvSpPr>
            <p:spPr>
              <a:xfrm>
                <a:off x="12043775" y="6347000"/>
                <a:ext cx="35325" cy="44575"/>
              </a:xfrm>
              <a:custGeom>
                <a:avLst/>
                <a:gdLst/>
                <a:ahLst/>
                <a:cxnLst/>
                <a:rect l="l" t="t" r="r" b="b"/>
                <a:pathLst>
                  <a:path w="1413" h="1783" extrusionOk="0">
                    <a:moveTo>
                      <a:pt x="1301" y="0"/>
                    </a:moveTo>
                    <a:cubicBezTo>
                      <a:pt x="1236" y="0"/>
                      <a:pt x="1141" y="14"/>
                      <a:pt x="1024" y="51"/>
                    </a:cubicBezTo>
                    <a:cubicBezTo>
                      <a:pt x="808" y="121"/>
                      <a:pt x="518" y="290"/>
                      <a:pt x="302" y="578"/>
                    </a:cubicBezTo>
                    <a:cubicBezTo>
                      <a:pt x="88" y="867"/>
                      <a:pt x="8" y="1194"/>
                      <a:pt x="6" y="1421"/>
                    </a:cubicBezTo>
                    <a:cubicBezTo>
                      <a:pt x="0" y="1649"/>
                      <a:pt x="54" y="1782"/>
                      <a:pt x="85" y="1782"/>
                    </a:cubicBezTo>
                    <a:cubicBezTo>
                      <a:pt x="86" y="1782"/>
                      <a:pt x="86" y="1782"/>
                      <a:pt x="87" y="1782"/>
                    </a:cubicBezTo>
                    <a:cubicBezTo>
                      <a:pt x="157" y="1782"/>
                      <a:pt x="122" y="1226"/>
                      <a:pt x="499" y="725"/>
                    </a:cubicBezTo>
                    <a:cubicBezTo>
                      <a:pt x="871" y="220"/>
                      <a:pt x="1413" y="92"/>
                      <a:pt x="1394" y="25"/>
                    </a:cubicBezTo>
                    <a:cubicBezTo>
                      <a:pt x="1391" y="11"/>
                      <a:pt x="1358" y="0"/>
                      <a:pt x="130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1488;p34">
                <a:extLst>
                  <a:ext uri="{FF2B5EF4-FFF2-40B4-BE49-F238E27FC236}">
                    <a16:creationId xmlns:a16="http://schemas.microsoft.com/office/drawing/2014/main" id="{F4296B63-FCE9-301C-FBAC-4BEE886D3380}"/>
                  </a:ext>
                </a:extLst>
              </p:cNvPr>
              <p:cNvSpPr/>
              <p:nvPr/>
            </p:nvSpPr>
            <p:spPr>
              <a:xfrm>
                <a:off x="11010775" y="5026075"/>
                <a:ext cx="1077200" cy="1264675"/>
              </a:xfrm>
              <a:custGeom>
                <a:avLst/>
                <a:gdLst/>
                <a:ahLst/>
                <a:cxnLst/>
                <a:rect l="l" t="t" r="r" b="b"/>
                <a:pathLst>
                  <a:path w="43088" h="50587" extrusionOk="0">
                    <a:moveTo>
                      <a:pt x="29635" y="0"/>
                    </a:moveTo>
                    <a:lnTo>
                      <a:pt x="21" y="62"/>
                    </a:lnTo>
                    <a:lnTo>
                      <a:pt x="19" y="1113"/>
                    </a:lnTo>
                    <a:cubicBezTo>
                      <a:pt x="0" y="9219"/>
                      <a:pt x="2918" y="14953"/>
                      <a:pt x="11024" y="14980"/>
                    </a:cubicBezTo>
                    <a:cubicBezTo>
                      <a:pt x="11880" y="14983"/>
                      <a:pt x="12748" y="14984"/>
                      <a:pt x="13614" y="14984"/>
                    </a:cubicBezTo>
                    <a:cubicBezTo>
                      <a:pt x="15614" y="14984"/>
                      <a:pt x="17612" y="14979"/>
                      <a:pt x="19466" y="14979"/>
                    </a:cubicBezTo>
                    <a:cubicBezTo>
                      <a:pt x="22155" y="14979"/>
                      <a:pt x="24541" y="14991"/>
                      <a:pt x="26190" y="15048"/>
                    </a:cubicBezTo>
                    <a:cubicBezTo>
                      <a:pt x="27644" y="15099"/>
                      <a:pt x="28815" y="16255"/>
                      <a:pt x="28887" y="17708"/>
                    </a:cubicBezTo>
                    <a:lnTo>
                      <a:pt x="28534" y="50587"/>
                    </a:lnTo>
                    <a:lnTo>
                      <a:pt x="42120" y="50587"/>
                    </a:lnTo>
                    <a:lnTo>
                      <a:pt x="43087" y="15999"/>
                    </a:lnTo>
                    <a:cubicBezTo>
                      <a:pt x="43087" y="7049"/>
                      <a:pt x="38584" y="35"/>
                      <a:pt x="29635" y="0"/>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1489;p34">
                <a:extLst>
                  <a:ext uri="{FF2B5EF4-FFF2-40B4-BE49-F238E27FC236}">
                    <a16:creationId xmlns:a16="http://schemas.microsoft.com/office/drawing/2014/main" id="{C4A572B2-A5DB-D71C-7A37-80C495575FC1}"/>
                  </a:ext>
                </a:extLst>
              </p:cNvPr>
              <p:cNvSpPr/>
              <p:nvPr/>
            </p:nvSpPr>
            <p:spPr>
              <a:xfrm>
                <a:off x="11386900" y="3613850"/>
                <a:ext cx="351425" cy="616575"/>
              </a:xfrm>
              <a:custGeom>
                <a:avLst/>
                <a:gdLst/>
                <a:ahLst/>
                <a:cxnLst/>
                <a:rect l="l" t="t" r="r" b="b"/>
                <a:pathLst>
                  <a:path w="14057" h="24663" extrusionOk="0">
                    <a:moveTo>
                      <a:pt x="4034" y="1"/>
                    </a:moveTo>
                    <a:lnTo>
                      <a:pt x="1" y="20362"/>
                    </a:lnTo>
                    <a:cubicBezTo>
                      <a:pt x="1129" y="21493"/>
                      <a:pt x="2301" y="22602"/>
                      <a:pt x="3669" y="23426"/>
                    </a:cubicBezTo>
                    <a:cubicBezTo>
                      <a:pt x="4898" y="24164"/>
                      <a:pt x="6307" y="24663"/>
                      <a:pt x="7733" y="24663"/>
                    </a:cubicBezTo>
                    <a:cubicBezTo>
                      <a:pt x="7896" y="24663"/>
                      <a:pt x="8060" y="24656"/>
                      <a:pt x="8223" y="24643"/>
                    </a:cubicBezTo>
                    <a:cubicBezTo>
                      <a:pt x="10606" y="24446"/>
                      <a:pt x="12775" y="22654"/>
                      <a:pt x="13416" y="20351"/>
                    </a:cubicBezTo>
                    <a:cubicBezTo>
                      <a:pt x="14057" y="18047"/>
                      <a:pt x="13127" y="15391"/>
                      <a:pt x="11188" y="13992"/>
                    </a:cubicBezTo>
                    <a:cubicBezTo>
                      <a:pt x="10007" y="13139"/>
                      <a:pt x="8520" y="12730"/>
                      <a:pt x="7465" y="11725"/>
                    </a:cubicBezTo>
                    <a:cubicBezTo>
                      <a:pt x="5958" y="10290"/>
                      <a:pt x="5687" y="8017"/>
                      <a:pt x="5572" y="5939"/>
                    </a:cubicBezTo>
                    <a:cubicBezTo>
                      <a:pt x="5457" y="3860"/>
                      <a:pt x="5349" y="1615"/>
                      <a:pt x="4034" y="1"/>
                    </a:cubicBezTo>
                    <a:close/>
                  </a:path>
                </a:pathLst>
              </a:custGeom>
              <a:solidFill>
                <a:srgbClr val="2D161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1490;p34">
                <a:extLst>
                  <a:ext uri="{FF2B5EF4-FFF2-40B4-BE49-F238E27FC236}">
                    <a16:creationId xmlns:a16="http://schemas.microsoft.com/office/drawing/2014/main" id="{93D2B5E9-B261-82E2-5002-2A10530CA50B}"/>
                  </a:ext>
                </a:extLst>
              </p:cNvPr>
              <p:cNvSpPr/>
              <p:nvPr/>
            </p:nvSpPr>
            <p:spPr>
              <a:xfrm>
                <a:off x="10873500" y="3538850"/>
                <a:ext cx="485000" cy="646675"/>
              </a:xfrm>
              <a:custGeom>
                <a:avLst/>
                <a:gdLst/>
                <a:ahLst/>
                <a:cxnLst/>
                <a:rect l="l" t="t" r="r" b="b"/>
                <a:pathLst>
                  <a:path w="19400" h="25867" extrusionOk="0">
                    <a:moveTo>
                      <a:pt x="15562" y="0"/>
                    </a:moveTo>
                    <a:cubicBezTo>
                      <a:pt x="12320" y="1109"/>
                      <a:pt x="9861" y="4224"/>
                      <a:pt x="9536" y="7635"/>
                    </a:cubicBezTo>
                    <a:cubicBezTo>
                      <a:pt x="9338" y="9698"/>
                      <a:pt x="9731" y="12134"/>
                      <a:pt x="8199" y="13529"/>
                    </a:cubicBezTo>
                    <a:cubicBezTo>
                      <a:pt x="7037" y="14585"/>
                      <a:pt x="5272" y="14520"/>
                      <a:pt x="3798" y="15059"/>
                    </a:cubicBezTo>
                    <a:cubicBezTo>
                      <a:pt x="2004" y="15717"/>
                      <a:pt x="621" y="17386"/>
                      <a:pt x="312" y="19270"/>
                    </a:cubicBezTo>
                    <a:cubicBezTo>
                      <a:pt x="1" y="21155"/>
                      <a:pt x="773" y="23181"/>
                      <a:pt x="2261" y="24378"/>
                    </a:cubicBezTo>
                    <a:cubicBezTo>
                      <a:pt x="3680" y="25522"/>
                      <a:pt x="5562" y="25867"/>
                      <a:pt x="7406" y="25867"/>
                    </a:cubicBezTo>
                    <a:cubicBezTo>
                      <a:pt x="7689" y="25867"/>
                      <a:pt x="7971" y="25858"/>
                      <a:pt x="8251" y="25844"/>
                    </a:cubicBezTo>
                    <a:cubicBezTo>
                      <a:pt x="11378" y="25678"/>
                      <a:pt x="14635" y="24703"/>
                      <a:pt x="16702" y="22350"/>
                    </a:cubicBezTo>
                    <a:cubicBezTo>
                      <a:pt x="19045" y="19681"/>
                      <a:pt x="19400" y="15818"/>
                      <a:pt x="19179" y="12273"/>
                    </a:cubicBezTo>
                    <a:cubicBezTo>
                      <a:pt x="18956" y="8728"/>
                      <a:pt x="18278" y="5139"/>
                      <a:pt x="18984" y="1658"/>
                    </a:cubicBezTo>
                    <a:lnTo>
                      <a:pt x="15562" y="0"/>
                    </a:lnTo>
                    <a:close/>
                  </a:path>
                </a:pathLst>
              </a:custGeom>
              <a:solidFill>
                <a:srgbClr val="2D161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1491;p34">
                <a:extLst>
                  <a:ext uri="{FF2B5EF4-FFF2-40B4-BE49-F238E27FC236}">
                    <a16:creationId xmlns:a16="http://schemas.microsoft.com/office/drawing/2014/main" id="{918B8A5F-C8E2-EC0F-2266-7A2A4996196E}"/>
                  </a:ext>
                </a:extLst>
              </p:cNvPr>
              <p:cNvSpPr/>
              <p:nvPr/>
            </p:nvSpPr>
            <p:spPr>
              <a:xfrm>
                <a:off x="10854225" y="4048925"/>
                <a:ext cx="955100" cy="978725"/>
              </a:xfrm>
              <a:custGeom>
                <a:avLst/>
                <a:gdLst/>
                <a:ahLst/>
                <a:cxnLst/>
                <a:rect l="l" t="t" r="r" b="b"/>
                <a:pathLst>
                  <a:path w="38204" h="39149" extrusionOk="0">
                    <a:moveTo>
                      <a:pt x="13997" y="0"/>
                    </a:moveTo>
                    <a:cubicBezTo>
                      <a:pt x="13997" y="0"/>
                      <a:pt x="13883" y="51"/>
                      <a:pt x="13662" y="72"/>
                    </a:cubicBezTo>
                    <a:lnTo>
                      <a:pt x="13575" y="81"/>
                    </a:lnTo>
                    <a:cubicBezTo>
                      <a:pt x="6190" y="788"/>
                      <a:pt x="1" y="8360"/>
                      <a:pt x="779" y="15739"/>
                    </a:cubicBezTo>
                    <a:lnTo>
                      <a:pt x="7826" y="15863"/>
                    </a:lnTo>
                    <a:lnTo>
                      <a:pt x="9442" y="27165"/>
                    </a:lnTo>
                    <a:lnTo>
                      <a:pt x="6283" y="39148"/>
                    </a:lnTo>
                    <a:lnTo>
                      <a:pt x="6283" y="39148"/>
                    </a:lnTo>
                    <a:lnTo>
                      <a:pt x="31504" y="39068"/>
                    </a:lnTo>
                    <a:cubicBezTo>
                      <a:pt x="31504" y="39068"/>
                      <a:pt x="31039" y="32050"/>
                      <a:pt x="31102" y="22829"/>
                    </a:cubicBezTo>
                    <a:lnTo>
                      <a:pt x="36775" y="20033"/>
                    </a:lnTo>
                    <a:cubicBezTo>
                      <a:pt x="37705" y="19576"/>
                      <a:pt x="38204" y="18535"/>
                      <a:pt x="37962" y="17529"/>
                    </a:cubicBezTo>
                    <a:cubicBezTo>
                      <a:pt x="34201" y="1884"/>
                      <a:pt x="25270" y="17"/>
                      <a:pt x="21222" y="17"/>
                    </a:cubicBezTo>
                    <a:cubicBezTo>
                      <a:pt x="19953" y="17"/>
                      <a:pt x="19163" y="200"/>
                      <a:pt x="19163" y="200"/>
                    </a:cubicBezTo>
                    <a:cubicBezTo>
                      <a:pt x="18429" y="99"/>
                      <a:pt x="17690" y="49"/>
                      <a:pt x="16950" y="49"/>
                    </a:cubicBezTo>
                    <a:cubicBezTo>
                      <a:pt x="16574" y="49"/>
                      <a:pt x="16198" y="62"/>
                      <a:pt x="15822" y="88"/>
                    </a:cubicBezTo>
                    <a:cubicBezTo>
                      <a:pt x="15149" y="137"/>
                      <a:pt x="14502" y="200"/>
                      <a:pt x="13892" y="272"/>
                    </a:cubicBezTo>
                    <a:lnTo>
                      <a:pt x="13997"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1492;p34">
                <a:extLst>
                  <a:ext uri="{FF2B5EF4-FFF2-40B4-BE49-F238E27FC236}">
                    <a16:creationId xmlns:a16="http://schemas.microsoft.com/office/drawing/2014/main" id="{A54386D4-D1F7-A8AE-BCFF-F57F8B098C88}"/>
                  </a:ext>
                </a:extLst>
              </p:cNvPr>
              <p:cNvSpPr/>
              <p:nvPr/>
            </p:nvSpPr>
            <p:spPr>
              <a:xfrm>
                <a:off x="10992925" y="4135900"/>
                <a:ext cx="509625" cy="12275"/>
              </a:xfrm>
              <a:custGeom>
                <a:avLst/>
                <a:gdLst/>
                <a:ahLst/>
                <a:cxnLst/>
                <a:rect l="l" t="t" r="r" b="b"/>
                <a:pathLst>
                  <a:path w="20385" h="491" extrusionOk="0">
                    <a:moveTo>
                      <a:pt x="10193" y="1"/>
                    </a:moveTo>
                    <a:cubicBezTo>
                      <a:pt x="4562" y="1"/>
                      <a:pt x="0" y="111"/>
                      <a:pt x="0" y="246"/>
                    </a:cubicBezTo>
                    <a:cubicBezTo>
                      <a:pt x="0" y="382"/>
                      <a:pt x="4564" y="490"/>
                      <a:pt x="10193" y="490"/>
                    </a:cubicBezTo>
                    <a:cubicBezTo>
                      <a:pt x="15821" y="490"/>
                      <a:pt x="20384" y="382"/>
                      <a:pt x="20384" y="246"/>
                    </a:cubicBezTo>
                    <a:cubicBezTo>
                      <a:pt x="20384" y="111"/>
                      <a:pt x="15822" y="1"/>
                      <a:pt x="10193"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1493;p34">
                <a:extLst>
                  <a:ext uri="{FF2B5EF4-FFF2-40B4-BE49-F238E27FC236}">
                    <a16:creationId xmlns:a16="http://schemas.microsoft.com/office/drawing/2014/main" id="{D6AD10D2-6219-F28A-5DDE-C795C9A055AB}"/>
                  </a:ext>
                </a:extLst>
              </p:cNvPr>
              <p:cNvSpPr/>
              <p:nvPr/>
            </p:nvSpPr>
            <p:spPr>
              <a:xfrm>
                <a:off x="10907575" y="4244300"/>
                <a:ext cx="774825" cy="12250"/>
              </a:xfrm>
              <a:custGeom>
                <a:avLst/>
                <a:gdLst/>
                <a:ahLst/>
                <a:cxnLst/>
                <a:rect l="l" t="t" r="r" b="b"/>
                <a:pathLst>
                  <a:path w="30993" h="490" extrusionOk="0">
                    <a:moveTo>
                      <a:pt x="15498" y="0"/>
                    </a:moveTo>
                    <a:cubicBezTo>
                      <a:pt x="6938" y="0"/>
                      <a:pt x="0" y="110"/>
                      <a:pt x="0" y="246"/>
                    </a:cubicBezTo>
                    <a:cubicBezTo>
                      <a:pt x="0" y="380"/>
                      <a:pt x="6938" y="490"/>
                      <a:pt x="15498" y="490"/>
                    </a:cubicBezTo>
                    <a:cubicBezTo>
                      <a:pt x="24055" y="490"/>
                      <a:pt x="30992" y="380"/>
                      <a:pt x="30992" y="246"/>
                    </a:cubicBezTo>
                    <a:cubicBezTo>
                      <a:pt x="30992" y="110"/>
                      <a:pt x="24055" y="0"/>
                      <a:pt x="15498"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1494;p34">
                <a:extLst>
                  <a:ext uri="{FF2B5EF4-FFF2-40B4-BE49-F238E27FC236}">
                    <a16:creationId xmlns:a16="http://schemas.microsoft.com/office/drawing/2014/main" id="{2B856480-F304-0C74-1A9A-D78016D034ED}"/>
                  </a:ext>
                </a:extLst>
              </p:cNvPr>
              <p:cNvSpPr/>
              <p:nvPr/>
            </p:nvSpPr>
            <p:spPr>
              <a:xfrm>
                <a:off x="10870950" y="4379550"/>
                <a:ext cx="774825" cy="12275"/>
              </a:xfrm>
              <a:custGeom>
                <a:avLst/>
                <a:gdLst/>
                <a:ahLst/>
                <a:cxnLst/>
                <a:rect l="l" t="t" r="r" b="b"/>
                <a:pathLst>
                  <a:path w="30993" h="491" extrusionOk="0">
                    <a:moveTo>
                      <a:pt x="15497" y="1"/>
                    </a:moveTo>
                    <a:cubicBezTo>
                      <a:pt x="6938" y="1"/>
                      <a:pt x="0" y="111"/>
                      <a:pt x="0" y="246"/>
                    </a:cubicBezTo>
                    <a:cubicBezTo>
                      <a:pt x="0" y="381"/>
                      <a:pt x="6938" y="491"/>
                      <a:pt x="15497" y="491"/>
                    </a:cubicBezTo>
                    <a:cubicBezTo>
                      <a:pt x="24054" y="491"/>
                      <a:pt x="30992" y="381"/>
                      <a:pt x="30992" y="246"/>
                    </a:cubicBezTo>
                    <a:cubicBezTo>
                      <a:pt x="30992" y="111"/>
                      <a:pt x="24054" y="1"/>
                      <a:pt x="15497"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1495;p34">
                <a:extLst>
                  <a:ext uri="{FF2B5EF4-FFF2-40B4-BE49-F238E27FC236}">
                    <a16:creationId xmlns:a16="http://schemas.microsoft.com/office/drawing/2014/main" id="{A8A75BD2-1ADA-914E-D727-4BDB1CD3888E}"/>
                  </a:ext>
                </a:extLst>
              </p:cNvPr>
              <p:cNvSpPr/>
              <p:nvPr/>
            </p:nvSpPr>
            <p:spPr>
              <a:xfrm>
                <a:off x="10941725" y="4512500"/>
                <a:ext cx="774825" cy="12250"/>
              </a:xfrm>
              <a:custGeom>
                <a:avLst/>
                <a:gdLst/>
                <a:ahLst/>
                <a:cxnLst/>
                <a:rect l="l" t="t" r="r" b="b"/>
                <a:pathLst>
                  <a:path w="30993" h="490" extrusionOk="0">
                    <a:moveTo>
                      <a:pt x="15497" y="0"/>
                    </a:moveTo>
                    <a:cubicBezTo>
                      <a:pt x="6937" y="0"/>
                      <a:pt x="0" y="110"/>
                      <a:pt x="0" y="246"/>
                    </a:cubicBezTo>
                    <a:cubicBezTo>
                      <a:pt x="0" y="380"/>
                      <a:pt x="6937" y="490"/>
                      <a:pt x="15497" y="490"/>
                    </a:cubicBezTo>
                    <a:cubicBezTo>
                      <a:pt x="24053" y="490"/>
                      <a:pt x="30992" y="380"/>
                      <a:pt x="30992" y="246"/>
                    </a:cubicBezTo>
                    <a:cubicBezTo>
                      <a:pt x="30992" y="110"/>
                      <a:pt x="24053" y="0"/>
                      <a:pt x="15497"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1496;p34">
                <a:extLst>
                  <a:ext uri="{FF2B5EF4-FFF2-40B4-BE49-F238E27FC236}">
                    <a16:creationId xmlns:a16="http://schemas.microsoft.com/office/drawing/2014/main" id="{F617ED62-B61E-5E5C-5E7B-42030B1F0481}"/>
                  </a:ext>
                </a:extLst>
              </p:cNvPr>
              <p:cNvSpPr/>
              <p:nvPr/>
            </p:nvSpPr>
            <p:spPr>
              <a:xfrm>
                <a:off x="11038450" y="4688400"/>
                <a:ext cx="558325" cy="12275"/>
              </a:xfrm>
              <a:custGeom>
                <a:avLst/>
                <a:gdLst/>
                <a:ahLst/>
                <a:cxnLst/>
                <a:rect l="l" t="t" r="r" b="b"/>
                <a:pathLst>
                  <a:path w="22333" h="491" extrusionOk="0">
                    <a:moveTo>
                      <a:pt x="11167" y="1"/>
                    </a:moveTo>
                    <a:cubicBezTo>
                      <a:pt x="4999" y="1"/>
                      <a:pt x="0" y="111"/>
                      <a:pt x="0" y="246"/>
                    </a:cubicBezTo>
                    <a:cubicBezTo>
                      <a:pt x="0" y="382"/>
                      <a:pt x="5000" y="490"/>
                      <a:pt x="11167" y="490"/>
                    </a:cubicBezTo>
                    <a:cubicBezTo>
                      <a:pt x="17333" y="490"/>
                      <a:pt x="22332" y="382"/>
                      <a:pt x="22332" y="246"/>
                    </a:cubicBezTo>
                    <a:cubicBezTo>
                      <a:pt x="22332" y="111"/>
                      <a:pt x="17335" y="1"/>
                      <a:pt x="11167" y="1"/>
                    </a:cubicBezTo>
                    <a:close/>
                  </a:path>
                </a:pathLst>
              </a:custGeom>
              <a:solidFill>
                <a:srgbClr val="CCA1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1497;p34">
                <a:extLst>
                  <a:ext uri="{FF2B5EF4-FFF2-40B4-BE49-F238E27FC236}">
                    <a16:creationId xmlns:a16="http://schemas.microsoft.com/office/drawing/2014/main" id="{008DF987-DC17-1F8E-195B-A831E292E934}"/>
                  </a:ext>
                </a:extLst>
              </p:cNvPr>
              <p:cNvSpPr/>
              <p:nvPr/>
            </p:nvSpPr>
            <p:spPr>
              <a:xfrm>
                <a:off x="11070350" y="4826100"/>
                <a:ext cx="558350" cy="12275"/>
              </a:xfrm>
              <a:custGeom>
                <a:avLst/>
                <a:gdLst/>
                <a:ahLst/>
                <a:cxnLst/>
                <a:rect l="l" t="t" r="r" b="b"/>
                <a:pathLst>
                  <a:path w="22334" h="491" extrusionOk="0">
                    <a:moveTo>
                      <a:pt x="11259" y="1"/>
                    </a:moveTo>
                    <a:cubicBezTo>
                      <a:pt x="11229" y="1"/>
                      <a:pt x="11198" y="1"/>
                      <a:pt x="11167" y="1"/>
                    </a:cubicBezTo>
                    <a:cubicBezTo>
                      <a:pt x="4999" y="1"/>
                      <a:pt x="0" y="110"/>
                      <a:pt x="0" y="245"/>
                    </a:cubicBezTo>
                    <a:cubicBezTo>
                      <a:pt x="0" y="381"/>
                      <a:pt x="4999" y="491"/>
                      <a:pt x="11167" y="491"/>
                    </a:cubicBezTo>
                    <a:cubicBezTo>
                      <a:pt x="17334" y="491"/>
                      <a:pt x="22333" y="381"/>
                      <a:pt x="22333" y="245"/>
                    </a:cubicBezTo>
                    <a:cubicBezTo>
                      <a:pt x="22333" y="110"/>
                      <a:pt x="17384" y="1"/>
                      <a:pt x="11259"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1498;p34">
                <a:extLst>
                  <a:ext uri="{FF2B5EF4-FFF2-40B4-BE49-F238E27FC236}">
                    <a16:creationId xmlns:a16="http://schemas.microsoft.com/office/drawing/2014/main" id="{40D2A545-BC1B-810C-44C4-736FCCE08A26}"/>
                  </a:ext>
                </a:extLst>
              </p:cNvPr>
              <p:cNvSpPr/>
              <p:nvPr/>
            </p:nvSpPr>
            <p:spPr>
              <a:xfrm>
                <a:off x="11052750" y="4963775"/>
                <a:ext cx="558350" cy="12250"/>
              </a:xfrm>
              <a:custGeom>
                <a:avLst/>
                <a:gdLst/>
                <a:ahLst/>
                <a:cxnLst/>
                <a:rect l="l" t="t" r="r" b="b"/>
                <a:pathLst>
                  <a:path w="22334" h="490" extrusionOk="0">
                    <a:moveTo>
                      <a:pt x="11167" y="0"/>
                    </a:moveTo>
                    <a:cubicBezTo>
                      <a:pt x="4999" y="0"/>
                      <a:pt x="0" y="109"/>
                      <a:pt x="0" y="244"/>
                    </a:cubicBezTo>
                    <a:cubicBezTo>
                      <a:pt x="0" y="380"/>
                      <a:pt x="4999" y="490"/>
                      <a:pt x="11167" y="490"/>
                    </a:cubicBezTo>
                    <a:cubicBezTo>
                      <a:pt x="17334" y="490"/>
                      <a:pt x="22333" y="380"/>
                      <a:pt x="22333" y="244"/>
                    </a:cubicBezTo>
                    <a:cubicBezTo>
                      <a:pt x="22333" y="109"/>
                      <a:pt x="17334" y="0"/>
                      <a:pt x="11167"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1499;p34">
                <a:extLst>
                  <a:ext uri="{FF2B5EF4-FFF2-40B4-BE49-F238E27FC236}">
                    <a16:creationId xmlns:a16="http://schemas.microsoft.com/office/drawing/2014/main" id="{2CDBCBB0-7303-0669-1115-9949828391BA}"/>
                  </a:ext>
                </a:extLst>
              </p:cNvPr>
              <p:cNvSpPr/>
              <p:nvPr/>
            </p:nvSpPr>
            <p:spPr>
              <a:xfrm>
                <a:off x="11136700" y="4260100"/>
                <a:ext cx="53875" cy="267900"/>
              </a:xfrm>
              <a:custGeom>
                <a:avLst/>
                <a:gdLst/>
                <a:ahLst/>
                <a:cxnLst/>
                <a:rect l="l" t="t" r="r" b="b"/>
                <a:pathLst>
                  <a:path w="2155" h="10716" extrusionOk="0">
                    <a:moveTo>
                      <a:pt x="23" y="0"/>
                    </a:moveTo>
                    <a:cubicBezTo>
                      <a:pt x="23" y="0"/>
                      <a:pt x="23" y="0"/>
                      <a:pt x="23" y="0"/>
                    </a:cubicBezTo>
                    <a:cubicBezTo>
                      <a:pt x="6" y="1"/>
                      <a:pt x="1" y="156"/>
                      <a:pt x="4" y="433"/>
                    </a:cubicBezTo>
                    <a:cubicBezTo>
                      <a:pt x="6" y="711"/>
                      <a:pt x="26" y="1112"/>
                      <a:pt x="63" y="1607"/>
                    </a:cubicBezTo>
                    <a:cubicBezTo>
                      <a:pt x="136" y="2598"/>
                      <a:pt x="297" y="3964"/>
                      <a:pt x="589" y="5453"/>
                    </a:cubicBezTo>
                    <a:cubicBezTo>
                      <a:pt x="881" y="6941"/>
                      <a:pt x="1245" y="8267"/>
                      <a:pt x="1551" y="9212"/>
                    </a:cubicBezTo>
                    <a:cubicBezTo>
                      <a:pt x="1703" y="9685"/>
                      <a:pt x="1838" y="10064"/>
                      <a:pt x="1940" y="10323"/>
                    </a:cubicBezTo>
                    <a:cubicBezTo>
                      <a:pt x="2039" y="10577"/>
                      <a:pt x="2101" y="10716"/>
                      <a:pt x="2119" y="10716"/>
                    </a:cubicBezTo>
                    <a:cubicBezTo>
                      <a:pt x="2119" y="10716"/>
                      <a:pt x="2119" y="10716"/>
                      <a:pt x="2119" y="10716"/>
                    </a:cubicBezTo>
                    <a:cubicBezTo>
                      <a:pt x="2155" y="10705"/>
                      <a:pt x="1980" y="10116"/>
                      <a:pt x="1716" y="9162"/>
                    </a:cubicBezTo>
                    <a:cubicBezTo>
                      <a:pt x="1454" y="8209"/>
                      <a:pt x="1119" y="6886"/>
                      <a:pt x="829" y="5405"/>
                    </a:cubicBezTo>
                    <a:cubicBezTo>
                      <a:pt x="540" y="3925"/>
                      <a:pt x="353" y="2572"/>
                      <a:pt x="235" y="1590"/>
                    </a:cubicBezTo>
                    <a:cubicBezTo>
                      <a:pt x="117" y="610"/>
                      <a:pt x="60" y="0"/>
                      <a:pt x="23"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1500;p34">
                <a:extLst>
                  <a:ext uri="{FF2B5EF4-FFF2-40B4-BE49-F238E27FC236}">
                    <a16:creationId xmlns:a16="http://schemas.microsoft.com/office/drawing/2014/main" id="{0985461F-5897-D116-D7A2-59E9E94C3FFA}"/>
                  </a:ext>
                </a:extLst>
              </p:cNvPr>
              <p:cNvSpPr/>
              <p:nvPr/>
            </p:nvSpPr>
            <p:spPr>
              <a:xfrm>
                <a:off x="11158650" y="4058600"/>
                <a:ext cx="321100" cy="166850"/>
              </a:xfrm>
              <a:custGeom>
                <a:avLst/>
                <a:gdLst/>
                <a:ahLst/>
                <a:cxnLst/>
                <a:rect l="l" t="t" r="r" b="b"/>
                <a:pathLst>
                  <a:path w="12844" h="6674" extrusionOk="0">
                    <a:moveTo>
                      <a:pt x="147" y="1"/>
                    </a:moveTo>
                    <a:cubicBezTo>
                      <a:pt x="138" y="1"/>
                      <a:pt x="117" y="67"/>
                      <a:pt x="83" y="195"/>
                    </a:cubicBezTo>
                    <a:cubicBezTo>
                      <a:pt x="41" y="386"/>
                      <a:pt x="18" y="582"/>
                      <a:pt x="15" y="778"/>
                    </a:cubicBezTo>
                    <a:cubicBezTo>
                      <a:pt x="1" y="1286"/>
                      <a:pt x="119" y="2049"/>
                      <a:pt x="571" y="2855"/>
                    </a:cubicBezTo>
                    <a:cubicBezTo>
                      <a:pt x="1015" y="3665"/>
                      <a:pt x="1808" y="4460"/>
                      <a:pt x="2816" y="5120"/>
                    </a:cubicBezTo>
                    <a:cubicBezTo>
                      <a:pt x="3341" y="5469"/>
                      <a:pt x="3890" y="5782"/>
                      <a:pt x="4456" y="6058"/>
                    </a:cubicBezTo>
                    <a:cubicBezTo>
                      <a:pt x="5050" y="6339"/>
                      <a:pt x="5706" y="6575"/>
                      <a:pt x="6412" y="6651"/>
                    </a:cubicBezTo>
                    <a:cubicBezTo>
                      <a:pt x="6559" y="6666"/>
                      <a:pt x="6705" y="6673"/>
                      <a:pt x="6850" y="6673"/>
                    </a:cubicBezTo>
                    <a:cubicBezTo>
                      <a:pt x="8113" y="6673"/>
                      <a:pt x="9257" y="6115"/>
                      <a:pt x="10104" y="5455"/>
                    </a:cubicBezTo>
                    <a:cubicBezTo>
                      <a:pt x="11064" y="4704"/>
                      <a:pt x="11716" y="3800"/>
                      <a:pt x="12133" y="2989"/>
                    </a:cubicBezTo>
                    <a:cubicBezTo>
                      <a:pt x="12549" y="2173"/>
                      <a:pt x="12721" y="1443"/>
                      <a:pt x="12792" y="941"/>
                    </a:cubicBezTo>
                    <a:cubicBezTo>
                      <a:pt x="12828" y="689"/>
                      <a:pt x="12840" y="492"/>
                      <a:pt x="12842" y="358"/>
                    </a:cubicBezTo>
                    <a:cubicBezTo>
                      <a:pt x="12843" y="224"/>
                      <a:pt x="12840" y="154"/>
                      <a:pt x="12831" y="154"/>
                    </a:cubicBezTo>
                    <a:cubicBezTo>
                      <a:pt x="12831" y="154"/>
                      <a:pt x="12831" y="154"/>
                      <a:pt x="12831" y="154"/>
                    </a:cubicBezTo>
                    <a:cubicBezTo>
                      <a:pt x="12809" y="154"/>
                      <a:pt x="12795" y="435"/>
                      <a:pt x="12699" y="926"/>
                    </a:cubicBezTo>
                    <a:cubicBezTo>
                      <a:pt x="12560" y="1619"/>
                      <a:pt x="12317" y="2287"/>
                      <a:pt x="11980" y="2909"/>
                    </a:cubicBezTo>
                    <a:cubicBezTo>
                      <a:pt x="11554" y="3690"/>
                      <a:pt x="10902" y="4561"/>
                      <a:pt x="9967" y="5277"/>
                    </a:cubicBezTo>
                    <a:cubicBezTo>
                      <a:pt x="9140" y="5908"/>
                      <a:pt x="8044" y="6429"/>
                      <a:pt x="6855" y="6429"/>
                    </a:cubicBezTo>
                    <a:cubicBezTo>
                      <a:pt x="6718" y="6429"/>
                      <a:pt x="6579" y="6422"/>
                      <a:pt x="6439" y="6408"/>
                    </a:cubicBezTo>
                    <a:cubicBezTo>
                      <a:pt x="5096" y="6252"/>
                      <a:pt x="3938" y="5550"/>
                      <a:pt x="2941" y="4933"/>
                    </a:cubicBezTo>
                    <a:cubicBezTo>
                      <a:pt x="1946" y="4295"/>
                      <a:pt x="1168" y="3538"/>
                      <a:pt x="722" y="2769"/>
                    </a:cubicBezTo>
                    <a:cubicBezTo>
                      <a:pt x="266" y="2002"/>
                      <a:pt x="125" y="1272"/>
                      <a:pt x="111" y="778"/>
                    </a:cubicBezTo>
                    <a:cubicBezTo>
                      <a:pt x="92" y="278"/>
                      <a:pt x="173" y="5"/>
                      <a:pt x="148" y="1"/>
                    </a:cubicBezTo>
                    <a:cubicBezTo>
                      <a:pt x="147" y="1"/>
                      <a:pt x="147" y="1"/>
                      <a:pt x="147"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1501;p34">
                <a:extLst>
                  <a:ext uri="{FF2B5EF4-FFF2-40B4-BE49-F238E27FC236}">
                    <a16:creationId xmlns:a16="http://schemas.microsoft.com/office/drawing/2014/main" id="{2C0681D5-F71D-02B8-F963-D138EF4F98FB}"/>
                  </a:ext>
                </a:extLst>
              </p:cNvPr>
              <p:cNvSpPr/>
              <p:nvPr/>
            </p:nvSpPr>
            <p:spPr>
              <a:xfrm>
                <a:off x="11921925" y="3834900"/>
                <a:ext cx="100125" cy="230625"/>
              </a:xfrm>
              <a:custGeom>
                <a:avLst/>
                <a:gdLst/>
                <a:ahLst/>
                <a:cxnLst/>
                <a:rect l="l" t="t" r="r" b="b"/>
                <a:pathLst>
                  <a:path w="4005" h="9225" extrusionOk="0">
                    <a:moveTo>
                      <a:pt x="1114" y="0"/>
                    </a:moveTo>
                    <a:lnTo>
                      <a:pt x="0" y="7920"/>
                    </a:lnTo>
                    <a:lnTo>
                      <a:pt x="4005" y="9224"/>
                    </a:lnTo>
                    <a:lnTo>
                      <a:pt x="1114" y="0"/>
                    </a:lnTo>
                    <a:close/>
                  </a:path>
                </a:pathLst>
              </a:custGeom>
              <a:solidFill>
                <a:srgbClr val="AFAEA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1502;p34">
                <a:extLst>
                  <a:ext uri="{FF2B5EF4-FFF2-40B4-BE49-F238E27FC236}">
                    <a16:creationId xmlns:a16="http://schemas.microsoft.com/office/drawing/2014/main" id="{77DE17B3-4D8F-EF71-4873-84D64F0C79D5}"/>
                  </a:ext>
                </a:extLst>
              </p:cNvPr>
              <p:cNvSpPr/>
              <p:nvPr/>
            </p:nvSpPr>
            <p:spPr>
              <a:xfrm>
                <a:off x="11402625" y="3913075"/>
                <a:ext cx="619425" cy="861750"/>
              </a:xfrm>
              <a:custGeom>
                <a:avLst/>
                <a:gdLst/>
                <a:ahLst/>
                <a:cxnLst/>
                <a:rect l="l" t="t" r="r" b="b"/>
                <a:pathLst>
                  <a:path w="24777" h="34470" extrusionOk="0">
                    <a:moveTo>
                      <a:pt x="6051" y="0"/>
                    </a:moveTo>
                    <a:lnTo>
                      <a:pt x="0" y="27864"/>
                    </a:lnTo>
                    <a:lnTo>
                      <a:pt x="18759" y="34470"/>
                    </a:lnTo>
                    <a:lnTo>
                      <a:pt x="24777" y="6097"/>
                    </a:lnTo>
                    <a:lnTo>
                      <a:pt x="6051" y="0"/>
                    </a:lnTo>
                    <a:close/>
                  </a:path>
                </a:pathLst>
              </a:custGeom>
              <a:solidFill>
                <a:srgbClr val="EAE8E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1503;p34">
                <a:extLst>
                  <a:ext uri="{FF2B5EF4-FFF2-40B4-BE49-F238E27FC236}">
                    <a16:creationId xmlns:a16="http://schemas.microsoft.com/office/drawing/2014/main" id="{95ACD63F-AF83-D4AC-A533-7AD9050EAD50}"/>
                  </a:ext>
                </a:extLst>
              </p:cNvPr>
              <p:cNvSpPr/>
              <p:nvPr/>
            </p:nvSpPr>
            <p:spPr>
              <a:xfrm>
                <a:off x="11871575" y="3860125"/>
                <a:ext cx="229450" cy="914700"/>
              </a:xfrm>
              <a:custGeom>
                <a:avLst/>
                <a:gdLst/>
                <a:ahLst/>
                <a:cxnLst/>
                <a:rect l="l" t="t" r="r" b="b"/>
                <a:pathLst>
                  <a:path w="9178" h="36588" extrusionOk="0">
                    <a:moveTo>
                      <a:pt x="9177" y="0"/>
                    </a:moveTo>
                    <a:lnTo>
                      <a:pt x="6019" y="8215"/>
                    </a:lnTo>
                    <a:lnTo>
                      <a:pt x="1" y="36588"/>
                    </a:lnTo>
                    <a:lnTo>
                      <a:pt x="3015" y="27737"/>
                    </a:lnTo>
                    <a:lnTo>
                      <a:pt x="9177" y="0"/>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1504;p34">
                <a:extLst>
                  <a:ext uri="{FF2B5EF4-FFF2-40B4-BE49-F238E27FC236}">
                    <a16:creationId xmlns:a16="http://schemas.microsoft.com/office/drawing/2014/main" id="{5C8909F6-4160-00BD-B1D4-ECDFF0AAB987}"/>
                  </a:ext>
                </a:extLst>
              </p:cNvPr>
              <p:cNvSpPr/>
              <p:nvPr/>
            </p:nvSpPr>
            <p:spPr>
              <a:xfrm>
                <a:off x="11612150" y="3981575"/>
                <a:ext cx="360125" cy="127325"/>
              </a:xfrm>
              <a:custGeom>
                <a:avLst/>
                <a:gdLst/>
                <a:ahLst/>
                <a:cxnLst/>
                <a:rect l="l" t="t" r="r" b="b"/>
                <a:pathLst>
                  <a:path w="14405" h="5093" extrusionOk="0">
                    <a:moveTo>
                      <a:pt x="33" y="1"/>
                    </a:moveTo>
                    <a:cubicBezTo>
                      <a:pt x="28" y="1"/>
                      <a:pt x="25" y="2"/>
                      <a:pt x="24" y="3"/>
                    </a:cubicBezTo>
                    <a:cubicBezTo>
                      <a:pt x="1" y="67"/>
                      <a:pt x="3198" y="1257"/>
                      <a:pt x="7163" y="2662"/>
                    </a:cubicBezTo>
                    <a:cubicBezTo>
                      <a:pt x="11016" y="4027"/>
                      <a:pt x="14179" y="5092"/>
                      <a:pt x="14373" y="5092"/>
                    </a:cubicBezTo>
                    <a:cubicBezTo>
                      <a:pt x="14378" y="5092"/>
                      <a:pt x="14382" y="5091"/>
                      <a:pt x="14382" y="5090"/>
                    </a:cubicBezTo>
                    <a:cubicBezTo>
                      <a:pt x="14404" y="5025"/>
                      <a:pt x="11209" y="3836"/>
                      <a:pt x="7244" y="2431"/>
                    </a:cubicBezTo>
                    <a:cubicBezTo>
                      <a:pt x="3390" y="1066"/>
                      <a:pt x="229" y="1"/>
                      <a:pt x="33"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1505;p34">
                <a:extLst>
                  <a:ext uri="{FF2B5EF4-FFF2-40B4-BE49-F238E27FC236}">
                    <a16:creationId xmlns:a16="http://schemas.microsoft.com/office/drawing/2014/main" id="{4DDCA901-E014-B626-8A2C-5D12F65588F7}"/>
                  </a:ext>
                </a:extLst>
              </p:cNvPr>
              <p:cNvSpPr/>
              <p:nvPr/>
            </p:nvSpPr>
            <p:spPr>
              <a:xfrm>
                <a:off x="11570325" y="4022175"/>
                <a:ext cx="328875" cy="237025"/>
              </a:xfrm>
              <a:custGeom>
                <a:avLst/>
                <a:gdLst/>
                <a:ahLst/>
                <a:cxnLst/>
                <a:rect l="l" t="t" r="r" b="b"/>
                <a:pathLst>
                  <a:path w="13155" h="9481" extrusionOk="0">
                    <a:moveTo>
                      <a:pt x="1021" y="1"/>
                    </a:moveTo>
                    <a:lnTo>
                      <a:pt x="0" y="5436"/>
                    </a:lnTo>
                    <a:lnTo>
                      <a:pt x="12059" y="9480"/>
                    </a:lnTo>
                    <a:lnTo>
                      <a:pt x="13154" y="4070"/>
                    </a:lnTo>
                    <a:lnTo>
                      <a:pt x="1021" y="1"/>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1506;p34">
                <a:extLst>
                  <a:ext uri="{FF2B5EF4-FFF2-40B4-BE49-F238E27FC236}">
                    <a16:creationId xmlns:a16="http://schemas.microsoft.com/office/drawing/2014/main" id="{34C683A6-F7E6-6355-4167-6ABE1822044A}"/>
                  </a:ext>
                </a:extLst>
              </p:cNvPr>
              <p:cNvSpPr/>
              <p:nvPr/>
            </p:nvSpPr>
            <p:spPr>
              <a:xfrm>
                <a:off x="11918675" y="4149100"/>
                <a:ext cx="49125" cy="21750"/>
              </a:xfrm>
              <a:custGeom>
                <a:avLst/>
                <a:gdLst/>
                <a:ahLst/>
                <a:cxnLst/>
                <a:rect l="l" t="t" r="r" b="b"/>
                <a:pathLst>
                  <a:path w="1965" h="870" extrusionOk="0">
                    <a:moveTo>
                      <a:pt x="72" y="1"/>
                    </a:moveTo>
                    <a:cubicBezTo>
                      <a:pt x="47" y="1"/>
                      <a:pt x="31" y="6"/>
                      <a:pt x="27" y="16"/>
                    </a:cubicBezTo>
                    <a:cubicBezTo>
                      <a:pt x="0" y="77"/>
                      <a:pt x="405" y="316"/>
                      <a:pt x="933" y="547"/>
                    </a:cubicBezTo>
                    <a:cubicBezTo>
                      <a:pt x="1375" y="741"/>
                      <a:pt x="1761" y="869"/>
                      <a:pt x="1891" y="869"/>
                    </a:cubicBezTo>
                    <a:cubicBezTo>
                      <a:pt x="1917" y="869"/>
                      <a:pt x="1932" y="864"/>
                      <a:pt x="1937" y="854"/>
                    </a:cubicBezTo>
                    <a:cubicBezTo>
                      <a:pt x="1965" y="793"/>
                      <a:pt x="1558" y="554"/>
                      <a:pt x="1031" y="323"/>
                    </a:cubicBezTo>
                    <a:cubicBezTo>
                      <a:pt x="589" y="129"/>
                      <a:pt x="202" y="1"/>
                      <a:pt x="72"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1507;p34">
                <a:extLst>
                  <a:ext uri="{FF2B5EF4-FFF2-40B4-BE49-F238E27FC236}">
                    <a16:creationId xmlns:a16="http://schemas.microsoft.com/office/drawing/2014/main" id="{8CA43558-6F9C-12F1-5541-3659BDAAA986}"/>
                  </a:ext>
                </a:extLst>
              </p:cNvPr>
              <p:cNvSpPr/>
              <p:nvPr/>
            </p:nvSpPr>
            <p:spPr>
              <a:xfrm>
                <a:off x="11916275" y="4175450"/>
                <a:ext cx="49150" cy="21725"/>
              </a:xfrm>
              <a:custGeom>
                <a:avLst/>
                <a:gdLst/>
                <a:ahLst/>
                <a:cxnLst/>
                <a:rect l="l" t="t" r="r" b="b"/>
                <a:pathLst>
                  <a:path w="1966" h="869" extrusionOk="0">
                    <a:moveTo>
                      <a:pt x="73" y="1"/>
                    </a:moveTo>
                    <a:cubicBezTo>
                      <a:pt x="47" y="1"/>
                      <a:pt x="32" y="5"/>
                      <a:pt x="27" y="16"/>
                    </a:cubicBezTo>
                    <a:cubicBezTo>
                      <a:pt x="1" y="77"/>
                      <a:pt x="406" y="315"/>
                      <a:pt x="933" y="546"/>
                    </a:cubicBezTo>
                    <a:cubicBezTo>
                      <a:pt x="1375" y="741"/>
                      <a:pt x="1762" y="869"/>
                      <a:pt x="1892" y="869"/>
                    </a:cubicBezTo>
                    <a:cubicBezTo>
                      <a:pt x="1917" y="869"/>
                      <a:pt x="1933" y="864"/>
                      <a:pt x="1937" y="854"/>
                    </a:cubicBezTo>
                    <a:cubicBezTo>
                      <a:pt x="1965" y="793"/>
                      <a:pt x="1560" y="554"/>
                      <a:pt x="1032" y="323"/>
                    </a:cubicBezTo>
                    <a:cubicBezTo>
                      <a:pt x="590" y="129"/>
                      <a:pt x="203" y="1"/>
                      <a:pt x="73"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1508;p34">
                <a:extLst>
                  <a:ext uri="{FF2B5EF4-FFF2-40B4-BE49-F238E27FC236}">
                    <a16:creationId xmlns:a16="http://schemas.microsoft.com/office/drawing/2014/main" id="{EB1F7F3D-2B63-BC73-85ED-958247F682EA}"/>
                  </a:ext>
                </a:extLst>
              </p:cNvPr>
              <p:cNvSpPr/>
              <p:nvPr/>
            </p:nvSpPr>
            <p:spPr>
              <a:xfrm>
                <a:off x="11911775" y="4200325"/>
                <a:ext cx="49150" cy="21750"/>
              </a:xfrm>
              <a:custGeom>
                <a:avLst/>
                <a:gdLst/>
                <a:ahLst/>
                <a:cxnLst/>
                <a:rect l="l" t="t" r="r" b="b"/>
                <a:pathLst>
                  <a:path w="1966" h="870" extrusionOk="0">
                    <a:moveTo>
                      <a:pt x="73" y="1"/>
                    </a:moveTo>
                    <a:cubicBezTo>
                      <a:pt x="47" y="1"/>
                      <a:pt x="32" y="6"/>
                      <a:pt x="27" y="16"/>
                    </a:cubicBezTo>
                    <a:cubicBezTo>
                      <a:pt x="1" y="78"/>
                      <a:pt x="406" y="315"/>
                      <a:pt x="934" y="548"/>
                    </a:cubicBezTo>
                    <a:cubicBezTo>
                      <a:pt x="1376" y="742"/>
                      <a:pt x="1764" y="870"/>
                      <a:pt x="1894" y="870"/>
                    </a:cubicBezTo>
                    <a:cubicBezTo>
                      <a:pt x="1919" y="870"/>
                      <a:pt x="1934" y="865"/>
                      <a:pt x="1939" y="855"/>
                    </a:cubicBezTo>
                    <a:cubicBezTo>
                      <a:pt x="1965" y="793"/>
                      <a:pt x="1560" y="555"/>
                      <a:pt x="1032" y="323"/>
                    </a:cubicBezTo>
                    <a:cubicBezTo>
                      <a:pt x="591" y="129"/>
                      <a:pt x="203" y="1"/>
                      <a:pt x="73"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1509;p34">
                <a:extLst>
                  <a:ext uri="{FF2B5EF4-FFF2-40B4-BE49-F238E27FC236}">
                    <a16:creationId xmlns:a16="http://schemas.microsoft.com/office/drawing/2014/main" id="{43937A17-31B2-E4BC-E807-BF4510F17950}"/>
                  </a:ext>
                </a:extLst>
              </p:cNvPr>
              <p:cNvSpPr/>
              <p:nvPr/>
            </p:nvSpPr>
            <p:spPr>
              <a:xfrm>
                <a:off x="11906025" y="4225325"/>
                <a:ext cx="49125" cy="21725"/>
              </a:xfrm>
              <a:custGeom>
                <a:avLst/>
                <a:gdLst/>
                <a:ahLst/>
                <a:cxnLst/>
                <a:rect l="l" t="t" r="r" b="b"/>
                <a:pathLst>
                  <a:path w="1965" h="869" extrusionOk="0">
                    <a:moveTo>
                      <a:pt x="73" y="0"/>
                    </a:moveTo>
                    <a:cubicBezTo>
                      <a:pt x="47" y="0"/>
                      <a:pt x="32" y="5"/>
                      <a:pt x="27" y="15"/>
                    </a:cubicBezTo>
                    <a:cubicBezTo>
                      <a:pt x="1" y="76"/>
                      <a:pt x="406" y="315"/>
                      <a:pt x="934" y="546"/>
                    </a:cubicBezTo>
                    <a:cubicBezTo>
                      <a:pt x="1375" y="740"/>
                      <a:pt x="1762" y="869"/>
                      <a:pt x="1892" y="869"/>
                    </a:cubicBezTo>
                    <a:cubicBezTo>
                      <a:pt x="1917" y="869"/>
                      <a:pt x="1933" y="864"/>
                      <a:pt x="1938" y="854"/>
                    </a:cubicBezTo>
                    <a:cubicBezTo>
                      <a:pt x="1964" y="791"/>
                      <a:pt x="1560" y="554"/>
                      <a:pt x="1031" y="322"/>
                    </a:cubicBezTo>
                    <a:cubicBezTo>
                      <a:pt x="590" y="128"/>
                      <a:pt x="202" y="0"/>
                      <a:pt x="73"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1510;p34">
                <a:extLst>
                  <a:ext uri="{FF2B5EF4-FFF2-40B4-BE49-F238E27FC236}">
                    <a16:creationId xmlns:a16="http://schemas.microsoft.com/office/drawing/2014/main" id="{D90223A6-64E5-80F8-06E2-739D90E323A2}"/>
                  </a:ext>
                </a:extLst>
              </p:cNvPr>
              <p:cNvSpPr/>
              <p:nvPr/>
            </p:nvSpPr>
            <p:spPr>
              <a:xfrm>
                <a:off x="11898475" y="4252875"/>
                <a:ext cx="49150" cy="21750"/>
              </a:xfrm>
              <a:custGeom>
                <a:avLst/>
                <a:gdLst/>
                <a:ahLst/>
                <a:cxnLst/>
                <a:rect l="l" t="t" r="r" b="b"/>
                <a:pathLst>
                  <a:path w="1966" h="870" extrusionOk="0">
                    <a:moveTo>
                      <a:pt x="73" y="0"/>
                    </a:moveTo>
                    <a:cubicBezTo>
                      <a:pt x="48" y="0"/>
                      <a:pt x="33" y="5"/>
                      <a:pt x="28" y="15"/>
                    </a:cubicBezTo>
                    <a:cubicBezTo>
                      <a:pt x="1" y="77"/>
                      <a:pt x="406" y="316"/>
                      <a:pt x="934" y="547"/>
                    </a:cubicBezTo>
                    <a:cubicBezTo>
                      <a:pt x="1375" y="741"/>
                      <a:pt x="1763" y="869"/>
                      <a:pt x="1893" y="869"/>
                    </a:cubicBezTo>
                    <a:cubicBezTo>
                      <a:pt x="1918" y="869"/>
                      <a:pt x="1934" y="864"/>
                      <a:pt x="1939" y="854"/>
                    </a:cubicBezTo>
                    <a:cubicBezTo>
                      <a:pt x="1965" y="792"/>
                      <a:pt x="1560" y="555"/>
                      <a:pt x="1032" y="322"/>
                    </a:cubicBezTo>
                    <a:cubicBezTo>
                      <a:pt x="590" y="128"/>
                      <a:pt x="201" y="0"/>
                      <a:pt x="73"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1511;p34">
                <a:extLst>
                  <a:ext uri="{FF2B5EF4-FFF2-40B4-BE49-F238E27FC236}">
                    <a16:creationId xmlns:a16="http://schemas.microsoft.com/office/drawing/2014/main" id="{F6417D7D-C710-E6D7-FB2D-C83D6400711C}"/>
                  </a:ext>
                </a:extLst>
              </p:cNvPr>
              <p:cNvSpPr/>
              <p:nvPr/>
            </p:nvSpPr>
            <p:spPr>
              <a:xfrm>
                <a:off x="11808600" y="4295150"/>
                <a:ext cx="115875" cy="145075"/>
              </a:xfrm>
              <a:custGeom>
                <a:avLst/>
                <a:gdLst/>
                <a:ahLst/>
                <a:cxnLst/>
                <a:rect l="l" t="t" r="r" b="b"/>
                <a:pathLst>
                  <a:path w="4635" h="5803" extrusionOk="0">
                    <a:moveTo>
                      <a:pt x="1097" y="1"/>
                    </a:moveTo>
                    <a:lnTo>
                      <a:pt x="1" y="4585"/>
                    </a:lnTo>
                    <a:lnTo>
                      <a:pt x="3606" y="5802"/>
                    </a:lnTo>
                    <a:lnTo>
                      <a:pt x="4634" y="1195"/>
                    </a:lnTo>
                    <a:lnTo>
                      <a:pt x="1097" y="1"/>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1512;p34">
                <a:extLst>
                  <a:ext uri="{FF2B5EF4-FFF2-40B4-BE49-F238E27FC236}">
                    <a16:creationId xmlns:a16="http://schemas.microsoft.com/office/drawing/2014/main" id="{C9994703-BE55-5213-F5E4-78F289CBCCA5}"/>
                  </a:ext>
                </a:extLst>
              </p:cNvPr>
              <p:cNvSpPr/>
              <p:nvPr/>
            </p:nvSpPr>
            <p:spPr>
              <a:xfrm>
                <a:off x="11499325" y="4524875"/>
                <a:ext cx="309300" cy="181100"/>
              </a:xfrm>
              <a:custGeom>
                <a:avLst/>
                <a:gdLst/>
                <a:ahLst/>
                <a:cxnLst/>
                <a:rect l="l" t="t" r="r" b="b"/>
                <a:pathLst>
                  <a:path w="12372" h="7244" extrusionOk="0">
                    <a:moveTo>
                      <a:pt x="789" y="0"/>
                    </a:moveTo>
                    <a:lnTo>
                      <a:pt x="0" y="3476"/>
                    </a:lnTo>
                    <a:lnTo>
                      <a:pt x="11754" y="7243"/>
                    </a:lnTo>
                    <a:lnTo>
                      <a:pt x="12372" y="3713"/>
                    </a:lnTo>
                    <a:lnTo>
                      <a:pt x="789" y="0"/>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1513;p34">
                <a:extLst>
                  <a:ext uri="{FF2B5EF4-FFF2-40B4-BE49-F238E27FC236}">
                    <a16:creationId xmlns:a16="http://schemas.microsoft.com/office/drawing/2014/main" id="{9F267924-BF1A-3868-B707-BCDAF2209090}"/>
                  </a:ext>
                </a:extLst>
              </p:cNvPr>
              <p:cNvSpPr/>
              <p:nvPr/>
            </p:nvSpPr>
            <p:spPr>
              <a:xfrm>
                <a:off x="11684125" y="4253225"/>
                <a:ext cx="115850" cy="145075"/>
              </a:xfrm>
              <a:custGeom>
                <a:avLst/>
                <a:gdLst/>
                <a:ahLst/>
                <a:cxnLst/>
                <a:rect l="l" t="t" r="r" b="b"/>
                <a:pathLst>
                  <a:path w="4634" h="5803" extrusionOk="0">
                    <a:moveTo>
                      <a:pt x="1096" y="1"/>
                    </a:moveTo>
                    <a:lnTo>
                      <a:pt x="0" y="4585"/>
                    </a:lnTo>
                    <a:lnTo>
                      <a:pt x="3605" y="5802"/>
                    </a:lnTo>
                    <a:lnTo>
                      <a:pt x="4633" y="1195"/>
                    </a:lnTo>
                    <a:lnTo>
                      <a:pt x="1096" y="1"/>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1514;p34">
                <a:extLst>
                  <a:ext uri="{FF2B5EF4-FFF2-40B4-BE49-F238E27FC236}">
                    <a16:creationId xmlns:a16="http://schemas.microsoft.com/office/drawing/2014/main" id="{3936211D-FC7F-2008-2397-81B501B34CC2}"/>
                  </a:ext>
                </a:extLst>
              </p:cNvPr>
              <p:cNvSpPr/>
              <p:nvPr/>
            </p:nvSpPr>
            <p:spPr>
              <a:xfrm>
                <a:off x="11529925" y="4201875"/>
                <a:ext cx="115775" cy="144675"/>
              </a:xfrm>
              <a:custGeom>
                <a:avLst/>
                <a:gdLst/>
                <a:ahLst/>
                <a:cxnLst/>
                <a:rect l="l" t="t" r="r" b="b"/>
                <a:pathLst>
                  <a:path w="4631" h="5787" extrusionOk="0">
                    <a:moveTo>
                      <a:pt x="1115" y="1"/>
                    </a:moveTo>
                    <a:cubicBezTo>
                      <a:pt x="1102" y="1"/>
                      <a:pt x="1090" y="10"/>
                      <a:pt x="1087" y="24"/>
                    </a:cubicBezTo>
                    <a:lnTo>
                      <a:pt x="4" y="4552"/>
                    </a:lnTo>
                    <a:cubicBezTo>
                      <a:pt x="0" y="4567"/>
                      <a:pt x="8" y="4581"/>
                      <a:pt x="22" y="4586"/>
                    </a:cubicBezTo>
                    <a:lnTo>
                      <a:pt x="3574" y="5785"/>
                    </a:lnTo>
                    <a:cubicBezTo>
                      <a:pt x="3577" y="5786"/>
                      <a:pt x="3580" y="5787"/>
                      <a:pt x="3583" y="5787"/>
                    </a:cubicBezTo>
                    <a:cubicBezTo>
                      <a:pt x="3596" y="5787"/>
                      <a:pt x="3608" y="5778"/>
                      <a:pt x="3611" y="5764"/>
                    </a:cubicBezTo>
                    <a:lnTo>
                      <a:pt x="4627" y="1212"/>
                    </a:lnTo>
                    <a:cubicBezTo>
                      <a:pt x="4630" y="1197"/>
                      <a:pt x="4622" y="1184"/>
                      <a:pt x="4608" y="1179"/>
                    </a:cubicBezTo>
                    <a:lnTo>
                      <a:pt x="1124" y="3"/>
                    </a:lnTo>
                    <a:cubicBezTo>
                      <a:pt x="1121" y="1"/>
                      <a:pt x="1118" y="1"/>
                      <a:pt x="1115"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1515;p34">
                <a:extLst>
                  <a:ext uri="{FF2B5EF4-FFF2-40B4-BE49-F238E27FC236}">
                    <a16:creationId xmlns:a16="http://schemas.microsoft.com/office/drawing/2014/main" id="{9B0C961E-14D8-A784-E200-D5823EDADBE5}"/>
                  </a:ext>
                </a:extLst>
              </p:cNvPr>
              <p:cNvSpPr/>
              <p:nvPr/>
            </p:nvSpPr>
            <p:spPr>
              <a:xfrm>
                <a:off x="11515175" y="4363700"/>
                <a:ext cx="372775" cy="118100"/>
              </a:xfrm>
              <a:custGeom>
                <a:avLst/>
                <a:gdLst/>
                <a:ahLst/>
                <a:cxnLst/>
                <a:rect l="l" t="t" r="r" b="b"/>
                <a:pathLst>
                  <a:path w="14911" h="4724" extrusionOk="0">
                    <a:moveTo>
                      <a:pt x="17" y="1"/>
                    </a:moveTo>
                    <a:cubicBezTo>
                      <a:pt x="10" y="1"/>
                      <a:pt x="6" y="2"/>
                      <a:pt x="5" y="4"/>
                    </a:cubicBezTo>
                    <a:cubicBezTo>
                      <a:pt x="1" y="21"/>
                      <a:pt x="205" y="102"/>
                      <a:pt x="577" y="235"/>
                    </a:cubicBezTo>
                    <a:lnTo>
                      <a:pt x="2163" y="777"/>
                    </a:lnTo>
                    <a:cubicBezTo>
                      <a:pt x="3504" y="1226"/>
                      <a:pt x="5362" y="1829"/>
                      <a:pt x="7419" y="2479"/>
                    </a:cubicBezTo>
                    <a:cubicBezTo>
                      <a:pt x="9476" y="3130"/>
                      <a:pt x="11341" y="3707"/>
                      <a:pt x="12696" y="4112"/>
                    </a:cubicBezTo>
                    <a:lnTo>
                      <a:pt x="14304" y="4581"/>
                    </a:lnTo>
                    <a:cubicBezTo>
                      <a:pt x="14641" y="4673"/>
                      <a:pt x="14846" y="4723"/>
                      <a:pt x="14894" y="4723"/>
                    </a:cubicBezTo>
                    <a:cubicBezTo>
                      <a:pt x="14901" y="4723"/>
                      <a:pt x="14904" y="4722"/>
                      <a:pt x="14905" y="4721"/>
                    </a:cubicBezTo>
                    <a:cubicBezTo>
                      <a:pt x="14911" y="4705"/>
                      <a:pt x="14707" y="4624"/>
                      <a:pt x="14335" y="4490"/>
                    </a:cubicBezTo>
                    <a:lnTo>
                      <a:pt x="12751" y="3948"/>
                    </a:lnTo>
                    <a:cubicBezTo>
                      <a:pt x="11409" y="3500"/>
                      <a:pt x="9551" y="2897"/>
                      <a:pt x="7492" y="2245"/>
                    </a:cubicBezTo>
                    <a:cubicBezTo>
                      <a:pt x="5434" y="1594"/>
                      <a:pt x="3568" y="1018"/>
                      <a:pt x="2213" y="611"/>
                    </a:cubicBezTo>
                    <a:lnTo>
                      <a:pt x="605" y="144"/>
                    </a:lnTo>
                    <a:cubicBezTo>
                      <a:pt x="271" y="52"/>
                      <a:pt x="66" y="1"/>
                      <a:pt x="17"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1516;p34">
                <a:extLst>
                  <a:ext uri="{FF2B5EF4-FFF2-40B4-BE49-F238E27FC236}">
                    <a16:creationId xmlns:a16="http://schemas.microsoft.com/office/drawing/2014/main" id="{A73212D8-E289-AEED-879F-06C17A9B8952}"/>
                  </a:ext>
                </a:extLst>
              </p:cNvPr>
              <p:cNvSpPr/>
              <p:nvPr/>
            </p:nvSpPr>
            <p:spPr>
              <a:xfrm>
                <a:off x="11502475" y="4395675"/>
                <a:ext cx="371550" cy="117725"/>
              </a:xfrm>
              <a:custGeom>
                <a:avLst/>
                <a:gdLst/>
                <a:ahLst/>
                <a:cxnLst/>
                <a:rect l="l" t="t" r="r" b="b"/>
                <a:pathLst>
                  <a:path w="14862" h="4709" extrusionOk="0">
                    <a:moveTo>
                      <a:pt x="18" y="0"/>
                    </a:moveTo>
                    <a:cubicBezTo>
                      <a:pt x="11" y="0"/>
                      <a:pt x="7" y="1"/>
                      <a:pt x="7" y="3"/>
                    </a:cubicBezTo>
                    <a:cubicBezTo>
                      <a:pt x="1" y="20"/>
                      <a:pt x="204" y="101"/>
                      <a:pt x="576" y="234"/>
                    </a:cubicBezTo>
                    <a:lnTo>
                      <a:pt x="2155" y="775"/>
                    </a:lnTo>
                    <a:cubicBezTo>
                      <a:pt x="3493" y="1222"/>
                      <a:pt x="5345" y="1822"/>
                      <a:pt x="7395" y="2471"/>
                    </a:cubicBezTo>
                    <a:cubicBezTo>
                      <a:pt x="9444" y="3119"/>
                      <a:pt x="11304" y="3694"/>
                      <a:pt x="12655" y="4099"/>
                    </a:cubicBezTo>
                    <a:lnTo>
                      <a:pt x="14257" y="4565"/>
                    </a:lnTo>
                    <a:cubicBezTo>
                      <a:pt x="14593" y="4657"/>
                      <a:pt x="14799" y="4708"/>
                      <a:pt x="14845" y="4708"/>
                    </a:cubicBezTo>
                    <a:cubicBezTo>
                      <a:pt x="14852" y="4708"/>
                      <a:pt x="14855" y="4707"/>
                      <a:pt x="14856" y="4705"/>
                    </a:cubicBezTo>
                    <a:cubicBezTo>
                      <a:pt x="14861" y="4689"/>
                      <a:pt x="14659" y="4608"/>
                      <a:pt x="14288" y="4474"/>
                    </a:cubicBezTo>
                    <a:lnTo>
                      <a:pt x="12709" y="3934"/>
                    </a:lnTo>
                    <a:cubicBezTo>
                      <a:pt x="11372" y="3486"/>
                      <a:pt x="9521" y="2886"/>
                      <a:pt x="7469" y="2237"/>
                    </a:cubicBezTo>
                    <a:cubicBezTo>
                      <a:pt x="5417" y="1588"/>
                      <a:pt x="3557" y="1013"/>
                      <a:pt x="2207" y="609"/>
                    </a:cubicBezTo>
                    <a:lnTo>
                      <a:pt x="604" y="142"/>
                    </a:lnTo>
                    <a:cubicBezTo>
                      <a:pt x="272" y="51"/>
                      <a:pt x="68" y="0"/>
                      <a:pt x="18"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1517;p34">
                <a:extLst>
                  <a:ext uri="{FF2B5EF4-FFF2-40B4-BE49-F238E27FC236}">
                    <a16:creationId xmlns:a16="http://schemas.microsoft.com/office/drawing/2014/main" id="{49500EF3-7DFD-2562-4615-9725DB1B4831}"/>
                  </a:ext>
                </a:extLst>
              </p:cNvPr>
              <p:cNvSpPr/>
              <p:nvPr/>
            </p:nvSpPr>
            <p:spPr>
              <a:xfrm>
                <a:off x="11497200" y="4438475"/>
                <a:ext cx="360525" cy="114175"/>
              </a:xfrm>
              <a:custGeom>
                <a:avLst/>
                <a:gdLst/>
                <a:ahLst/>
                <a:cxnLst/>
                <a:rect l="l" t="t" r="r" b="b"/>
                <a:pathLst>
                  <a:path w="14421" h="4567" extrusionOk="0">
                    <a:moveTo>
                      <a:pt x="18" y="0"/>
                    </a:moveTo>
                    <a:cubicBezTo>
                      <a:pt x="11" y="0"/>
                      <a:pt x="7" y="2"/>
                      <a:pt x="7" y="4"/>
                    </a:cubicBezTo>
                    <a:cubicBezTo>
                      <a:pt x="1" y="19"/>
                      <a:pt x="198" y="98"/>
                      <a:pt x="558" y="228"/>
                    </a:cubicBezTo>
                    <a:lnTo>
                      <a:pt x="2091" y="753"/>
                    </a:lnTo>
                    <a:cubicBezTo>
                      <a:pt x="3388" y="1188"/>
                      <a:pt x="5185" y="1771"/>
                      <a:pt x="7174" y="2400"/>
                    </a:cubicBezTo>
                    <a:cubicBezTo>
                      <a:pt x="9162" y="3030"/>
                      <a:pt x="10967" y="3586"/>
                      <a:pt x="12277" y="3978"/>
                    </a:cubicBezTo>
                    <a:lnTo>
                      <a:pt x="13833" y="4430"/>
                    </a:lnTo>
                    <a:cubicBezTo>
                      <a:pt x="14155" y="4518"/>
                      <a:pt x="14353" y="4567"/>
                      <a:pt x="14403" y="4567"/>
                    </a:cubicBezTo>
                    <a:cubicBezTo>
                      <a:pt x="14410" y="4567"/>
                      <a:pt x="14414" y="4566"/>
                      <a:pt x="14415" y="4564"/>
                    </a:cubicBezTo>
                    <a:cubicBezTo>
                      <a:pt x="14420" y="4548"/>
                      <a:pt x="14224" y="4469"/>
                      <a:pt x="13863" y="4339"/>
                    </a:cubicBezTo>
                    <a:lnTo>
                      <a:pt x="12331" y="3814"/>
                    </a:lnTo>
                    <a:cubicBezTo>
                      <a:pt x="11034" y="3380"/>
                      <a:pt x="9237" y="2797"/>
                      <a:pt x="7247" y="2167"/>
                    </a:cubicBezTo>
                    <a:cubicBezTo>
                      <a:pt x="5257" y="1537"/>
                      <a:pt x="3451" y="980"/>
                      <a:pt x="2141" y="588"/>
                    </a:cubicBezTo>
                    <a:lnTo>
                      <a:pt x="586" y="137"/>
                    </a:lnTo>
                    <a:cubicBezTo>
                      <a:pt x="265" y="48"/>
                      <a:pt x="67" y="0"/>
                      <a:pt x="18"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1518;p34">
                <a:extLst>
                  <a:ext uri="{FF2B5EF4-FFF2-40B4-BE49-F238E27FC236}">
                    <a16:creationId xmlns:a16="http://schemas.microsoft.com/office/drawing/2014/main" id="{11D3FB58-0251-403C-FB0B-F3C740C9AD5A}"/>
                  </a:ext>
                </a:extLst>
              </p:cNvPr>
              <p:cNvSpPr/>
              <p:nvPr/>
            </p:nvSpPr>
            <p:spPr>
              <a:xfrm>
                <a:off x="11488225" y="4467800"/>
                <a:ext cx="360475" cy="114200"/>
              </a:xfrm>
              <a:custGeom>
                <a:avLst/>
                <a:gdLst/>
                <a:ahLst/>
                <a:cxnLst/>
                <a:rect l="l" t="t" r="r" b="b"/>
                <a:pathLst>
                  <a:path w="14419" h="4568" extrusionOk="0">
                    <a:moveTo>
                      <a:pt x="17" y="0"/>
                    </a:moveTo>
                    <a:cubicBezTo>
                      <a:pt x="9" y="0"/>
                      <a:pt x="5" y="1"/>
                      <a:pt x="5" y="3"/>
                    </a:cubicBezTo>
                    <a:cubicBezTo>
                      <a:pt x="0" y="20"/>
                      <a:pt x="196" y="99"/>
                      <a:pt x="557" y="228"/>
                    </a:cubicBezTo>
                    <a:lnTo>
                      <a:pt x="2089" y="754"/>
                    </a:lnTo>
                    <a:cubicBezTo>
                      <a:pt x="3386" y="1187"/>
                      <a:pt x="5184" y="1771"/>
                      <a:pt x="7172" y="2400"/>
                    </a:cubicBezTo>
                    <a:cubicBezTo>
                      <a:pt x="9161" y="3030"/>
                      <a:pt x="10966" y="3587"/>
                      <a:pt x="12276" y="3978"/>
                    </a:cubicBezTo>
                    <a:lnTo>
                      <a:pt x="13832" y="4430"/>
                    </a:lnTo>
                    <a:cubicBezTo>
                      <a:pt x="14156" y="4519"/>
                      <a:pt x="14354" y="4567"/>
                      <a:pt x="14402" y="4567"/>
                    </a:cubicBezTo>
                    <a:cubicBezTo>
                      <a:pt x="14408" y="4567"/>
                      <a:pt x="14412" y="4566"/>
                      <a:pt x="14413" y="4565"/>
                    </a:cubicBezTo>
                    <a:cubicBezTo>
                      <a:pt x="14418" y="4548"/>
                      <a:pt x="14222" y="4469"/>
                      <a:pt x="13862" y="4340"/>
                    </a:cubicBezTo>
                    <a:lnTo>
                      <a:pt x="12329" y="3814"/>
                    </a:lnTo>
                    <a:cubicBezTo>
                      <a:pt x="11032" y="3381"/>
                      <a:pt x="9237" y="2798"/>
                      <a:pt x="7245" y="2167"/>
                    </a:cubicBezTo>
                    <a:cubicBezTo>
                      <a:pt x="5255" y="1537"/>
                      <a:pt x="3450" y="980"/>
                      <a:pt x="2139" y="588"/>
                    </a:cubicBezTo>
                    <a:lnTo>
                      <a:pt x="584" y="137"/>
                    </a:lnTo>
                    <a:cubicBezTo>
                      <a:pt x="264" y="48"/>
                      <a:pt x="66" y="0"/>
                      <a:pt x="17"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1519;p34">
                <a:extLst>
                  <a:ext uri="{FF2B5EF4-FFF2-40B4-BE49-F238E27FC236}">
                    <a16:creationId xmlns:a16="http://schemas.microsoft.com/office/drawing/2014/main" id="{70F91725-2E1A-B216-79A4-817131D9816F}"/>
                  </a:ext>
                </a:extLst>
              </p:cNvPr>
              <p:cNvSpPr/>
              <p:nvPr/>
            </p:nvSpPr>
            <p:spPr>
              <a:xfrm>
                <a:off x="10893875" y="4415400"/>
                <a:ext cx="761250" cy="488625"/>
              </a:xfrm>
              <a:custGeom>
                <a:avLst/>
                <a:gdLst/>
                <a:ahLst/>
                <a:cxnLst/>
                <a:rect l="l" t="t" r="r" b="b"/>
                <a:pathLst>
                  <a:path w="30450" h="19545" extrusionOk="0">
                    <a:moveTo>
                      <a:pt x="24237" y="1"/>
                    </a:moveTo>
                    <a:cubicBezTo>
                      <a:pt x="24237" y="1"/>
                      <a:pt x="14845" y="8848"/>
                      <a:pt x="14084" y="8848"/>
                    </a:cubicBezTo>
                    <a:cubicBezTo>
                      <a:pt x="14062" y="8848"/>
                      <a:pt x="14047" y="8841"/>
                      <a:pt x="14040" y="8825"/>
                    </a:cubicBezTo>
                    <a:cubicBezTo>
                      <a:pt x="13421" y="7437"/>
                      <a:pt x="10559" y="1383"/>
                      <a:pt x="10559" y="1383"/>
                    </a:cubicBezTo>
                    <a:lnTo>
                      <a:pt x="1" y="1038"/>
                    </a:lnTo>
                    <a:lnTo>
                      <a:pt x="1" y="1038"/>
                    </a:lnTo>
                    <a:cubicBezTo>
                      <a:pt x="1" y="1038"/>
                      <a:pt x="1617" y="14478"/>
                      <a:pt x="9793" y="18600"/>
                    </a:cubicBezTo>
                    <a:cubicBezTo>
                      <a:pt x="11096" y="19257"/>
                      <a:pt x="12391" y="19545"/>
                      <a:pt x="13660" y="19545"/>
                    </a:cubicBezTo>
                    <a:cubicBezTo>
                      <a:pt x="22706" y="19545"/>
                      <a:pt x="30450" y="4915"/>
                      <a:pt x="30450" y="4915"/>
                    </a:cubicBezTo>
                    <a:lnTo>
                      <a:pt x="24237"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1520;p34">
                <a:extLst>
                  <a:ext uri="{FF2B5EF4-FFF2-40B4-BE49-F238E27FC236}">
                    <a16:creationId xmlns:a16="http://schemas.microsoft.com/office/drawing/2014/main" id="{24F08EB7-2772-8E97-525B-F4276E996D15}"/>
                  </a:ext>
                </a:extLst>
              </p:cNvPr>
              <p:cNvSpPr/>
              <p:nvPr/>
            </p:nvSpPr>
            <p:spPr>
              <a:xfrm>
                <a:off x="11489750" y="4228550"/>
                <a:ext cx="296675" cy="373675"/>
              </a:xfrm>
              <a:custGeom>
                <a:avLst/>
                <a:gdLst/>
                <a:ahLst/>
                <a:cxnLst/>
                <a:rect l="l" t="t" r="r" b="b"/>
                <a:pathLst>
                  <a:path w="11867" h="14947" extrusionOk="0">
                    <a:moveTo>
                      <a:pt x="8443" y="1"/>
                    </a:moveTo>
                    <a:cubicBezTo>
                      <a:pt x="8303" y="1"/>
                      <a:pt x="8116" y="47"/>
                      <a:pt x="7868" y="159"/>
                    </a:cubicBezTo>
                    <a:cubicBezTo>
                      <a:pt x="6429" y="809"/>
                      <a:pt x="2898" y="4314"/>
                      <a:pt x="2898" y="4314"/>
                    </a:cubicBezTo>
                    <a:cubicBezTo>
                      <a:pt x="2458" y="3210"/>
                      <a:pt x="1678" y="3040"/>
                      <a:pt x="1241" y="3040"/>
                    </a:cubicBezTo>
                    <a:cubicBezTo>
                      <a:pt x="1047" y="3040"/>
                      <a:pt x="921" y="3073"/>
                      <a:pt x="921" y="3073"/>
                    </a:cubicBezTo>
                    <a:cubicBezTo>
                      <a:pt x="921" y="3073"/>
                      <a:pt x="1253" y="4026"/>
                      <a:pt x="1417" y="5078"/>
                    </a:cubicBezTo>
                    <a:cubicBezTo>
                      <a:pt x="1574" y="6081"/>
                      <a:pt x="0" y="7850"/>
                      <a:pt x="0" y="7850"/>
                    </a:cubicBezTo>
                    <a:lnTo>
                      <a:pt x="5015" y="14946"/>
                    </a:lnTo>
                    <a:cubicBezTo>
                      <a:pt x="5015" y="14946"/>
                      <a:pt x="7548" y="12242"/>
                      <a:pt x="8226" y="11321"/>
                    </a:cubicBezTo>
                    <a:cubicBezTo>
                      <a:pt x="9851" y="9115"/>
                      <a:pt x="10251" y="8219"/>
                      <a:pt x="10522" y="7741"/>
                    </a:cubicBezTo>
                    <a:cubicBezTo>
                      <a:pt x="10694" y="7439"/>
                      <a:pt x="11102" y="6146"/>
                      <a:pt x="11421" y="5123"/>
                    </a:cubicBezTo>
                    <a:cubicBezTo>
                      <a:pt x="11569" y="4650"/>
                      <a:pt x="11373" y="4191"/>
                      <a:pt x="11133" y="3758"/>
                    </a:cubicBezTo>
                    <a:cubicBezTo>
                      <a:pt x="11103" y="3702"/>
                      <a:pt x="11107" y="3605"/>
                      <a:pt x="11178" y="3444"/>
                    </a:cubicBezTo>
                    <a:cubicBezTo>
                      <a:pt x="11866" y="1870"/>
                      <a:pt x="10489" y="1651"/>
                      <a:pt x="10489" y="1651"/>
                    </a:cubicBezTo>
                    <a:cubicBezTo>
                      <a:pt x="10582" y="1028"/>
                      <a:pt x="10191" y="864"/>
                      <a:pt x="9751" y="864"/>
                    </a:cubicBezTo>
                    <a:cubicBezTo>
                      <a:pt x="9256" y="864"/>
                      <a:pt x="8699" y="1072"/>
                      <a:pt x="8699" y="1072"/>
                    </a:cubicBezTo>
                    <a:cubicBezTo>
                      <a:pt x="8699" y="1072"/>
                      <a:pt x="9115" y="1"/>
                      <a:pt x="8443"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1521;p34">
                <a:extLst>
                  <a:ext uri="{FF2B5EF4-FFF2-40B4-BE49-F238E27FC236}">
                    <a16:creationId xmlns:a16="http://schemas.microsoft.com/office/drawing/2014/main" id="{72EE3809-D87D-AF08-9AC7-519342F796D7}"/>
                  </a:ext>
                </a:extLst>
              </p:cNvPr>
              <p:cNvSpPr/>
              <p:nvPr/>
            </p:nvSpPr>
            <p:spPr>
              <a:xfrm>
                <a:off x="11640850" y="4253575"/>
                <a:ext cx="68625" cy="86975"/>
              </a:xfrm>
              <a:custGeom>
                <a:avLst/>
                <a:gdLst/>
                <a:ahLst/>
                <a:cxnLst/>
                <a:rect l="l" t="t" r="r" b="b"/>
                <a:pathLst>
                  <a:path w="2745" h="3479" extrusionOk="0">
                    <a:moveTo>
                      <a:pt x="2652" y="1"/>
                    </a:moveTo>
                    <a:cubicBezTo>
                      <a:pt x="2636" y="1"/>
                      <a:pt x="2620" y="7"/>
                      <a:pt x="2605" y="21"/>
                    </a:cubicBezTo>
                    <a:cubicBezTo>
                      <a:pt x="1645" y="972"/>
                      <a:pt x="847" y="2210"/>
                      <a:pt x="63" y="3307"/>
                    </a:cubicBezTo>
                    <a:cubicBezTo>
                      <a:pt x="0" y="3395"/>
                      <a:pt x="82" y="3479"/>
                      <a:pt x="168" y="3479"/>
                    </a:cubicBezTo>
                    <a:cubicBezTo>
                      <a:pt x="205" y="3479"/>
                      <a:pt x="242" y="3464"/>
                      <a:pt x="269" y="3427"/>
                    </a:cubicBezTo>
                    <a:cubicBezTo>
                      <a:pt x="1063" y="2340"/>
                      <a:pt x="2075" y="1293"/>
                      <a:pt x="2716" y="107"/>
                    </a:cubicBezTo>
                    <a:cubicBezTo>
                      <a:pt x="2744" y="55"/>
                      <a:pt x="2701" y="1"/>
                      <a:pt x="2652"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1522;p34">
                <a:extLst>
                  <a:ext uri="{FF2B5EF4-FFF2-40B4-BE49-F238E27FC236}">
                    <a16:creationId xmlns:a16="http://schemas.microsoft.com/office/drawing/2014/main" id="{E0B6A7B3-04F7-C2B4-53A8-4E16C67946D0}"/>
                  </a:ext>
                </a:extLst>
              </p:cNvPr>
              <p:cNvSpPr/>
              <p:nvPr/>
            </p:nvSpPr>
            <p:spPr>
              <a:xfrm>
                <a:off x="11713800" y="4320350"/>
                <a:ext cx="54350" cy="68150"/>
              </a:xfrm>
              <a:custGeom>
                <a:avLst/>
                <a:gdLst/>
                <a:ahLst/>
                <a:cxnLst/>
                <a:rect l="l" t="t" r="r" b="b"/>
                <a:pathLst>
                  <a:path w="2174" h="2726" extrusionOk="0">
                    <a:moveTo>
                      <a:pt x="2085" y="0"/>
                    </a:moveTo>
                    <a:cubicBezTo>
                      <a:pt x="2069" y="0"/>
                      <a:pt x="2052" y="6"/>
                      <a:pt x="2037" y="20"/>
                    </a:cubicBezTo>
                    <a:cubicBezTo>
                      <a:pt x="1642" y="375"/>
                      <a:pt x="1334" y="857"/>
                      <a:pt x="1007" y="1277"/>
                    </a:cubicBezTo>
                    <a:cubicBezTo>
                      <a:pt x="679" y="1696"/>
                      <a:pt x="370" y="2122"/>
                      <a:pt x="63" y="2554"/>
                    </a:cubicBezTo>
                    <a:cubicBezTo>
                      <a:pt x="0" y="2642"/>
                      <a:pt x="83" y="2726"/>
                      <a:pt x="168" y="2726"/>
                    </a:cubicBezTo>
                    <a:cubicBezTo>
                      <a:pt x="205" y="2726"/>
                      <a:pt x="242" y="2711"/>
                      <a:pt x="268" y="2674"/>
                    </a:cubicBezTo>
                    <a:cubicBezTo>
                      <a:pt x="590" y="2234"/>
                      <a:pt x="912" y="1795"/>
                      <a:pt x="1250" y="1366"/>
                    </a:cubicBezTo>
                    <a:cubicBezTo>
                      <a:pt x="1564" y="965"/>
                      <a:pt x="1928" y="566"/>
                      <a:pt x="2148" y="106"/>
                    </a:cubicBezTo>
                    <a:cubicBezTo>
                      <a:pt x="2173" y="52"/>
                      <a:pt x="2133" y="0"/>
                      <a:pt x="2085"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1523;p34">
                <a:extLst>
                  <a:ext uri="{FF2B5EF4-FFF2-40B4-BE49-F238E27FC236}">
                    <a16:creationId xmlns:a16="http://schemas.microsoft.com/office/drawing/2014/main" id="{8817DF51-F6AB-993D-6B87-6C28FE00879E}"/>
                  </a:ext>
                </a:extLst>
              </p:cNvPr>
              <p:cNvSpPr/>
              <p:nvPr/>
            </p:nvSpPr>
            <p:spPr>
              <a:xfrm>
                <a:off x="11679525" y="4269925"/>
                <a:ext cx="74125" cy="96000"/>
              </a:xfrm>
              <a:custGeom>
                <a:avLst/>
                <a:gdLst/>
                <a:ahLst/>
                <a:cxnLst/>
                <a:rect l="l" t="t" r="r" b="b"/>
                <a:pathLst>
                  <a:path w="2965" h="3840" extrusionOk="0">
                    <a:moveTo>
                      <a:pt x="2903" y="0"/>
                    </a:moveTo>
                    <a:cubicBezTo>
                      <a:pt x="2825" y="0"/>
                      <a:pt x="2204" y="848"/>
                      <a:pt x="1428" y="1880"/>
                    </a:cubicBezTo>
                    <a:cubicBezTo>
                      <a:pt x="640" y="2935"/>
                      <a:pt x="1" y="3795"/>
                      <a:pt x="54" y="3838"/>
                    </a:cubicBezTo>
                    <a:cubicBezTo>
                      <a:pt x="56" y="3839"/>
                      <a:pt x="57" y="3840"/>
                      <a:pt x="59" y="3840"/>
                    </a:cubicBezTo>
                    <a:cubicBezTo>
                      <a:pt x="142" y="3840"/>
                      <a:pt x="852" y="3061"/>
                      <a:pt x="1625" y="2027"/>
                    </a:cubicBezTo>
                    <a:cubicBezTo>
                      <a:pt x="2420" y="968"/>
                      <a:pt x="2965" y="39"/>
                      <a:pt x="2907" y="1"/>
                    </a:cubicBezTo>
                    <a:cubicBezTo>
                      <a:pt x="2906" y="1"/>
                      <a:pt x="2905" y="0"/>
                      <a:pt x="2903"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1524;p34">
                <a:extLst>
                  <a:ext uri="{FF2B5EF4-FFF2-40B4-BE49-F238E27FC236}">
                    <a16:creationId xmlns:a16="http://schemas.microsoft.com/office/drawing/2014/main" id="{BB8BAA13-B199-888D-4291-B1A92BCF5830}"/>
                  </a:ext>
                </a:extLst>
              </p:cNvPr>
              <p:cNvSpPr/>
              <p:nvPr/>
            </p:nvSpPr>
            <p:spPr>
              <a:xfrm>
                <a:off x="11204500" y="3812850"/>
                <a:ext cx="238525" cy="358000"/>
              </a:xfrm>
              <a:custGeom>
                <a:avLst/>
                <a:gdLst/>
                <a:ahLst/>
                <a:cxnLst/>
                <a:rect l="l" t="t" r="r" b="b"/>
                <a:pathLst>
                  <a:path w="9541" h="14320" extrusionOk="0">
                    <a:moveTo>
                      <a:pt x="0" y="0"/>
                    </a:moveTo>
                    <a:lnTo>
                      <a:pt x="85" y="9549"/>
                    </a:lnTo>
                    <a:cubicBezTo>
                      <a:pt x="108" y="12176"/>
                      <a:pt x="2232" y="14320"/>
                      <a:pt x="4792" y="14320"/>
                    </a:cubicBezTo>
                    <a:cubicBezTo>
                      <a:pt x="4962" y="14320"/>
                      <a:pt x="5134" y="14310"/>
                      <a:pt x="5308" y="14291"/>
                    </a:cubicBezTo>
                    <a:lnTo>
                      <a:pt x="5397" y="14281"/>
                    </a:lnTo>
                    <a:cubicBezTo>
                      <a:pt x="7784" y="13990"/>
                      <a:pt x="9540" y="11889"/>
                      <a:pt x="9519" y="9483"/>
                    </a:cubicBezTo>
                    <a:lnTo>
                      <a:pt x="9489" y="6176"/>
                    </a:lnTo>
                    <a:lnTo>
                      <a:pt x="0"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1525;p34">
                <a:extLst>
                  <a:ext uri="{FF2B5EF4-FFF2-40B4-BE49-F238E27FC236}">
                    <a16:creationId xmlns:a16="http://schemas.microsoft.com/office/drawing/2014/main" id="{A83EE7D1-97B4-CF1B-4971-761F0ADD393D}"/>
                  </a:ext>
                </a:extLst>
              </p:cNvPr>
              <p:cNvSpPr/>
              <p:nvPr/>
            </p:nvSpPr>
            <p:spPr>
              <a:xfrm>
                <a:off x="11236400" y="3862150"/>
                <a:ext cx="205325" cy="210175"/>
              </a:xfrm>
              <a:custGeom>
                <a:avLst/>
                <a:gdLst/>
                <a:ahLst/>
                <a:cxnLst/>
                <a:rect l="l" t="t" r="r" b="b"/>
                <a:pathLst>
                  <a:path w="8213" h="8407" extrusionOk="0">
                    <a:moveTo>
                      <a:pt x="1" y="1"/>
                    </a:moveTo>
                    <a:lnTo>
                      <a:pt x="1" y="1"/>
                    </a:lnTo>
                    <a:cubicBezTo>
                      <a:pt x="292" y="7312"/>
                      <a:pt x="4194" y="8407"/>
                      <a:pt x="6506" y="8407"/>
                    </a:cubicBezTo>
                    <a:cubicBezTo>
                      <a:pt x="7496" y="8407"/>
                      <a:pt x="8194" y="8206"/>
                      <a:pt x="8194" y="8206"/>
                    </a:cubicBezTo>
                    <a:lnTo>
                      <a:pt x="8213" y="4204"/>
                    </a:lnTo>
                    <a:lnTo>
                      <a:pt x="1" y="1"/>
                    </a:ln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1526;p34">
                <a:extLst>
                  <a:ext uri="{FF2B5EF4-FFF2-40B4-BE49-F238E27FC236}">
                    <a16:creationId xmlns:a16="http://schemas.microsoft.com/office/drawing/2014/main" id="{FB0D17C9-7565-659B-6C1A-3ABADAA4F432}"/>
                  </a:ext>
                </a:extLst>
              </p:cNvPr>
              <p:cNvSpPr/>
              <p:nvPr/>
            </p:nvSpPr>
            <p:spPr>
              <a:xfrm>
                <a:off x="11144125" y="3723100"/>
                <a:ext cx="81425" cy="101100"/>
              </a:xfrm>
              <a:custGeom>
                <a:avLst/>
                <a:gdLst/>
                <a:ahLst/>
                <a:cxnLst/>
                <a:rect l="l" t="t" r="r" b="b"/>
                <a:pathLst>
                  <a:path w="3257" h="4044" extrusionOk="0">
                    <a:moveTo>
                      <a:pt x="1594" y="1"/>
                    </a:moveTo>
                    <a:cubicBezTo>
                      <a:pt x="1299" y="1"/>
                      <a:pt x="1003" y="71"/>
                      <a:pt x="767" y="244"/>
                    </a:cubicBezTo>
                    <a:cubicBezTo>
                      <a:pt x="489" y="448"/>
                      <a:pt x="320" y="773"/>
                      <a:pt x="228" y="1105"/>
                    </a:cubicBezTo>
                    <a:cubicBezTo>
                      <a:pt x="0" y="1934"/>
                      <a:pt x="235" y="2889"/>
                      <a:pt x="864" y="3476"/>
                    </a:cubicBezTo>
                    <a:cubicBezTo>
                      <a:pt x="1256" y="3843"/>
                      <a:pt x="1796" y="4044"/>
                      <a:pt x="2330" y="4044"/>
                    </a:cubicBezTo>
                    <a:cubicBezTo>
                      <a:pt x="2652" y="4044"/>
                      <a:pt x="2972" y="3971"/>
                      <a:pt x="3256" y="3818"/>
                    </a:cubicBezTo>
                    <a:lnTo>
                      <a:pt x="2899" y="334"/>
                    </a:lnTo>
                    <a:cubicBezTo>
                      <a:pt x="2553" y="199"/>
                      <a:pt x="2202" y="61"/>
                      <a:pt x="1832" y="15"/>
                    </a:cubicBezTo>
                    <a:cubicBezTo>
                      <a:pt x="1754" y="6"/>
                      <a:pt x="1674" y="1"/>
                      <a:pt x="1594"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1527;p34">
                <a:extLst>
                  <a:ext uri="{FF2B5EF4-FFF2-40B4-BE49-F238E27FC236}">
                    <a16:creationId xmlns:a16="http://schemas.microsoft.com/office/drawing/2014/main" id="{EC32BAE3-7002-43D6-CEAA-54ED7F35B29A}"/>
                  </a:ext>
                </a:extLst>
              </p:cNvPr>
              <p:cNvSpPr/>
              <p:nvPr/>
            </p:nvSpPr>
            <p:spPr>
              <a:xfrm>
                <a:off x="11161375" y="3737125"/>
                <a:ext cx="41725" cy="65275"/>
              </a:xfrm>
              <a:custGeom>
                <a:avLst/>
                <a:gdLst/>
                <a:ahLst/>
                <a:cxnLst/>
                <a:rect l="l" t="t" r="r" b="b"/>
                <a:pathLst>
                  <a:path w="1669" h="2611" extrusionOk="0">
                    <a:moveTo>
                      <a:pt x="705" y="1"/>
                    </a:moveTo>
                    <a:cubicBezTo>
                      <a:pt x="649" y="1"/>
                      <a:pt x="601" y="72"/>
                      <a:pt x="650" y="123"/>
                    </a:cubicBezTo>
                    <a:cubicBezTo>
                      <a:pt x="850" y="322"/>
                      <a:pt x="1039" y="533"/>
                      <a:pt x="1208" y="759"/>
                    </a:cubicBezTo>
                    <a:lnTo>
                      <a:pt x="1208" y="759"/>
                    </a:lnTo>
                    <a:cubicBezTo>
                      <a:pt x="1144" y="740"/>
                      <a:pt x="1077" y="732"/>
                      <a:pt x="1010" y="732"/>
                    </a:cubicBezTo>
                    <a:cubicBezTo>
                      <a:pt x="687" y="732"/>
                      <a:pt x="355" y="936"/>
                      <a:pt x="230" y="1281"/>
                    </a:cubicBezTo>
                    <a:cubicBezTo>
                      <a:pt x="1" y="1909"/>
                      <a:pt x="535" y="2610"/>
                      <a:pt x="1170" y="2610"/>
                    </a:cubicBezTo>
                    <a:cubicBezTo>
                      <a:pt x="1237" y="2610"/>
                      <a:pt x="1305" y="2603"/>
                      <a:pt x="1373" y="2586"/>
                    </a:cubicBezTo>
                    <a:cubicBezTo>
                      <a:pt x="1477" y="2561"/>
                      <a:pt x="1459" y="2427"/>
                      <a:pt x="1373" y="2394"/>
                    </a:cubicBezTo>
                    <a:cubicBezTo>
                      <a:pt x="1019" y="2260"/>
                      <a:pt x="646" y="2165"/>
                      <a:pt x="547" y="1742"/>
                    </a:cubicBezTo>
                    <a:cubicBezTo>
                      <a:pt x="452" y="1332"/>
                      <a:pt x="731" y="994"/>
                      <a:pt x="1066" y="994"/>
                    </a:cubicBezTo>
                    <a:cubicBezTo>
                      <a:pt x="1211" y="994"/>
                      <a:pt x="1366" y="1056"/>
                      <a:pt x="1507" y="1203"/>
                    </a:cubicBezTo>
                    <a:cubicBezTo>
                      <a:pt x="1522" y="1220"/>
                      <a:pt x="1540" y="1226"/>
                      <a:pt x="1559" y="1226"/>
                    </a:cubicBezTo>
                    <a:cubicBezTo>
                      <a:pt x="1614" y="1226"/>
                      <a:pt x="1669" y="1165"/>
                      <a:pt x="1631" y="1108"/>
                    </a:cubicBezTo>
                    <a:cubicBezTo>
                      <a:pt x="1606" y="1062"/>
                      <a:pt x="1579" y="1021"/>
                      <a:pt x="1548" y="983"/>
                    </a:cubicBezTo>
                    <a:lnTo>
                      <a:pt x="1548" y="983"/>
                    </a:lnTo>
                    <a:cubicBezTo>
                      <a:pt x="1311" y="634"/>
                      <a:pt x="1063" y="318"/>
                      <a:pt x="753" y="21"/>
                    </a:cubicBezTo>
                    <a:cubicBezTo>
                      <a:pt x="738" y="7"/>
                      <a:pt x="721" y="1"/>
                      <a:pt x="705"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1528;p34">
                <a:extLst>
                  <a:ext uri="{FF2B5EF4-FFF2-40B4-BE49-F238E27FC236}">
                    <a16:creationId xmlns:a16="http://schemas.microsoft.com/office/drawing/2014/main" id="{07141531-180E-F5FE-7F13-2E25A2BC7278}"/>
                  </a:ext>
                </a:extLst>
              </p:cNvPr>
              <p:cNvSpPr/>
              <p:nvPr/>
            </p:nvSpPr>
            <p:spPr>
              <a:xfrm>
                <a:off x="11167625" y="3534950"/>
                <a:ext cx="396100" cy="455925"/>
              </a:xfrm>
              <a:custGeom>
                <a:avLst/>
                <a:gdLst/>
                <a:ahLst/>
                <a:cxnLst/>
                <a:rect l="l" t="t" r="r" b="b"/>
                <a:pathLst>
                  <a:path w="15844" h="18237" extrusionOk="0">
                    <a:moveTo>
                      <a:pt x="7082" y="0"/>
                    </a:moveTo>
                    <a:cubicBezTo>
                      <a:pt x="6703" y="0"/>
                      <a:pt x="6476" y="36"/>
                      <a:pt x="6476" y="36"/>
                    </a:cubicBezTo>
                    <a:cubicBezTo>
                      <a:pt x="1" y="494"/>
                      <a:pt x="828" y="5404"/>
                      <a:pt x="2100" y="11948"/>
                    </a:cubicBezTo>
                    <a:cubicBezTo>
                      <a:pt x="2937" y="16259"/>
                      <a:pt x="5547" y="18236"/>
                      <a:pt x="9551" y="18236"/>
                    </a:cubicBezTo>
                    <a:cubicBezTo>
                      <a:pt x="9611" y="18236"/>
                      <a:pt x="9671" y="18236"/>
                      <a:pt x="9731" y="18235"/>
                    </a:cubicBezTo>
                    <a:cubicBezTo>
                      <a:pt x="13193" y="18185"/>
                      <a:pt x="15844" y="15934"/>
                      <a:pt x="14219" y="7326"/>
                    </a:cubicBezTo>
                    <a:cubicBezTo>
                      <a:pt x="12958" y="641"/>
                      <a:pt x="8677" y="0"/>
                      <a:pt x="7082"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1529;p34">
                <a:extLst>
                  <a:ext uri="{FF2B5EF4-FFF2-40B4-BE49-F238E27FC236}">
                    <a16:creationId xmlns:a16="http://schemas.microsoft.com/office/drawing/2014/main" id="{FD26BA55-EDBF-C21C-9FE6-EFEE3516F856}"/>
                  </a:ext>
                </a:extLst>
              </p:cNvPr>
              <p:cNvSpPr/>
              <p:nvPr/>
            </p:nvSpPr>
            <p:spPr>
              <a:xfrm>
                <a:off x="11381325" y="3670750"/>
                <a:ext cx="35375" cy="158500"/>
              </a:xfrm>
              <a:custGeom>
                <a:avLst/>
                <a:gdLst/>
                <a:ahLst/>
                <a:cxnLst/>
                <a:rect l="l" t="t" r="r" b="b"/>
                <a:pathLst>
                  <a:path w="1415" h="6340" extrusionOk="0">
                    <a:moveTo>
                      <a:pt x="891" y="1"/>
                    </a:moveTo>
                    <a:cubicBezTo>
                      <a:pt x="857" y="1"/>
                      <a:pt x="825" y="23"/>
                      <a:pt x="825" y="70"/>
                    </a:cubicBezTo>
                    <a:cubicBezTo>
                      <a:pt x="821" y="1055"/>
                      <a:pt x="868" y="2039"/>
                      <a:pt x="898" y="3024"/>
                    </a:cubicBezTo>
                    <a:cubicBezTo>
                      <a:pt x="914" y="3536"/>
                      <a:pt x="1269" y="6036"/>
                      <a:pt x="356" y="6036"/>
                    </a:cubicBezTo>
                    <a:cubicBezTo>
                      <a:pt x="322" y="6036"/>
                      <a:pt x="286" y="6032"/>
                      <a:pt x="248" y="6025"/>
                    </a:cubicBezTo>
                    <a:cubicBezTo>
                      <a:pt x="237" y="6023"/>
                      <a:pt x="227" y="6022"/>
                      <a:pt x="217" y="6022"/>
                    </a:cubicBezTo>
                    <a:cubicBezTo>
                      <a:pt x="60" y="6022"/>
                      <a:pt x="0" y="6261"/>
                      <a:pt x="172" y="6304"/>
                    </a:cubicBezTo>
                    <a:cubicBezTo>
                      <a:pt x="267" y="6328"/>
                      <a:pt x="355" y="6339"/>
                      <a:pt x="435" y="6339"/>
                    </a:cubicBezTo>
                    <a:cubicBezTo>
                      <a:pt x="937" y="6339"/>
                      <a:pt x="1150" y="5898"/>
                      <a:pt x="1214" y="5362"/>
                    </a:cubicBezTo>
                    <a:cubicBezTo>
                      <a:pt x="1414" y="3699"/>
                      <a:pt x="1158" y="1730"/>
                      <a:pt x="968" y="70"/>
                    </a:cubicBezTo>
                    <a:cubicBezTo>
                      <a:pt x="963" y="25"/>
                      <a:pt x="926" y="1"/>
                      <a:pt x="891"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1530;p34">
                <a:extLst>
                  <a:ext uri="{FF2B5EF4-FFF2-40B4-BE49-F238E27FC236}">
                    <a16:creationId xmlns:a16="http://schemas.microsoft.com/office/drawing/2014/main" id="{6D443C26-E342-DAFC-1E4B-AAC960062D26}"/>
                  </a:ext>
                </a:extLst>
              </p:cNvPr>
              <p:cNvSpPr/>
              <p:nvPr/>
            </p:nvSpPr>
            <p:spPr>
              <a:xfrm>
                <a:off x="11342550" y="3740875"/>
                <a:ext cx="24500" cy="23525"/>
              </a:xfrm>
              <a:custGeom>
                <a:avLst/>
                <a:gdLst/>
                <a:ahLst/>
                <a:cxnLst/>
                <a:rect l="l" t="t" r="r" b="b"/>
                <a:pathLst>
                  <a:path w="980" h="941" extrusionOk="0">
                    <a:moveTo>
                      <a:pt x="474" y="1"/>
                    </a:moveTo>
                    <a:cubicBezTo>
                      <a:pt x="472" y="1"/>
                      <a:pt x="471" y="1"/>
                      <a:pt x="469" y="1"/>
                    </a:cubicBezTo>
                    <a:cubicBezTo>
                      <a:pt x="209" y="3"/>
                      <a:pt x="0" y="215"/>
                      <a:pt x="3" y="475"/>
                    </a:cubicBezTo>
                    <a:cubicBezTo>
                      <a:pt x="5" y="665"/>
                      <a:pt x="121" y="836"/>
                      <a:pt x="297" y="907"/>
                    </a:cubicBezTo>
                    <a:cubicBezTo>
                      <a:pt x="354" y="930"/>
                      <a:pt x="413" y="941"/>
                      <a:pt x="473" y="941"/>
                    </a:cubicBezTo>
                    <a:cubicBezTo>
                      <a:pt x="597" y="941"/>
                      <a:pt x="718" y="892"/>
                      <a:pt x="809" y="800"/>
                    </a:cubicBezTo>
                    <a:cubicBezTo>
                      <a:pt x="942" y="665"/>
                      <a:pt x="980" y="462"/>
                      <a:pt x="906" y="287"/>
                    </a:cubicBezTo>
                    <a:cubicBezTo>
                      <a:pt x="833" y="113"/>
                      <a:pt x="662" y="1"/>
                      <a:pt x="474"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1531;p34">
                <a:extLst>
                  <a:ext uri="{FF2B5EF4-FFF2-40B4-BE49-F238E27FC236}">
                    <a16:creationId xmlns:a16="http://schemas.microsoft.com/office/drawing/2014/main" id="{D66367D0-6851-711D-A988-93DB8976EF10}"/>
                  </a:ext>
                </a:extLst>
              </p:cNvPr>
              <p:cNvSpPr/>
              <p:nvPr/>
            </p:nvSpPr>
            <p:spPr>
              <a:xfrm>
                <a:off x="11451025" y="3737675"/>
                <a:ext cx="24500" cy="23550"/>
              </a:xfrm>
              <a:custGeom>
                <a:avLst/>
                <a:gdLst/>
                <a:ahLst/>
                <a:cxnLst/>
                <a:rect l="l" t="t" r="r" b="b"/>
                <a:pathLst>
                  <a:path w="980" h="942" extrusionOk="0">
                    <a:moveTo>
                      <a:pt x="473" y="1"/>
                    </a:moveTo>
                    <a:cubicBezTo>
                      <a:pt x="471" y="1"/>
                      <a:pt x="469" y="1"/>
                      <a:pt x="468" y="1"/>
                    </a:cubicBezTo>
                    <a:cubicBezTo>
                      <a:pt x="209" y="3"/>
                      <a:pt x="0" y="215"/>
                      <a:pt x="2" y="475"/>
                    </a:cubicBezTo>
                    <a:cubicBezTo>
                      <a:pt x="3" y="665"/>
                      <a:pt x="120" y="835"/>
                      <a:pt x="297" y="907"/>
                    </a:cubicBezTo>
                    <a:cubicBezTo>
                      <a:pt x="353" y="930"/>
                      <a:pt x="413" y="941"/>
                      <a:pt x="472" y="941"/>
                    </a:cubicBezTo>
                    <a:cubicBezTo>
                      <a:pt x="595" y="941"/>
                      <a:pt x="717" y="892"/>
                      <a:pt x="807" y="801"/>
                    </a:cubicBezTo>
                    <a:cubicBezTo>
                      <a:pt x="941" y="665"/>
                      <a:pt x="980" y="462"/>
                      <a:pt x="905" y="287"/>
                    </a:cubicBezTo>
                    <a:cubicBezTo>
                      <a:pt x="831" y="114"/>
                      <a:pt x="662" y="1"/>
                      <a:pt x="47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1532;p34">
                <a:extLst>
                  <a:ext uri="{FF2B5EF4-FFF2-40B4-BE49-F238E27FC236}">
                    <a16:creationId xmlns:a16="http://schemas.microsoft.com/office/drawing/2014/main" id="{522CAB3E-3949-37F2-D50F-00898B5E3F76}"/>
                  </a:ext>
                </a:extLst>
              </p:cNvPr>
              <p:cNvSpPr/>
              <p:nvPr/>
            </p:nvSpPr>
            <p:spPr>
              <a:xfrm>
                <a:off x="11424475" y="3681875"/>
                <a:ext cx="60025" cy="17400"/>
              </a:xfrm>
              <a:custGeom>
                <a:avLst/>
                <a:gdLst/>
                <a:ahLst/>
                <a:cxnLst/>
                <a:rect l="l" t="t" r="r" b="b"/>
                <a:pathLst>
                  <a:path w="2401" h="696" extrusionOk="0">
                    <a:moveTo>
                      <a:pt x="1109" y="1"/>
                    </a:moveTo>
                    <a:cubicBezTo>
                      <a:pt x="731" y="1"/>
                      <a:pt x="358" y="99"/>
                      <a:pt x="105" y="285"/>
                    </a:cubicBezTo>
                    <a:cubicBezTo>
                      <a:pt x="0" y="362"/>
                      <a:pt x="39" y="553"/>
                      <a:pt x="163" y="553"/>
                    </a:cubicBezTo>
                    <a:cubicBezTo>
                      <a:pt x="178" y="553"/>
                      <a:pt x="195" y="549"/>
                      <a:pt x="214" y="543"/>
                    </a:cubicBezTo>
                    <a:cubicBezTo>
                      <a:pt x="522" y="430"/>
                      <a:pt x="797" y="330"/>
                      <a:pt x="1115" y="330"/>
                    </a:cubicBezTo>
                    <a:cubicBezTo>
                      <a:pt x="1172" y="330"/>
                      <a:pt x="1231" y="334"/>
                      <a:pt x="1292" y="341"/>
                    </a:cubicBezTo>
                    <a:cubicBezTo>
                      <a:pt x="1650" y="382"/>
                      <a:pt x="1920" y="568"/>
                      <a:pt x="2247" y="690"/>
                    </a:cubicBezTo>
                    <a:cubicBezTo>
                      <a:pt x="2257" y="694"/>
                      <a:pt x="2266" y="696"/>
                      <a:pt x="2276" y="696"/>
                    </a:cubicBezTo>
                    <a:cubicBezTo>
                      <a:pt x="2345" y="696"/>
                      <a:pt x="2400" y="605"/>
                      <a:pt x="2359" y="544"/>
                    </a:cubicBezTo>
                    <a:cubicBezTo>
                      <a:pt x="2114" y="173"/>
                      <a:pt x="1608" y="1"/>
                      <a:pt x="110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 name="Google Shape;1533;p34">
                <a:extLst>
                  <a:ext uri="{FF2B5EF4-FFF2-40B4-BE49-F238E27FC236}">
                    <a16:creationId xmlns:a16="http://schemas.microsoft.com/office/drawing/2014/main" id="{91A4A43C-CAFE-947F-6936-2552BAF8DA4F}"/>
                  </a:ext>
                </a:extLst>
              </p:cNvPr>
              <p:cNvSpPr/>
              <p:nvPr/>
            </p:nvSpPr>
            <p:spPr>
              <a:xfrm>
                <a:off x="11305925" y="3678625"/>
                <a:ext cx="60025" cy="17375"/>
              </a:xfrm>
              <a:custGeom>
                <a:avLst/>
                <a:gdLst/>
                <a:ahLst/>
                <a:cxnLst/>
                <a:rect l="l" t="t" r="r" b="b"/>
                <a:pathLst>
                  <a:path w="2401" h="695" extrusionOk="0">
                    <a:moveTo>
                      <a:pt x="1109" y="1"/>
                    </a:moveTo>
                    <a:cubicBezTo>
                      <a:pt x="731" y="1"/>
                      <a:pt x="358" y="99"/>
                      <a:pt x="105" y="285"/>
                    </a:cubicBezTo>
                    <a:cubicBezTo>
                      <a:pt x="0" y="362"/>
                      <a:pt x="39" y="553"/>
                      <a:pt x="163" y="553"/>
                    </a:cubicBezTo>
                    <a:cubicBezTo>
                      <a:pt x="178" y="553"/>
                      <a:pt x="195" y="550"/>
                      <a:pt x="214" y="543"/>
                    </a:cubicBezTo>
                    <a:cubicBezTo>
                      <a:pt x="522" y="429"/>
                      <a:pt x="796" y="330"/>
                      <a:pt x="1114" y="330"/>
                    </a:cubicBezTo>
                    <a:cubicBezTo>
                      <a:pt x="1172" y="330"/>
                      <a:pt x="1231" y="334"/>
                      <a:pt x="1292" y="341"/>
                    </a:cubicBezTo>
                    <a:cubicBezTo>
                      <a:pt x="1649" y="381"/>
                      <a:pt x="1920" y="568"/>
                      <a:pt x="2247" y="689"/>
                    </a:cubicBezTo>
                    <a:cubicBezTo>
                      <a:pt x="2257" y="693"/>
                      <a:pt x="2267" y="695"/>
                      <a:pt x="2276" y="695"/>
                    </a:cubicBezTo>
                    <a:cubicBezTo>
                      <a:pt x="2345" y="695"/>
                      <a:pt x="2400" y="605"/>
                      <a:pt x="2359" y="544"/>
                    </a:cubicBezTo>
                    <a:cubicBezTo>
                      <a:pt x="2114" y="173"/>
                      <a:pt x="1608" y="1"/>
                      <a:pt x="110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1534;p34">
                <a:extLst>
                  <a:ext uri="{FF2B5EF4-FFF2-40B4-BE49-F238E27FC236}">
                    <a16:creationId xmlns:a16="http://schemas.microsoft.com/office/drawing/2014/main" id="{4553B698-8B98-C086-C741-21F8CF9242EE}"/>
                  </a:ext>
                </a:extLst>
              </p:cNvPr>
              <p:cNvSpPr/>
              <p:nvPr/>
            </p:nvSpPr>
            <p:spPr>
              <a:xfrm>
                <a:off x="11185175" y="3525925"/>
                <a:ext cx="313850" cy="203800"/>
              </a:xfrm>
              <a:custGeom>
                <a:avLst/>
                <a:gdLst/>
                <a:ahLst/>
                <a:cxnLst/>
                <a:rect l="l" t="t" r="r" b="b"/>
                <a:pathLst>
                  <a:path w="12554" h="8152" extrusionOk="0">
                    <a:moveTo>
                      <a:pt x="6178" y="1"/>
                    </a:moveTo>
                    <a:cubicBezTo>
                      <a:pt x="5934" y="1"/>
                      <a:pt x="5691" y="8"/>
                      <a:pt x="5449" y="21"/>
                    </a:cubicBezTo>
                    <a:cubicBezTo>
                      <a:pt x="4498" y="72"/>
                      <a:pt x="3525" y="214"/>
                      <a:pt x="2695" y="678"/>
                    </a:cubicBezTo>
                    <a:cubicBezTo>
                      <a:pt x="1582" y="1299"/>
                      <a:pt x="831" y="2455"/>
                      <a:pt x="509" y="3689"/>
                    </a:cubicBezTo>
                    <a:cubicBezTo>
                      <a:pt x="187" y="4922"/>
                      <a:pt x="1" y="6595"/>
                      <a:pt x="237" y="7848"/>
                    </a:cubicBezTo>
                    <a:lnTo>
                      <a:pt x="1098" y="8151"/>
                    </a:lnTo>
                    <a:cubicBezTo>
                      <a:pt x="1318" y="8092"/>
                      <a:pt x="1404" y="7834"/>
                      <a:pt x="1454" y="7611"/>
                    </a:cubicBezTo>
                    <a:cubicBezTo>
                      <a:pt x="1721" y="6421"/>
                      <a:pt x="1903" y="5214"/>
                      <a:pt x="2000" y="3999"/>
                    </a:cubicBezTo>
                    <a:cubicBezTo>
                      <a:pt x="2637" y="4565"/>
                      <a:pt x="3446" y="5003"/>
                      <a:pt x="4292" y="5003"/>
                    </a:cubicBezTo>
                    <a:cubicBezTo>
                      <a:pt x="4349" y="5003"/>
                      <a:pt x="4406" y="5001"/>
                      <a:pt x="4463" y="4997"/>
                    </a:cubicBezTo>
                    <a:cubicBezTo>
                      <a:pt x="5371" y="4933"/>
                      <a:pt x="6262" y="4210"/>
                      <a:pt x="6282" y="3299"/>
                    </a:cubicBezTo>
                    <a:cubicBezTo>
                      <a:pt x="7178" y="4057"/>
                      <a:pt x="8160" y="4768"/>
                      <a:pt x="9298" y="5049"/>
                    </a:cubicBezTo>
                    <a:cubicBezTo>
                      <a:pt x="9599" y="5124"/>
                      <a:pt x="9913" y="5162"/>
                      <a:pt x="10227" y="5162"/>
                    </a:cubicBezTo>
                    <a:cubicBezTo>
                      <a:pt x="11101" y="5162"/>
                      <a:pt x="11970" y="4864"/>
                      <a:pt x="12534" y="4210"/>
                    </a:cubicBezTo>
                    <a:lnTo>
                      <a:pt x="12553" y="4263"/>
                    </a:lnTo>
                    <a:cubicBezTo>
                      <a:pt x="12063" y="2591"/>
                      <a:pt x="10780" y="1170"/>
                      <a:pt x="9166" y="513"/>
                    </a:cubicBezTo>
                    <a:cubicBezTo>
                      <a:pt x="8223" y="129"/>
                      <a:pt x="7199" y="1"/>
                      <a:pt x="6178" y="1"/>
                    </a:cubicBezTo>
                    <a:close/>
                  </a:path>
                </a:pathLst>
              </a:custGeom>
              <a:solidFill>
                <a:srgbClr val="2D161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1535;p34">
                <a:extLst>
                  <a:ext uri="{FF2B5EF4-FFF2-40B4-BE49-F238E27FC236}">
                    <a16:creationId xmlns:a16="http://schemas.microsoft.com/office/drawing/2014/main" id="{AAEF63D8-7395-9AC2-A2A0-D8368773A623}"/>
                  </a:ext>
                </a:extLst>
              </p:cNvPr>
              <p:cNvSpPr/>
              <p:nvPr/>
            </p:nvSpPr>
            <p:spPr>
              <a:xfrm>
                <a:off x="11363225" y="3834525"/>
                <a:ext cx="44950" cy="28125"/>
              </a:xfrm>
              <a:custGeom>
                <a:avLst/>
                <a:gdLst/>
                <a:ahLst/>
                <a:cxnLst/>
                <a:rect l="l" t="t" r="r" b="b"/>
                <a:pathLst>
                  <a:path w="1798" h="1125" extrusionOk="0">
                    <a:moveTo>
                      <a:pt x="124" y="1"/>
                    </a:moveTo>
                    <a:cubicBezTo>
                      <a:pt x="65" y="1"/>
                      <a:pt x="3" y="53"/>
                      <a:pt x="3" y="116"/>
                    </a:cubicBezTo>
                    <a:cubicBezTo>
                      <a:pt x="0" y="685"/>
                      <a:pt x="663" y="1124"/>
                      <a:pt x="1240" y="1124"/>
                    </a:cubicBezTo>
                    <a:cubicBezTo>
                      <a:pt x="1422" y="1124"/>
                      <a:pt x="1596" y="1080"/>
                      <a:pt x="1737" y="982"/>
                    </a:cubicBezTo>
                    <a:cubicBezTo>
                      <a:pt x="1797" y="941"/>
                      <a:pt x="1777" y="847"/>
                      <a:pt x="1701" y="845"/>
                    </a:cubicBezTo>
                    <a:lnTo>
                      <a:pt x="1701" y="843"/>
                    </a:lnTo>
                    <a:cubicBezTo>
                      <a:pt x="1359" y="835"/>
                      <a:pt x="1043" y="863"/>
                      <a:pt x="738" y="675"/>
                    </a:cubicBezTo>
                    <a:cubicBezTo>
                      <a:pt x="475" y="511"/>
                      <a:pt x="381" y="263"/>
                      <a:pt x="197" y="36"/>
                    </a:cubicBezTo>
                    <a:cubicBezTo>
                      <a:pt x="177" y="11"/>
                      <a:pt x="151" y="1"/>
                      <a:pt x="124"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1536;p34">
                <a:extLst>
                  <a:ext uri="{FF2B5EF4-FFF2-40B4-BE49-F238E27FC236}">
                    <a16:creationId xmlns:a16="http://schemas.microsoft.com/office/drawing/2014/main" id="{985FD4D3-F73B-AC50-068B-1022D552C225}"/>
                  </a:ext>
                </a:extLst>
              </p:cNvPr>
              <p:cNvSpPr/>
              <p:nvPr/>
            </p:nvSpPr>
            <p:spPr>
              <a:xfrm>
                <a:off x="11186750" y="3815000"/>
                <a:ext cx="23225" cy="18675"/>
              </a:xfrm>
              <a:custGeom>
                <a:avLst/>
                <a:gdLst/>
                <a:ahLst/>
                <a:cxnLst/>
                <a:rect l="l" t="t" r="r" b="b"/>
                <a:pathLst>
                  <a:path w="929" h="747" extrusionOk="0">
                    <a:moveTo>
                      <a:pt x="466" y="1"/>
                    </a:moveTo>
                    <a:cubicBezTo>
                      <a:pt x="464" y="1"/>
                      <a:pt x="463" y="1"/>
                      <a:pt x="462" y="1"/>
                    </a:cubicBezTo>
                    <a:lnTo>
                      <a:pt x="461" y="1"/>
                    </a:lnTo>
                    <a:cubicBezTo>
                      <a:pt x="194" y="3"/>
                      <a:pt x="1" y="347"/>
                      <a:pt x="136" y="576"/>
                    </a:cubicBezTo>
                    <a:cubicBezTo>
                      <a:pt x="203" y="690"/>
                      <a:pt x="334" y="747"/>
                      <a:pt x="465" y="747"/>
                    </a:cubicBezTo>
                    <a:cubicBezTo>
                      <a:pt x="598" y="747"/>
                      <a:pt x="731" y="688"/>
                      <a:pt x="797" y="571"/>
                    </a:cubicBezTo>
                    <a:cubicBezTo>
                      <a:pt x="929" y="340"/>
                      <a:pt x="730" y="1"/>
                      <a:pt x="46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 name="Google Shape;430;p24">
              <a:extLst>
                <a:ext uri="{FF2B5EF4-FFF2-40B4-BE49-F238E27FC236}">
                  <a16:creationId xmlns:a16="http://schemas.microsoft.com/office/drawing/2014/main" id="{C43F840D-2344-3D8E-6D42-023F80D970ED}"/>
                </a:ext>
              </a:extLst>
            </p:cNvPr>
            <p:cNvGrpSpPr/>
            <p:nvPr/>
          </p:nvGrpSpPr>
          <p:grpSpPr>
            <a:xfrm>
              <a:off x="8247764" y="2889353"/>
              <a:ext cx="874080" cy="1980995"/>
              <a:chOff x="1184225" y="238125"/>
              <a:chExt cx="2155300" cy="5067225"/>
            </a:xfrm>
          </p:grpSpPr>
          <p:sp>
            <p:nvSpPr>
              <p:cNvPr id="22" name="Google Shape;431;p24">
                <a:extLst>
                  <a:ext uri="{FF2B5EF4-FFF2-40B4-BE49-F238E27FC236}">
                    <a16:creationId xmlns:a16="http://schemas.microsoft.com/office/drawing/2014/main" id="{256495B4-5D7E-F339-B1AA-FF6CFD995C16}"/>
                  </a:ext>
                </a:extLst>
              </p:cNvPr>
              <p:cNvSpPr/>
              <p:nvPr/>
            </p:nvSpPr>
            <p:spPr>
              <a:xfrm>
                <a:off x="1661250" y="4271125"/>
                <a:ext cx="973325" cy="1034225"/>
              </a:xfrm>
              <a:custGeom>
                <a:avLst/>
                <a:gdLst/>
                <a:ahLst/>
                <a:cxnLst/>
                <a:rect l="l" t="t" r="r" b="b"/>
                <a:pathLst>
                  <a:path w="38933" h="41369" extrusionOk="0">
                    <a:moveTo>
                      <a:pt x="0" y="1"/>
                    </a:moveTo>
                    <a:lnTo>
                      <a:pt x="3824" y="41369"/>
                    </a:lnTo>
                    <a:lnTo>
                      <a:pt x="33720" y="41369"/>
                    </a:lnTo>
                    <a:lnTo>
                      <a:pt x="38933"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432;p24">
                <a:extLst>
                  <a:ext uri="{FF2B5EF4-FFF2-40B4-BE49-F238E27FC236}">
                    <a16:creationId xmlns:a16="http://schemas.microsoft.com/office/drawing/2014/main" id="{6027A711-0540-BB52-38D9-78E196B99F88}"/>
                  </a:ext>
                </a:extLst>
              </p:cNvPr>
              <p:cNvSpPr/>
              <p:nvPr/>
            </p:nvSpPr>
            <p:spPr>
              <a:xfrm>
                <a:off x="1184225" y="238125"/>
                <a:ext cx="2155300" cy="4033025"/>
              </a:xfrm>
              <a:custGeom>
                <a:avLst/>
                <a:gdLst/>
                <a:ahLst/>
                <a:cxnLst/>
                <a:rect l="l" t="t" r="r" b="b"/>
                <a:pathLst>
                  <a:path w="86212" h="161321" extrusionOk="0">
                    <a:moveTo>
                      <a:pt x="53450" y="1"/>
                    </a:moveTo>
                    <a:cubicBezTo>
                      <a:pt x="49957" y="1"/>
                      <a:pt x="43802" y="107090"/>
                      <a:pt x="43802" y="107090"/>
                    </a:cubicBezTo>
                    <a:cubicBezTo>
                      <a:pt x="43802" y="107090"/>
                      <a:pt x="44233" y="22617"/>
                      <a:pt x="40367" y="21573"/>
                    </a:cubicBezTo>
                    <a:cubicBezTo>
                      <a:pt x="40350" y="21569"/>
                      <a:pt x="40334" y="21567"/>
                      <a:pt x="40317" y="21567"/>
                    </a:cubicBezTo>
                    <a:cubicBezTo>
                      <a:pt x="36542" y="21567"/>
                      <a:pt x="41104" y="139078"/>
                      <a:pt x="40367" y="140117"/>
                    </a:cubicBezTo>
                    <a:cubicBezTo>
                      <a:pt x="40362" y="140125"/>
                      <a:pt x="40356" y="140129"/>
                      <a:pt x="40350" y="140129"/>
                    </a:cubicBezTo>
                    <a:cubicBezTo>
                      <a:pt x="39586" y="140129"/>
                      <a:pt x="36827" y="71635"/>
                      <a:pt x="34065" y="71635"/>
                    </a:cubicBezTo>
                    <a:cubicBezTo>
                      <a:pt x="31286" y="71635"/>
                      <a:pt x="33371" y="123778"/>
                      <a:pt x="33371" y="123778"/>
                    </a:cubicBezTo>
                    <a:cubicBezTo>
                      <a:pt x="33371" y="123778"/>
                      <a:pt x="20857" y="29917"/>
                      <a:pt x="16685" y="29569"/>
                    </a:cubicBezTo>
                    <a:cubicBezTo>
                      <a:pt x="16674" y="29568"/>
                      <a:pt x="16663" y="29567"/>
                      <a:pt x="16653" y="29567"/>
                    </a:cubicBezTo>
                    <a:cubicBezTo>
                      <a:pt x="12623" y="29567"/>
                      <a:pt x="24427" y="93555"/>
                      <a:pt x="24341" y="93555"/>
                    </a:cubicBezTo>
                    <a:cubicBezTo>
                      <a:pt x="24340" y="93555"/>
                      <a:pt x="24338" y="93548"/>
                      <a:pt x="24334" y="93533"/>
                    </a:cubicBezTo>
                    <a:cubicBezTo>
                      <a:pt x="23988" y="92143"/>
                      <a:pt x="10080" y="39654"/>
                      <a:pt x="6952" y="39654"/>
                    </a:cubicBezTo>
                    <a:cubicBezTo>
                      <a:pt x="3823" y="39654"/>
                      <a:pt x="29547" y="141507"/>
                      <a:pt x="29547" y="141507"/>
                    </a:cubicBezTo>
                    <a:cubicBezTo>
                      <a:pt x="29547" y="141507"/>
                      <a:pt x="8607" y="59109"/>
                      <a:pt x="4249" y="59109"/>
                    </a:cubicBezTo>
                    <a:cubicBezTo>
                      <a:pt x="4222" y="59109"/>
                      <a:pt x="4195" y="59112"/>
                      <a:pt x="4169" y="59119"/>
                    </a:cubicBezTo>
                    <a:cubicBezTo>
                      <a:pt x="1905" y="59685"/>
                      <a:pt x="7630" y="83812"/>
                      <a:pt x="13339" y="105753"/>
                    </a:cubicBezTo>
                    <a:lnTo>
                      <a:pt x="13339" y="105753"/>
                    </a:lnTo>
                    <a:cubicBezTo>
                      <a:pt x="9002" y="91885"/>
                      <a:pt x="4043" y="79231"/>
                      <a:pt x="390" y="79231"/>
                    </a:cubicBezTo>
                    <a:cubicBezTo>
                      <a:pt x="258" y="79231"/>
                      <a:pt x="128" y="79248"/>
                      <a:pt x="0" y="79281"/>
                    </a:cubicBezTo>
                    <a:lnTo>
                      <a:pt x="22598" y="161321"/>
                    </a:lnTo>
                    <a:lnTo>
                      <a:pt x="52838" y="161321"/>
                    </a:lnTo>
                    <a:cubicBezTo>
                      <a:pt x="52838" y="161321"/>
                      <a:pt x="86211" y="41041"/>
                      <a:pt x="79955" y="37220"/>
                    </a:cubicBezTo>
                    <a:lnTo>
                      <a:pt x="79955" y="37220"/>
                    </a:lnTo>
                    <a:lnTo>
                      <a:pt x="50059" y="157497"/>
                    </a:lnTo>
                    <a:cubicBezTo>
                      <a:pt x="50059" y="157497"/>
                      <a:pt x="66744" y="52165"/>
                      <a:pt x="65354" y="48341"/>
                    </a:cubicBezTo>
                    <a:cubicBezTo>
                      <a:pt x="65325" y="48260"/>
                      <a:pt x="65289" y="48221"/>
                      <a:pt x="65246" y="48221"/>
                    </a:cubicBezTo>
                    <a:cubicBezTo>
                      <a:pt x="63294" y="48221"/>
                      <a:pt x="47971" y="132817"/>
                      <a:pt x="47971" y="132817"/>
                    </a:cubicBezTo>
                    <a:cubicBezTo>
                      <a:pt x="47971" y="132817"/>
                      <a:pt x="57010" y="1760"/>
                      <a:pt x="53533" y="21"/>
                    </a:cubicBezTo>
                    <a:cubicBezTo>
                      <a:pt x="53505" y="8"/>
                      <a:pt x="53478" y="1"/>
                      <a:pt x="5345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433;p24">
                <a:extLst>
                  <a:ext uri="{FF2B5EF4-FFF2-40B4-BE49-F238E27FC236}">
                    <a16:creationId xmlns:a16="http://schemas.microsoft.com/office/drawing/2014/main" id="{5DAC0FBE-873B-5152-0D7B-EB1AC3D10CA9}"/>
                  </a:ext>
                </a:extLst>
              </p:cNvPr>
              <p:cNvSpPr/>
              <p:nvPr/>
            </p:nvSpPr>
            <p:spPr>
              <a:xfrm>
                <a:off x="1661250" y="4271125"/>
                <a:ext cx="656175" cy="1034225"/>
              </a:xfrm>
              <a:custGeom>
                <a:avLst/>
                <a:gdLst/>
                <a:ahLst/>
                <a:cxnLst/>
                <a:rect l="l" t="t" r="r" b="b"/>
                <a:pathLst>
                  <a:path w="26247" h="41369" extrusionOk="0">
                    <a:moveTo>
                      <a:pt x="0" y="1"/>
                    </a:moveTo>
                    <a:lnTo>
                      <a:pt x="3824" y="41369"/>
                    </a:lnTo>
                    <a:lnTo>
                      <a:pt x="26246" y="41369"/>
                    </a:lnTo>
                    <a:lnTo>
                      <a:pt x="3515"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 name="Grupo 11">
              <a:extLst>
                <a:ext uri="{FF2B5EF4-FFF2-40B4-BE49-F238E27FC236}">
                  <a16:creationId xmlns:a16="http://schemas.microsoft.com/office/drawing/2014/main" id="{CABC178B-B3AD-29D4-5628-EE95E2D08B9C}"/>
                </a:ext>
              </a:extLst>
            </p:cNvPr>
            <p:cNvGrpSpPr/>
            <p:nvPr/>
          </p:nvGrpSpPr>
          <p:grpSpPr>
            <a:xfrm>
              <a:off x="7829289" y="878250"/>
              <a:ext cx="676933" cy="854195"/>
              <a:chOff x="5920157" y="1085736"/>
              <a:chExt cx="294027" cy="374344"/>
            </a:xfrm>
          </p:grpSpPr>
          <p:sp>
            <p:nvSpPr>
              <p:cNvPr id="18" name="Google Shape;3999;p60">
                <a:extLst>
                  <a:ext uri="{FF2B5EF4-FFF2-40B4-BE49-F238E27FC236}">
                    <a16:creationId xmlns:a16="http://schemas.microsoft.com/office/drawing/2014/main" id="{9D73DEE6-C667-2232-97FB-F7AA039BCCE3}"/>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00;p60">
                <a:extLst>
                  <a:ext uri="{FF2B5EF4-FFF2-40B4-BE49-F238E27FC236}">
                    <a16:creationId xmlns:a16="http://schemas.microsoft.com/office/drawing/2014/main" id="{D745AB98-5207-D3B1-3AC8-CED7D5807CD7}"/>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01;p60">
                <a:extLst>
                  <a:ext uri="{FF2B5EF4-FFF2-40B4-BE49-F238E27FC236}">
                    <a16:creationId xmlns:a16="http://schemas.microsoft.com/office/drawing/2014/main" id="{1E9C8C1D-8F41-34F5-ACF0-A0EB3404BDEA}"/>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02;p60">
                <a:extLst>
                  <a:ext uri="{FF2B5EF4-FFF2-40B4-BE49-F238E27FC236}">
                    <a16:creationId xmlns:a16="http://schemas.microsoft.com/office/drawing/2014/main" id="{4293DBE5-4188-BD71-E9BB-C238AB097E4D}"/>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rupo 12">
              <a:extLst>
                <a:ext uri="{FF2B5EF4-FFF2-40B4-BE49-F238E27FC236}">
                  <a16:creationId xmlns:a16="http://schemas.microsoft.com/office/drawing/2014/main" id="{A5951F4A-629F-CB1E-B042-8C71D276B8A3}"/>
                </a:ext>
              </a:extLst>
            </p:cNvPr>
            <p:cNvGrpSpPr/>
            <p:nvPr/>
          </p:nvGrpSpPr>
          <p:grpSpPr>
            <a:xfrm rot="16200000">
              <a:off x="5820659" y="929861"/>
              <a:ext cx="398259" cy="657921"/>
              <a:chOff x="5920157" y="1085736"/>
              <a:chExt cx="294027" cy="374344"/>
            </a:xfrm>
          </p:grpSpPr>
          <p:sp>
            <p:nvSpPr>
              <p:cNvPr id="14" name="Google Shape;3999;p60">
                <a:extLst>
                  <a:ext uri="{FF2B5EF4-FFF2-40B4-BE49-F238E27FC236}">
                    <a16:creationId xmlns:a16="http://schemas.microsoft.com/office/drawing/2014/main" id="{44BAF37C-C604-6273-53D3-7A7274152D28}"/>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00;p60">
                <a:extLst>
                  <a:ext uri="{FF2B5EF4-FFF2-40B4-BE49-F238E27FC236}">
                    <a16:creationId xmlns:a16="http://schemas.microsoft.com/office/drawing/2014/main" id="{C704C612-4FB0-A1AC-BCFA-22D299E3665C}"/>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01;p60">
                <a:extLst>
                  <a:ext uri="{FF2B5EF4-FFF2-40B4-BE49-F238E27FC236}">
                    <a16:creationId xmlns:a16="http://schemas.microsoft.com/office/drawing/2014/main" id="{465B31C9-1AA0-0A79-7ADA-BC0656B61BCA}"/>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02;p60">
                <a:extLst>
                  <a:ext uri="{FF2B5EF4-FFF2-40B4-BE49-F238E27FC236}">
                    <a16:creationId xmlns:a16="http://schemas.microsoft.com/office/drawing/2014/main" id="{2DCFC8E8-CA49-6040-E973-360813A379E6}"/>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860871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9DA523F-AE07-78E2-3F5F-0BE6282ECFBE}"/>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E0342A9D-7874-2300-29B8-DFA86F08DA39}"/>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77B2DBE9-6550-CBE8-DE8D-8D79CB929966}"/>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5A0A6710-A4AF-E4DA-199F-0F754A385945}"/>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8BA3DC00-D0EB-5288-A8F8-6E9E6BEE14E4}"/>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FC947042-C080-E72B-1F6A-4AE30A6AAB28}"/>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17BAE8A7-CD0D-8A0F-7305-3BAC57F107FE}"/>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B4D0826C-F638-5628-EEC9-EE4C7AC0ACDA}"/>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34941F3B-B5F2-2BAF-CE72-DAC6909AB397}"/>
              </a:ext>
            </a:extLst>
          </p:cNvPr>
          <p:cNvGrpSpPr/>
          <p:nvPr/>
        </p:nvGrpSpPr>
        <p:grpSpPr>
          <a:xfrm>
            <a:off x="1719714" y="585670"/>
            <a:ext cx="9541465" cy="5893705"/>
            <a:chOff x="1528025" y="242248"/>
            <a:chExt cx="7251647" cy="3938404"/>
          </a:xfrm>
        </p:grpSpPr>
        <p:sp>
          <p:nvSpPr>
            <p:cNvPr id="3" name="Google Shape;425;p24">
              <a:extLst>
                <a:ext uri="{FF2B5EF4-FFF2-40B4-BE49-F238E27FC236}">
                  <a16:creationId xmlns:a16="http://schemas.microsoft.com/office/drawing/2014/main" id="{8A51CBAE-2B13-9EFC-F856-ED2406395118}"/>
                </a:ext>
              </a:extLst>
            </p:cNvPr>
            <p:cNvSpPr txBox="1">
              <a:spLocks/>
            </p:cNvSpPr>
            <p:nvPr/>
          </p:nvSpPr>
          <p:spPr>
            <a:xfrm>
              <a:off x="2398720" y="242248"/>
              <a:ext cx="4587221"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4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APOYO DE SOSTENIMIENTO</a:t>
              </a:r>
            </a:p>
          </p:txBody>
        </p:sp>
        <p:sp>
          <p:nvSpPr>
            <p:cNvPr id="4" name="Google Shape;425;p24">
              <a:extLst>
                <a:ext uri="{FF2B5EF4-FFF2-40B4-BE49-F238E27FC236}">
                  <a16:creationId xmlns:a16="http://schemas.microsoft.com/office/drawing/2014/main" id="{36573B17-64B0-B2D7-A90D-1B329487DAB3}"/>
                </a:ext>
              </a:extLst>
            </p:cNvPr>
            <p:cNvSpPr txBox="1">
              <a:spLocks/>
            </p:cNvSpPr>
            <p:nvPr/>
          </p:nvSpPr>
          <p:spPr>
            <a:xfrm>
              <a:off x="2363115" y="2592327"/>
              <a:ext cx="4517450" cy="3782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2800" b="0" i="0" u="none" strike="noStrike" kern="0" cap="none" spc="0" normalizeH="0" baseline="0" noProof="0" dirty="0">
                  <a:ln>
                    <a:noFill/>
                  </a:ln>
                  <a:solidFill>
                    <a:schemeClr val="tx1">
                      <a:lumMod val="65000"/>
                      <a:lumOff val="35000"/>
                    </a:schemeClr>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Para aprendices en etapa lectiva</a:t>
              </a:r>
            </a:p>
          </p:txBody>
        </p:sp>
        <p:sp>
          <p:nvSpPr>
            <p:cNvPr id="5" name="Google Shape;1452;p65">
              <a:extLst>
                <a:ext uri="{FF2B5EF4-FFF2-40B4-BE49-F238E27FC236}">
                  <a16:creationId xmlns:a16="http://schemas.microsoft.com/office/drawing/2014/main" id="{BDF981A3-F3B9-8442-FB8E-D03D5A7C8AAB}"/>
                </a:ext>
              </a:extLst>
            </p:cNvPr>
            <p:cNvSpPr txBox="1">
              <a:spLocks/>
            </p:cNvSpPr>
            <p:nvPr/>
          </p:nvSpPr>
          <p:spPr>
            <a:xfrm>
              <a:off x="2430783" y="2161370"/>
              <a:ext cx="5380486" cy="550415"/>
            </a:xfrm>
            <a:prstGeom prst="rect">
              <a:avLst/>
            </a:prstGeom>
            <a:gradFill>
              <a:gsLst>
                <a:gs pos="7000">
                  <a:srgbClr val="F7A435"/>
                </a:gs>
                <a:gs pos="24000">
                  <a:srgbClr val="F7A435"/>
                </a:gs>
                <a:gs pos="36000">
                  <a:srgbClr val="F7A435"/>
                </a:gs>
                <a:gs pos="52000">
                  <a:schemeClr val="bg1">
                    <a:lumMod val="95000"/>
                  </a:schemeClr>
                </a:gs>
              </a:gsLst>
              <a:lin ang="0" scaled="1"/>
            </a:gradFill>
            <a:ln>
              <a:noFill/>
            </a:ln>
          </p:spPr>
          <p:txBody>
            <a:bodyPr spcFirstLastPara="1" wrap="square" lIns="972000"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00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0" marR="0" lvl="0" indent="0" algn="l" defTabSz="914400" rtl="0" eaLnBrk="1" fontAlgn="auto" latinLnBrk="0" hangingPunct="1">
                <a:lnSpc>
                  <a:spcPct val="100000"/>
                </a:lnSpc>
                <a:spcBef>
                  <a:spcPts val="0"/>
                </a:spcBef>
                <a:spcAft>
                  <a:spcPts val="0"/>
                </a:spcAft>
                <a:buClr>
                  <a:srgbClr val="745316"/>
                </a:buClr>
                <a:buSzPts val="1400"/>
                <a:buFont typeface="Open Sans"/>
                <a:buNone/>
                <a:tabLst/>
                <a:defRPr/>
              </a:pPr>
              <a:endParaRPr kumimoji="0" lang="en-US" sz="1400" b="0" i="0" u="none" strike="noStrike" kern="0" cap="none" spc="0" normalizeH="0" baseline="0" noProof="0" dirty="0">
                <a:ln>
                  <a:noFill/>
                </a:ln>
                <a:solidFill>
                  <a:srgbClr val="745316"/>
                </a:solidFill>
                <a:effectLst/>
                <a:uLnTx/>
                <a:uFillTx/>
                <a:latin typeface="Open Sans"/>
                <a:ea typeface="Open Sans"/>
                <a:cs typeface="Open Sans"/>
                <a:sym typeface="Open Sans"/>
              </a:endParaRPr>
            </a:p>
          </p:txBody>
        </p:sp>
        <p:sp>
          <p:nvSpPr>
            <p:cNvPr id="6" name="17 Rectángulo">
              <a:extLst>
                <a:ext uri="{FF2B5EF4-FFF2-40B4-BE49-F238E27FC236}">
                  <a16:creationId xmlns:a16="http://schemas.microsoft.com/office/drawing/2014/main" id="{2016484B-0636-CB6C-2BDB-3CFCC8FD0E89}"/>
                </a:ext>
              </a:extLst>
            </p:cNvPr>
            <p:cNvSpPr/>
            <p:nvPr/>
          </p:nvSpPr>
          <p:spPr>
            <a:xfrm>
              <a:off x="4277999" y="2152429"/>
              <a:ext cx="1015708"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50%</a:t>
              </a:r>
            </a:p>
          </p:txBody>
        </p:sp>
        <p:sp>
          <p:nvSpPr>
            <p:cNvPr id="7" name="Google Shape;1452;p65">
              <a:extLst>
                <a:ext uri="{FF2B5EF4-FFF2-40B4-BE49-F238E27FC236}">
                  <a16:creationId xmlns:a16="http://schemas.microsoft.com/office/drawing/2014/main" id="{2152D6DF-FCF6-3689-525A-A4E243366F2B}"/>
                </a:ext>
              </a:extLst>
            </p:cNvPr>
            <p:cNvSpPr txBox="1">
              <a:spLocks/>
            </p:cNvSpPr>
            <p:nvPr/>
          </p:nvSpPr>
          <p:spPr>
            <a:xfrm>
              <a:off x="2430783" y="3149169"/>
              <a:ext cx="5327188" cy="574558"/>
            </a:xfrm>
            <a:prstGeom prst="rect">
              <a:avLst/>
            </a:prstGeom>
            <a:gradFill>
              <a:gsLst>
                <a:gs pos="7000">
                  <a:srgbClr val="02906B"/>
                </a:gs>
                <a:gs pos="24000">
                  <a:srgbClr val="02906B"/>
                </a:gs>
                <a:gs pos="36000">
                  <a:srgbClr val="02906B"/>
                </a:gs>
                <a:gs pos="79000">
                  <a:schemeClr val="bg1">
                    <a:lumMod val="95000"/>
                  </a:schemeClr>
                </a:gs>
              </a:gsLst>
              <a:lin ang="0" scaled="1"/>
            </a:gradFill>
            <a:ln>
              <a:noFill/>
            </a:ln>
          </p:spPr>
          <p:txBody>
            <a:bodyPr spcFirstLastPara="1" wrap="square" lIns="972000"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00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0" marR="0" lvl="0" indent="0" algn="l" defTabSz="914400" rtl="0" eaLnBrk="1" fontAlgn="auto" latinLnBrk="0" hangingPunct="1">
                <a:lnSpc>
                  <a:spcPct val="100000"/>
                </a:lnSpc>
                <a:spcBef>
                  <a:spcPts val="0"/>
                </a:spcBef>
                <a:spcAft>
                  <a:spcPts val="0"/>
                </a:spcAft>
                <a:buClr>
                  <a:srgbClr val="745316"/>
                </a:buClr>
                <a:buSzPts val="1400"/>
                <a:buFont typeface="Open Sans"/>
                <a:buNone/>
                <a:tabLst/>
                <a:defRPr/>
              </a:pPr>
              <a:endParaRPr kumimoji="0" lang="en-US" sz="1400" b="0" i="0" u="none" strike="noStrike" kern="0" cap="none" spc="0" normalizeH="0" baseline="0" noProof="0" dirty="0">
                <a:ln>
                  <a:noFill/>
                </a:ln>
                <a:solidFill>
                  <a:srgbClr val="745316"/>
                </a:solidFill>
                <a:effectLst/>
                <a:uLnTx/>
                <a:uFillTx/>
                <a:latin typeface="Open Sans"/>
                <a:ea typeface="Open Sans"/>
                <a:cs typeface="Open Sans"/>
                <a:sym typeface="Open Sans"/>
              </a:endParaRPr>
            </a:p>
          </p:txBody>
        </p:sp>
        <p:sp>
          <p:nvSpPr>
            <p:cNvPr id="8" name="17 Rectángulo">
              <a:extLst>
                <a:ext uri="{FF2B5EF4-FFF2-40B4-BE49-F238E27FC236}">
                  <a16:creationId xmlns:a16="http://schemas.microsoft.com/office/drawing/2014/main" id="{0119DB92-E752-7D1A-BC80-BED0A696A049}"/>
                </a:ext>
              </a:extLst>
            </p:cNvPr>
            <p:cNvSpPr/>
            <p:nvPr/>
          </p:nvSpPr>
          <p:spPr>
            <a:xfrm>
              <a:off x="5293707" y="3174588"/>
              <a:ext cx="1223750"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75%</a:t>
              </a:r>
            </a:p>
          </p:txBody>
        </p:sp>
        <p:sp>
          <p:nvSpPr>
            <p:cNvPr id="9" name="Google Shape;425;p24">
              <a:extLst>
                <a:ext uri="{FF2B5EF4-FFF2-40B4-BE49-F238E27FC236}">
                  <a16:creationId xmlns:a16="http://schemas.microsoft.com/office/drawing/2014/main" id="{3EC44174-6669-D6BF-7907-6DC43F4B0E71}"/>
                </a:ext>
              </a:extLst>
            </p:cNvPr>
            <p:cNvSpPr txBox="1">
              <a:spLocks/>
            </p:cNvSpPr>
            <p:nvPr/>
          </p:nvSpPr>
          <p:spPr>
            <a:xfrm>
              <a:off x="2499684" y="3637845"/>
              <a:ext cx="5963264" cy="3782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2800" b="0" i="0" u="none" strike="noStrike" kern="0" cap="none" spc="0" normalizeH="0" baseline="0" noProof="0" dirty="0">
                  <a:ln>
                    <a:noFill/>
                  </a:ln>
                  <a:solidFill>
                    <a:schemeClr val="tx1">
                      <a:lumMod val="65000"/>
                      <a:lumOff val="35000"/>
                    </a:schemeClr>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Para aprendices en etapa productiva</a:t>
              </a:r>
            </a:p>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lang="es-ES" sz="1800" kern="0" dirty="0">
                  <a:solidFill>
                    <a:schemeClr val="tx1">
                      <a:lumMod val="65000"/>
                      <a:lumOff val="35000"/>
                    </a:schemeClr>
                  </a:solidFill>
                  <a:effectLst>
                    <a:outerShdw blurRad="38100" dist="38100" dir="2700000" algn="tl">
                      <a:srgbClr val="000000">
                        <a:alpha val="43137"/>
                      </a:srgbClr>
                    </a:outerShdw>
                  </a:effectLst>
                  <a:latin typeface="Bahnschrift SemiLight Condensed" panose="020B0502040204020203" pitchFamily="34" charset="0"/>
                </a:rPr>
                <a:t>*Si la T</a:t>
              </a:r>
              <a:r>
                <a:rPr kumimoji="0" lang="es-ES" sz="1800" b="0" i="0" u="none" strike="noStrike" kern="0" cap="none" spc="0" normalizeH="0" baseline="0" noProof="0" dirty="0">
                  <a:ln>
                    <a:noFill/>
                  </a:ln>
                  <a:solidFill>
                    <a:schemeClr val="tx1">
                      <a:lumMod val="65000"/>
                      <a:lumOff val="35000"/>
                    </a:schemeClr>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asa de desempleo del año </a:t>
              </a:r>
              <a:r>
                <a:rPr lang="es-ES" sz="1800" kern="0" dirty="0">
                  <a:solidFill>
                    <a:schemeClr val="tx1">
                      <a:lumMod val="65000"/>
                      <a:lumOff val="35000"/>
                    </a:schemeClr>
                  </a:solidFill>
                  <a:effectLst>
                    <a:outerShdw blurRad="38100" dist="38100" dir="2700000" algn="tl">
                      <a:srgbClr val="000000">
                        <a:alpha val="43137"/>
                      </a:srgbClr>
                    </a:outerShdw>
                  </a:effectLst>
                  <a:latin typeface="Bahnschrift SemiLight Condensed" panose="020B0502040204020203" pitchFamily="34" charset="0"/>
                </a:rPr>
                <a:t>anterior es menor </a:t>
              </a:r>
              <a:r>
                <a:rPr kumimoji="0" lang="es-ES" sz="1800" b="0" i="0" u="none" strike="noStrike" kern="0" cap="none" spc="0" normalizeH="0" baseline="0" noProof="0" dirty="0">
                  <a:ln>
                    <a:noFill/>
                  </a:ln>
                  <a:solidFill>
                    <a:schemeClr val="tx1">
                      <a:lumMod val="65000"/>
                      <a:lumOff val="35000"/>
                    </a:schemeClr>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al 10% se debe cancelar el 100%* </a:t>
              </a:r>
            </a:p>
          </p:txBody>
        </p:sp>
        <p:grpSp>
          <p:nvGrpSpPr>
            <p:cNvPr id="10" name="Google Shape;7981;p94">
              <a:extLst>
                <a:ext uri="{FF2B5EF4-FFF2-40B4-BE49-F238E27FC236}">
                  <a16:creationId xmlns:a16="http://schemas.microsoft.com/office/drawing/2014/main" id="{94EA4AA5-E70B-C115-CFB8-6A1C9D45101E}"/>
                </a:ext>
              </a:extLst>
            </p:cNvPr>
            <p:cNvGrpSpPr/>
            <p:nvPr/>
          </p:nvGrpSpPr>
          <p:grpSpPr>
            <a:xfrm>
              <a:off x="5153530" y="2169920"/>
              <a:ext cx="584842" cy="540960"/>
              <a:chOff x="-62511900" y="4129100"/>
              <a:chExt cx="304050" cy="282000"/>
            </a:xfrm>
            <a:solidFill>
              <a:srgbClr val="008A66"/>
            </a:solidFill>
          </p:grpSpPr>
          <p:sp>
            <p:nvSpPr>
              <p:cNvPr id="22" name="Google Shape;7982;p94">
                <a:extLst>
                  <a:ext uri="{FF2B5EF4-FFF2-40B4-BE49-F238E27FC236}">
                    <a16:creationId xmlns:a16="http://schemas.microsoft.com/office/drawing/2014/main" id="{6A1362AE-F431-00C8-735F-283556D3374E}"/>
                  </a:ext>
                </a:extLst>
              </p:cNvPr>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983;p94">
                <a:extLst>
                  <a:ext uri="{FF2B5EF4-FFF2-40B4-BE49-F238E27FC236}">
                    <a16:creationId xmlns:a16="http://schemas.microsoft.com/office/drawing/2014/main" id="{71D2A898-E906-AEB5-0FFD-43C6E0AEA0CD}"/>
                  </a:ext>
                </a:extLst>
              </p:cNvPr>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984;p94">
                <a:extLst>
                  <a:ext uri="{FF2B5EF4-FFF2-40B4-BE49-F238E27FC236}">
                    <a16:creationId xmlns:a16="http://schemas.microsoft.com/office/drawing/2014/main" id="{ACA3E493-5EFD-C28A-98DE-F492FC2BA82F}"/>
                  </a:ext>
                </a:extLst>
              </p:cNvPr>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985;p94">
                <a:extLst>
                  <a:ext uri="{FF2B5EF4-FFF2-40B4-BE49-F238E27FC236}">
                    <a16:creationId xmlns:a16="http://schemas.microsoft.com/office/drawing/2014/main" id="{2D11D56C-71C0-8722-5B63-B1D554A1C248}"/>
                  </a:ext>
                </a:extLst>
              </p:cNvPr>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986;p94">
                <a:extLst>
                  <a:ext uri="{FF2B5EF4-FFF2-40B4-BE49-F238E27FC236}">
                    <a16:creationId xmlns:a16="http://schemas.microsoft.com/office/drawing/2014/main" id="{345A3C4C-335F-DBEF-D296-9DF3452632A9}"/>
                  </a:ext>
                </a:extLst>
              </p:cNvPr>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7981;p94">
              <a:extLst>
                <a:ext uri="{FF2B5EF4-FFF2-40B4-BE49-F238E27FC236}">
                  <a16:creationId xmlns:a16="http://schemas.microsoft.com/office/drawing/2014/main" id="{CA75B20A-4D10-1B10-9035-322DD3B3DB4E}"/>
                </a:ext>
              </a:extLst>
            </p:cNvPr>
            <p:cNvGrpSpPr/>
            <p:nvPr/>
          </p:nvGrpSpPr>
          <p:grpSpPr>
            <a:xfrm>
              <a:off x="6170362" y="3174588"/>
              <a:ext cx="584842" cy="540960"/>
              <a:chOff x="-62511900" y="4129100"/>
              <a:chExt cx="304050" cy="282000"/>
            </a:xfrm>
            <a:solidFill>
              <a:srgbClr val="F7A435"/>
            </a:solidFill>
          </p:grpSpPr>
          <p:sp>
            <p:nvSpPr>
              <p:cNvPr id="17" name="Google Shape;7982;p94">
                <a:extLst>
                  <a:ext uri="{FF2B5EF4-FFF2-40B4-BE49-F238E27FC236}">
                    <a16:creationId xmlns:a16="http://schemas.microsoft.com/office/drawing/2014/main" id="{B3EAD249-CB24-BE65-3AA0-8EF63E3AEBB8}"/>
                  </a:ext>
                </a:extLst>
              </p:cNvPr>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983;p94">
                <a:extLst>
                  <a:ext uri="{FF2B5EF4-FFF2-40B4-BE49-F238E27FC236}">
                    <a16:creationId xmlns:a16="http://schemas.microsoft.com/office/drawing/2014/main" id="{1026D139-2B7D-6602-96A4-C31830A3D360}"/>
                  </a:ext>
                </a:extLst>
              </p:cNvPr>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984;p94">
                <a:extLst>
                  <a:ext uri="{FF2B5EF4-FFF2-40B4-BE49-F238E27FC236}">
                    <a16:creationId xmlns:a16="http://schemas.microsoft.com/office/drawing/2014/main" id="{92EFC3FF-A3A3-D571-C83E-6C0F73DC8193}"/>
                  </a:ext>
                </a:extLst>
              </p:cNvPr>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985;p94">
                <a:extLst>
                  <a:ext uri="{FF2B5EF4-FFF2-40B4-BE49-F238E27FC236}">
                    <a16:creationId xmlns:a16="http://schemas.microsoft.com/office/drawing/2014/main" id="{CC1ECCD5-6170-9D84-E251-69DF4AEB6AD4}"/>
                  </a:ext>
                </a:extLst>
              </p:cNvPr>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986;p94">
                <a:extLst>
                  <a:ext uri="{FF2B5EF4-FFF2-40B4-BE49-F238E27FC236}">
                    <a16:creationId xmlns:a16="http://schemas.microsoft.com/office/drawing/2014/main" id="{B664E07C-5302-6973-C56C-DFF5BCC046A0}"/>
                  </a:ext>
                </a:extLst>
              </p:cNvPr>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425;p24">
              <a:extLst>
                <a:ext uri="{FF2B5EF4-FFF2-40B4-BE49-F238E27FC236}">
                  <a16:creationId xmlns:a16="http://schemas.microsoft.com/office/drawing/2014/main" id="{BF91CADB-1F12-83AC-B218-80BA36EF4F70}"/>
                </a:ext>
              </a:extLst>
            </p:cNvPr>
            <p:cNvSpPr txBox="1">
              <a:spLocks/>
            </p:cNvSpPr>
            <p:nvPr/>
          </p:nvSpPr>
          <p:spPr>
            <a:xfrm>
              <a:off x="1528025" y="1584005"/>
              <a:ext cx="6319505"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0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Porcentaje del SMLV a reconocer:</a:t>
              </a:r>
            </a:p>
          </p:txBody>
        </p:sp>
        <p:sp>
          <p:nvSpPr>
            <p:cNvPr id="13" name="17 Rectángulo">
              <a:extLst>
                <a:ext uri="{FF2B5EF4-FFF2-40B4-BE49-F238E27FC236}">
                  <a16:creationId xmlns:a16="http://schemas.microsoft.com/office/drawing/2014/main" id="{41F57E5E-2019-8341-3E2B-2D7BBE203F71}"/>
                </a:ext>
              </a:extLst>
            </p:cNvPr>
            <p:cNvSpPr/>
            <p:nvPr/>
          </p:nvSpPr>
          <p:spPr>
            <a:xfrm>
              <a:off x="7757971" y="2147031"/>
              <a:ext cx="1015708"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EPS</a:t>
              </a:r>
            </a:p>
          </p:txBody>
        </p:sp>
        <p:sp>
          <p:nvSpPr>
            <p:cNvPr id="14" name="17 Rectángulo">
              <a:extLst>
                <a:ext uri="{FF2B5EF4-FFF2-40B4-BE49-F238E27FC236}">
                  <a16:creationId xmlns:a16="http://schemas.microsoft.com/office/drawing/2014/main" id="{43013DDF-70AB-E298-F087-9478C6605D59}"/>
                </a:ext>
              </a:extLst>
            </p:cNvPr>
            <p:cNvSpPr/>
            <p:nvPr/>
          </p:nvSpPr>
          <p:spPr>
            <a:xfrm>
              <a:off x="7763964" y="3595877"/>
              <a:ext cx="1015708"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EPS</a:t>
              </a:r>
            </a:p>
          </p:txBody>
        </p:sp>
        <p:sp>
          <p:nvSpPr>
            <p:cNvPr id="15" name="17 Rectángulo">
              <a:extLst>
                <a:ext uri="{FF2B5EF4-FFF2-40B4-BE49-F238E27FC236}">
                  <a16:creationId xmlns:a16="http://schemas.microsoft.com/office/drawing/2014/main" id="{24086557-45C9-C4BB-9A96-9211CCF2E690}"/>
                </a:ext>
              </a:extLst>
            </p:cNvPr>
            <p:cNvSpPr/>
            <p:nvPr/>
          </p:nvSpPr>
          <p:spPr>
            <a:xfrm>
              <a:off x="7757971" y="3312274"/>
              <a:ext cx="1015708"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ARL</a:t>
              </a:r>
            </a:p>
          </p:txBody>
        </p:sp>
        <p:pic>
          <p:nvPicPr>
            <p:cNvPr id="16" name="Picture 8" descr="Resultado de imagen para signo mas png">
              <a:extLst>
                <a:ext uri="{FF2B5EF4-FFF2-40B4-BE49-F238E27FC236}">
                  <a16:creationId xmlns:a16="http://schemas.microsoft.com/office/drawing/2014/main" id="{F0B9D5FE-B533-F9C6-AF46-4CE0550D47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4213" y="1801967"/>
              <a:ext cx="359253" cy="3577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 name="Grupo 26">
            <a:extLst>
              <a:ext uri="{FF2B5EF4-FFF2-40B4-BE49-F238E27FC236}">
                <a16:creationId xmlns:a16="http://schemas.microsoft.com/office/drawing/2014/main" id="{FA576F01-A94B-CB3C-E1EF-C1A92E5E332D}"/>
              </a:ext>
            </a:extLst>
          </p:cNvPr>
          <p:cNvGrpSpPr/>
          <p:nvPr/>
        </p:nvGrpSpPr>
        <p:grpSpPr>
          <a:xfrm>
            <a:off x="-2927" y="1186370"/>
            <a:ext cx="3180079" cy="5429381"/>
            <a:chOff x="432436" y="1541830"/>
            <a:chExt cx="1849934" cy="3484000"/>
          </a:xfrm>
        </p:grpSpPr>
        <p:sp>
          <p:nvSpPr>
            <p:cNvPr id="28" name="Google Shape;341;p23">
              <a:extLst>
                <a:ext uri="{FF2B5EF4-FFF2-40B4-BE49-F238E27FC236}">
                  <a16:creationId xmlns:a16="http://schemas.microsoft.com/office/drawing/2014/main" id="{118F85D9-7F7D-0648-C318-9CD6585E252C}"/>
                </a:ext>
              </a:extLst>
            </p:cNvPr>
            <p:cNvSpPr/>
            <p:nvPr/>
          </p:nvSpPr>
          <p:spPr>
            <a:xfrm>
              <a:off x="432436" y="4697789"/>
              <a:ext cx="1769904" cy="328041"/>
            </a:xfrm>
            <a:prstGeom prst="ellipse">
              <a:avLst/>
            </a:prstGeom>
            <a:solidFill>
              <a:schemeClr val="bg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80;p34">
              <a:extLst>
                <a:ext uri="{FF2B5EF4-FFF2-40B4-BE49-F238E27FC236}">
                  <a16:creationId xmlns:a16="http://schemas.microsoft.com/office/drawing/2014/main" id="{FD1D0B40-63E9-D08C-4404-353961058FF5}"/>
                </a:ext>
              </a:extLst>
            </p:cNvPr>
            <p:cNvSpPr/>
            <p:nvPr/>
          </p:nvSpPr>
          <p:spPr>
            <a:xfrm flipH="1">
              <a:off x="1166887" y="4765589"/>
              <a:ext cx="392366" cy="138401"/>
            </a:xfrm>
            <a:custGeom>
              <a:avLst/>
              <a:gdLst/>
              <a:ahLst/>
              <a:cxnLst/>
              <a:rect l="l" t="t" r="r" b="b"/>
              <a:pathLst>
                <a:path w="8119" h="3169" extrusionOk="0">
                  <a:moveTo>
                    <a:pt x="2878" y="0"/>
                  </a:moveTo>
                  <a:lnTo>
                    <a:pt x="3030" y="1584"/>
                  </a:lnTo>
                  <a:cubicBezTo>
                    <a:pt x="2981" y="1583"/>
                    <a:pt x="2933" y="1583"/>
                    <a:pt x="2885" y="1583"/>
                  </a:cubicBezTo>
                  <a:cubicBezTo>
                    <a:pt x="1014" y="1583"/>
                    <a:pt x="130" y="2156"/>
                    <a:pt x="0" y="3168"/>
                  </a:cubicBezTo>
                  <a:lnTo>
                    <a:pt x="8118" y="3168"/>
                  </a:lnTo>
                  <a:lnTo>
                    <a:pt x="7800" y="0"/>
                  </a:lnTo>
                  <a:close/>
                </a:path>
              </a:pathLst>
            </a:custGeom>
            <a:solidFill>
              <a:srgbClr val="B771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1381;p34">
              <a:extLst>
                <a:ext uri="{FF2B5EF4-FFF2-40B4-BE49-F238E27FC236}">
                  <a16:creationId xmlns:a16="http://schemas.microsoft.com/office/drawing/2014/main" id="{849DB371-F440-C444-2725-70A39AA86BA9}"/>
                </a:ext>
              </a:extLst>
            </p:cNvPr>
            <p:cNvSpPr/>
            <p:nvPr/>
          </p:nvSpPr>
          <p:spPr>
            <a:xfrm flipH="1">
              <a:off x="1427225" y="4836951"/>
              <a:ext cx="25903" cy="34196"/>
            </a:xfrm>
            <a:custGeom>
              <a:avLst/>
              <a:gdLst/>
              <a:ahLst/>
              <a:cxnLst/>
              <a:rect l="l" t="t" r="r" b="b"/>
              <a:pathLst>
                <a:path w="536" h="783" extrusionOk="0">
                  <a:moveTo>
                    <a:pt x="37" y="0"/>
                  </a:moveTo>
                  <a:cubicBezTo>
                    <a:pt x="32" y="0"/>
                    <a:pt x="29" y="1"/>
                    <a:pt x="26" y="4"/>
                  </a:cubicBezTo>
                  <a:cubicBezTo>
                    <a:pt x="1" y="34"/>
                    <a:pt x="139" y="184"/>
                    <a:pt x="264" y="393"/>
                  </a:cubicBezTo>
                  <a:cubicBezTo>
                    <a:pt x="390" y="596"/>
                    <a:pt x="460" y="783"/>
                    <a:pt x="497" y="783"/>
                  </a:cubicBezTo>
                  <a:cubicBezTo>
                    <a:pt x="498" y="783"/>
                    <a:pt x="499" y="783"/>
                    <a:pt x="500" y="783"/>
                  </a:cubicBezTo>
                  <a:cubicBezTo>
                    <a:pt x="535" y="777"/>
                    <a:pt x="518" y="555"/>
                    <a:pt x="379" y="324"/>
                  </a:cubicBezTo>
                  <a:cubicBezTo>
                    <a:pt x="252" y="115"/>
                    <a:pt x="84" y="0"/>
                    <a:pt x="3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1382;p34">
              <a:extLst>
                <a:ext uri="{FF2B5EF4-FFF2-40B4-BE49-F238E27FC236}">
                  <a16:creationId xmlns:a16="http://schemas.microsoft.com/office/drawing/2014/main" id="{2648F648-9759-A869-D310-B007BF091C64}"/>
                </a:ext>
              </a:extLst>
            </p:cNvPr>
            <p:cNvSpPr/>
            <p:nvPr/>
          </p:nvSpPr>
          <p:spPr>
            <a:xfrm flipH="1">
              <a:off x="1386098" y="4832322"/>
              <a:ext cx="28706" cy="32144"/>
            </a:xfrm>
            <a:custGeom>
              <a:avLst/>
              <a:gdLst/>
              <a:ahLst/>
              <a:cxnLst/>
              <a:rect l="l" t="t" r="r" b="b"/>
              <a:pathLst>
                <a:path w="594" h="736" extrusionOk="0">
                  <a:moveTo>
                    <a:pt x="38" y="0"/>
                  </a:moveTo>
                  <a:cubicBezTo>
                    <a:pt x="29" y="0"/>
                    <a:pt x="24" y="3"/>
                    <a:pt x="22" y="7"/>
                  </a:cubicBezTo>
                  <a:cubicBezTo>
                    <a:pt x="1" y="39"/>
                    <a:pt x="159" y="167"/>
                    <a:pt x="301" y="363"/>
                  </a:cubicBezTo>
                  <a:cubicBezTo>
                    <a:pt x="442" y="553"/>
                    <a:pt x="518" y="736"/>
                    <a:pt x="557" y="736"/>
                  </a:cubicBezTo>
                  <a:cubicBezTo>
                    <a:pt x="558" y="736"/>
                    <a:pt x="559" y="736"/>
                    <a:pt x="559" y="735"/>
                  </a:cubicBezTo>
                  <a:cubicBezTo>
                    <a:pt x="594" y="729"/>
                    <a:pt x="569" y="504"/>
                    <a:pt x="408" y="284"/>
                  </a:cubicBezTo>
                  <a:cubicBezTo>
                    <a:pt x="269" y="93"/>
                    <a:pt x="92" y="0"/>
                    <a:pt x="38"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1383;p34">
              <a:extLst>
                <a:ext uri="{FF2B5EF4-FFF2-40B4-BE49-F238E27FC236}">
                  <a16:creationId xmlns:a16="http://schemas.microsoft.com/office/drawing/2014/main" id="{B60944E1-2296-F70E-FDFB-D770834BE734}"/>
                </a:ext>
              </a:extLst>
            </p:cNvPr>
            <p:cNvSpPr/>
            <p:nvPr/>
          </p:nvSpPr>
          <p:spPr>
            <a:xfrm flipH="1">
              <a:off x="1357682" y="4813717"/>
              <a:ext cx="53981" cy="12622"/>
            </a:xfrm>
            <a:custGeom>
              <a:avLst/>
              <a:gdLst/>
              <a:ahLst/>
              <a:cxnLst/>
              <a:rect l="l" t="t" r="r" b="b"/>
              <a:pathLst>
                <a:path w="1117" h="289" extrusionOk="0">
                  <a:moveTo>
                    <a:pt x="423" y="1"/>
                  </a:moveTo>
                  <a:cubicBezTo>
                    <a:pt x="173" y="1"/>
                    <a:pt x="1" y="93"/>
                    <a:pt x="15" y="120"/>
                  </a:cubicBezTo>
                  <a:cubicBezTo>
                    <a:pt x="18" y="130"/>
                    <a:pt x="38" y="133"/>
                    <a:pt x="72" y="133"/>
                  </a:cubicBezTo>
                  <a:cubicBezTo>
                    <a:pt x="122" y="133"/>
                    <a:pt x="203" y="126"/>
                    <a:pt x="301" y="126"/>
                  </a:cubicBezTo>
                  <a:cubicBezTo>
                    <a:pt x="379" y="126"/>
                    <a:pt x="468" y="130"/>
                    <a:pt x="562" y="145"/>
                  </a:cubicBezTo>
                  <a:cubicBezTo>
                    <a:pt x="823" y="183"/>
                    <a:pt x="1022" y="288"/>
                    <a:pt x="1078" y="288"/>
                  </a:cubicBezTo>
                  <a:cubicBezTo>
                    <a:pt x="1085" y="288"/>
                    <a:pt x="1090" y="286"/>
                    <a:pt x="1092" y="283"/>
                  </a:cubicBezTo>
                  <a:cubicBezTo>
                    <a:pt x="1116" y="257"/>
                    <a:pt x="913" y="62"/>
                    <a:pt x="582" y="13"/>
                  </a:cubicBezTo>
                  <a:cubicBezTo>
                    <a:pt x="527" y="4"/>
                    <a:pt x="473" y="1"/>
                    <a:pt x="423"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1384;p34">
              <a:extLst>
                <a:ext uri="{FF2B5EF4-FFF2-40B4-BE49-F238E27FC236}">
                  <a16:creationId xmlns:a16="http://schemas.microsoft.com/office/drawing/2014/main" id="{5330AE5D-0BD1-B9CF-36EE-5B07988299A9}"/>
                </a:ext>
              </a:extLst>
            </p:cNvPr>
            <p:cNvSpPr/>
            <p:nvPr/>
          </p:nvSpPr>
          <p:spPr>
            <a:xfrm flipH="1">
              <a:off x="1173750" y="4884119"/>
              <a:ext cx="377820" cy="5896"/>
            </a:xfrm>
            <a:custGeom>
              <a:avLst/>
              <a:gdLst/>
              <a:ahLst/>
              <a:cxnLst/>
              <a:rect l="l" t="t" r="r" b="b"/>
              <a:pathLst>
                <a:path w="7818" h="135" extrusionOk="0">
                  <a:moveTo>
                    <a:pt x="3909" y="0"/>
                  </a:moveTo>
                  <a:cubicBezTo>
                    <a:pt x="1750" y="0"/>
                    <a:pt x="0" y="30"/>
                    <a:pt x="0" y="67"/>
                  </a:cubicBezTo>
                  <a:cubicBezTo>
                    <a:pt x="0" y="105"/>
                    <a:pt x="1750" y="135"/>
                    <a:pt x="3909" y="135"/>
                  </a:cubicBezTo>
                  <a:cubicBezTo>
                    <a:pt x="6068" y="135"/>
                    <a:pt x="7817" y="105"/>
                    <a:pt x="7817" y="67"/>
                  </a:cubicBezTo>
                  <a:cubicBezTo>
                    <a:pt x="7817" y="30"/>
                    <a:pt x="6068" y="0"/>
                    <a:pt x="3909"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1385;p34">
              <a:extLst>
                <a:ext uri="{FF2B5EF4-FFF2-40B4-BE49-F238E27FC236}">
                  <a16:creationId xmlns:a16="http://schemas.microsoft.com/office/drawing/2014/main" id="{3245AF18-0AC4-6F7C-5A6B-50F0D1969CC9}"/>
                </a:ext>
              </a:extLst>
            </p:cNvPr>
            <p:cNvSpPr/>
            <p:nvPr/>
          </p:nvSpPr>
          <p:spPr>
            <a:xfrm flipH="1">
              <a:off x="1172010" y="4814503"/>
              <a:ext cx="129516" cy="73459"/>
            </a:xfrm>
            <a:custGeom>
              <a:avLst/>
              <a:gdLst/>
              <a:ahLst/>
              <a:cxnLst/>
              <a:rect l="l" t="t" r="r" b="b"/>
              <a:pathLst>
                <a:path w="2680" h="1682" extrusionOk="0">
                  <a:moveTo>
                    <a:pt x="2389" y="1"/>
                  </a:moveTo>
                  <a:cubicBezTo>
                    <a:pt x="2329" y="1"/>
                    <a:pt x="2261" y="3"/>
                    <a:pt x="2186" y="10"/>
                  </a:cubicBezTo>
                  <a:cubicBezTo>
                    <a:pt x="1881" y="35"/>
                    <a:pt x="1461" y="146"/>
                    <a:pt x="1060" y="394"/>
                  </a:cubicBezTo>
                  <a:cubicBezTo>
                    <a:pt x="659" y="643"/>
                    <a:pt x="372" y="968"/>
                    <a:pt x="211" y="1229"/>
                  </a:cubicBezTo>
                  <a:cubicBezTo>
                    <a:pt x="49" y="1491"/>
                    <a:pt x="0" y="1675"/>
                    <a:pt x="13" y="1681"/>
                  </a:cubicBezTo>
                  <a:cubicBezTo>
                    <a:pt x="14" y="1681"/>
                    <a:pt x="15" y="1681"/>
                    <a:pt x="15" y="1681"/>
                  </a:cubicBezTo>
                  <a:cubicBezTo>
                    <a:pt x="39" y="1681"/>
                    <a:pt x="118" y="1515"/>
                    <a:pt x="289" y="1282"/>
                  </a:cubicBezTo>
                  <a:cubicBezTo>
                    <a:pt x="750" y="658"/>
                    <a:pt x="1434" y="235"/>
                    <a:pt x="2199" y="103"/>
                  </a:cubicBezTo>
                  <a:cubicBezTo>
                    <a:pt x="2490" y="53"/>
                    <a:pt x="2678" y="57"/>
                    <a:pt x="2678" y="35"/>
                  </a:cubicBezTo>
                  <a:cubicBezTo>
                    <a:pt x="2679" y="24"/>
                    <a:pt x="2573" y="1"/>
                    <a:pt x="2389"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1386;p34">
              <a:extLst>
                <a:ext uri="{FF2B5EF4-FFF2-40B4-BE49-F238E27FC236}">
                  <a16:creationId xmlns:a16="http://schemas.microsoft.com/office/drawing/2014/main" id="{626A1EC8-67C6-D552-995D-83524D99D118}"/>
                </a:ext>
              </a:extLst>
            </p:cNvPr>
            <p:cNvSpPr/>
            <p:nvPr/>
          </p:nvSpPr>
          <p:spPr>
            <a:xfrm flipH="1">
              <a:off x="1202553" y="4767772"/>
              <a:ext cx="15513" cy="50705"/>
            </a:xfrm>
            <a:custGeom>
              <a:avLst/>
              <a:gdLst/>
              <a:ahLst/>
              <a:cxnLst/>
              <a:rect l="l" t="t" r="r" b="b"/>
              <a:pathLst>
                <a:path w="321" h="1161" extrusionOk="0">
                  <a:moveTo>
                    <a:pt x="42" y="0"/>
                  </a:moveTo>
                  <a:cubicBezTo>
                    <a:pt x="42" y="0"/>
                    <a:pt x="41" y="0"/>
                    <a:pt x="41" y="0"/>
                  </a:cubicBezTo>
                  <a:cubicBezTo>
                    <a:pt x="6" y="3"/>
                    <a:pt x="0" y="274"/>
                    <a:pt x="68" y="600"/>
                  </a:cubicBezTo>
                  <a:cubicBezTo>
                    <a:pt x="134" y="919"/>
                    <a:pt x="246" y="1161"/>
                    <a:pt x="283" y="1161"/>
                  </a:cubicBezTo>
                  <a:cubicBezTo>
                    <a:pt x="284" y="1161"/>
                    <a:pt x="285" y="1161"/>
                    <a:pt x="285" y="1161"/>
                  </a:cubicBezTo>
                  <a:cubicBezTo>
                    <a:pt x="321" y="1148"/>
                    <a:pt x="267" y="890"/>
                    <a:pt x="199" y="573"/>
                  </a:cubicBezTo>
                  <a:cubicBezTo>
                    <a:pt x="133" y="257"/>
                    <a:pt x="78" y="0"/>
                    <a:pt x="42"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1387;p34">
              <a:extLst>
                <a:ext uri="{FF2B5EF4-FFF2-40B4-BE49-F238E27FC236}">
                  <a16:creationId xmlns:a16="http://schemas.microsoft.com/office/drawing/2014/main" id="{107C94F9-9271-FD94-25A3-47C2C6B44A71}"/>
                </a:ext>
              </a:extLst>
            </p:cNvPr>
            <p:cNvSpPr/>
            <p:nvPr/>
          </p:nvSpPr>
          <p:spPr>
            <a:xfrm flipH="1">
              <a:off x="1463035" y="4844681"/>
              <a:ext cx="37067" cy="42276"/>
            </a:xfrm>
            <a:custGeom>
              <a:avLst/>
              <a:gdLst/>
              <a:ahLst/>
              <a:cxnLst/>
              <a:rect l="l" t="t" r="r" b="b"/>
              <a:pathLst>
                <a:path w="767" h="968" extrusionOk="0">
                  <a:moveTo>
                    <a:pt x="60" y="0"/>
                  </a:moveTo>
                  <a:cubicBezTo>
                    <a:pt x="29" y="0"/>
                    <a:pt x="11" y="6"/>
                    <a:pt x="10" y="14"/>
                  </a:cubicBezTo>
                  <a:cubicBezTo>
                    <a:pt x="0" y="50"/>
                    <a:pt x="294" y="120"/>
                    <a:pt x="495" y="394"/>
                  </a:cubicBezTo>
                  <a:cubicBezTo>
                    <a:pt x="700" y="666"/>
                    <a:pt x="682" y="968"/>
                    <a:pt x="720" y="968"/>
                  </a:cubicBezTo>
                  <a:cubicBezTo>
                    <a:pt x="720" y="968"/>
                    <a:pt x="720" y="968"/>
                    <a:pt x="721" y="968"/>
                  </a:cubicBezTo>
                  <a:cubicBezTo>
                    <a:pt x="738" y="968"/>
                    <a:pt x="766" y="895"/>
                    <a:pt x="764" y="771"/>
                  </a:cubicBezTo>
                  <a:cubicBezTo>
                    <a:pt x="751" y="432"/>
                    <a:pt x="531" y="137"/>
                    <a:pt x="210" y="28"/>
                  </a:cubicBezTo>
                  <a:cubicBezTo>
                    <a:pt x="147" y="8"/>
                    <a:pt x="95" y="0"/>
                    <a:pt x="6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1388;p34">
              <a:extLst>
                <a:ext uri="{FF2B5EF4-FFF2-40B4-BE49-F238E27FC236}">
                  <a16:creationId xmlns:a16="http://schemas.microsoft.com/office/drawing/2014/main" id="{2A234DB0-0242-8FBF-8FC5-B965702AA444}"/>
                </a:ext>
              </a:extLst>
            </p:cNvPr>
            <p:cNvSpPr/>
            <p:nvPr/>
          </p:nvSpPr>
          <p:spPr>
            <a:xfrm flipH="1">
              <a:off x="869145" y="4765589"/>
              <a:ext cx="392366" cy="138401"/>
            </a:xfrm>
            <a:custGeom>
              <a:avLst/>
              <a:gdLst/>
              <a:ahLst/>
              <a:cxnLst/>
              <a:rect l="l" t="t" r="r" b="b"/>
              <a:pathLst>
                <a:path w="8119" h="3169" extrusionOk="0">
                  <a:moveTo>
                    <a:pt x="2878" y="0"/>
                  </a:moveTo>
                  <a:lnTo>
                    <a:pt x="3030" y="1584"/>
                  </a:lnTo>
                  <a:cubicBezTo>
                    <a:pt x="2981" y="1583"/>
                    <a:pt x="2933" y="1583"/>
                    <a:pt x="2886" y="1583"/>
                  </a:cubicBezTo>
                  <a:cubicBezTo>
                    <a:pt x="1015" y="1583"/>
                    <a:pt x="129" y="2156"/>
                    <a:pt x="1" y="3168"/>
                  </a:cubicBezTo>
                  <a:lnTo>
                    <a:pt x="8119" y="3168"/>
                  </a:lnTo>
                  <a:lnTo>
                    <a:pt x="7800" y="0"/>
                  </a:lnTo>
                  <a:close/>
                </a:path>
              </a:pathLst>
            </a:custGeom>
            <a:solidFill>
              <a:srgbClr val="CE883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1389;p34">
              <a:extLst>
                <a:ext uri="{FF2B5EF4-FFF2-40B4-BE49-F238E27FC236}">
                  <a16:creationId xmlns:a16="http://schemas.microsoft.com/office/drawing/2014/main" id="{7190BAAB-66EC-2511-6A02-71CF4053ED9B}"/>
                </a:ext>
              </a:extLst>
            </p:cNvPr>
            <p:cNvSpPr/>
            <p:nvPr/>
          </p:nvSpPr>
          <p:spPr>
            <a:xfrm flipH="1">
              <a:off x="1129482" y="4836951"/>
              <a:ext cx="25855" cy="34196"/>
            </a:xfrm>
            <a:custGeom>
              <a:avLst/>
              <a:gdLst/>
              <a:ahLst/>
              <a:cxnLst/>
              <a:rect l="l" t="t" r="r" b="b"/>
              <a:pathLst>
                <a:path w="535" h="783" extrusionOk="0">
                  <a:moveTo>
                    <a:pt x="36" y="0"/>
                  </a:moveTo>
                  <a:cubicBezTo>
                    <a:pt x="31" y="0"/>
                    <a:pt x="28" y="1"/>
                    <a:pt x="26" y="4"/>
                  </a:cubicBezTo>
                  <a:cubicBezTo>
                    <a:pt x="0" y="34"/>
                    <a:pt x="138" y="184"/>
                    <a:pt x="263" y="393"/>
                  </a:cubicBezTo>
                  <a:cubicBezTo>
                    <a:pt x="388" y="596"/>
                    <a:pt x="458" y="783"/>
                    <a:pt x="496" y="783"/>
                  </a:cubicBezTo>
                  <a:cubicBezTo>
                    <a:pt x="497" y="783"/>
                    <a:pt x="498" y="783"/>
                    <a:pt x="499" y="783"/>
                  </a:cubicBezTo>
                  <a:cubicBezTo>
                    <a:pt x="534" y="777"/>
                    <a:pt x="517" y="555"/>
                    <a:pt x="378" y="324"/>
                  </a:cubicBezTo>
                  <a:cubicBezTo>
                    <a:pt x="252" y="115"/>
                    <a:pt x="83" y="0"/>
                    <a:pt x="36"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1390;p34">
              <a:extLst>
                <a:ext uri="{FF2B5EF4-FFF2-40B4-BE49-F238E27FC236}">
                  <a16:creationId xmlns:a16="http://schemas.microsoft.com/office/drawing/2014/main" id="{CB7C21AA-EF00-91C0-306B-C52C60F2A2DE}"/>
                </a:ext>
              </a:extLst>
            </p:cNvPr>
            <p:cNvSpPr/>
            <p:nvPr/>
          </p:nvSpPr>
          <p:spPr>
            <a:xfrm flipH="1">
              <a:off x="1088308" y="4832322"/>
              <a:ext cx="28706" cy="32144"/>
            </a:xfrm>
            <a:custGeom>
              <a:avLst/>
              <a:gdLst/>
              <a:ahLst/>
              <a:cxnLst/>
              <a:rect l="l" t="t" r="r" b="b"/>
              <a:pathLst>
                <a:path w="594" h="736" extrusionOk="0">
                  <a:moveTo>
                    <a:pt x="37" y="0"/>
                  </a:moveTo>
                  <a:cubicBezTo>
                    <a:pt x="29" y="0"/>
                    <a:pt x="23" y="3"/>
                    <a:pt x="21" y="7"/>
                  </a:cubicBezTo>
                  <a:cubicBezTo>
                    <a:pt x="0" y="39"/>
                    <a:pt x="157" y="167"/>
                    <a:pt x="300" y="363"/>
                  </a:cubicBezTo>
                  <a:cubicBezTo>
                    <a:pt x="442" y="553"/>
                    <a:pt x="517" y="736"/>
                    <a:pt x="556" y="736"/>
                  </a:cubicBezTo>
                  <a:cubicBezTo>
                    <a:pt x="557" y="736"/>
                    <a:pt x="558" y="736"/>
                    <a:pt x="559" y="735"/>
                  </a:cubicBezTo>
                  <a:cubicBezTo>
                    <a:pt x="593" y="729"/>
                    <a:pt x="569" y="504"/>
                    <a:pt x="408" y="284"/>
                  </a:cubicBezTo>
                  <a:cubicBezTo>
                    <a:pt x="268" y="93"/>
                    <a:pt x="91" y="0"/>
                    <a:pt x="3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1391;p34">
              <a:extLst>
                <a:ext uri="{FF2B5EF4-FFF2-40B4-BE49-F238E27FC236}">
                  <a16:creationId xmlns:a16="http://schemas.microsoft.com/office/drawing/2014/main" id="{5EED6F2D-15C4-0BAD-8A2B-1B31A5491BEF}"/>
                </a:ext>
              </a:extLst>
            </p:cNvPr>
            <p:cNvSpPr/>
            <p:nvPr/>
          </p:nvSpPr>
          <p:spPr>
            <a:xfrm flipH="1">
              <a:off x="1059940" y="4813717"/>
              <a:ext cx="53933" cy="12622"/>
            </a:xfrm>
            <a:custGeom>
              <a:avLst/>
              <a:gdLst/>
              <a:ahLst/>
              <a:cxnLst/>
              <a:rect l="l" t="t" r="r" b="b"/>
              <a:pathLst>
                <a:path w="1116" h="289" extrusionOk="0">
                  <a:moveTo>
                    <a:pt x="422" y="1"/>
                  </a:moveTo>
                  <a:cubicBezTo>
                    <a:pt x="173" y="1"/>
                    <a:pt x="0" y="93"/>
                    <a:pt x="14" y="120"/>
                  </a:cubicBezTo>
                  <a:cubicBezTo>
                    <a:pt x="17" y="130"/>
                    <a:pt x="37" y="133"/>
                    <a:pt x="71" y="133"/>
                  </a:cubicBezTo>
                  <a:cubicBezTo>
                    <a:pt x="121" y="133"/>
                    <a:pt x="202" y="126"/>
                    <a:pt x="300" y="126"/>
                  </a:cubicBezTo>
                  <a:cubicBezTo>
                    <a:pt x="378" y="126"/>
                    <a:pt x="467" y="130"/>
                    <a:pt x="562" y="145"/>
                  </a:cubicBezTo>
                  <a:cubicBezTo>
                    <a:pt x="822" y="183"/>
                    <a:pt x="1021" y="288"/>
                    <a:pt x="1077" y="288"/>
                  </a:cubicBezTo>
                  <a:cubicBezTo>
                    <a:pt x="1084" y="288"/>
                    <a:pt x="1089" y="286"/>
                    <a:pt x="1091" y="283"/>
                  </a:cubicBezTo>
                  <a:cubicBezTo>
                    <a:pt x="1116" y="257"/>
                    <a:pt x="912" y="62"/>
                    <a:pt x="582" y="13"/>
                  </a:cubicBezTo>
                  <a:cubicBezTo>
                    <a:pt x="526" y="4"/>
                    <a:pt x="473" y="1"/>
                    <a:pt x="422"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1392;p34">
              <a:extLst>
                <a:ext uri="{FF2B5EF4-FFF2-40B4-BE49-F238E27FC236}">
                  <a16:creationId xmlns:a16="http://schemas.microsoft.com/office/drawing/2014/main" id="{9A6E4506-73B3-8E47-0F66-DBDC37E4724D}"/>
                </a:ext>
              </a:extLst>
            </p:cNvPr>
            <p:cNvSpPr/>
            <p:nvPr/>
          </p:nvSpPr>
          <p:spPr>
            <a:xfrm flipH="1">
              <a:off x="876008" y="4884119"/>
              <a:ext cx="377820" cy="5896"/>
            </a:xfrm>
            <a:custGeom>
              <a:avLst/>
              <a:gdLst/>
              <a:ahLst/>
              <a:cxnLst/>
              <a:rect l="l" t="t" r="r" b="b"/>
              <a:pathLst>
                <a:path w="7818" h="135" extrusionOk="0">
                  <a:moveTo>
                    <a:pt x="3910" y="0"/>
                  </a:moveTo>
                  <a:cubicBezTo>
                    <a:pt x="1750" y="0"/>
                    <a:pt x="0" y="30"/>
                    <a:pt x="0" y="67"/>
                  </a:cubicBezTo>
                  <a:cubicBezTo>
                    <a:pt x="0" y="105"/>
                    <a:pt x="1751" y="135"/>
                    <a:pt x="3910" y="135"/>
                  </a:cubicBezTo>
                  <a:cubicBezTo>
                    <a:pt x="6067" y="135"/>
                    <a:pt x="7818" y="105"/>
                    <a:pt x="7818" y="67"/>
                  </a:cubicBezTo>
                  <a:cubicBezTo>
                    <a:pt x="7818" y="30"/>
                    <a:pt x="6068" y="0"/>
                    <a:pt x="391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1393;p34">
              <a:extLst>
                <a:ext uri="{FF2B5EF4-FFF2-40B4-BE49-F238E27FC236}">
                  <a16:creationId xmlns:a16="http://schemas.microsoft.com/office/drawing/2014/main" id="{155E1EC5-ED30-11EE-2170-3C77048DA39E}"/>
                </a:ext>
              </a:extLst>
            </p:cNvPr>
            <p:cNvSpPr/>
            <p:nvPr/>
          </p:nvSpPr>
          <p:spPr>
            <a:xfrm flipH="1">
              <a:off x="874268" y="4814503"/>
              <a:ext cx="129565" cy="73459"/>
            </a:xfrm>
            <a:custGeom>
              <a:avLst/>
              <a:gdLst/>
              <a:ahLst/>
              <a:cxnLst/>
              <a:rect l="l" t="t" r="r" b="b"/>
              <a:pathLst>
                <a:path w="2681" h="1682" extrusionOk="0">
                  <a:moveTo>
                    <a:pt x="2391" y="1"/>
                  </a:moveTo>
                  <a:cubicBezTo>
                    <a:pt x="2331" y="1"/>
                    <a:pt x="2262" y="3"/>
                    <a:pt x="2187" y="10"/>
                  </a:cubicBezTo>
                  <a:cubicBezTo>
                    <a:pt x="1883" y="35"/>
                    <a:pt x="1462" y="146"/>
                    <a:pt x="1061" y="394"/>
                  </a:cubicBezTo>
                  <a:cubicBezTo>
                    <a:pt x="660" y="643"/>
                    <a:pt x="373" y="968"/>
                    <a:pt x="211" y="1229"/>
                  </a:cubicBezTo>
                  <a:cubicBezTo>
                    <a:pt x="50" y="1491"/>
                    <a:pt x="0" y="1675"/>
                    <a:pt x="15" y="1681"/>
                  </a:cubicBezTo>
                  <a:cubicBezTo>
                    <a:pt x="15" y="1681"/>
                    <a:pt x="16" y="1681"/>
                    <a:pt x="16" y="1681"/>
                  </a:cubicBezTo>
                  <a:cubicBezTo>
                    <a:pt x="40" y="1681"/>
                    <a:pt x="119" y="1515"/>
                    <a:pt x="290" y="1282"/>
                  </a:cubicBezTo>
                  <a:cubicBezTo>
                    <a:pt x="751" y="658"/>
                    <a:pt x="1435" y="235"/>
                    <a:pt x="2200" y="103"/>
                  </a:cubicBezTo>
                  <a:cubicBezTo>
                    <a:pt x="2491" y="53"/>
                    <a:pt x="2678" y="57"/>
                    <a:pt x="2679" y="35"/>
                  </a:cubicBezTo>
                  <a:cubicBezTo>
                    <a:pt x="2681" y="24"/>
                    <a:pt x="2574" y="1"/>
                    <a:pt x="2391"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1394;p34">
              <a:extLst>
                <a:ext uri="{FF2B5EF4-FFF2-40B4-BE49-F238E27FC236}">
                  <a16:creationId xmlns:a16="http://schemas.microsoft.com/office/drawing/2014/main" id="{C1DEA76E-D482-ABEE-5974-A4A972088989}"/>
                </a:ext>
              </a:extLst>
            </p:cNvPr>
            <p:cNvSpPr/>
            <p:nvPr/>
          </p:nvSpPr>
          <p:spPr>
            <a:xfrm flipH="1">
              <a:off x="904762" y="4767772"/>
              <a:ext cx="15561" cy="50705"/>
            </a:xfrm>
            <a:custGeom>
              <a:avLst/>
              <a:gdLst/>
              <a:ahLst/>
              <a:cxnLst/>
              <a:rect l="l" t="t" r="r" b="b"/>
              <a:pathLst>
                <a:path w="322" h="1161" extrusionOk="0">
                  <a:moveTo>
                    <a:pt x="43" y="0"/>
                  </a:moveTo>
                  <a:cubicBezTo>
                    <a:pt x="43" y="0"/>
                    <a:pt x="43" y="0"/>
                    <a:pt x="43" y="0"/>
                  </a:cubicBezTo>
                  <a:cubicBezTo>
                    <a:pt x="6" y="3"/>
                    <a:pt x="0" y="274"/>
                    <a:pt x="69" y="600"/>
                  </a:cubicBezTo>
                  <a:cubicBezTo>
                    <a:pt x="135" y="919"/>
                    <a:pt x="247" y="1161"/>
                    <a:pt x="285" y="1161"/>
                  </a:cubicBezTo>
                  <a:cubicBezTo>
                    <a:pt x="285" y="1161"/>
                    <a:pt x="286" y="1161"/>
                    <a:pt x="287" y="1161"/>
                  </a:cubicBezTo>
                  <a:cubicBezTo>
                    <a:pt x="321" y="1148"/>
                    <a:pt x="267" y="890"/>
                    <a:pt x="200" y="573"/>
                  </a:cubicBezTo>
                  <a:cubicBezTo>
                    <a:pt x="133" y="257"/>
                    <a:pt x="79" y="0"/>
                    <a:pt x="43"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1395;p34">
              <a:extLst>
                <a:ext uri="{FF2B5EF4-FFF2-40B4-BE49-F238E27FC236}">
                  <a16:creationId xmlns:a16="http://schemas.microsoft.com/office/drawing/2014/main" id="{4EF98401-C59E-AB4B-21B4-99DECC4188F1}"/>
                </a:ext>
              </a:extLst>
            </p:cNvPr>
            <p:cNvSpPr/>
            <p:nvPr/>
          </p:nvSpPr>
          <p:spPr>
            <a:xfrm flipH="1">
              <a:off x="1165293" y="4844681"/>
              <a:ext cx="37067" cy="42276"/>
            </a:xfrm>
            <a:custGeom>
              <a:avLst/>
              <a:gdLst/>
              <a:ahLst/>
              <a:cxnLst/>
              <a:rect l="l" t="t" r="r" b="b"/>
              <a:pathLst>
                <a:path w="767" h="968" extrusionOk="0">
                  <a:moveTo>
                    <a:pt x="60" y="0"/>
                  </a:moveTo>
                  <a:cubicBezTo>
                    <a:pt x="29" y="0"/>
                    <a:pt x="11" y="6"/>
                    <a:pt x="10" y="14"/>
                  </a:cubicBezTo>
                  <a:cubicBezTo>
                    <a:pt x="0" y="50"/>
                    <a:pt x="295" y="120"/>
                    <a:pt x="496" y="394"/>
                  </a:cubicBezTo>
                  <a:cubicBezTo>
                    <a:pt x="700" y="666"/>
                    <a:pt x="682" y="968"/>
                    <a:pt x="720" y="968"/>
                  </a:cubicBezTo>
                  <a:cubicBezTo>
                    <a:pt x="720" y="968"/>
                    <a:pt x="721" y="968"/>
                    <a:pt x="721" y="968"/>
                  </a:cubicBezTo>
                  <a:cubicBezTo>
                    <a:pt x="738" y="968"/>
                    <a:pt x="767" y="895"/>
                    <a:pt x="764" y="771"/>
                  </a:cubicBezTo>
                  <a:cubicBezTo>
                    <a:pt x="751" y="433"/>
                    <a:pt x="531" y="137"/>
                    <a:pt x="210" y="28"/>
                  </a:cubicBezTo>
                  <a:cubicBezTo>
                    <a:pt x="147" y="8"/>
                    <a:pt x="95" y="0"/>
                    <a:pt x="6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1396;p34">
              <a:extLst>
                <a:ext uri="{FF2B5EF4-FFF2-40B4-BE49-F238E27FC236}">
                  <a16:creationId xmlns:a16="http://schemas.microsoft.com/office/drawing/2014/main" id="{5F47D809-5C09-AB38-E01B-43DB198B586A}"/>
                </a:ext>
              </a:extLst>
            </p:cNvPr>
            <p:cNvSpPr/>
            <p:nvPr/>
          </p:nvSpPr>
          <p:spPr>
            <a:xfrm flipH="1">
              <a:off x="1967230" y="2098667"/>
              <a:ext cx="315140" cy="277851"/>
            </a:xfrm>
            <a:custGeom>
              <a:avLst/>
              <a:gdLst/>
              <a:ahLst/>
              <a:cxnLst/>
              <a:rect l="l" t="t" r="r" b="b"/>
              <a:pathLst>
                <a:path w="6521" h="6362" extrusionOk="0">
                  <a:moveTo>
                    <a:pt x="1153" y="0"/>
                  </a:moveTo>
                  <a:cubicBezTo>
                    <a:pt x="744" y="0"/>
                    <a:pt x="431" y="49"/>
                    <a:pt x="314" y="155"/>
                  </a:cubicBezTo>
                  <a:cubicBezTo>
                    <a:pt x="1" y="439"/>
                    <a:pt x="222" y="1004"/>
                    <a:pt x="647" y="1085"/>
                  </a:cubicBezTo>
                  <a:cubicBezTo>
                    <a:pt x="1074" y="1165"/>
                    <a:pt x="2094" y="1270"/>
                    <a:pt x="2094" y="1270"/>
                  </a:cubicBezTo>
                  <a:cubicBezTo>
                    <a:pt x="2094" y="1270"/>
                    <a:pt x="856" y="2126"/>
                    <a:pt x="930" y="2475"/>
                  </a:cubicBezTo>
                  <a:lnTo>
                    <a:pt x="1005" y="2824"/>
                  </a:lnTo>
                  <a:cubicBezTo>
                    <a:pt x="1005" y="2824"/>
                    <a:pt x="458" y="3284"/>
                    <a:pt x="495" y="3555"/>
                  </a:cubicBezTo>
                  <a:cubicBezTo>
                    <a:pt x="532" y="3826"/>
                    <a:pt x="987" y="3932"/>
                    <a:pt x="987" y="3932"/>
                  </a:cubicBezTo>
                  <a:cubicBezTo>
                    <a:pt x="987" y="3932"/>
                    <a:pt x="254" y="4638"/>
                    <a:pt x="755" y="4874"/>
                  </a:cubicBezTo>
                  <a:cubicBezTo>
                    <a:pt x="985" y="4983"/>
                    <a:pt x="1360" y="5037"/>
                    <a:pt x="1718" y="5037"/>
                  </a:cubicBezTo>
                  <a:cubicBezTo>
                    <a:pt x="2139" y="5037"/>
                    <a:pt x="2538" y="4962"/>
                    <a:pt x="2653" y="4812"/>
                  </a:cubicBezTo>
                  <a:lnTo>
                    <a:pt x="3418" y="6362"/>
                  </a:lnTo>
                  <a:lnTo>
                    <a:pt x="6521" y="4210"/>
                  </a:lnTo>
                  <a:cubicBezTo>
                    <a:pt x="6521" y="4210"/>
                    <a:pt x="5451" y="1592"/>
                    <a:pt x="4637" y="873"/>
                  </a:cubicBezTo>
                  <a:cubicBezTo>
                    <a:pt x="4044" y="349"/>
                    <a:pt x="2250" y="0"/>
                    <a:pt x="1153"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1397;p34">
              <a:extLst>
                <a:ext uri="{FF2B5EF4-FFF2-40B4-BE49-F238E27FC236}">
                  <a16:creationId xmlns:a16="http://schemas.microsoft.com/office/drawing/2014/main" id="{71A29F1D-C816-5DED-73DC-8271051A6502}"/>
                </a:ext>
              </a:extLst>
            </p:cNvPr>
            <p:cNvSpPr/>
            <p:nvPr/>
          </p:nvSpPr>
          <p:spPr>
            <a:xfrm flipH="1">
              <a:off x="2157155" y="2247550"/>
              <a:ext cx="90275" cy="38476"/>
            </a:xfrm>
            <a:custGeom>
              <a:avLst/>
              <a:gdLst/>
              <a:ahLst/>
              <a:cxnLst/>
              <a:rect l="l" t="t" r="r" b="b"/>
              <a:pathLst>
                <a:path w="1868" h="881" extrusionOk="0">
                  <a:moveTo>
                    <a:pt x="1511" y="0"/>
                  </a:moveTo>
                  <a:cubicBezTo>
                    <a:pt x="1504" y="0"/>
                    <a:pt x="1500" y="2"/>
                    <a:pt x="1499" y="4"/>
                  </a:cubicBezTo>
                  <a:cubicBezTo>
                    <a:pt x="1491" y="21"/>
                    <a:pt x="1633" y="83"/>
                    <a:pt x="1707" y="303"/>
                  </a:cubicBezTo>
                  <a:cubicBezTo>
                    <a:pt x="1742" y="409"/>
                    <a:pt x="1777" y="546"/>
                    <a:pt x="1698" y="654"/>
                  </a:cubicBezTo>
                  <a:cubicBezTo>
                    <a:pt x="1662" y="708"/>
                    <a:pt x="1603" y="743"/>
                    <a:pt x="1538" y="747"/>
                  </a:cubicBezTo>
                  <a:cubicBezTo>
                    <a:pt x="1527" y="748"/>
                    <a:pt x="1516" y="748"/>
                    <a:pt x="1504" y="748"/>
                  </a:cubicBezTo>
                  <a:cubicBezTo>
                    <a:pt x="1441" y="748"/>
                    <a:pt x="1367" y="735"/>
                    <a:pt x="1291" y="723"/>
                  </a:cubicBezTo>
                  <a:cubicBezTo>
                    <a:pt x="628" y="617"/>
                    <a:pt x="112" y="403"/>
                    <a:pt x="30" y="403"/>
                  </a:cubicBezTo>
                  <a:cubicBezTo>
                    <a:pt x="24" y="403"/>
                    <a:pt x="20" y="405"/>
                    <a:pt x="19" y="407"/>
                  </a:cubicBezTo>
                  <a:cubicBezTo>
                    <a:pt x="1" y="437"/>
                    <a:pt x="534" y="737"/>
                    <a:pt x="1270" y="856"/>
                  </a:cubicBezTo>
                  <a:cubicBezTo>
                    <a:pt x="1343" y="866"/>
                    <a:pt x="1416" y="881"/>
                    <a:pt x="1496" y="881"/>
                  </a:cubicBezTo>
                  <a:cubicBezTo>
                    <a:pt x="1514" y="881"/>
                    <a:pt x="1533" y="880"/>
                    <a:pt x="1552" y="878"/>
                  </a:cubicBezTo>
                  <a:cubicBezTo>
                    <a:pt x="1656" y="867"/>
                    <a:pt x="1748" y="809"/>
                    <a:pt x="1801" y="721"/>
                  </a:cubicBezTo>
                  <a:cubicBezTo>
                    <a:pt x="1849" y="646"/>
                    <a:pt x="1868" y="556"/>
                    <a:pt x="1857" y="467"/>
                  </a:cubicBezTo>
                  <a:cubicBezTo>
                    <a:pt x="1845" y="397"/>
                    <a:pt x="1824" y="331"/>
                    <a:pt x="1794" y="266"/>
                  </a:cubicBezTo>
                  <a:cubicBezTo>
                    <a:pt x="1740" y="152"/>
                    <a:pt x="1667" y="73"/>
                    <a:pt x="1604" y="35"/>
                  </a:cubicBezTo>
                  <a:cubicBezTo>
                    <a:pt x="1561" y="9"/>
                    <a:pt x="1528" y="0"/>
                    <a:pt x="151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1398;p34">
              <a:extLst>
                <a:ext uri="{FF2B5EF4-FFF2-40B4-BE49-F238E27FC236}">
                  <a16:creationId xmlns:a16="http://schemas.microsoft.com/office/drawing/2014/main" id="{4376F719-484F-4DC3-8CB2-218859C9DAE5}"/>
                </a:ext>
              </a:extLst>
            </p:cNvPr>
            <p:cNvSpPr/>
            <p:nvPr/>
          </p:nvSpPr>
          <p:spPr>
            <a:xfrm flipH="1">
              <a:off x="2193013" y="2221564"/>
              <a:ext cx="41658" cy="18037"/>
            </a:xfrm>
            <a:custGeom>
              <a:avLst/>
              <a:gdLst/>
              <a:ahLst/>
              <a:cxnLst/>
              <a:rect l="l" t="t" r="r" b="b"/>
              <a:pathLst>
                <a:path w="862" h="413" extrusionOk="0">
                  <a:moveTo>
                    <a:pt x="44" y="1"/>
                  </a:moveTo>
                  <a:cubicBezTo>
                    <a:pt x="29" y="1"/>
                    <a:pt x="20" y="4"/>
                    <a:pt x="17" y="10"/>
                  </a:cubicBezTo>
                  <a:cubicBezTo>
                    <a:pt x="0" y="44"/>
                    <a:pt x="173" y="159"/>
                    <a:pt x="402" y="267"/>
                  </a:cubicBezTo>
                  <a:cubicBezTo>
                    <a:pt x="589" y="356"/>
                    <a:pt x="754" y="413"/>
                    <a:pt x="818" y="413"/>
                  </a:cubicBezTo>
                  <a:cubicBezTo>
                    <a:pt x="833" y="413"/>
                    <a:pt x="842" y="410"/>
                    <a:pt x="845" y="404"/>
                  </a:cubicBezTo>
                  <a:cubicBezTo>
                    <a:pt x="862" y="370"/>
                    <a:pt x="689" y="255"/>
                    <a:pt x="460" y="146"/>
                  </a:cubicBezTo>
                  <a:cubicBezTo>
                    <a:pt x="274" y="58"/>
                    <a:pt x="108" y="1"/>
                    <a:pt x="44"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1400;p34">
              <a:extLst>
                <a:ext uri="{FF2B5EF4-FFF2-40B4-BE49-F238E27FC236}">
                  <a16:creationId xmlns:a16="http://schemas.microsoft.com/office/drawing/2014/main" id="{EA34D98F-246E-241B-81B7-AEAB0BC06AD5}"/>
                </a:ext>
              </a:extLst>
            </p:cNvPr>
            <p:cNvSpPr/>
            <p:nvPr/>
          </p:nvSpPr>
          <p:spPr>
            <a:xfrm flipH="1">
              <a:off x="2044698" y="2186101"/>
              <a:ext cx="157642" cy="72498"/>
            </a:xfrm>
            <a:custGeom>
              <a:avLst/>
              <a:gdLst/>
              <a:ahLst/>
              <a:cxnLst/>
              <a:rect l="l" t="t" r="r" b="b"/>
              <a:pathLst>
                <a:path w="3262" h="1660" extrusionOk="0">
                  <a:moveTo>
                    <a:pt x="1300" y="1"/>
                  </a:moveTo>
                  <a:cubicBezTo>
                    <a:pt x="1136" y="1"/>
                    <a:pt x="968" y="24"/>
                    <a:pt x="803" y="75"/>
                  </a:cubicBezTo>
                  <a:cubicBezTo>
                    <a:pt x="602" y="135"/>
                    <a:pt x="417" y="240"/>
                    <a:pt x="262" y="383"/>
                  </a:cubicBezTo>
                  <a:cubicBezTo>
                    <a:pt x="113" y="525"/>
                    <a:pt x="2" y="710"/>
                    <a:pt x="1" y="917"/>
                  </a:cubicBezTo>
                  <a:cubicBezTo>
                    <a:pt x="2" y="1018"/>
                    <a:pt x="38" y="1116"/>
                    <a:pt x="104" y="1193"/>
                  </a:cubicBezTo>
                  <a:cubicBezTo>
                    <a:pt x="167" y="1267"/>
                    <a:pt x="244" y="1314"/>
                    <a:pt x="316" y="1352"/>
                  </a:cubicBezTo>
                  <a:cubicBezTo>
                    <a:pt x="449" y="1421"/>
                    <a:pt x="587" y="1479"/>
                    <a:pt x="729" y="1525"/>
                  </a:cubicBezTo>
                  <a:cubicBezTo>
                    <a:pt x="934" y="1593"/>
                    <a:pt x="1146" y="1635"/>
                    <a:pt x="1360" y="1654"/>
                  </a:cubicBezTo>
                  <a:cubicBezTo>
                    <a:pt x="1414" y="1658"/>
                    <a:pt x="1459" y="1659"/>
                    <a:pt x="1496" y="1659"/>
                  </a:cubicBezTo>
                  <a:cubicBezTo>
                    <a:pt x="1561" y="1659"/>
                    <a:pt x="1597" y="1654"/>
                    <a:pt x="1597" y="1649"/>
                  </a:cubicBezTo>
                  <a:cubicBezTo>
                    <a:pt x="1599" y="1624"/>
                    <a:pt x="1259" y="1620"/>
                    <a:pt x="760" y="1435"/>
                  </a:cubicBezTo>
                  <a:cubicBezTo>
                    <a:pt x="626" y="1384"/>
                    <a:pt x="495" y="1324"/>
                    <a:pt x="369" y="1256"/>
                  </a:cubicBezTo>
                  <a:cubicBezTo>
                    <a:pt x="235" y="1183"/>
                    <a:pt x="120" y="1072"/>
                    <a:pt x="124" y="916"/>
                  </a:cubicBezTo>
                  <a:cubicBezTo>
                    <a:pt x="135" y="595"/>
                    <a:pt x="477" y="314"/>
                    <a:pt x="843" y="203"/>
                  </a:cubicBezTo>
                  <a:cubicBezTo>
                    <a:pt x="998" y="154"/>
                    <a:pt x="1157" y="133"/>
                    <a:pt x="1312" y="133"/>
                  </a:cubicBezTo>
                  <a:cubicBezTo>
                    <a:pt x="1533" y="133"/>
                    <a:pt x="1747" y="176"/>
                    <a:pt x="1934" y="247"/>
                  </a:cubicBezTo>
                  <a:cubicBezTo>
                    <a:pt x="2257" y="370"/>
                    <a:pt x="2509" y="567"/>
                    <a:pt x="2699" y="749"/>
                  </a:cubicBezTo>
                  <a:cubicBezTo>
                    <a:pt x="3068" y="1115"/>
                    <a:pt x="3226" y="1410"/>
                    <a:pt x="3253" y="1410"/>
                  </a:cubicBezTo>
                  <a:cubicBezTo>
                    <a:pt x="3254" y="1410"/>
                    <a:pt x="3254" y="1410"/>
                    <a:pt x="3255" y="1410"/>
                  </a:cubicBezTo>
                  <a:cubicBezTo>
                    <a:pt x="3261" y="1407"/>
                    <a:pt x="3230" y="1329"/>
                    <a:pt x="3154" y="1197"/>
                  </a:cubicBezTo>
                  <a:cubicBezTo>
                    <a:pt x="3045" y="1011"/>
                    <a:pt x="2915" y="839"/>
                    <a:pt x="2767" y="682"/>
                  </a:cubicBezTo>
                  <a:cubicBezTo>
                    <a:pt x="2579" y="486"/>
                    <a:pt x="2320" y="269"/>
                    <a:pt x="1980" y="133"/>
                  </a:cubicBezTo>
                  <a:cubicBezTo>
                    <a:pt x="1777" y="51"/>
                    <a:pt x="1543" y="1"/>
                    <a:pt x="1300"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1401;p34">
              <a:extLst>
                <a:ext uri="{FF2B5EF4-FFF2-40B4-BE49-F238E27FC236}">
                  <a16:creationId xmlns:a16="http://schemas.microsoft.com/office/drawing/2014/main" id="{FC654010-28C1-942D-63A6-7589E95BDD0D}"/>
                </a:ext>
              </a:extLst>
            </p:cNvPr>
            <p:cNvSpPr/>
            <p:nvPr/>
          </p:nvSpPr>
          <p:spPr>
            <a:xfrm flipH="1">
              <a:off x="1524024" y="2282532"/>
              <a:ext cx="596741" cy="604659"/>
            </a:xfrm>
            <a:custGeom>
              <a:avLst/>
              <a:gdLst/>
              <a:ahLst/>
              <a:cxnLst/>
              <a:rect l="l" t="t" r="r" b="b"/>
              <a:pathLst>
                <a:path w="12348" h="13845" extrusionOk="0">
                  <a:moveTo>
                    <a:pt x="3177" y="0"/>
                  </a:moveTo>
                  <a:lnTo>
                    <a:pt x="1" y="2003"/>
                  </a:lnTo>
                  <a:cubicBezTo>
                    <a:pt x="1" y="2003"/>
                    <a:pt x="713" y="13844"/>
                    <a:pt x="6038" y="13844"/>
                  </a:cubicBezTo>
                  <a:cubicBezTo>
                    <a:pt x="6251" y="13844"/>
                    <a:pt x="6472" y="13825"/>
                    <a:pt x="6701" y="13786"/>
                  </a:cubicBezTo>
                  <a:cubicBezTo>
                    <a:pt x="12143" y="12842"/>
                    <a:pt x="12348" y="3566"/>
                    <a:pt x="12348" y="3566"/>
                  </a:cubicBezTo>
                  <a:lnTo>
                    <a:pt x="6834" y="2616"/>
                  </a:lnTo>
                  <a:lnTo>
                    <a:pt x="5708" y="7103"/>
                  </a:lnTo>
                  <a:lnTo>
                    <a:pt x="3177"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1402;p34">
              <a:extLst>
                <a:ext uri="{FF2B5EF4-FFF2-40B4-BE49-F238E27FC236}">
                  <a16:creationId xmlns:a16="http://schemas.microsoft.com/office/drawing/2014/main" id="{A2155592-23C5-DF0B-00A4-6FCDC4068731}"/>
                </a:ext>
              </a:extLst>
            </p:cNvPr>
            <p:cNvSpPr/>
            <p:nvPr/>
          </p:nvSpPr>
          <p:spPr>
            <a:xfrm flipH="1">
              <a:off x="671633" y="2552784"/>
              <a:ext cx="317895" cy="748171"/>
            </a:xfrm>
            <a:custGeom>
              <a:avLst/>
              <a:gdLst/>
              <a:ahLst/>
              <a:cxnLst/>
              <a:rect l="l" t="t" r="r" b="b"/>
              <a:pathLst>
                <a:path w="6578" h="17131" extrusionOk="0">
                  <a:moveTo>
                    <a:pt x="1" y="0"/>
                  </a:moveTo>
                  <a:lnTo>
                    <a:pt x="1227" y="16081"/>
                  </a:lnTo>
                  <a:lnTo>
                    <a:pt x="5519" y="17131"/>
                  </a:lnTo>
                  <a:cubicBezTo>
                    <a:pt x="5519" y="17131"/>
                    <a:pt x="6578" y="6526"/>
                    <a:pt x="5127" y="380"/>
                  </a:cubicBezTo>
                  <a:lnTo>
                    <a:pt x="1"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1403;p34">
              <a:extLst>
                <a:ext uri="{FF2B5EF4-FFF2-40B4-BE49-F238E27FC236}">
                  <a16:creationId xmlns:a16="http://schemas.microsoft.com/office/drawing/2014/main" id="{BD2EDF28-8B5E-6664-3E43-0DE85DD613BB}"/>
                </a:ext>
              </a:extLst>
            </p:cNvPr>
            <p:cNvSpPr/>
            <p:nvPr/>
          </p:nvSpPr>
          <p:spPr>
            <a:xfrm flipH="1">
              <a:off x="720830" y="3255097"/>
              <a:ext cx="277155" cy="274532"/>
            </a:xfrm>
            <a:custGeom>
              <a:avLst/>
              <a:gdLst/>
              <a:ahLst/>
              <a:cxnLst/>
              <a:rect l="l" t="t" r="r" b="b"/>
              <a:pathLst>
                <a:path w="5735" h="6286" extrusionOk="0">
                  <a:moveTo>
                    <a:pt x="1402" y="0"/>
                  </a:moveTo>
                  <a:cubicBezTo>
                    <a:pt x="1402" y="0"/>
                    <a:pt x="1392" y="1124"/>
                    <a:pt x="950" y="1416"/>
                  </a:cubicBezTo>
                  <a:cubicBezTo>
                    <a:pt x="486" y="1724"/>
                    <a:pt x="0" y="1931"/>
                    <a:pt x="0" y="1931"/>
                  </a:cubicBezTo>
                  <a:cubicBezTo>
                    <a:pt x="0" y="1931"/>
                    <a:pt x="217" y="2345"/>
                    <a:pt x="736" y="2345"/>
                  </a:cubicBezTo>
                  <a:cubicBezTo>
                    <a:pt x="864" y="2345"/>
                    <a:pt x="1010" y="2320"/>
                    <a:pt x="1175" y="2258"/>
                  </a:cubicBezTo>
                  <a:lnTo>
                    <a:pt x="1175" y="2258"/>
                  </a:lnTo>
                  <a:cubicBezTo>
                    <a:pt x="1175" y="2258"/>
                    <a:pt x="1065" y="4857"/>
                    <a:pt x="1322" y="5641"/>
                  </a:cubicBezTo>
                  <a:cubicBezTo>
                    <a:pt x="1407" y="5902"/>
                    <a:pt x="1507" y="5990"/>
                    <a:pt x="1603" y="5990"/>
                  </a:cubicBezTo>
                  <a:cubicBezTo>
                    <a:pt x="1794" y="5990"/>
                    <a:pt x="1967" y="5641"/>
                    <a:pt x="1967" y="5641"/>
                  </a:cubicBezTo>
                  <a:cubicBezTo>
                    <a:pt x="1967" y="5641"/>
                    <a:pt x="2225" y="6286"/>
                    <a:pt x="2552" y="6286"/>
                  </a:cubicBezTo>
                  <a:cubicBezTo>
                    <a:pt x="2638" y="6286"/>
                    <a:pt x="2729" y="6241"/>
                    <a:pt x="2821" y="6128"/>
                  </a:cubicBezTo>
                  <a:cubicBezTo>
                    <a:pt x="2821" y="6128"/>
                    <a:pt x="2978" y="6254"/>
                    <a:pt x="3181" y="6254"/>
                  </a:cubicBezTo>
                  <a:cubicBezTo>
                    <a:pt x="3363" y="6254"/>
                    <a:pt x="3582" y="6152"/>
                    <a:pt x="3756" y="5762"/>
                  </a:cubicBezTo>
                  <a:cubicBezTo>
                    <a:pt x="3794" y="5678"/>
                    <a:pt x="3830" y="5643"/>
                    <a:pt x="3862" y="5635"/>
                  </a:cubicBezTo>
                  <a:cubicBezTo>
                    <a:pt x="4114" y="5575"/>
                    <a:pt x="4360" y="5489"/>
                    <a:pt x="4490" y="5265"/>
                  </a:cubicBezTo>
                  <a:cubicBezTo>
                    <a:pt x="4774" y="4781"/>
                    <a:pt x="5017" y="4099"/>
                    <a:pt x="5071" y="3926"/>
                  </a:cubicBezTo>
                  <a:cubicBezTo>
                    <a:pt x="5464" y="2668"/>
                    <a:pt x="5351" y="2419"/>
                    <a:pt x="5552" y="1629"/>
                  </a:cubicBezTo>
                  <a:cubicBezTo>
                    <a:pt x="5579" y="1527"/>
                    <a:pt x="5734" y="611"/>
                    <a:pt x="5734" y="611"/>
                  </a:cubicBezTo>
                  <a:lnTo>
                    <a:pt x="1402"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1404;p34">
              <a:extLst>
                <a:ext uri="{FF2B5EF4-FFF2-40B4-BE49-F238E27FC236}">
                  <a16:creationId xmlns:a16="http://schemas.microsoft.com/office/drawing/2014/main" id="{78C6C020-FE99-B6D8-F44B-A5E09E169139}"/>
                </a:ext>
              </a:extLst>
            </p:cNvPr>
            <p:cNvSpPr/>
            <p:nvPr/>
          </p:nvSpPr>
          <p:spPr>
            <a:xfrm flipH="1">
              <a:off x="880260" y="3405902"/>
              <a:ext cx="24598" cy="97130"/>
            </a:xfrm>
            <a:custGeom>
              <a:avLst/>
              <a:gdLst/>
              <a:ahLst/>
              <a:cxnLst/>
              <a:rect l="l" t="t" r="r" b="b"/>
              <a:pathLst>
                <a:path w="509" h="2224" extrusionOk="0">
                  <a:moveTo>
                    <a:pt x="430" y="0"/>
                  </a:moveTo>
                  <a:cubicBezTo>
                    <a:pt x="404" y="0"/>
                    <a:pt x="380" y="14"/>
                    <a:pt x="373" y="48"/>
                  </a:cubicBezTo>
                  <a:cubicBezTo>
                    <a:pt x="226" y="742"/>
                    <a:pt x="40" y="1477"/>
                    <a:pt x="1" y="2187"/>
                  </a:cubicBezTo>
                  <a:cubicBezTo>
                    <a:pt x="0" y="2211"/>
                    <a:pt x="19" y="2224"/>
                    <a:pt x="39" y="2224"/>
                  </a:cubicBezTo>
                  <a:cubicBezTo>
                    <a:pt x="55" y="2224"/>
                    <a:pt x="72" y="2215"/>
                    <a:pt x="78" y="2198"/>
                  </a:cubicBezTo>
                  <a:cubicBezTo>
                    <a:pt x="302" y="1526"/>
                    <a:pt x="359" y="776"/>
                    <a:pt x="499" y="82"/>
                  </a:cubicBezTo>
                  <a:cubicBezTo>
                    <a:pt x="509" y="33"/>
                    <a:pt x="468" y="0"/>
                    <a:pt x="43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405;p34">
              <a:extLst>
                <a:ext uri="{FF2B5EF4-FFF2-40B4-BE49-F238E27FC236}">
                  <a16:creationId xmlns:a16="http://schemas.microsoft.com/office/drawing/2014/main" id="{13426F71-841E-80D2-82E6-8D12190B7056}"/>
                </a:ext>
              </a:extLst>
            </p:cNvPr>
            <p:cNvSpPr/>
            <p:nvPr/>
          </p:nvSpPr>
          <p:spPr>
            <a:xfrm flipH="1">
              <a:off x="836573" y="3415641"/>
              <a:ext cx="28900" cy="114687"/>
            </a:xfrm>
            <a:custGeom>
              <a:avLst/>
              <a:gdLst/>
              <a:ahLst/>
              <a:cxnLst/>
              <a:rect l="l" t="t" r="r" b="b"/>
              <a:pathLst>
                <a:path w="598" h="2626" extrusionOk="0">
                  <a:moveTo>
                    <a:pt x="561" y="0"/>
                  </a:moveTo>
                  <a:cubicBezTo>
                    <a:pt x="523" y="0"/>
                    <a:pt x="405" y="585"/>
                    <a:pt x="262" y="1305"/>
                  </a:cubicBezTo>
                  <a:cubicBezTo>
                    <a:pt x="118" y="2029"/>
                    <a:pt x="0" y="2617"/>
                    <a:pt x="36" y="2625"/>
                  </a:cubicBezTo>
                  <a:cubicBezTo>
                    <a:pt x="36" y="2626"/>
                    <a:pt x="37" y="2626"/>
                    <a:pt x="37" y="2626"/>
                  </a:cubicBezTo>
                  <a:cubicBezTo>
                    <a:pt x="76" y="2626"/>
                    <a:pt x="250" y="2053"/>
                    <a:pt x="393" y="1332"/>
                  </a:cubicBezTo>
                  <a:cubicBezTo>
                    <a:pt x="540" y="605"/>
                    <a:pt x="598" y="5"/>
                    <a:pt x="561" y="0"/>
                  </a:cubicBezTo>
                  <a:cubicBezTo>
                    <a:pt x="561" y="0"/>
                    <a:pt x="561" y="0"/>
                    <a:pt x="56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406;p34">
              <a:extLst>
                <a:ext uri="{FF2B5EF4-FFF2-40B4-BE49-F238E27FC236}">
                  <a16:creationId xmlns:a16="http://schemas.microsoft.com/office/drawing/2014/main" id="{902CECE5-3CBD-7410-4D02-317A9786E096}"/>
                </a:ext>
              </a:extLst>
            </p:cNvPr>
            <p:cNvSpPr/>
            <p:nvPr/>
          </p:nvSpPr>
          <p:spPr>
            <a:xfrm flipH="1">
              <a:off x="790227" y="3426559"/>
              <a:ext cx="27740" cy="79486"/>
            </a:xfrm>
            <a:custGeom>
              <a:avLst/>
              <a:gdLst/>
              <a:ahLst/>
              <a:cxnLst/>
              <a:rect l="l" t="t" r="r" b="b"/>
              <a:pathLst>
                <a:path w="574" h="1820" extrusionOk="0">
                  <a:moveTo>
                    <a:pt x="473" y="0"/>
                  </a:moveTo>
                  <a:cubicBezTo>
                    <a:pt x="441" y="0"/>
                    <a:pt x="410" y="19"/>
                    <a:pt x="398" y="62"/>
                  </a:cubicBezTo>
                  <a:cubicBezTo>
                    <a:pt x="247" y="609"/>
                    <a:pt x="69" y="1202"/>
                    <a:pt x="3" y="1765"/>
                  </a:cubicBezTo>
                  <a:cubicBezTo>
                    <a:pt x="0" y="1798"/>
                    <a:pt x="32" y="1820"/>
                    <a:pt x="62" y="1820"/>
                  </a:cubicBezTo>
                  <a:cubicBezTo>
                    <a:pt x="81" y="1820"/>
                    <a:pt x="99" y="1812"/>
                    <a:pt x="108" y="1792"/>
                  </a:cubicBezTo>
                  <a:lnTo>
                    <a:pt x="108" y="1793"/>
                  </a:lnTo>
                  <a:cubicBezTo>
                    <a:pt x="346" y="1285"/>
                    <a:pt x="473" y="659"/>
                    <a:pt x="563" y="108"/>
                  </a:cubicBezTo>
                  <a:cubicBezTo>
                    <a:pt x="574" y="43"/>
                    <a:pt x="522" y="0"/>
                    <a:pt x="473"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407;p34">
              <a:extLst>
                <a:ext uri="{FF2B5EF4-FFF2-40B4-BE49-F238E27FC236}">
                  <a16:creationId xmlns:a16="http://schemas.microsoft.com/office/drawing/2014/main" id="{62464021-C84C-2578-1990-0DC0E67E11A7}"/>
                </a:ext>
              </a:extLst>
            </p:cNvPr>
            <p:cNvSpPr/>
            <p:nvPr/>
          </p:nvSpPr>
          <p:spPr>
            <a:xfrm flipH="1">
              <a:off x="827149" y="2982793"/>
              <a:ext cx="794447" cy="1796291"/>
            </a:xfrm>
            <a:custGeom>
              <a:avLst/>
              <a:gdLst/>
              <a:ahLst/>
              <a:cxnLst/>
              <a:rect l="l" t="t" r="r" b="b"/>
              <a:pathLst>
                <a:path w="16439" h="41130" extrusionOk="0">
                  <a:moveTo>
                    <a:pt x="1" y="1"/>
                  </a:moveTo>
                  <a:lnTo>
                    <a:pt x="2164" y="41130"/>
                  </a:lnTo>
                  <a:lnTo>
                    <a:pt x="16438" y="41130"/>
                  </a:lnTo>
                  <a:lnTo>
                    <a:pt x="13997"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408;p34">
              <a:extLst>
                <a:ext uri="{FF2B5EF4-FFF2-40B4-BE49-F238E27FC236}">
                  <a16:creationId xmlns:a16="http://schemas.microsoft.com/office/drawing/2014/main" id="{0EEF2242-FE7A-6B21-F876-BD54D9083286}"/>
                </a:ext>
              </a:extLst>
            </p:cNvPr>
            <p:cNvSpPr/>
            <p:nvPr/>
          </p:nvSpPr>
          <p:spPr>
            <a:xfrm flipH="1">
              <a:off x="1160605" y="3258373"/>
              <a:ext cx="112795" cy="1509443"/>
            </a:xfrm>
            <a:custGeom>
              <a:avLst/>
              <a:gdLst/>
              <a:ahLst/>
              <a:cxnLst/>
              <a:rect l="l" t="t" r="r" b="b"/>
              <a:pathLst>
                <a:path w="2334" h="34562" extrusionOk="0">
                  <a:moveTo>
                    <a:pt x="37" y="1"/>
                  </a:moveTo>
                  <a:cubicBezTo>
                    <a:pt x="37" y="1"/>
                    <a:pt x="37" y="1"/>
                    <a:pt x="37" y="1"/>
                  </a:cubicBezTo>
                  <a:cubicBezTo>
                    <a:pt x="0" y="3"/>
                    <a:pt x="475" y="7740"/>
                    <a:pt x="1101" y="17286"/>
                  </a:cubicBezTo>
                  <a:cubicBezTo>
                    <a:pt x="1724" y="26827"/>
                    <a:pt x="2260" y="34561"/>
                    <a:pt x="2297" y="34561"/>
                  </a:cubicBezTo>
                  <a:cubicBezTo>
                    <a:pt x="2297" y="34561"/>
                    <a:pt x="2297" y="34561"/>
                    <a:pt x="2297" y="34561"/>
                  </a:cubicBezTo>
                  <a:cubicBezTo>
                    <a:pt x="2333" y="34559"/>
                    <a:pt x="1858" y="26819"/>
                    <a:pt x="1234" y="17278"/>
                  </a:cubicBezTo>
                  <a:cubicBezTo>
                    <a:pt x="610" y="7734"/>
                    <a:pt x="75" y="1"/>
                    <a:pt x="37"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409;p34">
              <a:extLst>
                <a:ext uri="{FF2B5EF4-FFF2-40B4-BE49-F238E27FC236}">
                  <a16:creationId xmlns:a16="http://schemas.microsoft.com/office/drawing/2014/main" id="{44A5B9E9-6F0F-E85D-735E-1C5646226598}"/>
                </a:ext>
              </a:extLst>
            </p:cNvPr>
            <p:cNvSpPr/>
            <p:nvPr/>
          </p:nvSpPr>
          <p:spPr>
            <a:xfrm flipH="1">
              <a:off x="1260303" y="3027995"/>
              <a:ext cx="43059" cy="167095"/>
            </a:xfrm>
            <a:custGeom>
              <a:avLst/>
              <a:gdLst/>
              <a:ahLst/>
              <a:cxnLst/>
              <a:rect l="l" t="t" r="r" b="b"/>
              <a:pathLst>
                <a:path w="891" h="3826" extrusionOk="0">
                  <a:moveTo>
                    <a:pt x="26" y="1"/>
                  </a:moveTo>
                  <a:cubicBezTo>
                    <a:pt x="7" y="2"/>
                    <a:pt x="0" y="239"/>
                    <a:pt x="5" y="622"/>
                  </a:cubicBezTo>
                  <a:cubicBezTo>
                    <a:pt x="9" y="1007"/>
                    <a:pt x="24" y="1535"/>
                    <a:pt x="49" y="2121"/>
                  </a:cubicBezTo>
                  <a:cubicBezTo>
                    <a:pt x="61" y="2414"/>
                    <a:pt x="73" y="2690"/>
                    <a:pt x="90" y="2946"/>
                  </a:cubicBezTo>
                  <a:cubicBezTo>
                    <a:pt x="108" y="3201"/>
                    <a:pt x="168" y="3447"/>
                    <a:pt x="305" y="3607"/>
                  </a:cubicBezTo>
                  <a:cubicBezTo>
                    <a:pt x="438" y="3764"/>
                    <a:pt x="608" y="3825"/>
                    <a:pt x="721" y="3825"/>
                  </a:cubicBezTo>
                  <a:cubicBezTo>
                    <a:pt x="723" y="3825"/>
                    <a:pt x="724" y="3825"/>
                    <a:pt x="726" y="3825"/>
                  </a:cubicBezTo>
                  <a:cubicBezTo>
                    <a:pt x="838" y="3825"/>
                    <a:pt x="891" y="3785"/>
                    <a:pt x="888" y="3780"/>
                  </a:cubicBezTo>
                  <a:cubicBezTo>
                    <a:pt x="887" y="3777"/>
                    <a:pt x="883" y="3776"/>
                    <a:pt x="877" y="3776"/>
                  </a:cubicBezTo>
                  <a:cubicBezTo>
                    <a:pt x="864" y="3776"/>
                    <a:pt x="840" y="3780"/>
                    <a:pt x="807" y="3780"/>
                  </a:cubicBezTo>
                  <a:cubicBezTo>
                    <a:pt x="784" y="3780"/>
                    <a:pt x="757" y="3778"/>
                    <a:pt x="726" y="3773"/>
                  </a:cubicBezTo>
                  <a:cubicBezTo>
                    <a:pt x="628" y="3758"/>
                    <a:pt x="486" y="3692"/>
                    <a:pt x="379" y="3548"/>
                  </a:cubicBezTo>
                  <a:cubicBezTo>
                    <a:pt x="155" y="3254"/>
                    <a:pt x="226" y="2693"/>
                    <a:pt x="183" y="2115"/>
                  </a:cubicBezTo>
                  <a:cubicBezTo>
                    <a:pt x="158" y="1530"/>
                    <a:pt x="128" y="1001"/>
                    <a:pt x="99" y="619"/>
                  </a:cubicBezTo>
                  <a:cubicBezTo>
                    <a:pt x="71" y="236"/>
                    <a:pt x="44" y="1"/>
                    <a:pt x="2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410;p34">
              <a:extLst>
                <a:ext uri="{FF2B5EF4-FFF2-40B4-BE49-F238E27FC236}">
                  <a16:creationId xmlns:a16="http://schemas.microsoft.com/office/drawing/2014/main" id="{793B931E-48CB-BE42-002D-FE760944140F}"/>
                </a:ext>
              </a:extLst>
            </p:cNvPr>
            <p:cNvSpPr/>
            <p:nvPr/>
          </p:nvSpPr>
          <p:spPr>
            <a:xfrm flipH="1">
              <a:off x="1254166" y="3037254"/>
              <a:ext cx="24550" cy="20177"/>
            </a:xfrm>
            <a:custGeom>
              <a:avLst/>
              <a:gdLst/>
              <a:ahLst/>
              <a:cxnLst/>
              <a:rect l="l" t="t" r="r" b="b"/>
              <a:pathLst>
                <a:path w="508" h="462" extrusionOk="0">
                  <a:moveTo>
                    <a:pt x="289" y="1"/>
                  </a:moveTo>
                  <a:cubicBezTo>
                    <a:pt x="249" y="1"/>
                    <a:pt x="225" y="17"/>
                    <a:pt x="230" y="25"/>
                  </a:cubicBezTo>
                  <a:cubicBezTo>
                    <a:pt x="232" y="45"/>
                    <a:pt x="299" y="47"/>
                    <a:pt x="348" y="117"/>
                  </a:cubicBezTo>
                  <a:cubicBezTo>
                    <a:pt x="402" y="188"/>
                    <a:pt x="393" y="311"/>
                    <a:pt x="268" y="326"/>
                  </a:cubicBezTo>
                  <a:cubicBezTo>
                    <a:pt x="259" y="327"/>
                    <a:pt x="251" y="328"/>
                    <a:pt x="243" y="328"/>
                  </a:cubicBezTo>
                  <a:cubicBezTo>
                    <a:pt x="138" y="328"/>
                    <a:pt x="105" y="223"/>
                    <a:pt x="137" y="146"/>
                  </a:cubicBezTo>
                  <a:cubicBezTo>
                    <a:pt x="166" y="65"/>
                    <a:pt x="229" y="45"/>
                    <a:pt x="226" y="25"/>
                  </a:cubicBezTo>
                  <a:cubicBezTo>
                    <a:pt x="228" y="19"/>
                    <a:pt x="215" y="12"/>
                    <a:pt x="194" y="12"/>
                  </a:cubicBezTo>
                  <a:cubicBezTo>
                    <a:pt x="160" y="12"/>
                    <a:pt x="102" y="31"/>
                    <a:pt x="53" y="102"/>
                  </a:cubicBezTo>
                  <a:cubicBezTo>
                    <a:pt x="9" y="169"/>
                    <a:pt x="0" y="254"/>
                    <a:pt x="31" y="328"/>
                  </a:cubicBezTo>
                  <a:cubicBezTo>
                    <a:pt x="64" y="411"/>
                    <a:pt x="158" y="461"/>
                    <a:pt x="249" y="461"/>
                  </a:cubicBezTo>
                  <a:cubicBezTo>
                    <a:pt x="261" y="461"/>
                    <a:pt x="274" y="460"/>
                    <a:pt x="287" y="458"/>
                  </a:cubicBezTo>
                  <a:cubicBezTo>
                    <a:pt x="388" y="447"/>
                    <a:pt x="485" y="367"/>
                    <a:pt x="498" y="266"/>
                  </a:cubicBezTo>
                  <a:cubicBezTo>
                    <a:pt x="508" y="186"/>
                    <a:pt x="478" y="106"/>
                    <a:pt x="417" y="53"/>
                  </a:cubicBezTo>
                  <a:cubicBezTo>
                    <a:pt x="369" y="13"/>
                    <a:pt x="323" y="1"/>
                    <a:pt x="28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411;p34">
              <a:extLst>
                <a:ext uri="{FF2B5EF4-FFF2-40B4-BE49-F238E27FC236}">
                  <a16:creationId xmlns:a16="http://schemas.microsoft.com/office/drawing/2014/main" id="{630061ED-106E-9732-BA85-1428993EE0C4}"/>
                </a:ext>
              </a:extLst>
            </p:cNvPr>
            <p:cNvSpPr/>
            <p:nvPr/>
          </p:nvSpPr>
          <p:spPr>
            <a:xfrm flipH="1">
              <a:off x="1142482" y="1857895"/>
              <a:ext cx="250913" cy="407474"/>
            </a:xfrm>
            <a:custGeom>
              <a:avLst/>
              <a:gdLst/>
              <a:ahLst/>
              <a:cxnLst/>
              <a:rect l="l" t="t" r="r" b="b"/>
              <a:pathLst>
                <a:path w="5192" h="9330" extrusionOk="0">
                  <a:moveTo>
                    <a:pt x="5192" y="0"/>
                  </a:moveTo>
                  <a:lnTo>
                    <a:pt x="1" y="3445"/>
                  </a:lnTo>
                  <a:lnTo>
                    <a:pt x="1" y="6735"/>
                  </a:lnTo>
                  <a:cubicBezTo>
                    <a:pt x="1" y="8135"/>
                    <a:pt x="1113" y="9284"/>
                    <a:pt x="2513" y="9328"/>
                  </a:cubicBezTo>
                  <a:cubicBezTo>
                    <a:pt x="2542" y="9329"/>
                    <a:pt x="2571" y="9329"/>
                    <a:pt x="2599" y="9329"/>
                  </a:cubicBezTo>
                  <a:cubicBezTo>
                    <a:pt x="4025" y="9329"/>
                    <a:pt x="5192" y="8172"/>
                    <a:pt x="5192" y="6735"/>
                  </a:cubicBezTo>
                  <a:lnTo>
                    <a:pt x="5192"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412;p34">
              <a:extLst>
                <a:ext uri="{FF2B5EF4-FFF2-40B4-BE49-F238E27FC236}">
                  <a16:creationId xmlns:a16="http://schemas.microsoft.com/office/drawing/2014/main" id="{FE8C80C0-BD91-AECD-44A0-1BDF5254FBC5}"/>
                </a:ext>
              </a:extLst>
            </p:cNvPr>
            <p:cNvSpPr/>
            <p:nvPr/>
          </p:nvSpPr>
          <p:spPr>
            <a:xfrm flipH="1">
              <a:off x="1166742" y="1907290"/>
              <a:ext cx="226653" cy="198671"/>
            </a:xfrm>
            <a:custGeom>
              <a:avLst/>
              <a:gdLst/>
              <a:ahLst/>
              <a:cxnLst/>
              <a:rect l="l" t="t" r="r" b="b"/>
              <a:pathLst>
                <a:path w="4690" h="4549" extrusionOk="0">
                  <a:moveTo>
                    <a:pt x="4690" y="0"/>
                  </a:moveTo>
                  <a:lnTo>
                    <a:pt x="1" y="2563"/>
                  </a:lnTo>
                  <a:lnTo>
                    <a:pt x="1" y="4436"/>
                  </a:lnTo>
                  <a:cubicBezTo>
                    <a:pt x="1" y="4436"/>
                    <a:pt x="415" y="4549"/>
                    <a:pt x="998" y="4549"/>
                  </a:cubicBezTo>
                  <a:cubicBezTo>
                    <a:pt x="2338" y="4549"/>
                    <a:pt x="4567" y="3950"/>
                    <a:pt x="469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413;p34">
              <a:extLst>
                <a:ext uri="{FF2B5EF4-FFF2-40B4-BE49-F238E27FC236}">
                  <a16:creationId xmlns:a16="http://schemas.microsoft.com/office/drawing/2014/main" id="{17CAE0BE-D439-6C1C-5562-0D60C27D16D8}"/>
                </a:ext>
              </a:extLst>
            </p:cNvPr>
            <p:cNvSpPr/>
            <p:nvPr/>
          </p:nvSpPr>
          <p:spPr>
            <a:xfrm flipH="1">
              <a:off x="1075743" y="1775046"/>
              <a:ext cx="85007" cy="96038"/>
            </a:xfrm>
            <a:custGeom>
              <a:avLst/>
              <a:gdLst/>
              <a:ahLst/>
              <a:cxnLst/>
              <a:rect l="l" t="t" r="r" b="b"/>
              <a:pathLst>
                <a:path w="1759" h="2199" extrusionOk="0">
                  <a:moveTo>
                    <a:pt x="892" y="0"/>
                  </a:moveTo>
                  <a:cubicBezTo>
                    <a:pt x="846" y="0"/>
                    <a:pt x="800" y="3"/>
                    <a:pt x="754" y="10"/>
                  </a:cubicBezTo>
                  <a:cubicBezTo>
                    <a:pt x="554" y="36"/>
                    <a:pt x="364" y="113"/>
                    <a:pt x="177" y="188"/>
                  </a:cubicBezTo>
                  <a:lnTo>
                    <a:pt x="0" y="2081"/>
                  </a:lnTo>
                  <a:cubicBezTo>
                    <a:pt x="152" y="2161"/>
                    <a:pt x="322" y="2199"/>
                    <a:pt x="493" y="2199"/>
                  </a:cubicBezTo>
                  <a:cubicBezTo>
                    <a:pt x="786" y="2199"/>
                    <a:pt x="1083" y="2087"/>
                    <a:pt x="1296" y="1883"/>
                  </a:cubicBezTo>
                  <a:cubicBezTo>
                    <a:pt x="1635" y="1562"/>
                    <a:pt x="1758" y="1042"/>
                    <a:pt x="1629" y="594"/>
                  </a:cubicBezTo>
                  <a:cubicBezTo>
                    <a:pt x="1578" y="414"/>
                    <a:pt x="1486" y="238"/>
                    <a:pt x="1333" y="129"/>
                  </a:cubicBezTo>
                  <a:cubicBezTo>
                    <a:pt x="1207" y="38"/>
                    <a:pt x="1049" y="0"/>
                    <a:pt x="892"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414;p34">
              <a:extLst>
                <a:ext uri="{FF2B5EF4-FFF2-40B4-BE49-F238E27FC236}">
                  <a16:creationId xmlns:a16="http://schemas.microsoft.com/office/drawing/2014/main" id="{894911B7-16CD-BC77-E9B1-EA2849D84BEB}"/>
                </a:ext>
              </a:extLst>
            </p:cNvPr>
            <p:cNvSpPr/>
            <p:nvPr/>
          </p:nvSpPr>
          <p:spPr>
            <a:xfrm flipH="1">
              <a:off x="1093575" y="1788279"/>
              <a:ext cx="44171" cy="62104"/>
            </a:xfrm>
            <a:custGeom>
              <a:avLst/>
              <a:gdLst/>
              <a:ahLst/>
              <a:cxnLst/>
              <a:rect l="l" t="t" r="r" b="b"/>
              <a:pathLst>
                <a:path w="914" h="1422" extrusionOk="0">
                  <a:moveTo>
                    <a:pt x="518" y="1"/>
                  </a:moveTo>
                  <a:cubicBezTo>
                    <a:pt x="509" y="1"/>
                    <a:pt x="500" y="4"/>
                    <a:pt x="491" y="12"/>
                  </a:cubicBezTo>
                  <a:lnTo>
                    <a:pt x="492" y="12"/>
                  </a:lnTo>
                  <a:cubicBezTo>
                    <a:pt x="327" y="174"/>
                    <a:pt x="194" y="345"/>
                    <a:pt x="68" y="534"/>
                  </a:cubicBezTo>
                  <a:lnTo>
                    <a:pt x="68" y="534"/>
                  </a:lnTo>
                  <a:cubicBezTo>
                    <a:pt x="50" y="555"/>
                    <a:pt x="35" y="579"/>
                    <a:pt x="21" y="606"/>
                  </a:cubicBezTo>
                  <a:cubicBezTo>
                    <a:pt x="1" y="638"/>
                    <a:pt x="30" y="672"/>
                    <a:pt x="59" y="672"/>
                  </a:cubicBezTo>
                  <a:cubicBezTo>
                    <a:pt x="70" y="672"/>
                    <a:pt x="80" y="668"/>
                    <a:pt x="88" y="658"/>
                  </a:cubicBezTo>
                  <a:cubicBezTo>
                    <a:pt x="160" y="583"/>
                    <a:pt x="246" y="549"/>
                    <a:pt x="328" y="549"/>
                  </a:cubicBezTo>
                  <a:cubicBezTo>
                    <a:pt x="510" y="549"/>
                    <a:pt x="671" y="713"/>
                    <a:pt x="610" y="945"/>
                  </a:cubicBezTo>
                  <a:cubicBezTo>
                    <a:pt x="550" y="1170"/>
                    <a:pt x="361" y="1225"/>
                    <a:pt x="167" y="1304"/>
                  </a:cubicBezTo>
                  <a:cubicBezTo>
                    <a:pt x="120" y="1321"/>
                    <a:pt x="109" y="1393"/>
                    <a:pt x="167" y="1408"/>
                  </a:cubicBezTo>
                  <a:cubicBezTo>
                    <a:pt x="204" y="1417"/>
                    <a:pt x="241" y="1421"/>
                    <a:pt x="277" y="1421"/>
                  </a:cubicBezTo>
                  <a:cubicBezTo>
                    <a:pt x="622" y="1421"/>
                    <a:pt x="913" y="1033"/>
                    <a:pt x="783" y="694"/>
                  </a:cubicBezTo>
                  <a:cubicBezTo>
                    <a:pt x="713" y="509"/>
                    <a:pt x="533" y="398"/>
                    <a:pt x="359" y="398"/>
                  </a:cubicBezTo>
                  <a:cubicBezTo>
                    <a:pt x="322" y="398"/>
                    <a:pt x="285" y="403"/>
                    <a:pt x="250" y="414"/>
                  </a:cubicBezTo>
                  <a:lnTo>
                    <a:pt x="250" y="414"/>
                  </a:lnTo>
                  <a:cubicBezTo>
                    <a:pt x="340" y="291"/>
                    <a:pt x="441" y="176"/>
                    <a:pt x="547" y="67"/>
                  </a:cubicBezTo>
                  <a:cubicBezTo>
                    <a:pt x="574" y="40"/>
                    <a:pt x="548" y="1"/>
                    <a:pt x="518"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415;p34">
              <a:extLst>
                <a:ext uri="{FF2B5EF4-FFF2-40B4-BE49-F238E27FC236}">
                  <a16:creationId xmlns:a16="http://schemas.microsoft.com/office/drawing/2014/main" id="{EFC37F82-E94E-6B48-19DF-10266B1FE898}"/>
                </a:ext>
              </a:extLst>
            </p:cNvPr>
            <p:cNvSpPr/>
            <p:nvPr/>
          </p:nvSpPr>
          <p:spPr>
            <a:xfrm flipH="1">
              <a:off x="1102564" y="1598081"/>
              <a:ext cx="411890" cy="432717"/>
            </a:xfrm>
            <a:custGeom>
              <a:avLst/>
              <a:gdLst/>
              <a:ahLst/>
              <a:cxnLst/>
              <a:rect l="l" t="t" r="r" b="b"/>
              <a:pathLst>
                <a:path w="8523" h="9908" extrusionOk="0">
                  <a:moveTo>
                    <a:pt x="4707" y="0"/>
                  </a:moveTo>
                  <a:cubicBezTo>
                    <a:pt x="3865" y="0"/>
                    <a:pt x="1500" y="336"/>
                    <a:pt x="841" y="4009"/>
                  </a:cubicBezTo>
                  <a:cubicBezTo>
                    <a:pt x="1" y="8688"/>
                    <a:pt x="1450" y="9896"/>
                    <a:pt x="3329" y="9908"/>
                  </a:cubicBezTo>
                  <a:cubicBezTo>
                    <a:pt x="3342" y="9908"/>
                    <a:pt x="3354" y="9908"/>
                    <a:pt x="3367" y="9908"/>
                  </a:cubicBezTo>
                  <a:cubicBezTo>
                    <a:pt x="5572" y="9908"/>
                    <a:pt x="6895" y="8848"/>
                    <a:pt x="7332" y="6483"/>
                  </a:cubicBezTo>
                  <a:cubicBezTo>
                    <a:pt x="7990" y="2925"/>
                    <a:pt x="8523" y="233"/>
                    <a:pt x="5007" y="17"/>
                  </a:cubicBezTo>
                  <a:cubicBezTo>
                    <a:pt x="5007" y="17"/>
                    <a:pt x="4895" y="0"/>
                    <a:pt x="4707"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416;p34">
              <a:extLst>
                <a:ext uri="{FF2B5EF4-FFF2-40B4-BE49-F238E27FC236}">
                  <a16:creationId xmlns:a16="http://schemas.microsoft.com/office/drawing/2014/main" id="{50EDB613-2978-71F9-5E9D-B7EFEEF409DC}"/>
                </a:ext>
              </a:extLst>
            </p:cNvPr>
            <p:cNvSpPr/>
            <p:nvPr/>
          </p:nvSpPr>
          <p:spPr>
            <a:xfrm flipH="1">
              <a:off x="1323950" y="1727311"/>
              <a:ext cx="36970" cy="150237"/>
            </a:xfrm>
            <a:custGeom>
              <a:avLst/>
              <a:gdLst/>
              <a:ahLst/>
              <a:cxnLst/>
              <a:rect l="l" t="t" r="r" b="b"/>
              <a:pathLst>
                <a:path w="765" h="3440" extrusionOk="0">
                  <a:moveTo>
                    <a:pt x="249" y="0"/>
                  </a:moveTo>
                  <a:cubicBezTo>
                    <a:pt x="230" y="0"/>
                    <a:pt x="210" y="13"/>
                    <a:pt x="207" y="38"/>
                  </a:cubicBezTo>
                  <a:cubicBezTo>
                    <a:pt x="110" y="954"/>
                    <a:pt x="1" y="1992"/>
                    <a:pt x="99" y="2911"/>
                  </a:cubicBezTo>
                  <a:cubicBezTo>
                    <a:pt x="129" y="3203"/>
                    <a:pt x="254" y="3439"/>
                    <a:pt x="524" y="3439"/>
                  </a:cubicBezTo>
                  <a:cubicBezTo>
                    <a:pt x="568" y="3439"/>
                    <a:pt x="617" y="3433"/>
                    <a:pt x="669" y="3419"/>
                  </a:cubicBezTo>
                  <a:cubicBezTo>
                    <a:pt x="764" y="3394"/>
                    <a:pt x="732" y="3262"/>
                    <a:pt x="644" y="3262"/>
                  </a:cubicBezTo>
                  <a:cubicBezTo>
                    <a:pt x="639" y="3262"/>
                    <a:pt x="632" y="3262"/>
                    <a:pt x="626" y="3264"/>
                  </a:cubicBezTo>
                  <a:cubicBezTo>
                    <a:pt x="605" y="3268"/>
                    <a:pt x="585" y="3270"/>
                    <a:pt x="566" y="3270"/>
                  </a:cubicBezTo>
                  <a:cubicBezTo>
                    <a:pt x="72" y="3270"/>
                    <a:pt x="255" y="1889"/>
                    <a:pt x="260" y="1641"/>
                  </a:cubicBezTo>
                  <a:cubicBezTo>
                    <a:pt x="272" y="1107"/>
                    <a:pt x="293" y="573"/>
                    <a:pt x="285" y="38"/>
                  </a:cubicBezTo>
                  <a:cubicBezTo>
                    <a:pt x="285" y="12"/>
                    <a:pt x="267" y="0"/>
                    <a:pt x="249"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1417;p34">
              <a:extLst>
                <a:ext uri="{FF2B5EF4-FFF2-40B4-BE49-F238E27FC236}">
                  <a16:creationId xmlns:a16="http://schemas.microsoft.com/office/drawing/2014/main" id="{88F9EDF7-9524-0E15-316B-BDFA40EB8232}"/>
                </a:ext>
              </a:extLst>
            </p:cNvPr>
            <p:cNvSpPr/>
            <p:nvPr/>
          </p:nvSpPr>
          <p:spPr>
            <a:xfrm flipH="1">
              <a:off x="1277991" y="1787275"/>
              <a:ext cx="34022" cy="26335"/>
            </a:xfrm>
            <a:custGeom>
              <a:avLst/>
              <a:gdLst/>
              <a:ahLst/>
              <a:cxnLst/>
              <a:rect l="l" t="t" r="r" b="b"/>
              <a:pathLst>
                <a:path w="704" h="603" extrusionOk="0">
                  <a:moveTo>
                    <a:pt x="403" y="1"/>
                  </a:moveTo>
                  <a:cubicBezTo>
                    <a:pt x="135" y="1"/>
                    <a:pt x="1" y="324"/>
                    <a:pt x="190" y="514"/>
                  </a:cubicBezTo>
                  <a:cubicBezTo>
                    <a:pt x="252" y="575"/>
                    <a:pt x="327" y="602"/>
                    <a:pt x="401" y="602"/>
                  </a:cubicBezTo>
                  <a:cubicBezTo>
                    <a:pt x="555" y="602"/>
                    <a:pt x="704" y="483"/>
                    <a:pt x="704" y="301"/>
                  </a:cubicBezTo>
                  <a:cubicBezTo>
                    <a:pt x="704" y="135"/>
                    <a:pt x="569" y="1"/>
                    <a:pt x="4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1418;p34">
              <a:extLst>
                <a:ext uri="{FF2B5EF4-FFF2-40B4-BE49-F238E27FC236}">
                  <a16:creationId xmlns:a16="http://schemas.microsoft.com/office/drawing/2014/main" id="{51F101BC-CC6C-052A-B887-818C944B2846}"/>
                </a:ext>
              </a:extLst>
            </p:cNvPr>
            <p:cNvSpPr/>
            <p:nvPr/>
          </p:nvSpPr>
          <p:spPr>
            <a:xfrm flipH="1">
              <a:off x="1388177" y="1787275"/>
              <a:ext cx="29093" cy="26248"/>
            </a:xfrm>
            <a:custGeom>
              <a:avLst/>
              <a:gdLst/>
              <a:ahLst/>
              <a:cxnLst/>
              <a:rect l="l" t="t" r="r" b="b"/>
              <a:pathLst>
                <a:path w="602" h="601" extrusionOk="0">
                  <a:moveTo>
                    <a:pt x="301" y="1"/>
                  </a:moveTo>
                  <a:cubicBezTo>
                    <a:pt x="135" y="1"/>
                    <a:pt x="1" y="135"/>
                    <a:pt x="1" y="300"/>
                  </a:cubicBezTo>
                  <a:cubicBezTo>
                    <a:pt x="1" y="466"/>
                    <a:pt x="135" y="600"/>
                    <a:pt x="301" y="600"/>
                  </a:cubicBezTo>
                  <a:cubicBezTo>
                    <a:pt x="467" y="600"/>
                    <a:pt x="602" y="466"/>
                    <a:pt x="602" y="300"/>
                  </a:cubicBezTo>
                  <a:cubicBezTo>
                    <a:pt x="602" y="135"/>
                    <a:pt x="467" y="1"/>
                    <a:pt x="301"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1419;p34">
              <a:extLst>
                <a:ext uri="{FF2B5EF4-FFF2-40B4-BE49-F238E27FC236}">
                  <a16:creationId xmlns:a16="http://schemas.microsoft.com/office/drawing/2014/main" id="{DACF3985-B65F-E5A8-6C14-1D3B9E4B8F31}"/>
                </a:ext>
              </a:extLst>
            </p:cNvPr>
            <p:cNvSpPr/>
            <p:nvPr/>
          </p:nvSpPr>
          <p:spPr>
            <a:xfrm flipH="1">
              <a:off x="1370779" y="1738317"/>
              <a:ext cx="62583" cy="16596"/>
            </a:xfrm>
            <a:custGeom>
              <a:avLst/>
              <a:gdLst/>
              <a:ahLst/>
              <a:cxnLst/>
              <a:rect l="l" t="t" r="r" b="b"/>
              <a:pathLst>
                <a:path w="1295" h="380" extrusionOk="0">
                  <a:moveTo>
                    <a:pt x="711" y="0"/>
                  </a:moveTo>
                  <a:cubicBezTo>
                    <a:pt x="437" y="0"/>
                    <a:pt x="156" y="98"/>
                    <a:pt x="21" y="301"/>
                  </a:cubicBezTo>
                  <a:cubicBezTo>
                    <a:pt x="0" y="332"/>
                    <a:pt x="28" y="379"/>
                    <a:pt x="64" y="379"/>
                  </a:cubicBezTo>
                  <a:cubicBezTo>
                    <a:pt x="69" y="379"/>
                    <a:pt x="74" y="378"/>
                    <a:pt x="79" y="376"/>
                  </a:cubicBezTo>
                  <a:cubicBezTo>
                    <a:pt x="255" y="307"/>
                    <a:pt x="402" y="206"/>
                    <a:pt x="596" y="182"/>
                  </a:cubicBezTo>
                  <a:cubicBezTo>
                    <a:pt x="631" y="178"/>
                    <a:pt x="665" y="176"/>
                    <a:pt x="698" y="176"/>
                  </a:cubicBezTo>
                  <a:cubicBezTo>
                    <a:pt x="869" y="176"/>
                    <a:pt x="1016" y="229"/>
                    <a:pt x="1183" y="286"/>
                  </a:cubicBezTo>
                  <a:cubicBezTo>
                    <a:pt x="1192" y="289"/>
                    <a:pt x="1201" y="291"/>
                    <a:pt x="1209" y="291"/>
                  </a:cubicBezTo>
                  <a:cubicBezTo>
                    <a:pt x="1275" y="291"/>
                    <a:pt x="1295" y="192"/>
                    <a:pt x="1240" y="151"/>
                  </a:cubicBezTo>
                  <a:cubicBezTo>
                    <a:pt x="1106" y="52"/>
                    <a:pt x="910" y="0"/>
                    <a:pt x="711" y="0"/>
                  </a:cubicBezTo>
                  <a:close/>
                </a:path>
              </a:pathLst>
            </a:custGeom>
            <a:solidFill>
              <a:srgbClr val="B2704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1420;p34">
              <a:extLst>
                <a:ext uri="{FF2B5EF4-FFF2-40B4-BE49-F238E27FC236}">
                  <a16:creationId xmlns:a16="http://schemas.microsoft.com/office/drawing/2014/main" id="{A9B77E70-2AB5-590E-70A0-C9B593D20954}"/>
                </a:ext>
              </a:extLst>
            </p:cNvPr>
            <p:cNvSpPr/>
            <p:nvPr/>
          </p:nvSpPr>
          <p:spPr>
            <a:xfrm flipH="1">
              <a:off x="1246434" y="1734255"/>
              <a:ext cx="62632" cy="16596"/>
            </a:xfrm>
            <a:custGeom>
              <a:avLst/>
              <a:gdLst/>
              <a:ahLst/>
              <a:cxnLst/>
              <a:rect l="l" t="t" r="r" b="b"/>
              <a:pathLst>
                <a:path w="1296" h="380" extrusionOk="0">
                  <a:moveTo>
                    <a:pt x="711" y="0"/>
                  </a:moveTo>
                  <a:cubicBezTo>
                    <a:pt x="437" y="0"/>
                    <a:pt x="156" y="98"/>
                    <a:pt x="22" y="301"/>
                  </a:cubicBezTo>
                  <a:cubicBezTo>
                    <a:pt x="0" y="332"/>
                    <a:pt x="29" y="379"/>
                    <a:pt x="64" y="379"/>
                  </a:cubicBezTo>
                  <a:cubicBezTo>
                    <a:pt x="69" y="379"/>
                    <a:pt x="74" y="378"/>
                    <a:pt x="80" y="376"/>
                  </a:cubicBezTo>
                  <a:cubicBezTo>
                    <a:pt x="256" y="307"/>
                    <a:pt x="403" y="206"/>
                    <a:pt x="597" y="182"/>
                  </a:cubicBezTo>
                  <a:cubicBezTo>
                    <a:pt x="632" y="177"/>
                    <a:pt x="666" y="175"/>
                    <a:pt x="699" y="175"/>
                  </a:cubicBezTo>
                  <a:cubicBezTo>
                    <a:pt x="870" y="175"/>
                    <a:pt x="1017" y="228"/>
                    <a:pt x="1183" y="285"/>
                  </a:cubicBezTo>
                  <a:cubicBezTo>
                    <a:pt x="1193" y="288"/>
                    <a:pt x="1202" y="290"/>
                    <a:pt x="1210" y="290"/>
                  </a:cubicBezTo>
                  <a:cubicBezTo>
                    <a:pt x="1275" y="290"/>
                    <a:pt x="1295" y="191"/>
                    <a:pt x="1240" y="151"/>
                  </a:cubicBezTo>
                  <a:cubicBezTo>
                    <a:pt x="1106" y="51"/>
                    <a:pt x="910" y="0"/>
                    <a:pt x="711" y="0"/>
                  </a:cubicBezTo>
                  <a:close/>
                </a:path>
              </a:pathLst>
            </a:custGeom>
            <a:solidFill>
              <a:srgbClr val="B2704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1421;p34">
              <a:extLst>
                <a:ext uri="{FF2B5EF4-FFF2-40B4-BE49-F238E27FC236}">
                  <a16:creationId xmlns:a16="http://schemas.microsoft.com/office/drawing/2014/main" id="{D4165007-8660-5279-B2D5-D2E9C3E148D4}"/>
                </a:ext>
              </a:extLst>
            </p:cNvPr>
            <p:cNvSpPr/>
            <p:nvPr/>
          </p:nvSpPr>
          <p:spPr>
            <a:xfrm flipH="1">
              <a:off x="1302445" y="1885628"/>
              <a:ext cx="53740" cy="24807"/>
            </a:xfrm>
            <a:custGeom>
              <a:avLst/>
              <a:gdLst/>
              <a:ahLst/>
              <a:cxnLst/>
              <a:rect l="l" t="t" r="r" b="b"/>
              <a:pathLst>
                <a:path w="1112" h="568" extrusionOk="0">
                  <a:moveTo>
                    <a:pt x="1044" y="0"/>
                  </a:moveTo>
                  <a:cubicBezTo>
                    <a:pt x="1026" y="0"/>
                    <a:pt x="1007" y="9"/>
                    <a:pt x="995" y="28"/>
                  </a:cubicBezTo>
                  <a:cubicBezTo>
                    <a:pt x="893" y="194"/>
                    <a:pt x="835" y="351"/>
                    <a:pt x="624" y="405"/>
                  </a:cubicBezTo>
                  <a:cubicBezTo>
                    <a:pt x="585" y="415"/>
                    <a:pt x="547" y="420"/>
                    <a:pt x="512" y="420"/>
                  </a:cubicBezTo>
                  <a:cubicBezTo>
                    <a:pt x="348" y="420"/>
                    <a:pt x="218" y="323"/>
                    <a:pt x="77" y="230"/>
                  </a:cubicBezTo>
                  <a:cubicBezTo>
                    <a:pt x="69" y="224"/>
                    <a:pt x="60" y="221"/>
                    <a:pt x="53" y="221"/>
                  </a:cubicBezTo>
                  <a:cubicBezTo>
                    <a:pt x="22" y="221"/>
                    <a:pt x="0" y="263"/>
                    <a:pt x="13" y="294"/>
                  </a:cubicBezTo>
                  <a:cubicBezTo>
                    <a:pt x="93" y="484"/>
                    <a:pt x="283" y="568"/>
                    <a:pt x="482" y="568"/>
                  </a:cubicBezTo>
                  <a:cubicBezTo>
                    <a:pt x="786" y="568"/>
                    <a:pt x="1112" y="372"/>
                    <a:pt x="1106" y="58"/>
                  </a:cubicBezTo>
                  <a:cubicBezTo>
                    <a:pt x="1104" y="22"/>
                    <a:pt x="1074" y="0"/>
                    <a:pt x="104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1422;p34">
              <a:extLst>
                <a:ext uri="{FF2B5EF4-FFF2-40B4-BE49-F238E27FC236}">
                  <a16:creationId xmlns:a16="http://schemas.microsoft.com/office/drawing/2014/main" id="{5F514BF8-92C8-333A-C1E0-333B9C976E96}"/>
                </a:ext>
              </a:extLst>
            </p:cNvPr>
            <p:cNvSpPr/>
            <p:nvPr/>
          </p:nvSpPr>
          <p:spPr>
            <a:xfrm flipH="1">
              <a:off x="1131077" y="1592666"/>
              <a:ext cx="272177" cy="197666"/>
            </a:xfrm>
            <a:custGeom>
              <a:avLst/>
              <a:gdLst/>
              <a:ahLst/>
              <a:cxnLst/>
              <a:rect l="l" t="t" r="r" b="b"/>
              <a:pathLst>
                <a:path w="5632" h="4526" extrusionOk="0">
                  <a:moveTo>
                    <a:pt x="2358" y="0"/>
                  </a:moveTo>
                  <a:cubicBezTo>
                    <a:pt x="1928" y="0"/>
                    <a:pt x="1498" y="61"/>
                    <a:pt x="1087" y="185"/>
                  </a:cubicBezTo>
                  <a:cubicBezTo>
                    <a:pt x="727" y="294"/>
                    <a:pt x="369" y="456"/>
                    <a:pt x="117" y="735"/>
                  </a:cubicBezTo>
                  <a:cubicBezTo>
                    <a:pt x="57" y="802"/>
                    <a:pt x="1" y="892"/>
                    <a:pt x="35" y="975"/>
                  </a:cubicBezTo>
                  <a:cubicBezTo>
                    <a:pt x="65" y="1046"/>
                    <a:pt x="147" y="1073"/>
                    <a:pt x="228" y="1073"/>
                  </a:cubicBezTo>
                  <a:cubicBezTo>
                    <a:pt x="250" y="1073"/>
                    <a:pt x="272" y="1071"/>
                    <a:pt x="293" y="1067"/>
                  </a:cubicBezTo>
                  <a:cubicBezTo>
                    <a:pt x="362" y="1055"/>
                    <a:pt x="433" y="1033"/>
                    <a:pt x="502" y="1033"/>
                  </a:cubicBezTo>
                  <a:cubicBezTo>
                    <a:pt x="530" y="1033"/>
                    <a:pt x="558" y="1036"/>
                    <a:pt x="585" y="1046"/>
                  </a:cubicBezTo>
                  <a:cubicBezTo>
                    <a:pt x="687" y="1082"/>
                    <a:pt x="745" y="1189"/>
                    <a:pt x="778" y="1294"/>
                  </a:cubicBezTo>
                  <a:cubicBezTo>
                    <a:pt x="811" y="1397"/>
                    <a:pt x="832" y="1508"/>
                    <a:pt x="901" y="1592"/>
                  </a:cubicBezTo>
                  <a:cubicBezTo>
                    <a:pt x="920" y="1615"/>
                    <a:pt x="943" y="1634"/>
                    <a:pt x="969" y="1649"/>
                  </a:cubicBezTo>
                  <a:lnTo>
                    <a:pt x="969" y="1649"/>
                  </a:lnTo>
                  <a:cubicBezTo>
                    <a:pt x="1030" y="1684"/>
                    <a:pt x="1096" y="1700"/>
                    <a:pt x="1164" y="1700"/>
                  </a:cubicBezTo>
                  <a:cubicBezTo>
                    <a:pt x="1326" y="1700"/>
                    <a:pt x="1495" y="1611"/>
                    <a:pt x="1613" y="1492"/>
                  </a:cubicBezTo>
                  <a:cubicBezTo>
                    <a:pt x="1781" y="1323"/>
                    <a:pt x="2013" y="1132"/>
                    <a:pt x="2224" y="1020"/>
                  </a:cubicBezTo>
                  <a:cubicBezTo>
                    <a:pt x="2517" y="866"/>
                    <a:pt x="2797" y="793"/>
                    <a:pt x="3071" y="793"/>
                  </a:cubicBezTo>
                  <a:cubicBezTo>
                    <a:pt x="3356" y="793"/>
                    <a:pt x="3636" y="872"/>
                    <a:pt x="3919" y="1020"/>
                  </a:cubicBezTo>
                  <a:cubicBezTo>
                    <a:pt x="4474" y="1310"/>
                    <a:pt x="4697" y="1552"/>
                    <a:pt x="4859" y="2159"/>
                  </a:cubicBezTo>
                  <a:cubicBezTo>
                    <a:pt x="5023" y="2764"/>
                    <a:pt x="5008" y="3402"/>
                    <a:pt x="4966" y="4028"/>
                  </a:cubicBezTo>
                  <a:cubicBezTo>
                    <a:pt x="4957" y="4148"/>
                    <a:pt x="4949" y="4274"/>
                    <a:pt x="5004" y="4382"/>
                  </a:cubicBezTo>
                  <a:cubicBezTo>
                    <a:pt x="5045" y="4463"/>
                    <a:pt x="5134" y="4525"/>
                    <a:pt x="5220" y="4525"/>
                  </a:cubicBezTo>
                  <a:cubicBezTo>
                    <a:pt x="5248" y="4525"/>
                    <a:pt x="5276" y="4518"/>
                    <a:pt x="5302" y="4503"/>
                  </a:cubicBezTo>
                  <a:cubicBezTo>
                    <a:pt x="5360" y="4470"/>
                    <a:pt x="5392" y="4404"/>
                    <a:pt x="5418" y="4342"/>
                  </a:cubicBezTo>
                  <a:cubicBezTo>
                    <a:pt x="5631" y="3816"/>
                    <a:pt x="5623" y="3229"/>
                    <a:pt x="5612" y="2662"/>
                  </a:cubicBezTo>
                  <a:cubicBezTo>
                    <a:pt x="5603" y="2195"/>
                    <a:pt x="5588" y="1706"/>
                    <a:pt x="5356" y="1301"/>
                  </a:cubicBezTo>
                  <a:cubicBezTo>
                    <a:pt x="5162" y="967"/>
                    <a:pt x="4838" y="726"/>
                    <a:pt x="4499" y="541"/>
                  </a:cubicBezTo>
                  <a:cubicBezTo>
                    <a:pt x="3846" y="183"/>
                    <a:pt x="3102" y="0"/>
                    <a:pt x="2358" y="0"/>
                  </a:cubicBez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1423;p34">
              <a:extLst>
                <a:ext uri="{FF2B5EF4-FFF2-40B4-BE49-F238E27FC236}">
                  <a16:creationId xmlns:a16="http://schemas.microsoft.com/office/drawing/2014/main" id="{47475D51-C84A-E59C-C380-CF4C2D2B718F}"/>
                </a:ext>
              </a:extLst>
            </p:cNvPr>
            <p:cNvSpPr/>
            <p:nvPr/>
          </p:nvSpPr>
          <p:spPr>
            <a:xfrm flipH="1">
              <a:off x="1123055" y="1541830"/>
              <a:ext cx="332828" cy="129055"/>
            </a:xfrm>
            <a:custGeom>
              <a:avLst/>
              <a:gdLst/>
              <a:ahLst/>
              <a:cxnLst/>
              <a:rect l="l" t="t" r="r" b="b"/>
              <a:pathLst>
                <a:path w="6887" h="2955" extrusionOk="0">
                  <a:moveTo>
                    <a:pt x="1328" y="1"/>
                  </a:moveTo>
                  <a:cubicBezTo>
                    <a:pt x="1129" y="1"/>
                    <a:pt x="922" y="65"/>
                    <a:pt x="750" y="169"/>
                  </a:cubicBezTo>
                  <a:cubicBezTo>
                    <a:pt x="289" y="446"/>
                    <a:pt x="0" y="985"/>
                    <a:pt x="24" y="1523"/>
                  </a:cubicBezTo>
                  <a:cubicBezTo>
                    <a:pt x="46" y="2059"/>
                    <a:pt x="382" y="2571"/>
                    <a:pt x="865" y="2806"/>
                  </a:cubicBezTo>
                  <a:cubicBezTo>
                    <a:pt x="1068" y="2906"/>
                    <a:pt x="1293" y="2954"/>
                    <a:pt x="1518" y="2954"/>
                  </a:cubicBezTo>
                  <a:cubicBezTo>
                    <a:pt x="1830" y="2954"/>
                    <a:pt x="2142" y="2861"/>
                    <a:pt x="2396" y="2681"/>
                  </a:cubicBezTo>
                  <a:cubicBezTo>
                    <a:pt x="2396" y="2681"/>
                    <a:pt x="2583" y="1752"/>
                    <a:pt x="3971" y="1752"/>
                  </a:cubicBezTo>
                  <a:cubicBezTo>
                    <a:pt x="4185" y="1752"/>
                    <a:pt x="4426" y="1774"/>
                    <a:pt x="4700" y="1825"/>
                  </a:cubicBezTo>
                  <a:cubicBezTo>
                    <a:pt x="6757" y="2206"/>
                    <a:pt x="6283" y="2951"/>
                    <a:pt x="6283" y="2951"/>
                  </a:cubicBezTo>
                  <a:cubicBezTo>
                    <a:pt x="6727" y="2714"/>
                    <a:pt x="6887" y="2093"/>
                    <a:pt x="6668" y="1641"/>
                  </a:cubicBezTo>
                  <a:cubicBezTo>
                    <a:pt x="6462" y="1213"/>
                    <a:pt x="5980" y="957"/>
                    <a:pt x="5505" y="957"/>
                  </a:cubicBezTo>
                  <a:cubicBezTo>
                    <a:pt x="5478" y="957"/>
                    <a:pt x="5450" y="958"/>
                    <a:pt x="5422" y="960"/>
                  </a:cubicBezTo>
                  <a:cubicBezTo>
                    <a:pt x="5303" y="967"/>
                    <a:pt x="5180" y="988"/>
                    <a:pt x="5062" y="988"/>
                  </a:cubicBezTo>
                  <a:cubicBezTo>
                    <a:pt x="4971" y="988"/>
                    <a:pt x="4883" y="976"/>
                    <a:pt x="4801" y="936"/>
                  </a:cubicBezTo>
                  <a:cubicBezTo>
                    <a:pt x="4587" y="834"/>
                    <a:pt x="4497" y="584"/>
                    <a:pt x="4348" y="399"/>
                  </a:cubicBezTo>
                  <a:cubicBezTo>
                    <a:pt x="4167" y="173"/>
                    <a:pt x="3877" y="52"/>
                    <a:pt x="3588" y="52"/>
                  </a:cubicBezTo>
                  <a:cubicBezTo>
                    <a:pt x="3396" y="52"/>
                    <a:pt x="3205" y="105"/>
                    <a:pt x="3048" y="217"/>
                  </a:cubicBezTo>
                  <a:cubicBezTo>
                    <a:pt x="2840" y="364"/>
                    <a:pt x="2650" y="608"/>
                    <a:pt x="2406" y="608"/>
                  </a:cubicBezTo>
                  <a:cubicBezTo>
                    <a:pt x="2388" y="608"/>
                    <a:pt x="2369" y="607"/>
                    <a:pt x="2350" y="604"/>
                  </a:cubicBezTo>
                  <a:cubicBezTo>
                    <a:pt x="2107" y="568"/>
                    <a:pt x="1980" y="299"/>
                    <a:pt x="1786" y="148"/>
                  </a:cubicBezTo>
                  <a:cubicBezTo>
                    <a:pt x="1655" y="45"/>
                    <a:pt x="1494" y="1"/>
                    <a:pt x="1328" y="1"/>
                  </a:cubicBez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1424;p34">
              <a:extLst>
                <a:ext uri="{FF2B5EF4-FFF2-40B4-BE49-F238E27FC236}">
                  <a16:creationId xmlns:a16="http://schemas.microsoft.com/office/drawing/2014/main" id="{2059E314-4550-D2AA-C79F-D791C6030597}"/>
                </a:ext>
              </a:extLst>
            </p:cNvPr>
            <p:cNvSpPr/>
            <p:nvPr/>
          </p:nvSpPr>
          <p:spPr>
            <a:xfrm flipH="1">
              <a:off x="958067" y="2132514"/>
              <a:ext cx="686388" cy="901159"/>
            </a:xfrm>
            <a:custGeom>
              <a:avLst/>
              <a:gdLst/>
              <a:ahLst/>
              <a:cxnLst/>
              <a:rect l="l" t="t" r="r" b="b"/>
              <a:pathLst>
                <a:path w="14203" h="20634" extrusionOk="0">
                  <a:moveTo>
                    <a:pt x="5257" y="1"/>
                  </a:moveTo>
                  <a:cubicBezTo>
                    <a:pt x="4571" y="1"/>
                    <a:pt x="3997" y="15"/>
                    <a:pt x="3821" y="59"/>
                  </a:cubicBezTo>
                  <a:cubicBezTo>
                    <a:pt x="3429" y="157"/>
                    <a:pt x="1249" y="2734"/>
                    <a:pt x="324" y="6296"/>
                  </a:cubicBezTo>
                  <a:cubicBezTo>
                    <a:pt x="1" y="7538"/>
                    <a:pt x="90" y="8934"/>
                    <a:pt x="90" y="10357"/>
                  </a:cubicBezTo>
                  <a:cubicBezTo>
                    <a:pt x="90" y="16096"/>
                    <a:pt x="492" y="20245"/>
                    <a:pt x="492" y="20245"/>
                  </a:cubicBezTo>
                  <a:lnTo>
                    <a:pt x="14203" y="20633"/>
                  </a:lnTo>
                  <a:lnTo>
                    <a:pt x="12700" y="549"/>
                  </a:lnTo>
                  <a:cubicBezTo>
                    <a:pt x="12700" y="549"/>
                    <a:pt x="10965" y="115"/>
                    <a:pt x="8452" y="59"/>
                  </a:cubicBezTo>
                  <a:cubicBezTo>
                    <a:pt x="8452" y="59"/>
                    <a:pt x="6629" y="1"/>
                    <a:pt x="5257"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1425;p34">
              <a:extLst>
                <a:ext uri="{FF2B5EF4-FFF2-40B4-BE49-F238E27FC236}">
                  <a16:creationId xmlns:a16="http://schemas.microsoft.com/office/drawing/2014/main" id="{9A1AAC85-9F90-BA89-81EC-366405A8C56E}"/>
                </a:ext>
              </a:extLst>
            </p:cNvPr>
            <p:cNvSpPr/>
            <p:nvPr/>
          </p:nvSpPr>
          <p:spPr>
            <a:xfrm flipH="1">
              <a:off x="710536" y="2153171"/>
              <a:ext cx="330653" cy="526047"/>
            </a:xfrm>
            <a:custGeom>
              <a:avLst/>
              <a:gdLst/>
              <a:ahLst/>
              <a:cxnLst/>
              <a:rect l="l" t="t" r="r" b="b"/>
              <a:pathLst>
                <a:path w="6842" h="12045" extrusionOk="0">
                  <a:moveTo>
                    <a:pt x="0" y="1"/>
                  </a:moveTo>
                  <a:lnTo>
                    <a:pt x="657" y="12044"/>
                  </a:lnTo>
                  <a:cubicBezTo>
                    <a:pt x="6064" y="12044"/>
                    <a:pt x="6841" y="11858"/>
                    <a:pt x="6841" y="11858"/>
                  </a:cubicBezTo>
                  <a:cubicBezTo>
                    <a:pt x="6631" y="974"/>
                    <a:pt x="1" y="1"/>
                    <a:pt x="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1426;p34">
              <a:extLst>
                <a:ext uri="{FF2B5EF4-FFF2-40B4-BE49-F238E27FC236}">
                  <a16:creationId xmlns:a16="http://schemas.microsoft.com/office/drawing/2014/main" id="{AEB4EBC2-8DF4-8D16-8B08-1C4C02886848}"/>
                </a:ext>
              </a:extLst>
            </p:cNvPr>
            <p:cNvSpPr/>
            <p:nvPr/>
          </p:nvSpPr>
          <p:spPr>
            <a:xfrm flipH="1">
              <a:off x="1459749" y="2135091"/>
              <a:ext cx="374630" cy="402277"/>
            </a:xfrm>
            <a:custGeom>
              <a:avLst/>
              <a:gdLst/>
              <a:ahLst/>
              <a:cxnLst/>
              <a:rect l="l" t="t" r="r" b="b"/>
              <a:pathLst>
                <a:path w="7752" h="9211" extrusionOk="0">
                  <a:moveTo>
                    <a:pt x="7751" y="0"/>
                  </a:moveTo>
                  <a:lnTo>
                    <a:pt x="7751" y="0"/>
                  </a:lnTo>
                  <a:cubicBezTo>
                    <a:pt x="7751" y="0"/>
                    <a:pt x="453" y="1016"/>
                    <a:pt x="1" y="9210"/>
                  </a:cubicBezTo>
                  <a:lnTo>
                    <a:pt x="5808" y="9182"/>
                  </a:lnTo>
                  <a:lnTo>
                    <a:pt x="7751"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1427;p34">
              <a:extLst>
                <a:ext uri="{FF2B5EF4-FFF2-40B4-BE49-F238E27FC236}">
                  <a16:creationId xmlns:a16="http://schemas.microsoft.com/office/drawing/2014/main" id="{554473BD-200E-158E-1C14-D8587C674660}"/>
                </a:ext>
              </a:extLst>
            </p:cNvPr>
            <p:cNvSpPr/>
            <p:nvPr/>
          </p:nvSpPr>
          <p:spPr>
            <a:xfrm flipH="1">
              <a:off x="1637157" y="2418619"/>
              <a:ext cx="8312" cy="268374"/>
            </a:xfrm>
            <a:custGeom>
              <a:avLst/>
              <a:gdLst/>
              <a:ahLst/>
              <a:cxnLst/>
              <a:rect l="l" t="t" r="r" b="b"/>
              <a:pathLst>
                <a:path w="172" h="6145" extrusionOk="0">
                  <a:moveTo>
                    <a:pt x="144" y="1"/>
                  </a:moveTo>
                  <a:cubicBezTo>
                    <a:pt x="135" y="1"/>
                    <a:pt x="122" y="86"/>
                    <a:pt x="106" y="240"/>
                  </a:cubicBezTo>
                  <a:cubicBezTo>
                    <a:pt x="91" y="396"/>
                    <a:pt x="74" y="620"/>
                    <a:pt x="59" y="898"/>
                  </a:cubicBezTo>
                  <a:cubicBezTo>
                    <a:pt x="26" y="1454"/>
                    <a:pt x="1" y="2223"/>
                    <a:pt x="2" y="3072"/>
                  </a:cubicBezTo>
                  <a:cubicBezTo>
                    <a:pt x="3" y="3922"/>
                    <a:pt x="31" y="4692"/>
                    <a:pt x="65" y="5247"/>
                  </a:cubicBezTo>
                  <a:cubicBezTo>
                    <a:pt x="82" y="5524"/>
                    <a:pt x="100" y="5750"/>
                    <a:pt x="115" y="5904"/>
                  </a:cubicBezTo>
                  <a:cubicBezTo>
                    <a:pt x="131" y="6060"/>
                    <a:pt x="144" y="6144"/>
                    <a:pt x="153" y="6144"/>
                  </a:cubicBezTo>
                  <a:cubicBezTo>
                    <a:pt x="172" y="6144"/>
                    <a:pt x="170" y="5800"/>
                    <a:pt x="160" y="5243"/>
                  </a:cubicBezTo>
                  <a:cubicBezTo>
                    <a:pt x="150" y="4688"/>
                    <a:pt x="137" y="3920"/>
                    <a:pt x="136" y="3072"/>
                  </a:cubicBezTo>
                  <a:cubicBezTo>
                    <a:pt x="135" y="2225"/>
                    <a:pt x="145" y="1458"/>
                    <a:pt x="153" y="901"/>
                  </a:cubicBezTo>
                  <a:cubicBezTo>
                    <a:pt x="161" y="346"/>
                    <a:pt x="163" y="2"/>
                    <a:pt x="144" y="1"/>
                  </a:cubicBezTo>
                  <a:cubicBezTo>
                    <a:pt x="144" y="1"/>
                    <a:pt x="144" y="1"/>
                    <a:pt x="14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1428;p34">
              <a:extLst>
                <a:ext uri="{FF2B5EF4-FFF2-40B4-BE49-F238E27FC236}">
                  <a16:creationId xmlns:a16="http://schemas.microsoft.com/office/drawing/2014/main" id="{E3776E10-37BF-D925-EAAE-97164DCF98E9}"/>
                </a:ext>
              </a:extLst>
            </p:cNvPr>
            <p:cNvSpPr/>
            <p:nvPr/>
          </p:nvSpPr>
          <p:spPr>
            <a:xfrm flipH="1">
              <a:off x="974063" y="2439189"/>
              <a:ext cx="29334" cy="305889"/>
            </a:xfrm>
            <a:custGeom>
              <a:avLst/>
              <a:gdLst/>
              <a:ahLst/>
              <a:cxnLst/>
              <a:rect l="l" t="t" r="r" b="b"/>
              <a:pathLst>
                <a:path w="607" h="7004" extrusionOk="0">
                  <a:moveTo>
                    <a:pt x="37" y="0"/>
                  </a:moveTo>
                  <a:cubicBezTo>
                    <a:pt x="37" y="0"/>
                    <a:pt x="37" y="0"/>
                    <a:pt x="37" y="0"/>
                  </a:cubicBezTo>
                  <a:cubicBezTo>
                    <a:pt x="0" y="3"/>
                    <a:pt x="89" y="1574"/>
                    <a:pt x="237" y="3508"/>
                  </a:cubicBezTo>
                  <a:cubicBezTo>
                    <a:pt x="383" y="5439"/>
                    <a:pt x="532" y="7004"/>
                    <a:pt x="570" y="7004"/>
                  </a:cubicBezTo>
                  <a:cubicBezTo>
                    <a:pt x="570" y="7004"/>
                    <a:pt x="570" y="7004"/>
                    <a:pt x="570" y="7004"/>
                  </a:cubicBezTo>
                  <a:cubicBezTo>
                    <a:pt x="607" y="7001"/>
                    <a:pt x="518" y="5432"/>
                    <a:pt x="370" y="3498"/>
                  </a:cubicBezTo>
                  <a:cubicBezTo>
                    <a:pt x="224" y="1565"/>
                    <a:pt x="75" y="0"/>
                    <a:pt x="3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1429;p34">
              <a:extLst>
                <a:ext uri="{FF2B5EF4-FFF2-40B4-BE49-F238E27FC236}">
                  <a16:creationId xmlns:a16="http://schemas.microsoft.com/office/drawing/2014/main" id="{E14D4360-49EF-5FE0-2672-D9C55B8C2D81}"/>
                </a:ext>
              </a:extLst>
            </p:cNvPr>
            <p:cNvSpPr/>
            <p:nvPr/>
          </p:nvSpPr>
          <p:spPr>
            <a:xfrm flipH="1">
              <a:off x="1134895" y="2086569"/>
              <a:ext cx="295326" cy="227233"/>
            </a:xfrm>
            <a:custGeom>
              <a:avLst/>
              <a:gdLst/>
              <a:ahLst/>
              <a:cxnLst/>
              <a:rect l="l" t="t" r="r" b="b"/>
              <a:pathLst>
                <a:path w="6111" h="5203" extrusionOk="0">
                  <a:moveTo>
                    <a:pt x="6110" y="1"/>
                  </a:moveTo>
                  <a:cubicBezTo>
                    <a:pt x="4371" y="131"/>
                    <a:pt x="3358" y="2556"/>
                    <a:pt x="3358" y="2556"/>
                  </a:cubicBezTo>
                  <a:cubicBezTo>
                    <a:pt x="3110" y="513"/>
                    <a:pt x="420" y="277"/>
                    <a:pt x="420" y="277"/>
                  </a:cubicBezTo>
                  <a:lnTo>
                    <a:pt x="0" y="1747"/>
                  </a:lnTo>
                  <a:lnTo>
                    <a:pt x="2462" y="5203"/>
                  </a:lnTo>
                  <a:lnTo>
                    <a:pt x="4169" y="5203"/>
                  </a:lnTo>
                  <a:lnTo>
                    <a:pt x="6110" y="2753"/>
                  </a:lnTo>
                  <a:lnTo>
                    <a:pt x="6110"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1430;p34">
              <a:extLst>
                <a:ext uri="{FF2B5EF4-FFF2-40B4-BE49-F238E27FC236}">
                  <a16:creationId xmlns:a16="http://schemas.microsoft.com/office/drawing/2014/main" id="{68D93B1D-0BC5-9F05-EFA6-A68D252FFD04}"/>
                </a:ext>
              </a:extLst>
            </p:cNvPr>
            <p:cNvSpPr/>
            <p:nvPr/>
          </p:nvSpPr>
          <p:spPr>
            <a:xfrm flipH="1">
              <a:off x="1271225" y="2199509"/>
              <a:ext cx="6476" cy="824075"/>
            </a:xfrm>
            <a:custGeom>
              <a:avLst/>
              <a:gdLst/>
              <a:ahLst/>
              <a:cxnLst/>
              <a:rect l="l" t="t" r="r" b="b"/>
              <a:pathLst>
                <a:path w="134" h="18869" extrusionOk="0">
                  <a:moveTo>
                    <a:pt x="67" y="0"/>
                  </a:moveTo>
                  <a:cubicBezTo>
                    <a:pt x="30" y="0"/>
                    <a:pt x="0" y="4225"/>
                    <a:pt x="0" y="9434"/>
                  </a:cubicBezTo>
                  <a:cubicBezTo>
                    <a:pt x="0" y="14644"/>
                    <a:pt x="30" y="18868"/>
                    <a:pt x="67" y="18868"/>
                  </a:cubicBezTo>
                  <a:cubicBezTo>
                    <a:pt x="104" y="18868"/>
                    <a:pt x="133" y="14646"/>
                    <a:pt x="133" y="9434"/>
                  </a:cubicBezTo>
                  <a:cubicBezTo>
                    <a:pt x="133" y="4224"/>
                    <a:pt x="104" y="0"/>
                    <a:pt x="6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1431;p34">
              <a:extLst>
                <a:ext uri="{FF2B5EF4-FFF2-40B4-BE49-F238E27FC236}">
                  <a16:creationId xmlns:a16="http://schemas.microsoft.com/office/drawing/2014/main" id="{FB8FBAD6-2E6E-E267-EB4C-13CBA7DC9F4C}"/>
                </a:ext>
              </a:extLst>
            </p:cNvPr>
            <p:cNvSpPr/>
            <p:nvPr/>
          </p:nvSpPr>
          <p:spPr>
            <a:xfrm flipH="1">
              <a:off x="1220627" y="2426262"/>
              <a:ext cx="28706" cy="24326"/>
            </a:xfrm>
            <a:custGeom>
              <a:avLst/>
              <a:gdLst/>
              <a:ahLst/>
              <a:cxnLst/>
              <a:rect l="l" t="t" r="r" b="b"/>
              <a:pathLst>
                <a:path w="594" h="557" extrusionOk="0">
                  <a:moveTo>
                    <a:pt x="296" y="1"/>
                  </a:moveTo>
                  <a:cubicBezTo>
                    <a:pt x="214" y="1"/>
                    <a:pt x="169" y="46"/>
                    <a:pt x="179" y="54"/>
                  </a:cubicBezTo>
                  <a:cubicBezTo>
                    <a:pt x="187" y="72"/>
                    <a:pt x="263" y="47"/>
                    <a:pt x="352" y="105"/>
                  </a:cubicBezTo>
                  <a:cubicBezTo>
                    <a:pt x="394" y="133"/>
                    <a:pt x="435" y="184"/>
                    <a:pt x="444" y="239"/>
                  </a:cubicBezTo>
                  <a:cubicBezTo>
                    <a:pt x="454" y="293"/>
                    <a:pt x="422" y="358"/>
                    <a:pt x="361" y="395"/>
                  </a:cubicBezTo>
                  <a:cubicBezTo>
                    <a:pt x="327" y="416"/>
                    <a:pt x="291" y="426"/>
                    <a:pt x="258" y="426"/>
                  </a:cubicBezTo>
                  <a:cubicBezTo>
                    <a:pt x="230" y="426"/>
                    <a:pt x="203" y="418"/>
                    <a:pt x="183" y="403"/>
                  </a:cubicBezTo>
                  <a:cubicBezTo>
                    <a:pt x="135" y="372"/>
                    <a:pt x="108" y="313"/>
                    <a:pt x="102" y="262"/>
                  </a:cubicBezTo>
                  <a:cubicBezTo>
                    <a:pt x="87" y="157"/>
                    <a:pt x="144" y="100"/>
                    <a:pt x="131" y="84"/>
                  </a:cubicBezTo>
                  <a:cubicBezTo>
                    <a:pt x="130" y="82"/>
                    <a:pt x="128" y="81"/>
                    <a:pt x="124" y="81"/>
                  </a:cubicBezTo>
                  <a:cubicBezTo>
                    <a:pt x="100" y="81"/>
                    <a:pt x="18" y="130"/>
                    <a:pt x="7" y="264"/>
                  </a:cubicBezTo>
                  <a:cubicBezTo>
                    <a:pt x="1" y="355"/>
                    <a:pt x="38" y="444"/>
                    <a:pt x="108" y="502"/>
                  </a:cubicBezTo>
                  <a:cubicBezTo>
                    <a:pt x="152" y="539"/>
                    <a:pt x="209" y="557"/>
                    <a:pt x="268" y="557"/>
                  </a:cubicBezTo>
                  <a:cubicBezTo>
                    <a:pt x="325" y="557"/>
                    <a:pt x="384" y="540"/>
                    <a:pt x="432" y="509"/>
                  </a:cubicBezTo>
                  <a:cubicBezTo>
                    <a:pt x="530" y="449"/>
                    <a:pt x="594" y="323"/>
                    <a:pt x="565" y="214"/>
                  </a:cubicBezTo>
                  <a:cubicBezTo>
                    <a:pt x="543" y="127"/>
                    <a:pt x="479" y="54"/>
                    <a:pt x="394" y="20"/>
                  </a:cubicBezTo>
                  <a:cubicBezTo>
                    <a:pt x="357" y="6"/>
                    <a:pt x="325" y="1"/>
                    <a:pt x="29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1432;p34">
              <a:extLst>
                <a:ext uri="{FF2B5EF4-FFF2-40B4-BE49-F238E27FC236}">
                  <a16:creationId xmlns:a16="http://schemas.microsoft.com/office/drawing/2014/main" id="{28CFAD67-6637-ABC3-29AA-C3BAB30E0118}"/>
                </a:ext>
              </a:extLst>
            </p:cNvPr>
            <p:cNvSpPr/>
            <p:nvPr/>
          </p:nvSpPr>
          <p:spPr>
            <a:xfrm flipH="1">
              <a:off x="1220627" y="2658605"/>
              <a:ext cx="28706" cy="24326"/>
            </a:xfrm>
            <a:custGeom>
              <a:avLst/>
              <a:gdLst/>
              <a:ahLst/>
              <a:cxnLst/>
              <a:rect l="l" t="t" r="r" b="b"/>
              <a:pathLst>
                <a:path w="594" h="557" extrusionOk="0">
                  <a:moveTo>
                    <a:pt x="295" y="1"/>
                  </a:moveTo>
                  <a:cubicBezTo>
                    <a:pt x="213" y="1"/>
                    <a:pt x="169" y="46"/>
                    <a:pt x="179" y="54"/>
                  </a:cubicBezTo>
                  <a:cubicBezTo>
                    <a:pt x="187" y="72"/>
                    <a:pt x="263" y="46"/>
                    <a:pt x="352" y="105"/>
                  </a:cubicBezTo>
                  <a:cubicBezTo>
                    <a:pt x="394" y="133"/>
                    <a:pt x="435" y="184"/>
                    <a:pt x="444" y="238"/>
                  </a:cubicBezTo>
                  <a:cubicBezTo>
                    <a:pt x="454" y="293"/>
                    <a:pt x="422" y="357"/>
                    <a:pt x="361" y="395"/>
                  </a:cubicBezTo>
                  <a:cubicBezTo>
                    <a:pt x="327" y="415"/>
                    <a:pt x="291" y="425"/>
                    <a:pt x="258" y="425"/>
                  </a:cubicBezTo>
                  <a:cubicBezTo>
                    <a:pt x="230" y="425"/>
                    <a:pt x="203" y="418"/>
                    <a:pt x="183" y="403"/>
                  </a:cubicBezTo>
                  <a:cubicBezTo>
                    <a:pt x="135" y="372"/>
                    <a:pt x="108" y="313"/>
                    <a:pt x="102" y="262"/>
                  </a:cubicBezTo>
                  <a:cubicBezTo>
                    <a:pt x="87" y="156"/>
                    <a:pt x="144" y="99"/>
                    <a:pt x="131" y="84"/>
                  </a:cubicBezTo>
                  <a:cubicBezTo>
                    <a:pt x="130" y="82"/>
                    <a:pt x="128" y="80"/>
                    <a:pt x="124" y="80"/>
                  </a:cubicBezTo>
                  <a:cubicBezTo>
                    <a:pt x="100" y="80"/>
                    <a:pt x="18" y="130"/>
                    <a:pt x="7" y="264"/>
                  </a:cubicBezTo>
                  <a:cubicBezTo>
                    <a:pt x="1" y="355"/>
                    <a:pt x="38" y="444"/>
                    <a:pt x="108" y="501"/>
                  </a:cubicBezTo>
                  <a:cubicBezTo>
                    <a:pt x="152" y="539"/>
                    <a:pt x="209" y="556"/>
                    <a:pt x="268" y="556"/>
                  </a:cubicBezTo>
                  <a:cubicBezTo>
                    <a:pt x="325" y="556"/>
                    <a:pt x="384" y="540"/>
                    <a:pt x="432" y="508"/>
                  </a:cubicBezTo>
                  <a:cubicBezTo>
                    <a:pt x="530" y="448"/>
                    <a:pt x="594" y="323"/>
                    <a:pt x="565" y="215"/>
                  </a:cubicBezTo>
                  <a:cubicBezTo>
                    <a:pt x="543" y="126"/>
                    <a:pt x="479" y="54"/>
                    <a:pt x="394" y="21"/>
                  </a:cubicBezTo>
                  <a:cubicBezTo>
                    <a:pt x="357" y="6"/>
                    <a:pt x="324" y="1"/>
                    <a:pt x="29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1433;p34">
              <a:extLst>
                <a:ext uri="{FF2B5EF4-FFF2-40B4-BE49-F238E27FC236}">
                  <a16:creationId xmlns:a16="http://schemas.microsoft.com/office/drawing/2014/main" id="{B10E555D-3BFD-A9CA-3C3F-A9C0409DF5E3}"/>
                </a:ext>
              </a:extLst>
            </p:cNvPr>
            <p:cNvSpPr/>
            <p:nvPr/>
          </p:nvSpPr>
          <p:spPr>
            <a:xfrm flipH="1">
              <a:off x="1220627" y="2890948"/>
              <a:ext cx="28706" cy="24326"/>
            </a:xfrm>
            <a:custGeom>
              <a:avLst/>
              <a:gdLst/>
              <a:ahLst/>
              <a:cxnLst/>
              <a:rect l="l" t="t" r="r" b="b"/>
              <a:pathLst>
                <a:path w="594" h="557" extrusionOk="0">
                  <a:moveTo>
                    <a:pt x="295" y="0"/>
                  </a:moveTo>
                  <a:cubicBezTo>
                    <a:pt x="213" y="0"/>
                    <a:pt x="169" y="45"/>
                    <a:pt x="179" y="53"/>
                  </a:cubicBezTo>
                  <a:cubicBezTo>
                    <a:pt x="187" y="71"/>
                    <a:pt x="263" y="46"/>
                    <a:pt x="352" y="105"/>
                  </a:cubicBezTo>
                  <a:cubicBezTo>
                    <a:pt x="394" y="132"/>
                    <a:pt x="435" y="183"/>
                    <a:pt x="444" y="238"/>
                  </a:cubicBezTo>
                  <a:cubicBezTo>
                    <a:pt x="454" y="292"/>
                    <a:pt x="422" y="357"/>
                    <a:pt x="361" y="394"/>
                  </a:cubicBezTo>
                  <a:cubicBezTo>
                    <a:pt x="327" y="415"/>
                    <a:pt x="291" y="425"/>
                    <a:pt x="258" y="425"/>
                  </a:cubicBezTo>
                  <a:cubicBezTo>
                    <a:pt x="229" y="425"/>
                    <a:pt x="203" y="418"/>
                    <a:pt x="183" y="402"/>
                  </a:cubicBezTo>
                  <a:cubicBezTo>
                    <a:pt x="135" y="371"/>
                    <a:pt x="108" y="312"/>
                    <a:pt x="102" y="261"/>
                  </a:cubicBezTo>
                  <a:cubicBezTo>
                    <a:pt x="87" y="156"/>
                    <a:pt x="144" y="99"/>
                    <a:pt x="131" y="85"/>
                  </a:cubicBezTo>
                  <a:cubicBezTo>
                    <a:pt x="130" y="82"/>
                    <a:pt x="128" y="81"/>
                    <a:pt x="124" y="81"/>
                  </a:cubicBezTo>
                  <a:cubicBezTo>
                    <a:pt x="99" y="81"/>
                    <a:pt x="18" y="131"/>
                    <a:pt x="7" y="263"/>
                  </a:cubicBezTo>
                  <a:cubicBezTo>
                    <a:pt x="1" y="354"/>
                    <a:pt x="38" y="443"/>
                    <a:pt x="108" y="502"/>
                  </a:cubicBezTo>
                  <a:cubicBezTo>
                    <a:pt x="152" y="539"/>
                    <a:pt x="209" y="556"/>
                    <a:pt x="268" y="556"/>
                  </a:cubicBezTo>
                  <a:cubicBezTo>
                    <a:pt x="325" y="556"/>
                    <a:pt x="383" y="539"/>
                    <a:pt x="432" y="508"/>
                  </a:cubicBezTo>
                  <a:cubicBezTo>
                    <a:pt x="530" y="448"/>
                    <a:pt x="594" y="322"/>
                    <a:pt x="565" y="214"/>
                  </a:cubicBezTo>
                  <a:cubicBezTo>
                    <a:pt x="543" y="126"/>
                    <a:pt x="479" y="53"/>
                    <a:pt x="394" y="20"/>
                  </a:cubicBezTo>
                  <a:cubicBezTo>
                    <a:pt x="357" y="6"/>
                    <a:pt x="324" y="0"/>
                    <a:pt x="295"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1434;p34">
              <a:extLst>
                <a:ext uri="{FF2B5EF4-FFF2-40B4-BE49-F238E27FC236}">
                  <a16:creationId xmlns:a16="http://schemas.microsoft.com/office/drawing/2014/main" id="{D613D8CF-016D-19AB-0C02-353E13CEF96B}"/>
                </a:ext>
              </a:extLst>
            </p:cNvPr>
            <p:cNvSpPr/>
            <p:nvPr/>
          </p:nvSpPr>
          <p:spPr>
            <a:xfrm flipH="1">
              <a:off x="1122137" y="2140506"/>
              <a:ext cx="104193" cy="78481"/>
            </a:xfrm>
            <a:custGeom>
              <a:avLst/>
              <a:gdLst/>
              <a:ahLst/>
              <a:cxnLst/>
              <a:rect l="l" t="t" r="r" b="b"/>
              <a:pathLst>
                <a:path w="2156" h="1797" extrusionOk="0">
                  <a:moveTo>
                    <a:pt x="16" y="1"/>
                  </a:moveTo>
                  <a:cubicBezTo>
                    <a:pt x="16" y="1"/>
                    <a:pt x="16" y="1"/>
                    <a:pt x="16" y="1"/>
                  </a:cubicBezTo>
                  <a:cubicBezTo>
                    <a:pt x="0" y="5"/>
                    <a:pt x="41" y="201"/>
                    <a:pt x="141" y="513"/>
                  </a:cubicBezTo>
                  <a:cubicBezTo>
                    <a:pt x="274" y="924"/>
                    <a:pt x="438" y="1324"/>
                    <a:pt x="629" y="1712"/>
                  </a:cubicBezTo>
                  <a:lnTo>
                    <a:pt x="670" y="1796"/>
                  </a:lnTo>
                  <a:lnTo>
                    <a:pt x="735" y="1730"/>
                  </a:lnTo>
                  <a:lnTo>
                    <a:pt x="872" y="1592"/>
                  </a:lnTo>
                  <a:cubicBezTo>
                    <a:pt x="1204" y="1252"/>
                    <a:pt x="1517" y="896"/>
                    <a:pt x="1810" y="522"/>
                  </a:cubicBezTo>
                  <a:cubicBezTo>
                    <a:pt x="2033" y="234"/>
                    <a:pt x="2156" y="45"/>
                    <a:pt x="2142" y="34"/>
                  </a:cubicBezTo>
                  <a:cubicBezTo>
                    <a:pt x="2142" y="34"/>
                    <a:pt x="2141" y="33"/>
                    <a:pt x="2140" y="33"/>
                  </a:cubicBezTo>
                  <a:cubicBezTo>
                    <a:pt x="2116" y="33"/>
                    <a:pt x="1969" y="200"/>
                    <a:pt x="1737" y="462"/>
                  </a:cubicBezTo>
                  <a:cubicBezTo>
                    <a:pt x="1496" y="733"/>
                    <a:pt x="1161" y="1103"/>
                    <a:pt x="775" y="1499"/>
                  </a:cubicBezTo>
                  <a:lnTo>
                    <a:pt x="706" y="1570"/>
                  </a:lnTo>
                  <a:lnTo>
                    <a:pt x="706" y="1570"/>
                  </a:lnTo>
                  <a:cubicBezTo>
                    <a:pt x="283" y="707"/>
                    <a:pt x="55" y="1"/>
                    <a:pt x="1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1435;p34">
              <a:extLst>
                <a:ext uri="{FF2B5EF4-FFF2-40B4-BE49-F238E27FC236}">
                  <a16:creationId xmlns:a16="http://schemas.microsoft.com/office/drawing/2014/main" id="{90E9C5EA-640A-1A49-E520-194041841501}"/>
                </a:ext>
              </a:extLst>
            </p:cNvPr>
            <p:cNvSpPr/>
            <p:nvPr/>
          </p:nvSpPr>
          <p:spPr>
            <a:xfrm flipH="1">
              <a:off x="1300850" y="2142340"/>
              <a:ext cx="124200" cy="85207"/>
            </a:xfrm>
            <a:custGeom>
              <a:avLst/>
              <a:gdLst/>
              <a:ahLst/>
              <a:cxnLst/>
              <a:rect l="l" t="t" r="r" b="b"/>
              <a:pathLst>
                <a:path w="2570" h="1951" extrusionOk="0">
                  <a:moveTo>
                    <a:pt x="2552" y="0"/>
                  </a:moveTo>
                  <a:cubicBezTo>
                    <a:pt x="2530" y="0"/>
                    <a:pt x="2385" y="197"/>
                    <a:pt x="2165" y="515"/>
                  </a:cubicBezTo>
                  <a:cubicBezTo>
                    <a:pt x="1950" y="828"/>
                    <a:pt x="1662" y="1261"/>
                    <a:pt x="1349" y="1744"/>
                  </a:cubicBezTo>
                  <a:lnTo>
                    <a:pt x="1349" y="1744"/>
                  </a:lnTo>
                  <a:cubicBezTo>
                    <a:pt x="997" y="1408"/>
                    <a:pt x="677" y="1040"/>
                    <a:pt x="392" y="645"/>
                  </a:cubicBezTo>
                  <a:cubicBezTo>
                    <a:pt x="166" y="332"/>
                    <a:pt x="40" y="125"/>
                    <a:pt x="17" y="125"/>
                  </a:cubicBezTo>
                  <a:cubicBezTo>
                    <a:pt x="16" y="125"/>
                    <a:pt x="16" y="125"/>
                    <a:pt x="15" y="125"/>
                  </a:cubicBezTo>
                  <a:cubicBezTo>
                    <a:pt x="1" y="132"/>
                    <a:pt x="100" y="361"/>
                    <a:pt x="314" y="698"/>
                  </a:cubicBezTo>
                  <a:cubicBezTo>
                    <a:pt x="527" y="1036"/>
                    <a:pt x="867" y="1479"/>
                    <a:pt x="1316" y="1897"/>
                  </a:cubicBezTo>
                  <a:lnTo>
                    <a:pt x="1375" y="1951"/>
                  </a:lnTo>
                  <a:lnTo>
                    <a:pt x="1418" y="1884"/>
                  </a:lnTo>
                  <a:lnTo>
                    <a:pt x="1419" y="1882"/>
                  </a:lnTo>
                  <a:cubicBezTo>
                    <a:pt x="1748" y="1372"/>
                    <a:pt x="2040" y="907"/>
                    <a:pt x="2245" y="566"/>
                  </a:cubicBezTo>
                  <a:cubicBezTo>
                    <a:pt x="2451" y="226"/>
                    <a:pt x="2569" y="11"/>
                    <a:pt x="2554" y="1"/>
                  </a:cubicBezTo>
                  <a:cubicBezTo>
                    <a:pt x="2554" y="1"/>
                    <a:pt x="2553" y="0"/>
                    <a:pt x="2552"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1436;p34">
              <a:extLst>
                <a:ext uri="{FF2B5EF4-FFF2-40B4-BE49-F238E27FC236}">
                  <a16:creationId xmlns:a16="http://schemas.microsoft.com/office/drawing/2014/main" id="{F15ED1A6-71D9-AF07-CABC-777A4C8E5729}"/>
                </a:ext>
              </a:extLst>
            </p:cNvPr>
            <p:cNvSpPr/>
            <p:nvPr/>
          </p:nvSpPr>
          <p:spPr>
            <a:xfrm flipH="1">
              <a:off x="1274463" y="2186887"/>
              <a:ext cx="75728" cy="70445"/>
            </a:xfrm>
            <a:custGeom>
              <a:avLst/>
              <a:gdLst/>
              <a:ahLst/>
              <a:cxnLst/>
              <a:rect l="l" t="t" r="r" b="b"/>
              <a:pathLst>
                <a:path w="1567" h="1613" extrusionOk="0">
                  <a:moveTo>
                    <a:pt x="346" y="0"/>
                  </a:moveTo>
                  <a:lnTo>
                    <a:pt x="1" y="535"/>
                  </a:lnTo>
                  <a:lnTo>
                    <a:pt x="1197" y="1613"/>
                  </a:lnTo>
                  <a:lnTo>
                    <a:pt x="1567" y="963"/>
                  </a:lnTo>
                  <a:lnTo>
                    <a:pt x="346" y="0"/>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1437;p34">
              <a:extLst>
                <a:ext uri="{FF2B5EF4-FFF2-40B4-BE49-F238E27FC236}">
                  <a16:creationId xmlns:a16="http://schemas.microsoft.com/office/drawing/2014/main" id="{0427FC65-A918-66DD-E218-ED2A03C832FF}"/>
                </a:ext>
              </a:extLst>
            </p:cNvPr>
            <p:cNvSpPr/>
            <p:nvPr/>
          </p:nvSpPr>
          <p:spPr>
            <a:xfrm flipH="1">
              <a:off x="1235705" y="2218070"/>
              <a:ext cx="71137" cy="71668"/>
            </a:xfrm>
            <a:custGeom>
              <a:avLst/>
              <a:gdLst/>
              <a:ahLst/>
              <a:cxnLst/>
              <a:rect l="l" t="t" r="r" b="b"/>
              <a:pathLst>
                <a:path w="1472" h="1641" extrusionOk="0">
                  <a:moveTo>
                    <a:pt x="353" y="0"/>
                  </a:moveTo>
                  <a:lnTo>
                    <a:pt x="0" y="701"/>
                  </a:lnTo>
                  <a:lnTo>
                    <a:pt x="353" y="1641"/>
                  </a:lnTo>
                  <a:lnTo>
                    <a:pt x="1049" y="1641"/>
                  </a:lnTo>
                  <a:lnTo>
                    <a:pt x="1472" y="810"/>
                  </a:lnTo>
                  <a:lnTo>
                    <a:pt x="1103" y="0"/>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1438;p34">
              <a:extLst>
                <a:ext uri="{FF2B5EF4-FFF2-40B4-BE49-F238E27FC236}">
                  <a16:creationId xmlns:a16="http://schemas.microsoft.com/office/drawing/2014/main" id="{06F694B2-3D17-60E6-D9B5-857F67C36C0E}"/>
                </a:ext>
              </a:extLst>
            </p:cNvPr>
            <p:cNvSpPr/>
            <p:nvPr/>
          </p:nvSpPr>
          <p:spPr>
            <a:xfrm flipH="1">
              <a:off x="1198880" y="2182651"/>
              <a:ext cx="54706" cy="56077"/>
            </a:xfrm>
            <a:custGeom>
              <a:avLst/>
              <a:gdLst/>
              <a:ahLst/>
              <a:cxnLst/>
              <a:rect l="l" t="t" r="r" b="b"/>
              <a:pathLst>
                <a:path w="1132" h="1284" extrusionOk="0">
                  <a:moveTo>
                    <a:pt x="928" y="1"/>
                  </a:moveTo>
                  <a:lnTo>
                    <a:pt x="1" y="811"/>
                  </a:lnTo>
                  <a:lnTo>
                    <a:pt x="216" y="1283"/>
                  </a:lnTo>
                  <a:lnTo>
                    <a:pt x="1132" y="465"/>
                  </a:lnTo>
                  <a:lnTo>
                    <a:pt x="928" y="1"/>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1439;p34">
              <a:extLst>
                <a:ext uri="{FF2B5EF4-FFF2-40B4-BE49-F238E27FC236}">
                  <a16:creationId xmlns:a16="http://schemas.microsoft.com/office/drawing/2014/main" id="{98FA7425-4E5A-C258-BA7D-2E5F110E8BD6}"/>
                </a:ext>
              </a:extLst>
            </p:cNvPr>
            <p:cNvSpPr/>
            <p:nvPr/>
          </p:nvSpPr>
          <p:spPr>
            <a:xfrm flipH="1">
              <a:off x="1198880" y="2289695"/>
              <a:ext cx="164118" cy="597497"/>
            </a:xfrm>
            <a:custGeom>
              <a:avLst/>
              <a:gdLst/>
              <a:ahLst/>
              <a:cxnLst/>
              <a:rect l="l" t="t" r="r" b="b"/>
              <a:pathLst>
                <a:path w="3396" h="13681" extrusionOk="0">
                  <a:moveTo>
                    <a:pt x="1515" y="1"/>
                  </a:moveTo>
                  <a:lnTo>
                    <a:pt x="1" y="10427"/>
                  </a:lnTo>
                  <a:lnTo>
                    <a:pt x="1515" y="13681"/>
                  </a:lnTo>
                  <a:lnTo>
                    <a:pt x="3396" y="10207"/>
                  </a:lnTo>
                  <a:lnTo>
                    <a:pt x="2211" y="1"/>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1440;p34">
              <a:extLst>
                <a:ext uri="{FF2B5EF4-FFF2-40B4-BE49-F238E27FC236}">
                  <a16:creationId xmlns:a16="http://schemas.microsoft.com/office/drawing/2014/main" id="{E583913B-6930-EA29-917F-555F74F2339D}"/>
                </a:ext>
              </a:extLst>
            </p:cNvPr>
            <p:cNvSpPr/>
            <p:nvPr/>
          </p:nvSpPr>
          <p:spPr>
            <a:xfrm flipH="1">
              <a:off x="1256244" y="2290132"/>
              <a:ext cx="33007" cy="5940"/>
            </a:xfrm>
            <a:custGeom>
              <a:avLst/>
              <a:gdLst/>
              <a:ahLst/>
              <a:cxnLst/>
              <a:rect l="l" t="t" r="r" b="b"/>
              <a:pathLst>
                <a:path w="683" h="136" extrusionOk="0">
                  <a:moveTo>
                    <a:pt x="341" y="1"/>
                  </a:moveTo>
                  <a:cubicBezTo>
                    <a:pt x="153" y="1"/>
                    <a:pt x="0" y="31"/>
                    <a:pt x="0" y="68"/>
                  </a:cubicBezTo>
                  <a:cubicBezTo>
                    <a:pt x="0" y="105"/>
                    <a:pt x="153" y="135"/>
                    <a:pt x="341" y="135"/>
                  </a:cubicBezTo>
                  <a:cubicBezTo>
                    <a:pt x="530" y="135"/>
                    <a:pt x="682" y="105"/>
                    <a:pt x="682" y="68"/>
                  </a:cubicBezTo>
                  <a:cubicBezTo>
                    <a:pt x="682" y="32"/>
                    <a:pt x="530" y="1"/>
                    <a:pt x="341"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1441;p34">
              <a:extLst>
                <a:ext uri="{FF2B5EF4-FFF2-40B4-BE49-F238E27FC236}">
                  <a16:creationId xmlns:a16="http://schemas.microsoft.com/office/drawing/2014/main" id="{B544006D-47F3-F888-4E95-6D3930FF9E1D}"/>
                </a:ext>
              </a:extLst>
            </p:cNvPr>
            <p:cNvSpPr/>
            <p:nvPr/>
          </p:nvSpPr>
          <p:spPr>
            <a:xfrm flipH="1">
              <a:off x="1286545" y="2219075"/>
              <a:ext cx="21457" cy="30178"/>
            </a:xfrm>
            <a:custGeom>
              <a:avLst/>
              <a:gdLst/>
              <a:ahLst/>
              <a:cxnLst/>
              <a:rect l="l" t="t" r="r" b="b"/>
              <a:pathLst>
                <a:path w="444" h="691" extrusionOk="0">
                  <a:moveTo>
                    <a:pt x="407" y="0"/>
                  </a:moveTo>
                  <a:cubicBezTo>
                    <a:pt x="366" y="0"/>
                    <a:pt x="243" y="121"/>
                    <a:pt x="143" y="301"/>
                  </a:cubicBezTo>
                  <a:cubicBezTo>
                    <a:pt x="35" y="496"/>
                    <a:pt x="1" y="677"/>
                    <a:pt x="35" y="689"/>
                  </a:cubicBezTo>
                  <a:cubicBezTo>
                    <a:pt x="37" y="690"/>
                    <a:pt x="38" y="690"/>
                    <a:pt x="40" y="690"/>
                  </a:cubicBezTo>
                  <a:cubicBezTo>
                    <a:pt x="78" y="690"/>
                    <a:pt x="162" y="544"/>
                    <a:pt x="261" y="366"/>
                  </a:cubicBezTo>
                  <a:cubicBezTo>
                    <a:pt x="363" y="180"/>
                    <a:pt x="444" y="25"/>
                    <a:pt x="416" y="3"/>
                  </a:cubicBezTo>
                  <a:cubicBezTo>
                    <a:pt x="414" y="1"/>
                    <a:pt x="411" y="0"/>
                    <a:pt x="407"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1442;p34">
              <a:extLst>
                <a:ext uri="{FF2B5EF4-FFF2-40B4-BE49-F238E27FC236}">
                  <a16:creationId xmlns:a16="http://schemas.microsoft.com/office/drawing/2014/main" id="{EE906AA0-4A85-77B7-6331-1F34FC80A3FB}"/>
                </a:ext>
              </a:extLst>
            </p:cNvPr>
            <p:cNvSpPr/>
            <p:nvPr/>
          </p:nvSpPr>
          <p:spPr>
            <a:xfrm flipH="1">
              <a:off x="1234642" y="2218332"/>
              <a:ext cx="20684" cy="33367"/>
            </a:xfrm>
            <a:custGeom>
              <a:avLst/>
              <a:gdLst/>
              <a:ahLst/>
              <a:cxnLst/>
              <a:rect l="l" t="t" r="r" b="b"/>
              <a:pathLst>
                <a:path w="428" h="764" extrusionOk="0">
                  <a:moveTo>
                    <a:pt x="39" y="0"/>
                  </a:moveTo>
                  <a:cubicBezTo>
                    <a:pt x="38" y="0"/>
                    <a:pt x="36" y="0"/>
                    <a:pt x="35" y="1"/>
                  </a:cubicBezTo>
                  <a:cubicBezTo>
                    <a:pt x="0" y="14"/>
                    <a:pt x="54" y="199"/>
                    <a:pt x="154" y="410"/>
                  </a:cubicBezTo>
                  <a:cubicBezTo>
                    <a:pt x="250" y="612"/>
                    <a:pt x="352" y="763"/>
                    <a:pt x="389" y="763"/>
                  </a:cubicBezTo>
                  <a:cubicBezTo>
                    <a:pt x="391" y="763"/>
                    <a:pt x="393" y="763"/>
                    <a:pt x="395" y="762"/>
                  </a:cubicBezTo>
                  <a:cubicBezTo>
                    <a:pt x="428" y="744"/>
                    <a:pt x="373" y="561"/>
                    <a:pt x="275" y="352"/>
                  </a:cubicBezTo>
                  <a:cubicBezTo>
                    <a:pt x="180" y="152"/>
                    <a:pt x="77" y="0"/>
                    <a:pt x="39"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1443;p34">
              <a:extLst>
                <a:ext uri="{FF2B5EF4-FFF2-40B4-BE49-F238E27FC236}">
                  <a16:creationId xmlns:a16="http://schemas.microsoft.com/office/drawing/2014/main" id="{458A3DED-37FB-28B2-58B6-3EC0444B4F1C}"/>
                </a:ext>
              </a:extLst>
            </p:cNvPr>
            <p:cNvSpPr/>
            <p:nvPr/>
          </p:nvSpPr>
          <p:spPr>
            <a:xfrm flipH="1">
              <a:off x="1247303" y="2228814"/>
              <a:ext cx="50212" cy="45202"/>
            </a:xfrm>
            <a:custGeom>
              <a:avLst/>
              <a:gdLst/>
              <a:ahLst/>
              <a:cxnLst/>
              <a:rect l="l" t="t" r="r" b="b"/>
              <a:pathLst>
                <a:path w="1039" h="1035" extrusionOk="0">
                  <a:moveTo>
                    <a:pt x="1007" y="1"/>
                  </a:moveTo>
                  <a:cubicBezTo>
                    <a:pt x="959" y="1"/>
                    <a:pt x="730" y="203"/>
                    <a:pt x="472" y="472"/>
                  </a:cubicBezTo>
                  <a:cubicBezTo>
                    <a:pt x="199" y="756"/>
                    <a:pt x="0" y="1008"/>
                    <a:pt x="28" y="1033"/>
                  </a:cubicBezTo>
                  <a:cubicBezTo>
                    <a:pt x="30" y="1034"/>
                    <a:pt x="32" y="1035"/>
                    <a:pt x="34" y="1035"/>
                  </a:cubicBezTo>
                  <a:cubicBezTo>
                    <a:pt x="82" y="1035"/>
                    <a:pt x="311" y="832"/>
                    <a:pt x="569" y="564"/>
                  </a:cubicBezTo>
                  <a:cubicBezTo>
                    <a:pt x="840" y="281"/>
                    <a:pt x="1039" y="30"/>
                    <a:pt x="1013" y="3"/>
                  </a:cubicBezTo>
                  <a:cubicBezTo>
                    <a:pt x="1012" y="2"/>
                    <a:pt x="1009" y="1"/>
                    <a:pt x="1007"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1444;p34">
              <a:extLst>
                <a:ext uri="{FF2B5EF4-FFF2-40B4-BE49-F238E27FC236}">
                  <a16:creationId xmlns:a16="http://schemas.microsoft.com/office/drawing/2014/main" id="{73A471E5-E1D7-CCF6-E0BA-0889CA50CAD4}"/>
                </a:ext>
              </a:extLst>
            </p:cNvPr>
            <p:cNvSpPr/>
            <p:nvPr/>
          </p:nvSpPr>
          <p:spPr>
            <a:xfrm flipH="1">
              <a:off x="1260062" y="2344898"/>
              <a:ext cx="62487" cy="135519"/>
            </a:xfrm>
            <a:custGeom>
              <a:avLst/>
              <a:gdLst/>
              <a:ahLst/>
              <a:cxnLst/>
              <a:rect l="l" t="t" r="r" b="b"/>
              <a:pathLst>
                <a:path w="1293" h="3103" extrusionOk="0">
                  <a:moveTo>
                    <a:pt x="538" y="1"/>
                  </a:moveTo>
                  <a:cubicBezTo>
                    <a:pt x="537" y="1"/>
                    <a:pt x="536" y="1"/>
                    <a:pt x="536" y="2"/>
                  </a:cubicBezTo>
                  <a:cubicBezTo>
                    <a:pt x="520" y="19"/>
                    <a:pt x="683" y="158"/>
                    <a:pt x="845" y="448"/>
                  </a:cubicBezTo>
                  <a:cubicBezTo>
                    <a:pt x="1008" y="731"/>
                    <a:pt x="1154" y="1190"/>
                    <a:pt x="1070" y="1686"/>
                  </a:cubicBezTo>
                  <a:cubicBezTo>
                    <a:pt x="986" y="2182"/>
                    <a:pt x="696" y="2567"/>
                    <a:pt x="450" y="2781"/>
                  </a:cubicBezTo>
                  <a:cubicBezTo>
                    <a:pt x="200" y="3001"/>
                    <a:pt x="1" y="3079"/>
                    <a:pt x="11" y="3100"/>
                  </a:cubicBezTo>
                  <a:cubicBezTo>
                    <a:pt x="11" y="3101"/>
                    <a:pt x="14" y="3102"/>
                    <a:pt x="18" y="3102"/>
                  </a:cubicBezTo>
                  <a:cubicBezTo>
                    <a:pt x="58" y="3102"/>
                    <a:pt x="259" y="3045"/>
                    <a:pt x="510" y="2854"/>
                  </a:cubicBezTo>
                  <a:cubicBezTo>
                    <a:pt x="785" y="2648"/>
                    <a:pt x="1110" y="2245"/>
                    <a:pt x="1203" y="1709"/>
                  </a:cubicBezTo>
                  <a:cubicBezTo>
                    <a:pt x="1292" y="1171"/>
                    <a:pt x="1118" y="684"/>
                    <a:pt x="926" y="398"/>
                  </a:cubicBezTo>
                  <a:cubicBezTo>
                    <a:pt x="741" y="119"/>
                    <a:pt x="559" y="1"/>
                    <a:pt x="538"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1445;p34">
              <a:extLst>
                <a:ext uri="{FF2B5EF4-FFF2-40B4-BE49-F238E27FC236}">
                  <a16:creationId xmlns:a16="http://schemas.microsoft.com/office/drawing/2014/main" id="{7CDD5E55-FADC-165A-07E9-37F50E8C3030}"/>
                </a:ext>
              </a:extLst>
            </p:cNvPr>
            <p:cNvSpPr/>
            <p:nvPr/>
          </p:nvSpPr>
          <p:spPr>
            <a:xfrm flipH="1">
              <a:off x="1212121" y="2454388"/>
              <a:ext cx="104096" cy="195570"/>
            </a:xfrm>
            <a:custGeom>
              <a:avLst/>
              <a:gdLst/>
              <a:ahLst/>
              <a:cxnLst/>
              <a:rect l="l" t="t" r="r" b="b"/>
              <a:pathLst>
                <a:path w="2154" h="4478" extrusionOk="0">
                  <a:moveTo>
                    <a:pt x="1510" y="0"/>
                  </a:moveTo>
                  <a:cubicBezTo>
                    <a:pt x="1494" y="0"/>
                    <a:pt x="1412" y="26"/>
                    <a:pt x="1286" y="94"/>
                  </a:cubicBezTo>
                  <a:cubicBezTo>
                    <a:pt x="1088" y="202"/>
                    <a:pt x="908" y="338"/>
                    <a:pt x="751" y="499"/>
                  </a:cubicBezTo>
                  <a:cubicBezTo>
                    <a:pt x="515" y="737"/>
                    <a:pt x="331" y="1021"/>
                    <a:pt x="206" y="1333"/>
                  </a:cubicBezTo>
                  <a:cubicBezTo>
                    <a:pt x="52" y="1717"/>
                    <a:pt x="1" y="2136"/>
                    <a:pt x="60" y="2545"/>
                  </a:cubicBezTo>
                  <a:cubicBezTo>
                    <a:pt x="182" y="3425"/>
                    <a:pt x="751" y="4087"/>
                    <a:pt x="1261" y="4342"/>
                  </a:cubicBezTo>
                  <a:cubicBezTo>
                    <a:pt x="1451" y="4438"/>
                    <a:pt x="1635" y="4478"/>
                    <a:pt x="1781" y="4478"/>
                  </a:cubicBezTo>
                  <a:cubicBezTo>
                    <a:pt x="1834" y="4478"/>
                    <a:pt x="1882" y="4473"/>
                    <a:pt x="1923" y="4463"/>
                  </a:cubicBezTo>
                  <a:cubicBezTo>
                    <a:pt x="2083" y="4432"/>
                    <a:pt x="2153" y="4370"/>
                    <a:pt x="2150" y="4366"/>
                  </a:cubicBezTo>
                  <a:cubicBezTo>
                    <a:pt x="2149" y="4364"/>
                    <a:pt x="2148" y="4364"/>
                    <a:pt x="2145" y="4364"/>
                  </a:cubicBezTo>
                  <a:cubicBezTo>
                    <a:pt x="2126" y="4364"/>
                    <a:pt x="2050" y="4400"/>
                    <a:pt x="1916" y="4411"/>
                  </a:cubicBezTo>
                  <a:cubicBezTo>
                    <a:pt x="1893" y="4414"/>
                    <a:pt x="1869" y="4415"/>
                    <a:pt x="1843" y="4415"/>
                  </a:cubicBezTo>
                  <a:cubicBezTo>
                    <a:pt x="1698" y="4415"/>
                    <a:pt x="1506" y="4371"/>
                    <a:pt x="1305" y="4259"/>
                  </a:cubicBezTo>
                  <a:cubicBezTo>
                    <a:pt x="836" y="3999"/>
                    <a:pt x="306" y="3358"/>
                    <a:pt x="192" y="2528"/>
                  </a:cubicBezTo>
                  <a:cubicBezTo>
                    <a:pt x="138" y="2139"/>
                    <a:pt x="181" y="1744"/>
                    <a:pt x="321" y="1377"/>
                  </a:cubicBezTo>
                  <a:cubicBezTo>
                    <a:pt x="435" y="1077"/>
                    <a:pt x="604" y="801"/>
                    <a:pt x="819" y="563"/>
                  </a:cubicBezTo>
                  <a:cubicBezTo>
                    <a:pt x="1194" y="157"/>
                    <a:pt x="1527" y="26"/>
                    <a:pt x="1512" y="1"/>
                  </a:cubicBezTo>
                  <a:cubicBezTo>
                    <a:pt x="1512" y="1"/>
                    <a:pt x="1511" y="0"/>
                    <a:pt x="1510"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1446;p34">
              <a:extLst>
                <a:ext uri="{FF2B5EF4-FFF2-40B4-BE49-F238E27FC236}">
                  <a16:creationId xmlns:a16="http://schemas.microsoft.com/office/drawing/2014/main" id="{B36400C6-9313-D93F-7918-8D7EA5F3D142}"/>
                </a:ext>
              </a:extLst>
            </p:cNvPr>
            <p:cNvSpPr/>
            <p:nvPr/>
          </p:nvSpPr>
          <p:spPr>
            <a:xfrm flipH="1">
              <a:off x="1237203" y="2643974"/>
              <a:ext cx="110475" cy="168885"/>
            </a:xfrm>
            <a:custGeom>
              <a:avLst/>
              <a:gdLst/>
              <a:ahLst/>
              <a:cxnLst/>
              <a:rect l="l" t="t" r="r" b="b"/>
              <a:pathLst>
                <a:path w="2286" h="3867" extrusionOk="0">
                  <a:moveTo>
                    <a:pt x="23" y="0"/>
                  </a:moveTo>
                  <a:cubicBezTo>
                    <a:pt x="13" y="0"/>
                    <a:pt x="8" y="1"/>
                    <a:pt x="8" y="4"/>
                  </a:cubicBezTo>
                  <a:cubicBezTo>
                    <a:pt x="0" y="27"/>
                    <a:pt x="275" y="83"/>
                    <a:pt x="660" y="298"/>
                  </a:cubicBezTo>
                  <a:cubicBezTo>
                    <a:pt x="1042" y="507"/>
                    <a:pt x="1529" y="909"/>
                    <a:pt x="1831" y="1506"/>
                  </a:cubicBezTo>
                  <a:cubicBezTo>
                    <a:pt x="2132" y="2105"/>
                    <a:pt x="2167" y="2734"/>
                    <a:pt x="2109" y="3166"/>
                  </a:cubicBezTo>
                  <a:cubicBezTo>
                    <a:pt x="2053" y="3603"/>
                    <a:pt x="1935" y="3857"/>
                    <a:pt x="1958" y="3866"/>
                  </a:cubicBezTo>
                  <a:cubicBezTo>
                    <a:pt x="1958" y="3866"/>
                    <a:pt x="1958" y="3866"/>
                    <a:pt x="1959" y="3866"/>
                  </a:cubicBezTo>
                  <a:cubicBezTo>
                    <a:pt x="1967" y="3866"/>
                    <a:pt x="2004" y="3807"/>
                    <a:pt x="2052" y="3694"/>
                  </a:cubicBezTo>
                  <a:cubicBezTo>
                    <a:pt x="2121" y="3528"/>
                    <a:pt x="2171" y="3356"/>
                    <a:pt x="2201" y="3181"/>
                  </a:cubicBezTo>
                  <a:cubicBezTo>
                    <a:pt x="2286" y="2739"/>
                    <a:pt x="2269" y="2075"/>
                    <a:pt x="1950" y="1446"/>
                  </a:cubicBezTo>
                  <a:cubicBezTo>
                    <a:pt x="1631" y="818"/>
                    <a:pt x="1110" y="409"/>
                    <a:pt x="704" y="215"/>
                  </a:cubicBezTo>
                  <a:cubicBezTo>
                    <a:pt x="544" y="133"/>
                    <a:pt x="375" y="71"/>
                    <a:pt x="202" y="29"/>
                  </a:cubicBezTo>
                  <a:cubicBezTo>
                    <a:pt x="112" y="9"/>
                    <a:pt x="50" y="0"/>
                    <a:pt x="23"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954230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860178C-6B63-F982-61DA-5F984E543478}"/>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A40903A9-541A-DC50-B5F3-E4CFC0750154}"/>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4B376A76-3CCB-80F5-34A8-448169DEAE30}"/>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D0A82564-D437-FD19-3123-F363D5CD5043}"/>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69CF1750-B229-996D-8A78-6B48D23E60EB}"/>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3DA66F2F-C45C-C5AF-51F2-793FB3771320}"/>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61D25207-03FA-74A8-4463-A99C79F9E5A3}"/>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6BEE2C4A-9D67-50A0-A0E2-22F5A8AE82E7}"/>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9B2B5778-EF8B-C0BA-5421-44AF72B6E2AF}"/>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70BE83ED-BDA3-3114-7ED1-DF30D6A234F0}"/>
              </a:ext>
            </a:extLst>
          </p:cNvPr>
          <p:cNvGrpSpPr/>
          <p:nvPr/>
        </p:nvGrpSpPr>
        <p:grpSpPr>
          <a:xfrm>
            <a:off x="837798" y="434906"/>
            <a:ext cx="9618976" cy="5746133"/>
            <a:chOff x="1353644" y="220254"/>
            <a:chExt cx="7387660" cy="4672793"/>
          </a:xfrm>
        </p:grpSpPr>
        <p:sp>
          <p:nvSpPr>
            <p:cNvPr id="3" name="Google Shape;1450;p65">
              <a:extLst>
                <a:ext uri="{FF2B5EF4-FFF2-40B4-BE49-F238E27FC236}">
                  <a16:creationId xmlns:a16="http://schemas.microsoft.com/office/drawing/2014/main" id="{9352B020-44A2-95B1-1DD1-5BAB3C02DB7F}"/>
                </a:ext>
              </a:extLst>
            </p:cNvPr>
            <p:cNvSpPr/>
            <p:nvPr/>
          </p:nvSpPr>
          <p:spPr>
            <a:xfrm rot="-324606" flipH="1">
              <a:off x="1377913" y="1273302"/>
              <a:ext cx="3010100" cy="695662"/>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accent4">
                <a:lumMod val="40000"/>
                <a:lumOff val="6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1451;p65">
              <a:extLst>
                <a:ext uri="{FF2B5EF4-FFF2-40B4-BE49-F238E27FC236}">
                  <a16:creationId xmlns:a16="http://schemas.microsoft.com/office/drawing/2014/main" id="{6BFC99A0-5CED-5291-DDAA-711D71BDA163}"/>
                </a:ext>
              </a:extLst>
            </p:cNvPr>
            <p:cNvSpPr txBox="1">
              <a:spLocks/>
            </p:cNvSpPr>
            <p:nvPr/>
          </p:nvSpPr>
          <p:spPr>
            <a:xfrm>
              <a:off x="1353644" y="1566544"/>
              <a:ext cx="2726422" cy="19164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9pPr>
            </a:lstStyle>
            <a:p>
              <a:pPr marL="0" marR="0" lvl="0" indent="0" algn="ctr" defTabSz="914400" rtl="0" eaLnBrk="1" fontAlgn="auto" latinLnBrk="0" hangingPunct="1">
                <a:lnSpc>
                  <a:spcPct val="100000"/>
                </a:lnSpc>
                <a:spcBef>
                  <a:spcPts val="0"/>
                </a:spcBef>
                <a:spcAft>
                  <a:spcPts val="0"/>
                </a:spcAft>
                <a:buClr>
                  <a:srgbClr val="02546A"/>
                </a:buClr>
                <a:buSzPts val="2800"/>
                <a:buFont typeface="Poppins"/>
                <a:buNone/>
                <a:tabLst/>
                <a:defRPr/>
              </a:pPr>
              <a:r>
                <a:rPr kumimoji="0" lang="es-CO" sz="1800" b="1" i="0" u="none" strike="noStrike" kern="0" cap="none" spc="0" normalizeH="0" baseline="0" noProof="0" dirty="0">
                  <a:ln>
                    <a:noFill/>
                  </a:ln>
                  <a:solidFill>
                    <a:srgbClr val="02546A"/>
                  </a:solidFill>
                  <a:effectLst/>
                  <a:uLnTx/>
                  <a:uFillTx/>
                  <a:latin typeface="Poppins"/>
                  <a:sym typeface="Poppins"/>
                </a:rPr>
                <a:t>CAUSALES</a:t>
              </a:r>
            </a:p>
          </p:txBody>
        </p:sp>
        <p:sp>
          <p:nvSpPr>
            <p:cNvPr id="5" name="Google Shape;1452;p65">
              <a:extLst>
                <a:ext uri="{FF2B5EF4-FFF2-40B4-BE49-F238E27FC236}">
                  <a16:creationId xmlns:a16="http://schemas.microsoft.com/office/drawing/2014/main" id="{5E819A46-5337-E9BE-588D-4A5A57E60240}"/>
                </a:ext>
              </a:extLst>
            </p:cNvPr>
            <p:cNvSpPr txBox="1">
              <a:spLocks/>
            </p:cNvSpPr>
            <p:nvPr/>
          </p:nvSpPr>
          <p:spPr>
            <a:xfrm>
              <a:off x="1356928" y="1978598"/>
              <a:ext cx="3073800" cy="2911378"/>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72000"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00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0" marR="0" lvl="0" indent="0" algn="l" defTabSz="914400" rtl="0" eaLnBrk="1" fontAlgn="auto" latinLnBrk="0" hangingPunct="1">
                <a:lnSpc>
                  <a:spcPct val="100000"/>
                </a:lnSpc>
                <a:spcBef>
                  <a:spcPts val="0"/>
                </a:spcBef>
                <a:spcAft>
                  <a:spcPts val="0"/>
                </a:spcAft>
                <a:buClr>
                  <a:srgbClr val="745316"/>
                </a:buClr>
                <a:buSzPts val="1400"/>
                <a:buFont typeface="Open Sans"/>
                <a:buNone/>
                <a:tabLst/>
                <a:defRPr/>
              </a:pPr>
              <a:endParaRPr kumimoji="0" lang="en-US" sz="1400" b="0" i="0" u="none" strike="noStrike" kern="0" cap="none" spc="0" normalizeH="0" baseline="0" noProof="0" dirty="0">
                <a:ln>
                  <a:noFill/>
                </a:ln>
                <a:solidFill>
                  <a:srgbClr val="745316"/>
                </a:solidFill>
                <a:effectLst/>
                <a:uLnTx/>
                <a:uFillTx/>
                <a:latin typeface="Open Sans"/>
                <a:ea typeface="Open Sans"/>
                <a:cs typeface="Open Sans"/>
                <a:sym typeface="Open Sans"/>
              </a:endParaRPr>
            </a:p>
          </p:txBody>
        </p:sp>
        <p:sp>
          <p:nvSpPr>
            <p:cNvPr id="6" name="Google Shape;1453;p65">
              <a:extLst>
                <a:ext uri="{FF2B5EF4-FFF2-40B4-BE49-F238E27FC236}">
                  <a16:creationId xmlns:a16="http://schemas.microsoft.com/office/drawing/2014/main" id="{9EA77A02-D8D6-1E19-A2DC-E8E240D06E77}"/>
                </a:ext>
              </a:extLst>
            </p:cNvPr>
            <p:cNvSpPr/>
            <p:nvPr/>
          </p:nvSpPr>
          <p:spPr>
            <a:xfrm rot="-324485" flipH="1">
              <a:off x="4701809" y="1273244"/>
              <a:ext cx="3007868" cy="695662"/>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accent6">
                <a:lumMod val="20000"/>
                <a:lumOff val="8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1454;p65">
              <a:extLst>
                <a:ext uri="{FF2B5EF4-FFF2-40B4-BE49-F238E27FC236}">
                  <a16:creationId xmlns:a16="http://schemas.microsoft.com/office/drawing/2014/main" id="{4E7114C7-1E4E-C8A1-3DCF-0686284B711B}"/>
                </a:ext>
              </a:extLst>
            </p:cNvPr>
            <p:cNvSpPr txBox="1">
              <a:spLocks/>
            </p:cNvSpPr>
            <p:nvPr/>
          </p:nvSpPr>
          <p:spPr>
            <a:xfrm>
              <a:off x="4592338" y="1358824"/>
              <a:ext cx="3051986" cy="60115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9pPr>
            </a:lstStyle>
            <a:p>
              <a:pPr marL="0" marR="0" lvl="0" indent="0" algn="ctr" defTabSz="914400" rtl="0" eaLnBrk="1" fontAlgn="auto" latinLnBrk="0" hangingPunct="1">
                <a:lnSpc>
                  <a:spcPct val="100000"/>
                </a:lnSpc>
                <a:spcBef>
                  <a:spcPts val="0"/>
                </a:spcBef>
                <a:spcAft>
                  <a:spcPts val="0"/>
                </a:spcAft>
                <a:buClr>
                  <a:srgbClr val="02546A"/>
                </a:buClr>
                <a:buSzPts val="2800"/>
                <a:buFont typeface="Poppins"/>
                <a:buNone/>
                <a:tabLst/>
                <a:defRPr/>
              </a:pPr>
              <a:r>
                <a:rPr lang="es-ES" sz="1800" kern="0" dirty="0">
                  <a:ln w="0"/>
                  <a:solidFill>
                    <a:schemeClr val="tx1"/>
                  </a:solidFill>
                  <a:effectLst>
                    <a:outerShdw blurRad="38100" dist="19050" dir="2700000" algn="tl" rotWithShape="0">
                      <a:schemeClr val="dk1">
                        <a:alpha val="40000"/>
                      </a:schemeClr>
                    </a:outerShdw>
                  </a:effectLst>
                </a:rPr>
                <a:t>E</a:t>
              </a:r>
              <a:r>
                <a:rPr lang="es-CO" sz="1800" kern="0" dirty="0">
                  <a:ln w="0"/>
                  <a:solidFill>
                    <a:schemeClr val="tx1"/>
                  </a:solidFill>
                  <a:effectLst>
                    <a:outerShdw blurRad="38100" dist="19050" dir="2700000" algn="tl" rotWithShape="0">
                      <a:schemeClr val="dk1">
                        <a:alpha val="40000"/>
                      </a:schemeClr>
                    </a:outerShdw>
                  </a:effectLst>
                </a:rPr>
                <a:t>FECTOS</a:t>
              </a:r>
              <a:endParaRPr kumimoji="0" lang="es-CO" sz="1800" i="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Poppins"/>
                <a:sym typeface="Poppins"/>
              </a:endParaRPr>
            </a:p>
          </p:txBody>
        </p:sp>
        <p:sp>
          <p:nvSpPr>
            <p:cNvPr id="8" name="Google Shape;1455;p65">
              <a:extLst>
                <a:ext uri="{FF2B5EF4-FFF2-40B4-BE49-F238E27FC236}">
                  <a16:creationId xmlns:a16="http://schemas.microsoft.com/office/drawing/2014/main" id="{FB04B50C-B7DB-4698-39B1-82C8A77ACFB1}"/>
                </a:ext>
              </a:extLst>
            </p:cNvPr>
            <p:cNvSpPr txBox="1">
              <a:spLocks/>
            </p:cNvSpPr>
            <p:nvPr/>
          </p:nvSpPr>
          <p:spPr>
            <a:xfrm>
              <a:off x="4679728" y="1992454"/>
              <a:ext cx="3073800" cy="2897521"/>
            </a:xfrm>
            <a:prstGeom prst="rect">
              <a:avLst/>
            </a:prstGeom>
            <a:ln/>
          </p:spPr>
          <p:style>
            <a:lnRef idx="1">
              <a:schemeClr val="accent6"/>
            </a:lnRef>
            <a:fillRef idx="3">
              <a:schemeClr val="accent6"/>
            </a:fillRef>
            <a:effectRef idx="2">
              <a:schemeClr val="accent6"/>
            </a:effectRef>
            <a:fontRef idx="minor">
              <a:schemeClr val="lt1"/>
            </a:fontRef>
          </p:style>
          <p:txBody>
            <a:bodyPr spcFirstLastPara="1" wrap="square" lIns="972000"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00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0" marR="0" lvl="0" indent="0" algn="l" defTabSz="914400" rtl="0" eaLnBrk="1" fontAlgn="auto" latinLnBrk="0" hangingPunct="1">
                <a:lnSpc>
                  <a:spcPct val="100000"/>
                </a:lnSpc>
                <a:spcBef>
                  <a:spcPts val="0"/>
                </a:spcBef>
                <a:spcAft>
                  <a:spcPts val="0"/>
                </a:spcAft>
                <a:buClr>
                  <a:srgbClr val="745316"/>
                </a:buClr>
                <a:buSzPts val="1400"/>
                <a:buFont typeface="Open Sans"/>
                <a:buNone/>
                <a:tabLst/>
                <a:defRPr/>
              </a:pPr>
              <a:endParaRPr kumimoji="0" lang="en-US" sz="1400" b="0" i="0" u="none" strike="noStrike" kern="0" cap="none" spc="0" normalizeH="0" baseline="0" noProof="0" dirty="0">
                <a:ln>
                  <a:noFill/>
                </a:ln>
                <a:solidFill>
                  <a:srgbClr val="745316"/>
                </a:solidFill>
                <a:effectLst/>
                <a:uLnTx/>
                <a:uFillTx/>
                <a:latin typeface="Open Sans"/>
                <a:ea typeface="Open Sans"/>
                <a:cs typeface="Open Sans"/>
                <a:sym typeface="Open Sans"/>
              </a:endParaRPr>
            </a:p>
          </p:txBody>
        </p:sp>
        <p:sp>
          <p:nvSpPr>
            <p:cNvPr id="9" name="Google Shape;1456;p65">
              <a:extLst>
                <a:ext uri="{FF2B5EF4-FFF2-40B4-BE49-F238E27FC236}">
                  <a16:creationId xmlns:a16="http://schemas.microsoft.com/office/drawing/2014/main" id="{3814E059-E940-2750-9F44-14849AFD3287}"/>
                </a:ext>
              </a:extLst>
            </p:cNvPr>
            <p:cNvSpPr/>
            <p:nvPr/>
          </p:nvSpPr>
          <p:spPr>
            <a:xfrm>
              <a:off x="4905028" y="2159503"/>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ln/>
          </p:spPr>
          <p:style>
            <a:lnRef idx="2">
              <a:schemeClr val="accent6"/>
            </a:lnRef>
            <a:fillRef idx="1">
              <a:schemeClr val="lt1"/>
            </a:fillRef>
            <a:effectRef idx="0">
              <a:schemeClr val="accent6"/>
            </a:effectRef>
            <a:fontRef idx="minor">
              <a:schemeClr val="dk1"/>
            </a:fontRef>
          </p:style>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0" name="Google Shape;1457;p65">
              <a:extLst>
                <a:ext uri="{FF2B5EF4-FFF2-40B4-BE49-F238E27FC236}">
                  <a16:creationId xmlns:a16="http://schemas.microsoft.com/office/drawing/2014/main" id="{0AA5C41E-A8C8-A022-E807-AE14BD868A3B}"/>
                </a:ext>
              </a:extLst>
            </p:cNvPr>
            <p:cNvGrpSpPr/>
            <p:nvPr/>
          </p:nvGrpSpPr>
          <p:grpSpPr>
            <a:xfrm>
              <a:off x="5045848" y="2254051"/>
              <a:ext cx="274351" cy="274399"/>
              <a:chOff x="1492675" y="4992125"/>
              <a:chExt cx="481825" cy="481825"/>
            </a:xfrm>
          </p:grpSpPr>
          <p:sp>
            <p:nvSpPr>
              <p:cNvPr id="57" name="Google Shape;1458;p65">
                <a:extLst>
                  <a:ext uri="{FF2B5EF4-FFF2-40B4-BE49-F238E27FC236}">
                    <a16:creationId xmlns:a16="http://schemas.microsoft.com/office/drawing/2014/main" id="{B53DA573-1095-6678-277F-C83128202765}"/>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59" name="Google Shape;1459;p65">
                <a:extLst>
                  <a:ext uri="{FF2B5EF4-FFF2-40B4-BE49-F238E27FC236}">
                    <a16:creationId xmlns:a16="http://schemas.microsoft.com/office/drawing/2014/main" id="{E80BC621-6194-E808-58C2-EEA04D95D2CB}"/>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11" name="Google Shape;1460;p65">
              <a:extLst>
                <a:ext uri="{FF2B5EF4-FFF2-40B4-BE49-F238E27FC236}">
                  <a16:creationId xmlns:a16="http://schemas.microsoft.com/office/drawing/2014/main" id="{C20F50C3-31D1-2642-F7A2-9A2691828F52}"/>
                </a:ext>
              </a:extLst>
            </p:cNvPr>
            <p:cNvSpPr/>
            <p:nvPr/>
          </p:nvSpPr>
          <p:spPr>
            <a:xfrm rot="10455336">
              <a:off x="4905048" y="2860905"/>
              <a:ext cx="556137" cy="463196"/>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ln/>
          </p:spPr>
          <p:style>
            <a:lnRef idx="2">
              <a:schemeClr val="accent6"/>
            </a:lnRef>
            <a:fillRef idx="1">
              <a:schemeClr val="lt1"/>
            </a:fillRef>
            <a:effectRef idx="0">
              <a:schemeClr val="accent6"/>
            </a:effectRef>
            <a:fontRef idx="minor">
              <a:schemeClr val="dk1"/>
            </a:fontRef>
          </p:style>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2" name="Google Shape;1461;p65">
              <a:extLst>
                <a:ext uri="{FF2B5EF4-FFF2-40B4-BE49-F238E27FC236}">
                  <a16:creationId xmlns:a16="http://schemas.microsoft.com/office/drawing/2014/main" id="{11809830-AF7C-6863-5DF1-2B4C22B6AD14}"/>
                </a:ext>
              </a:extLst>
            </p:cNvPr>
            <p:cNvGrpSpPr/>
            <p:nvPr/>
          </p:nvGrpSpPr>
          <p:grpSpPr>
            <a:xfrm>
              <a:off x="5045848" y="2955438"/>
              <a:ext cx="274351" cy="274399"/>
              <a:chOff x="1492675" y="4992125"/>
              <a:chExt cx="481825" cy="481825"/>
            </a:xfrm>
          </p:grpSpPr>
          <p:sp>
            <p:nvSpPr>
              <p:cNvPr id="53" name="Google Shape;1462;p65">
                <a:extLst>
                  <a:ext uri="{FF2B5EF4-FFF2-40B4-BE49-F238E27FC236}">
                    <a16:creationId xmlns:a16="http://schemas.microsoft.com/office/drawing/2014/main" id="{802E3AF5-B111-743E-A507-887CD840FB23}"/>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56" name="Google Shape;1463;p65">
                <a:extLst>
                  <a:ext uri="{FF2B5EF4-FFF2-40B4-BE49-F238E27FC236}">
                    <a16:creationId xmlns:a16="http://schemas.microsoft.com/office/drawing/2014/main" id="{62D99018-F8D6-00D3-A64B-4CF18F59FB9D}"/>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13" name="Google Shape;1464;p65">
              <a:extLst>
                <a:ext uri="{FF2B5EF4-FFF2-40B4-BE49-F238E27FC236}">
                  <a16:creationId xmlns:a16="http://schemas.microsoft.com/office/drawing/2014/main" id="{40063F01-DD39-AF64-D644-1F2F68AE8023}"/>
                </a:ext>
              </a:extLst>
            </p:cNvPr>
            <p:cNvSpPr/>
            <p:nvPr/>
          </p:nvSpPr>
          <p:spPr>
            <a:xfrm>
              <a:off x="4905028" y="3562278"/>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ln/>
          </p:spPr>
          <p:style>
            <a:lnRef idx="2">
              <a:schemeClr val="accent6"/>
            </a:lnRef>
            <a:fillRef idx="1">
              <a:schemeClr val="lt1"/>
            </a:fillRef>
            <a:effectRef idx="0">
              <a:schemeClr val="accent6"/>
            </a:effectRef>
            <a:fontRef idx="minor">
              <a:schemeClr val="dk1"/>
            </a:fontRef>
          </p:style>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4" name="Google Shape;1465;p65">
              <a:extLst>
                <a:ext uri="{FF2B5EF4-FFF2-40B4-BE49-F238E27FC236}">
                  <a16:creationId xmlns:a16="http://schemas.microsoft.com/office/drawing/2014/main" id="{24524F6C-6AF2-49CB-6DED-E9B2E55A60FB}"/>
                </a:ext>
              </a:extLst>
            </p:cNvPr>
            <p:cNvGrpSpPr/>
            <p:nvPr/>
          </p:nvGrpSpPr>
          <p:grpSpPr>
            <a:xfrm>
              <a:off x="5045848" y="3656826"/>
              <a:ext cx="274351" cy="274399"/>
              <a:chOff x="1492675" y="4992125"/>
              <a:chExt cx="481825" cy="481825"/>
            </a:xfrm>
          </p:grpSpPr>
          <p:sp>
            <p:nvSpPr>
              <p:cNvPr id="51" name="Google Shape;1466;p65">
                <a:extLst>
                  <a:ext uri="{FF2B5EF4-FFF2-40B4-BE49-F238E27FC236}">
                    <a16:creationId xmlns:a16="http://schemas.microsoft.com/office/drawing/2014/main" id="{96F8AF1F-83D1-74FF-D45D-EB685408B613}"/>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52" name="Google Shape;1467;p65">
                <a:extLst>
                  <a:ext uri="{FF2B5EF4-FFF2-40B4-BE49-F238E27FC236}">
                    <a16:creationId xmlns:a16="http://schemas.microsoft.com/office/drawing/2014/main" id="{94220A75-CA7A-BF8A-33CF-0498A19DF674}"/>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15" name="Google Shape;1468;p65">
              <a:extLst>
                <a:ext uri="{FF2B5EF4-FFF2-40B4-BE49-F238E27FC236}">
                  <a16:creationId xmlns:a16="http://schemas.microsoft.com/office/drawing/2014/main" id="{9A6D8764-1FE5-A496-258D-7BAE89FE0EEC}"/>
                </a:ext>
              </a:extLst>
            </p:cNvPr>
            <p:cNvSpPr/>
            <p:nvPr/>
          </p:nvSpPr>
          <p:spPr>
            <a:xfrm>
              <a:off x="1583515" y="2145646"/>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FFE3D4"/>
            </a:solidFill>
            <a:ln>
              <a:noFill/>
            </a:ln>
          </p:spPr>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6" name="Google Shape;1469;p65">
              <a:extLst>
                <a:ext uri="{FF2B5EF4-FFF2-40B4-BE49-F238E27FC236}">
                  <a16:creationId xmlns:a16="http://schemas.microsoft.com/office/drawing/2014/main" id="{61F35DC1-463B-EE38-B341-83D83B46D70B}"/>
                </a:ext>
              </a:extLst>
            </p:cNvPr>
            <p:cNvGrpSpPr/>
            <p:nvPr/>
          </p:nvGrpSpPr>
          <p:grpSpPr>
            <a:xfrm>
              <a:off x="1724335" y="2240194"/>
              <a:ext cx="274351" cy="274399"/>
              <a:chOff x="1492675" y="4992125"/>
              <a:chExt cx="481825" cy="481825"/>
            </a:xfrm>
          </p:grpSpPr>
          <p:sp>
            <p:nvSpPr>
              <p:cNvPr id="49" name="Google Shape;1470;p65">
                <a:extLst>
                  <a:ext uri="{FF2B5EF4-FFF2-40B4-BE49-F238E27FC236}">
                    <a16:creationId xmlns:a16="http://schemas.microsoft.com/office/drawing/2014/main" id="{09F8F8DF-9829-1E37-46AF-B5A933215034}"/>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50" name="Google Shape;1471;p65">
                <a:extLst>
                  <a:ext uri="{FF2B5EF4-FFF2-40B4-BE49-F238E27FC236}">
                    <a16:creationId xmlns:a16="http://schemas.microsoft.com/office/drawing/2014/main" id="{545A8A3A-7115-3CFA-8446-61E114622F68}"/>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17" name="Google Shape;1472;p65">
              <a:extLst>
                <a:ext uri="{FF2B5EF4-FFF2-40B4-BE49-F238E27FC236}">
                  <a16:creationId xmlns:a16="http://schemas.microsoft.com/office/drawing/2014/main" id="{A3985CDF-F572-5CF0-E6BA-61B27A2E5C24}"/>
                </a:ext>
              </a:extLst>
            </p:cNvPr>
            <p:cNvSpPr/>
            <p:nvPr/>
          </p:nvSpPr>
          <p:spPr>
            <a:xfrm rot="10455336">
              <a:off x="1583535" y="2847048"/>
              <a:ext cx="556137" cy="463196"/>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FFE3D4"/>
            </a:solidFill>
            <a:ln>
              <a:noFill/>
            </a:ln>
          </p:spPr>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8" name="Google Shape;1473;p65">
              <a:extLst>
                <a:ext uri="{FF2B5EF4-FFF2-40B4-BE49-F238E27FC236}">
                  <a16:creationId xmlns:a16="http://schemas.microsoft.com/office/drawing/2014/main" id="{106974C7-D6DD-DCC4-EFE0-897F0646C72D}"/>
                </a:ext>
              </a:extLst>
            </p:cNvPr>
            <p:cNvGrpSpPr/>
            <p:nvPr/>
          </p:nvGrpSpPr>
          <p:grpSpPr>
            <a:xfrm>
              <a:off x="1724335" y="2941581"/>
              <a:ext cx="274351" cy="274399"/>
              <a:chOff x="1492675" y="4992125"/>
              <a:chExt cx="481825" cy="481825"/>
            </a:xfrm>
          </p:grpSpPr>
          <p:sp>
            <p:nvSpPr>
              <p:cNvPr id="47" name="Google Shape;1474;p65">
                <a:extLst>
                  <a:ext uri="{FF2B5EF4-FFF2-40B4-BE49-F238E27FC236}">
                    <a16:creationId xmlns:a16="http://schemas.microsoft.com/office/drawing/2014/main" id="{7F2269D3-40FD-FA0F-57D1-E13886AA6192}"/>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48" name="Google Shape;1475;p65">
                <a:extLst>
                  <a:ext uri="{FF2B5EF4-FFF2-40B4-BE49-F238E27FC236}">
                    <a16:creationId xmlns:a16="http://schemas.microsoft.com/office/drawing/2014/main" id="{E2BF090D-B5F9-2439-2639-336D0637DD20}"/>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435D74"/>
                  </a:solidFill>
                  <a:effectLst/>
                  <a:uLnTx/>
                  <a:uFillTx/>
                  <a:latin typeface="Arial"/>
                  <a:cs typeface="Arial"/>
                  <a:sym typeface="Arial"/>
                </a:endParaRPr>
              </a:p>
            </p:txBody>
          </p:sp>
        </p:grpSp>
        <p:sp>
          <p:nvSpPr>
            <p:cNvPr id="19" name="Google Shape;1476;p65">
              <a:extLst>
                <a:ext uri="{FF2B5EF4-FFF2-40B4-BE49-F238E27FC236}">
                  <a16:creationId xmlns:a16="http://schemas.microsoft.com/office/drawing/2014/main" id="{80D68FED-69E3-F3C2-CC1E-3931AAD59B74}"/>
                </a:ext>
              </a:extLst>
            </p:cNvPr>
            <p:cNvSpPr/>
            <p:nvPr/>
          </p:nvSpPr>
          <p:spPr>
            <a:xfrm>
              <a:off x="1583515" y="3548421"/>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FFE3D4"/>
            </a:solidFill>
            <a:ln>
              <a:noFill/>
            </a:ln>
          </p:spPr>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dirty="0">
                <a:ln>
                  <a:noFill/>
                </a:ln>
                <a:solidFill>
                  <a:srgbClr val="000000"/>
                </a:solidFill>
                <a:effectLst/>
                <a:uLnTx/>
                <a:uFillTx/>
                <a:latin typeface="Poppins"/>
                <a:ea typeface="Poppins"/>
                <a:cs typeface="Poppins"/>
                <a:sym typeface="Poppins"/>
              </a:endParaRPr>
            </a:p>
          </p:txBody>
        </p:sp>
        <p:grpSp>
          <p:nvGrpSpPr>
            <p:cNvPr id="20" name="Google Shape;1477;p65">
              <a:extLst>
                <a:ext uri="{FF2B5EF4-FFF2-40B4-BE49-F238E27FC236}">
                  <a16:creationId xmlns:a16="http://schemas.microsoft.com/office/drawing/2014/main" id="{01726A50-9CA0-633E-35C6-277F2A5182ED}"/>
                </a:ext>
              </a:extLst>
            </p:cNvPr>
            <p:cNvGrpSpPr/>
            <p:nvPr/>
          </p:nvGrpSpPr>
          <p:grpSpPr>
            <a:xfrm>
              <a:off x="1724335" y="3642969"/>
              <a:ext cx="274351" cy="274399"/>
              <a:chOff x="1492675" y="4992125"/>
              <a:chExt cx="481825" cy="481825"/>
            </a:xfrm>
          </p:grpSpPr>
          <p:sp>
            <p:nvSpPr>
              <p:cNvPr id="45" name="Google Shape;1478;p65">
                <a:extLst>
                  <a:ext uri="{FF2B5EF4-FFF2-40B4-BE49-F238E27FC236}">
                    <a16:creationId xmlns:a16="http://schemas.microsoft.com/office/drawing/2014/main" id="{B99EF44D-0E8E-5214-DC23-8A05AB151901}"/>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46" name="Google Shape;1479;p65">
                <a:extLst>
                  <a:ext uri="{FF2B5EF4-FFF2-40B4-BE49-F238E27FC236}">
                    <a16:creationId xmlns:a16="http://schemas.microsoft.com/office/drawing/2014/main" id="{F14FC835-13B9-157C-627F-71C657BDA615}"/>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21" name="Google Shape;425;p24">
              <a:extLst>
                <a:ext uri="{FF2B5EF4-FFF2-40B4-BE49-F238E27FC236}">
                  <a16:creationId xmlns:a16="http://schemas.microsoft.com/office/drawing/2014/main" id="{1A50F7C5-94F3-7881-77C6-59199A3B228A}"/>
                </a:ext>
              </a:extLst>
            </p:cNvPr>
            <p:cNvSpPr txBox="1">
              <a:spLocks/>
            </p:cNvSpPr>
            <p:nvPr/>
          </p:nvSpPr>
          <p:spPr>
            <a:xfrm>
              <a:off x="2322482" y="220254"/>
              <a:ext cx="5109475" cy="7608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0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SUSPENSION DEL CONTRATO DE APRENDIZAJE</a:t>
              </a:r>
            </a:p>
          </p:txBody>
        </p:sp>
        <p:sp>
          <p:nvSpPr>
            <p:cNvPr id="22" name="Google Shape;553;p26">
              <a:extLst>
                <a:ext uri="{FF2B5EF4-FFF2-40B4-BE49-F238E27FC236}">
                  <a16:creationId xmlns:a16="http://schemas.microsoft.com/office/drawing/2014/main" id="{D681D25B-305F-55E4-D832-72CDEF1D882F}"/>
                </a:ext>
              </a:extLst>
            </p:cNvPr>
            <p:cNvSpPr txBox="1">
              <a:spLocks/>
            </p:cNvSpPr>
            <p:nvPr/>
          </p:nvSpPr>
          <p:spPr>
            <a:xfrm>
              <a:off x="2107795" y="2072147"/>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CO" b="1" i="0" u="none" strike="noStrike" kern="0" cap="none" spc="0" normalizeH="0" baseline="0" noProof="0" dirty="0">
                  <a:ln>
                    <a:noFill/>
                  </a:ln>
                  <a:solidFill>
                    <a:srgbClr val="000000"/>
                  </a:solidFill>
                  <a:effectLst/>
                  <a:uLnTx/>
                  <a:uFillTx/>
                  <a:latin typeface="Amatic SC"/>
                  <a:sym typeface="Amatic SC"/>
                </a:rPr>
                <a:t>Licencia de maternidad EPS</a:t>
              </a:r>
              <a:r>
                <a:rPr kumimoji="0" lang="es-CO" sz="1600" b="0" i="0" u="none" strike="noStrike" kern="0" cap="none" spc="0" normalizeH="0" baseline="0" noProof="0" dirty="0">
                  <a:ln>
                    <a:noFill/>
                  </a:ln>
                  <a:solidFill>
                    <a:srgbClr val="000000"/>
                  </a:solidFill>
                  <a:effectLst/>
                  <a:uLnTx/>
                  <a:uFillTx/>
                  <a:latin typeface="Amatic SC"/>
                  <a:sym typeface="Amatic SC"/>
                </a:rPr>
                <a:t>.</a:t>
              </a:r>
            </a:p>
          </p:txBody>
        </p:sp>
        <p:sp>
          <p:nvSpPr>
            <p:cNvPr id="23" name="Google Shape;1476;p65">
              <a:extLst>
                <a:ext uri="{FF2B5EF4-FFF2-40B4-BE49-F238E27FC236}">
                  <a16:creationId xmlns:a16="http://schemas.microsoft.com/office/drawing/2014/main" id="{68E9AD9E-E2C5-3819-05CE-2F5FDC7BA122}"/>
                </a:ext>
              </a:extLst>
            </p:cNvPr>
            <p:cNvSpPr/>
            <p:nvPr/>
          </p:nvSpPr>
          <p:spPr>
            <a:xfrm>
              <a:off x="1547438" y="4220916"/>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FFE3D4"/>
            </a:solidFill>
            <a:ln>
              <a:noFill/>
            </a:ln>
          </p:spPr>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24" name="Google Shape;1477;p65">
              <a:extLst>
                <a:ext uri="{FF2B5EF4-FFF2-40B4-BE49-F238E27FC236}">
                  <a16:creationId xmlns:a16="http://schemas.microsoft.com/office/drawing/2014/main" id="{C5FBBEEE-60D5-A12E-F171-74F3E9B6DD51}"/>
                </a:ext>
              </a:extLst>
            </p:cNvPr>
            <p:cNvGrpSpPr/>
            <p:nvPr/>
          </p:nvGrpSpPr>
          <p:grpSpPr>
            <a:xfrm>
              <a:off x="1688258" y="4315464"/>
              <a:ext cx="274351" cy="274399"/>
              <a:chOff x="1492675" y="4992125"/>
              <a:chExt cx="481825" cy="481825"/>
            </a:xfrm>
          </p:grpSpPr>
          <p:sp>
            <p:nvSpPr>
              <p:cNvPr id="43" name="Google Shape;1478;p65">
                <a:extLst>
                  <a:ext uri="{FF2B5EF4-FFF2-40B4-BE49-F238E27FC236}">
                    <a16:creationId xmlns:a16="http://schemas.microsoft.com/office/drawing/2014/main" id="{EC1BFF49-8E17-2A89-FA60-F48EC798BC01}"/>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44" name="Google Shape;1479;p65">
                <a:extLst>
                  <a:ext uri="{FF2B5EF4-FFF2-40B4-BE49-F238E27FC236}">
                    <a16:creationId xmlns:a16="http://schemas.microsoft.com/office/drawing/2014/main" id="{A8C33C02-35D2-17E8-A2D7-2745593DAA90}"/>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25" name="Google Shape;553;p26">
              <a:extLst>
                <a:ext uri="{FF2B5EF4-FFF2-40B4-BE49-F238E27FC236}">
                  <a16:creationId xmlns:a16="http://schemas.microsoft.com/office/drawing/2014/main" id="{3FA887E1-D6EC-FB64-99B8-1FDFA0EED701}"/>
                </a:ext>
              </a:extLst>
            </p:cNvPr>
            <p:cNvSpPr txBox="1">
              <a:spLocks/>
            </p:cNvSpPr>
            <p:nvPr/>
          </p:nvSpPr>
          <p:spPr>
            <a:xfrm>
              <a:off x="2107795" y="2797308"/>
              <a:ext cx="2264270"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rgbClr val="000000"/>
                  </a:solidFill>
                  <a:effectLst/>
                  <a:uLnTx/>
                  <a:uFillTx/>
                  <a:latin typeface="Amatic SC"/>
                  <a:sym typeface="Amatic SC"/>
                </a:rPr>
                <a:t>Vacaciones por parte del empleador</a:t>
              </a:r>
              <a:r>
                <a:rPr kumimoji="0" lang="es-ES" sz="1600" b="0" i="0" u="none" strike="noStrike" kern="0" cap="none" spc="0" normalizeH="0" baseline="0" noProof="0" dirty="0">
                  <a:ln>
                    <a:noFill/>
                  </a:ln>
                  <a:solidFill>
                    <a:srgbClr val="000000"/>
                  </a:solidFill>
                  <a:effectLst/>
                  <a:uLnTx/>
                  <a:uFillTx/>
                  <a:latin typeface="Amatic SC"/>
                  <a:sym typeface="Amatic SC"/>
                </a:rPr>
                <a:t>.</a:t>
              </a:r>
            </a:p>
          </p:txBody>
        </p:sp>
        <p:sp>
          <p:nvSpPr>
            <p:cNvPr id="26" name="Google Shape;553;p26">
              <a:extLst>
                <a:ext uri="{FF2B5EF4-FFF2-40B4-BE49-F238E27FC236}">
                  <a16:creationId xmlns:a16="http://schemas.microsoft.com/office/drawing/2014/main" id="{59E0C6F5-0EBF-6ECB-458E-CC40C752AA46}"/>
                </a:ext>
              </a:extLst>
            </p:cNvPr>
            <p:cNvSpPr txBox="1">
              <a:spLocks/>
            </p:cNvSpPr>
            <p:nvPr/>
          </p:nvSpPr>
          <p:spPr>
            <a:xfrm>
              <a:off x="2106937" y="3574426"/>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CO" b="1" i="0" u="none" strike="noStrike" kern="0" cap="none" spc="0" normalizeH="0" baseline="0" noProof="0" dirty="0">
                  <a:ln>
                    <a:noFill/>
                  </a:ln>
                  <a:solidFill>
                    <a:schemeClr val="tx1"/>
                  </a:solidFill>
                  <a:effectLst/>
                  <a:uLnTx/>
                  <a:uFillTx/>
                  <a:latin typeface="Amatic SC"/>
                  <a:sym typeface="Amatic SC"/>
                </a:rPr>
                <a:t>Incapacidad medica EPS</a:t>
              </a:r>
              <a:r>
                <a:rPr kumimoji="0" lang="es-CO" sz="1600" b="0" i="0" u="none" strike="noStrike" kern="0" cap="none" spc="0" normalizeH="0" baseline="0" noProof="0" dirty="0">
                  <a:ln>
                    <a:noFill/>
                  </a:ln>
                  <a:solidFill>
                    <a:srgbClr val="000000"/>
                  </a:solidFill>
                  <a:effectLst/>
                  <a:uLnTx/>
                  <a:uFillTx/>
                  <a:latin typeface="Amatic SC"/>
                  <a:sym typeface="Amatic SC"/>
                </a:rPr>
                <a:t>.</a:t>
              </a:r>
            </a:p>
          </p:txBody>
        </p:sp>
        <p:sp>
          <p:nvSpPr>
            <p:cNvPr id="27" name="Google Shape;553;p26">
              <a:extLst>
                <a:ext uri="{FF2B5EF4-FFF2-40B4-BE49-F238E27FC236}">
                  <a16:creationId xmlns:a16="http://schemas.microsoft.com/office/drawing/2014/main" id="{10627F7F-8604-BD78-397F-83DAC0C012BC}"/>
                </a:ext>
              </a:extLst>
            </p:cNvPr>
            <p:cNvSpPr txBox="1">
              <a:spLocks/>
            </p:cNvSpPr>
            <p:nvPr/>
          </p:nvSpPr>
          <p:spPr>
            <a:xfrm>
              <a:off x="2092830" y="4144771"/>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CO" b="1" i="0" u="none" strike="noStrike" kern="0" cap="none" spc="0" normalizeH="0" baseline="0" noProof="0" dirty="0">
                  <a:ln>
                    <a:noFill/>
                  </a:ln>
                  <a:solidFill>
                    <a:srgbClr val="000000"/>
                  </a:solidFill>
                  <a:effectLst/>
                  <a:uLnTx/>
                  <a:uFillTx/>
                  <a:latin typeface="Amatic SC"/>
                  <a:sym typeface="Amatic SC"/>
                </a:rPr>
                <a:t>Caso fortuito fuerza. mayor</a:t>
              </a:r>
            </a:p>
          </p:txBody>
        </p:sp>
        <p:sp>
          <p:nvSpPr>
            <p:cNvPr id="28" name="Google Shape;1464;p65">
              <a:extLst>
                <a:ext uri="{FF2B5EF4-FFF2-40B4-BE49-F238E27FC236}">
                  <a16:creationId xmlns:a16="http://schemas.microsoft.com/office/drawing/2014/main" id="{BD3D2332-365C-FE67-687A-278489954749}"/>
                </a:ext>
              </a:extLst>
            </p:cNvPr>
            <p:cNvSpPr/>
            <p:nvPr/>
          </p:nvSpPr>
          <p:spPr>
            <a:xfrm>
              <a:off x="4892197" y="4177889"/>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ln/>
          </p:spPr>
          <p:style>
            <a:lnRef idx="2">
              <a:schemeClr val="accent6"/>
            </a:lnRef>
            <a:fillRef idx="1">
              <a:schemeClr val="lt1"/>
            </a:fillRef>
            <a:effectRef idx="0">
              <a:schemeClr val="accent6"/>
            </a:effectRef>
            <a:fontRef idx="minor">
              <a:schemeClr val="dk1"/>
            </a:fontRef>
          </p:style>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29" name="Google Shape;1465;p65">
              <a:extLst>
                <a:ext uri="{FF2B5EF4-FFF2-40B4-BE49-F238E27FC236}">
                  <a16:creationId xmlns:a16="http://schemas.microsoft.com/office/drawing/2014/main" id="{7C6B53BD-84BF-183D-7507-438D44057489}"/>
                </a:ext>
              </a:extLst>
            </p:cNvPr>
            <p:cNvGrpSpPr/>
            <p:nvPr/>
          </p:nvGrpSpPr>
          <p:grpSpPr>
            <a:xfrm>
              <a:off x="5033017" y="4272437"/>
              <a:ext cx="274351" cy="274399"/>
              <a:chOff x="1492675" y="4992125"/>
              <a:chExt cx="481825" cy="481825"/>
            </a:xfrm>
          </p:grpSpPr>
          <p:sp>
            <p:nvSpPr>
              <p:cNvPr id="41" name="Google Shape;1466;p65">
                <a:extLst>
                  <a:ext uri="{FF2B5EF4-FFF2-40B4-BE49-F238E27FC236}">
                    <a16:creationId xmlns:a16="http://schemas.microsoft.com/office/drawing/2014/main" id="{163B8B9E-01DE-AF42-096B-068DC7D40606}"/>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42" name="Google Shape;1467;p65">
                <a:extLst>
                  <a:ext uri="{FF2B5EF4-FFF2-40B4-BE49-F238E27FC236}">
                    <a16:creationId xmlns:a16="http://schemas.microsoft.com/office/drawing/2014/main" id="{40B831C6-64B7-7D32-78AD-B1ADA11E0E20}"/>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30" name="Google Shape;553;p26">
              <a:extLst>
                <a:ext uri="{FF2B5EF4-FFF2-40B4-BE49-F238E27FC236}">
                  <a16:creationId xmlns:a16="http://schemas.microsoft.com/office/drawing/2014/main" id="{F122B228-2B95-75FD-E75A-55E1C6B31CEA}"/>
                </a:ext>
              </a:extLst>
            </p:cNvPr>
            <p:cNvSpPr txBox="1">
              <a:spLocks/>
            </p:cNvSpPr>
            <p:nvPr/>
          </p:nvSpPr>
          <p:spPr>
            <a:xfrm>
              <a:off x="5434401" y="2099785"/>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chemeClr val="tx1"/>
                  </a:solidFill>
                  <a:effectLst/>
                  <a:uLnTx/>
                  <a:uFillTx/>
                  <a:latin typeface="Amatic SC"/>
                  <a:sym typeface="Amatic SC"/>
                </a:rPr>
                <a:t>Interrupción de la ejecución del contrato</a:t>
              </a:r>
              <a:r>
                <a:rPr kumimoji="0" lang="es-ES" sz="1400" b="0" i="0" u="none" strike="noStrike" kern="0" cap="none" spc="0" normalizeH="0" baseline="0" noProof="0" dirty="0">
                  <a:ln>
                    <a:noFill/>
                  </a:ln>
                  <a:solidFill>
                    <a:srgbClr val="000000"/>
                  </a:solidFill>
                  <a:effectLst/>
                  <a:uLnTx/>
                  <a:uFillTx/>
                  <a:latin typeface="Amatic SC"/>
                  <a:sym typeface="Amatic SC"/>
                </a:rPr>
                <a:t>.</a:t>
              </a:r>
            </a:p>
          </p:txBody>
        </p:sp>
        <p:sp>
          <p:nvSpPr>
            <p:cNvPr id="31" name="Google Shape;553;p26">
              <a:extLst>
                <a:ext uri="{FF2B5EF4-FFF2-40B4-BE49-F238E27FC236}">
                  <a16:creationId xmlns:a16="http://schemas.microsoft.com/office/drawing/2014/main" id="{13258A15-35FF-C866-BA3A-19DC50B634FB}"/>
                </a:ext>
              </a:extLst>
            </p:cNvPr>
            <p:cNvSpPr txBox="1">
              <a:spLocks/>
            </p:cNvSpPr>
            <p:nvPr/>
          </p:nvSpPr>
          <p:spPr>
            <a:xfrm>
              <a:off x="5403872" y="2823109"/>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rgbClr val="000000"/>
                  </a:solidFill>
                  <a:effectLst/>
                  <a:uLnTx/>
                  <a:uFillTx/>
                  <a:latin typeface="Amatic SC"/>
                  <a:sym typeface="Amatic SC"/>
                </a:rPr>
                <a:t>Suspensión del pago de apoyo de sostenimiento.</a:t>
              </a:r>
            </a:p>
          </p:txBody>
        </p:sp>
        <p:sp>
          <p:nvSpPr>
            <p:cNvPr id="32" name="Google Shape;553;p26">
              <a:extLst>
                <a:ext uri="{FF2B5EF4-FFF2-40B4-BE49-F238E27FC236}">
                  <a16:creationId xmlns:a16="http://schemas.microsoft.com/office/drawing/2014/main" id="{6F8D3D33-6609-3A96-F87C-411109C5E59B}"/>
                </a:ext>
              </a:extLst>
            </p:cNvPr>
            <p:cNvSpPr txBox="1">
              <a:spLocks/>
            </p:cNvSpPr>
            <p:nvPr/>
          </p:nvSpPr>
          <p:spPr>
            <a:xfrm>
              <a:off x="5416737" y="3488270"/>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rgbClr val="000000"/>
                  </a:solidFill>
                  <a:effectLst/>
                  <a:uLnTx/>
                  <a:uFillTx/>
                  <a:latin typeface="Amatic SC"/>
                  <a:sym typeface="Amatic SC"/>
                </a:rPr>
                <a:t>El empleador continúa cancelando aportes a EPS.</a:t>
              </a:r>
            </a:p>
          </p:txBody>
        </p:sp>
        <p:sp>
          <p:nvSpPr>
            <p:cNvPr id="33" name="Google Shape;553;p26">
              <a:extLst>
                <a:ext uri="{FF2B5EF4-FFF2-40B4-BE49-F238E27FC236}">
                  <a16:creationId xmlns:a16="http://schemas.microsoft.com/office/drawing/2014/main" id="{24057238-154F-FE22-13BD-57EFBB4E6FF7}"/>
                </a:ext>
              </a:extLst>
            </p:cNvPr>
            <p:cNvSpPr txBox="1">
              <a:spLocks/>
            </p:cNvSpPr>
            <p:nvPr/>
          </p:nvSpPr>
          <p:spPr>
            <a:xfrm>
              <a:off x="5448189" y="4122157"/>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rgbClr val="000000"/>
                  </a:solidFill>
                  <a:effectLst/>
                  <a:uLnTx/>
                  <a:uFillTx/>
                  <a:latin typeface="Amatic SC"/>
                  <a:sym typeface="Amatic SC"/>
                </a:rPr>
                <a:t>El empresario no esta obligado a contratar otro aprendiz.</a:t>
              </a:r>
            </a:p>
          </p:txBody>
        </p:sp>
        <p:sp>
          <p:nvSpPr>
            <p:cNvPr id="34" name="Google Shape;447;p25">
              <a:extLst>
                <a:ext uri="{FF2B5EF4-FFF2-40B4-BE49-F238E27FC236}">
                  <a16:creationId xmlns:a16="http://schemas.microsoft.com/office/drawing/2014/main" id="{05B0E75E-4CDC-E264-660C-227ADD690350}"/>
                </a:ext>
              </a:extLst>
            </p:cNvPr>
            <p:cNvSpPr/>
            <p:nvPr/>
          </p:nvSpPr>
          <p:spPr>
            <a:xfrm>
              <a:off x="7606207" y="4690346"/>
              <a:ext cx="1135097" cy="202701"/>
            </a:xfrm>
            <a:prstGeom prst="ellipse">
              <a:avLst/>
            </a:prstGeom>
            <a:solidFill>
              <a:srgbClr val="E4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280;p21">
              <a:extLst>
                <a:ext uri="{FF2B5EF4-FFF2-40B4-BE49-F238E27FC236}">
                  <a16:creationId xmlns:a16="http://schemas.microsoft.com/office/drawing/2014/main" id="{B8E397E5-98E2-FD03-3CE6-2D42FCF88FDC}"/>
                </a:ext>
              </a:extLst>
            </p:cNvPr>
            <p:cNvGrpSpPr/>
            <p:nvPr/>
          </p:nvGrpSpPr>
          <p:grpSpPr>
            <a:xfrm>
              <a:off x="7810651" y="3089006"/>
              <a:ext cx="856133" cy="1691013"/>
              <a:chOff x="5413625" y="1307575"/>
              <a:chExt cx="802600" cy="1585275"/>
            </a:xfrm>
          </p:grpSpPr>
          <p:sp>
            <p:nvSpPr>
              <p:cNvPr id="36" name="Google Shape;281;p21">
                <a:extLst>
                  <a:ext uri="{FF2B5EF4-FFF2-40B4-BE49-F238E27FC236}">
                    <a16:creationId xmlns:a16="http://schemas.microsoft.com/office/drawing/2014/main" id="{155ADDF8-DF6F-11CF-D39C-C4E90EB3B63F}"/>
                  </a:ext>
                </a:extLst>
              </p:cNvPr>
              <p:cNvSpPr/>
              <p:nvPr/>
            </p:nvSpPr>
            <p:spPr>
              <a:xfrm>
                <a:off x="5849150" y="1733200"/>
                <a:ext cx="367075" cy="305400"/>
              </a:xfrm>
              <a:custGeom>
                <a:avLst/>
                <a:gdLst/>
                <a:ahLst/>
                <a:cxnLst/>
                <a:rect l="l" t="t" r="r" b="b"/>
                <a:pathLst>
                  <a:path w="14683" h="12216" extrusionOk="0">
                    <a:moveTo>
                      <a:pt x="10353" y="0"/>
                    </a:moveTo>
                    <a:cubicBezTo>
                      <a:pt x="8034" y="0"/>
                      <a:pt x="5709" y="793"/>
                      <a:pt x="3919" y="2271"/>
                    </a:cubicBezTo>
                    <a:cubicBezTo>
                      <a:pt x="1390" y="4359"/>
                      <a:pt x="0" y="7750"/>
                      <a:pt x="338" y="11012"/>
                    </a:cubicBezTo>
                    <a:lnTo>
                      <a:pt x="564" y="11296"/>
                    </a:lnTo>
                    <a:cubicBezTo>
                      <a:pt x="1654" y="11927"/>
                      <a:pt x="2886" y="12215"/>
                      <a:pt x="4136" y="12215"/>
                    </a:cubicBezTo>
                    <a:cubicBezTo>
                      <a:pt x="6043" y="12215"/>
                      <a:pt x="7990" y="11545"/>
                      <a:pt x="9533" y="10400"/>
                    </a:cubicBezTo>
                    <a:cubicBezTo>
                      <a:pt x="12089" y="8505"/>
                      <a:pt x="13660" y="5529"/>
                      <a:pt x="14527" y="2468"/>
                    </a:cubicBezTo>
                    <a:cubicBezTo>
                      <a:pt x="14608" y="2185"/>
                      <a:pt x="14682" y="1890"/>
                      <a:pt x="14628" y="1602"/>
                    </a:cubicBezTo>
                    <a:cubicBezTo>
                      <a:pt x="14507" y="955"/>
                      <a:pt x="13810" y="603"/>
                      <a:pt x="13180" y="412"/>
                    </a:cubicBezTo>
                    <a:cubicBezTo>
                      <a:pt x="12264" y="135"/>
                      <a:pt x="11309" y="0"/>
                      <a:pt x="10353"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282;p21">
                <a:extLst>
                  <a:ext uri="{FF2B5EF4-FFF2-40B4-BE49-F238E27FC236}">
                    <a16:creationId xmlns:a16="http://schemas.microsoft.com/office/drawing/2014/main" id="{CB03CAC8-7F00-D729-EE40-1E277315C57D}"/>
                  </a:ext>
                </a:extLst>
              </p:cNvPr>
              <p:cNvSpPr/>
              <p:nvPr/>
            </p:nvSpPr>
            <p:spPr>
              <a:xfrm>
                <a:off x="5428800" y="1307575"/>
                <a:ext cx="447500" cy="661900"/>
              </a:xfrm>
              <a:custGeom>
                <a:avLst/>
                <a:gdLst/>
                <a:ahLst/>
                <a:cxnLst/>
                <a:rect l="l" t="t" r="r" b="b"/>
                <a:pathLst>
                  <a:path w="17900" h="26476" extrusionOk="0">
                    <a:moveTo>
                      <a:pt x="6671" y="1"/>
                    </a:moveTo>
                    <a:cubicBezTo>
                      <a:pt x="5791" y="1"/>
                      <a:pt x="4991" y="709"/>
                      <a:pt x="4408" y="1417"/>
                    </a:cubicBezTo>
                    <a:cubicBezTo>
                      <a:pt x="1129" y="5399"/>
                      <a:pt x="0" y="11051"/>
                      <a:pt x="1498" y="15985"/>
                    </a:cubicBezTo>
                    <a:cubicBezTo>
                      <a:pt x="2995" y="20920"/>
                      <a:pt x="7077" y="24991"/>
                      <a:pt x="12016" y="26476"/>
                    </a:cubicBezTo>
                    <a:lnTo>
                      <a:pt x="12567" y="26319"/>
                    </a:lnTo>
                    <a:cubicBezTo>
                      <a:pt x="16549" y="23289"/>
                      <a:pt x="17899" y="17613"/>
                      <a:pt x="16696" y="12757"/>
                    </a:cubicBezTo>
                    <a:cubicBezTo>
                      <a:pt x="15491" y="7900"/>
                      <a:pt x="12125" y="3819"/>
                      <a:pt x="8205" y="707"/>
                    </a:cubicBezTo>
                    <a:cubicBezTo>
                      <a:pt x="7845" y="420"/>
                      <a:pt x="7462" y="133"/>
                      <a:pt x="7010" y="37"/>
                    </a:cubicBezTo>
                    <a:cubicBezTo>
                      <a:pt x="6896" y="12"/>
                      <a:pt x="6783" y="1"/>
                      <a:pt x="6671"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283;p21">
                <a:extLst>
                  <a:ext uri="{FF2B5EF4-FFF2-40B4-BE49-F238E27FC236}">
                    <a16:creationId xmlns:a16="http://schemas.microsoft.com/office/drawing/2014/main" id="{1873D121-A1F1-6131-4DD8-967B1C012C1F}"/>
                  </a:ext>
                </a:extLst>
              </p:cNvPr>
              <p:cNvSpPr/>
              <p:nvPr/>
            </p:nvSpPr>
            <p:spPr>
              <a:xfrm>
                <a:off x="5648500" y="1603550"/>
                <a:ext cx="146450" cy="691300"/>
              </a:xfrm>
              <a:custGeom>
                <a:avLst/>
                <a:gdLst/>
                <a:ahLst/>
                <a:cxnLst/>
                <a:rect l="l" t="t" r="r" b="b"/>
                <a:pathLst>
                  <a:path w="5858" h="27652" extrusionOk="0">
                    <a:moveTo>
                      <a:pt x="212" y="0"/>
                    </a:moveTo>
                    <a:cubicBezTo>
                      <a:pt x="110" y="0"/>
                      <a:pt x="0" y="86"/>
                      <a:pt x="28" y="218"/>
                    </a:cubicBezTo>
                    <a:cubicBezTo>
                      <a:pt x="1950" y="9246"/>
                      <a:pt x="3295" y="18396"/>
                      <a:pt x="5212" y="27430"/>
                    </a:cubicBezTo>
                    <a:cubicBezTo>
                      <a:pt x="5245" y="27585"/>
                      <a:pt x="5359" y="27652"/>
                      <a:pt x="5480" y="27652"/>
                    </a:cubicBezTo>
                    <a:cubicBezTo>
                      <a:pt x="5662" y="27652"/>
                      <a:pt x="5858" y="27499"/>
                      <a:pt x="5808" y="27265"/>
                    </a:cubicBezTo>
                    <a:cubicBezTo>
                      <a:pt x="3881" y="18242"/>
                      <a:pt x="2284" y="9151"/>
                      <a:pt x="362" y="125"/>
                    </a:cubicBezTo>
                    <a:cubicBezTo>
                      <a:pt x="344" y="38"/>
                      <a:pt x="279" y="0"/>
                      <a:pt x="21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284;p21">
                <a:extLst>
                  <a:ext uri="{FF2B5EF4-FFF2-40B4-BE49-F238E27FC236}">
                    <a16:creationId xmlns:a16="http://schemas.microsoft.com/office/drawing/2014/main" id="{4EA17B5A-14B3-88DD-1159-F96758ADEF2F}"/>
                  </a:ext>
                </a:extLst>
              </p:cNvPr>
              <p:cNvSpPr/>
              <p:nvPr/>
            </p:nvSpPr>
            <p:spPr>
              <a:xfrm>
                <a:off x="5413625" y="2238250"/>
                <a:ext cx="685125" cy="654600"/>
              </a:xfrm>
              <a:custGeom>
                <a:avLst/>
                <a:gdLst/>
                <a:ahLst/>
                <a:cxnLst/>
                <a:rect l="l" t="t" r="r" b="b"/>
                <a:pathLst>
                  <a:path w="27405" h="26184" extrusionOk="0">
                    <a:moveTo>
                      <a:pt x="1" y="0"/>
                    </a:moveTo>
                    <a:lnTo>
                      <a:pt x="1" y="26043"/>
                    </a:lnTo>
                    <a:cubicBezTo>
                      <a:pt x="1" y="26120"/>
                      <a:pt x="64" y="26183"/>
                      <a:pt x="141" y="26183"/>
                    </a:cubicBezTo>
                    <a:lnTo>
                      <a:pt x="27263" y="26183"/>
                    </a:lnTo>
                    <a:cubicBezTo>
                      <a:pt x="27341" y="26183"/>
                      <a:pt x="27404" y="26120"/>
                      <a:pt x="27404" y="26043"/>
                    </a:cubicBezTo>
                    <a:lnTo>
                      <a:pt x="27404" y="0"/>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285;p21">
                <a:extLst>
                  <a:ext uri="{FF2B5EF4-FFF2-40B4-BE49-F238E27FC236}">
                    <a16:creationId xmlns:a16="http://schemas.microsoft.com/office/drawing/2014/main" id="{C1CB4BC4-79A1-2E30-2259-84B0181C896B}"/>
                  </a:ext>
                </a:extLst>
              </p:cNvPr>
              <p:cNvSpPr/>
              <p:nvPr/>
            </p:nvSpPr>
            <p:spPr>
              <a:xfrm>
                <a:off x="5754025" y="1856100"/>
                <a:ext cx="269675" cy="278025"/>
              </a:xfrm>
              <a:custGeom>
                <a:avLst/>
                <a:gdLst/>
                <a:ahLst/>
                <a:cxnLst/>
                <a:rect l="l" t="t" r="r" b="b"/>
                <a:pathLst>
                  <a:path w="10787" h="11121" extrusionOk="0">
                    <a:moveTo>
                      <a:pt x="10379" y="1"/>
                    </a:moveTo>
                    <a:cubicBezTo>
                      <a:pt x="10312" y="1"/>
                      <a:pt x="10243" y="29"/>
                      <a:pt x="10183" y="97"/>
                    </a:cubicBezTo>
                    <a:cubicBezTo>
                      <a:pt x="6970" y="3745"/>
                      <a:pt x="2770" y="6898"/>
                      <a:pt x="61" y="10943"/>
                    </a:cubicBezTo>
                    <a:cubicBezTo>
                      <a:pt x="1" y="11032"/>
                      <a:pt x="84" y="11121"/>
                      <a:pt x="170" y="11121"/>
                    </a:cubicBezTo>
                    <a:cubicBezTo>
                      <a:pt x="198" y="11121"/>
                      <a:pt x="226" y="11111"/>
                      <a:pt x="250" y="11090"/>
                    </a:cubicBezTo>
                    <a:lnTo>
                      <a:pt x="250" y="11089"/>
                    </a:lnTo>
                    <a:cubicBezTo>
                      <a:pt x="3840" y="7820"/>
                      <a:pt x="7472" y="4229"/>
                      <a:pt x="10602" y="516"/>
                    </a:cubicBezTo>
                    <a:cubicBezTo>
                      <a:pt x="10787" y="296"/>
                      <a:pt x="10594" y="1"/>
                      <a:pt x="10379"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4207297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0B58BAD-A4C1-B9E0-87B1-003AB4DEA44F}"/>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677BF0E6-EE77-7508-84F6-B9F099CEF0C1}"/>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916292C7-7E07-E86B-8FBA-950A2DC77D61}"/>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EB4A70A6-474A-8DE3-6F5F-EA63529502A3}"/>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74EF6CDE-0A35-7804-53A3-517CC3194C29}"/>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AD46249E-1173-7827-57AF-78EE64E52A6E}"/>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A1369F27-ADB5-A4E3-5FB3-B4E112612875}"/>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090E4CA0-4F2E-E4B6-0C24-F4B46DB48167}"/>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2DD7B486-CD64-BA0B-F186-1E3863682816}"/>
              </a:ext>
            </a:extLst>
          </p:cNvPr>
          <p:cNvGrpSpPr/>
          <p:nvPr/>
        </p:nvGrpSpPr>
        <p:grpSpPr>
          <a:xfrm>
            <a:off x="159922" y="79379"/>
            <a:ext cx="12258207" cy="6778621"/>
            <a:chOff x="-14288" y="34995"/>
            <a:chExt cx="9256709" cy="5237107"/>
          </a:xfrm>
        </p:grpSpPr>
        <p:sp>
          <p:nvSpPr>
            <p:cNvPr id="3" name="Google Shape;422;p24">
              <a:extLst>
                <a:ext uri="{FF2B5EF4-FFF2-40B4-BE49-F238E27FC236}">
                  <a16:creationId xmlns:a16="http://schemas.microsoft.com/office/drawing/2014/main" id="{1D588BD9-DCD5-F026-4442-4CDE31DB8304}"/>
                </a:ext>
              </a:extLst>
            </p:cNvPr>
            <p:cNvSpPr/>
            <p:nvPr/>
          </p:nvSpPr>
          <p:spPr>
            <a:xfrm>
              <a:off x="232553" y="1204163"/>
              <a:ext cx="8678894" cy="2938822"/>
            </a:xfrm>
            <a:prstGeom prst="rect">
              <a:avLst/>
            </a:prstGeom>
            <a:solidFill>
              <a:schemeClr val="accent6">
                <a:lumMod val="20000"/>
                <a:lumOff val="80000"/>
              </a:schemeClr>
            </a:solidFill>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4" name="Google Shape;425;p24">
              <a:extLst>
                <a:ext uri="{FF2B5EF4-FFF2-40B4-BE49-F238E27FC236}">
                  <a16:creationId xmlns:a16="http://schemas.microsoft.com/office/drawing/2014/main" id="{4BB85243-69EA-9252-63EB-2C87B4CA4DC7}"/>
                </a:ext>
              </a:extLst>
            </p:cNvPr>
            <p:cNvSpPr txBox="1">
              <a:spLocks/>
            </p:cNvSpPr>
            <p:nvPr/>
          </p:nvSpPr>
          <p:spPr>
            <a:xfrm>
              <a:off x="2261009" y="220742"/>
              <a:ext cx="5023770"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36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TERMINACION DEL CONTRATO DE APRENDIZAJE</a:t>
              </a:r>
            </a:p>
          </p:txBody>
        </p:sp>
        <p:grpSp>
          <p:nvGrpSpPr>
            <p:cNvPr id="5" name="Google Shape;1558;p68">
              <a:extLst>
                <a:ext uri="{FF2B5EF4-FFF2-40B4-BE49-F238E27FC236}">
                  <a16:creationId xmlns:a16="http://schemas.microsoft.com/office/drawing/2014/main" id="{928A801E-925F-13F7-7BCA-A56B6F58E2C5}"/>
                </a:ext>
              </a:extLst>
            </p:cNvPr>
            <p:cNvGrpSpPr/>
            <p:nvPr/>
          </p:nvGrpSpPr>
          <p:grpSpPr>
            <a:xfrm rot="1439809">
              <a:off x="991709" y="34995"/>
              <a:ext cx="512392" cy="588063"/>
              <a:chOff x="5831400" y="481209"/>
              <a:chExt cx="512374" cy="588043"/>
            </a:xfrm>
          </p:grpSpPr>
          <p:sp>
            <p:nvSpPr>
              <p:cNvPr id="207" name="Google Shape;1559;p68">
                <a:extLst>
                  <a:ext uri="{FF2B5EF4-FFF2-40B4-BE49-F238E27FC236}">
                    <a16:creationId xmlns:a16="http://schemas.microsoft.com/office/drawing/2014/main" id="{EA07E75D-C497-70D1-D8E0-CF918533B21A}"/>
                  </a:ext>
                </a:extLst>
              </p:cNvPr>
              <p:cNvSpPr/>
              <p:nvPr/>
            </p:nvSpPr>
            <p:spPr>
              <a:xfrm>
                <a:off x="5831400" y="649419"/>
                <a:ext cx="138104" cy="173764"/>
              </a:xfrm>
              <a:custGeom>
                <a:avLst/>
                <a:gdLst/>
                <a:ahLst/>
                <a:cxnLst/>
                <a:rect l="l" t="t" r="r" b="b"/>
                <a:pathLst>
                  <a:path w="4477" h="5633" extrusionOk="0">
                    <a:moveTo>
                      <a:pt x="2310" y="0"/>
                    </a:moveTo>
                    <a:cubicBezTo>
                      <a:pt x="1250" y="489"/>
                      <a:pt x="453" y="2917"/>
                      <a:pt x="0" y="4013"/>
                    </a:cubicBezTo>
                    <a:cubicBezTo>
                      <a:pt x="536" y="4608"/>
                      <a:pt x="1191" y="5168"/>
                      <a:pt x="1810" y="5632"/>
                    </a:cubicBezTo>
                    <a:cubicBezTo>
                      <a:pt x="2667" y="4299"/>
                      <a:pt x="3513" y="3144"/>
                      <a:pt x="4477" y="1953"/>
                    </a:cubicBezTo>
                    <a:cubicBezTo>
                      <a:pt x="3858" y="1203"/>
                      <a:pt x="3096" y="548"/>
                      <a:pt x="2310"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1560;p68">
                <a:extLst>
                  <a:ext uri="{FF2B5EF4-FFF2-40B4-BE49-F238E27FC236}">
                    <a16:creationId xmlns:a16="http://schemas.microsoft.com/office/drawing/2014/main" id="{6BAF4485-6AC3-2E08-2FF7-98BBCD71F168}"/>
                  </a:ext>
                </a:extLst>
              </p:cNvPr>
              <p:cNvSpPr/>
              <p:nvPr/>
            </p:nvSpPr>
            <p:spPr>
              <a:xfrm>
                <a:off x="5993348" y="693130"/>
                <a:ext cx="138135" cy="173363"/>
              </a:xfrm>
              <a:custGeom>
                <a:avLst/>
                <a:gdLst/>
                <a:ahLst/>
                <a:cxnLst/>
                <a:rect l="l" t="t" r="r" b="b"/>
                <a:pathLst>
                  <a:path w="4478" h="5620" extrusionOk="0">
                    <a:moveTo>
                      <a:pt x="2311" y="0"/>
                    </a:moveTo>
                    <a:cubicBezTo>
                      <a:pt x="1251" y="476"/>
                      <a:pt x="453" y="2893"/>
                      <a:pt x="1" y="4013"/>
                    </a:cubicBezTo>
                    <a:cubicBezTo>
                      <a:pt x="537" y="4608"/>
                      <a:pt x="1191" y="5168"/>
                      <a:pt x="1822" y="5620"/>
                    </a:cubicBezTo>
                    <a:cubicBezTo>
                      <a:pt x="2668" y="4298"/>
                      <a:pt x="3513" y="3143"/>
                      <a:pt x="4478" y="1953"/>
                    </a:cubicBezTo>
                    <a:cubicBezTo>
                      <a:pt x="3858" y="1203"/>
                      <a:pt x="3096" y="548"/>
                      <a:pt x="2311"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1561;p68">
                <a:extLst>
                  <a:ext uri="{FF2B5EF4-FFF2-40B4-BE49-F238E27FC236}">
                    <a16:creationId xmlns:a16="http://schemas.microsoft.com/office/drawing/2014/main" id="{8CE0953A-8E33-24DB-21AF-0843F5020E0B}"/>
                  </a:ext>
                </a:extLst>
              </p:cNvPr>
              <p:cNvSpPr/>
              <p:nvPr/>
            </p:nvSpPr>
            <p:spPr>
              <a:xfrm>
                <a:off x="5833961" y="875283"/>
                <a:ext cx="138505" cy="173764"/>
              </a:xfrm>
              <a:custGeom>
                <a:avLst/>
                <a:gdLst/>
                <a:ahLst/>
                <a:cxnLst/>
                <a:rect l="l" t="t" r="r" b="b"/>
                <a:pathLst>
                  <a:path w="4490" h="5633" extrusionOk="0">
                    <a:moveTo>
                      <a:pt x="2310" y="1"/>
                    </a:moveTo>
                    <a:cubicBezTo>
                      <a:pt x="1274" y="477"/>
                      <a:pt x="465" y="2906"/>
                      <a:pt x="1" y="4013"/>
                    </a:cubicBezTo>
                    <a:cubicBezTo>
                      <a:pt x="548" y="4608"/>
                      <a:pt x="1191" y="5168"/>
                      <a:pt x="1822" y="5632"/>
                    </a:cubicBezTo>
                    <a:cubicBezTo>
                      <a:pt x="2668" y="4299"/>
                      <a:pt x="3525" y="3144"/>
                      <a:pt x="4489" y="1953"/>
                    </a:cubicBezTo>
                    <a:cubicBezTo>
                      <a:pt x="3858" y="1203"/>
                      <a:pt x="3108" y="548"/>
                      <a:pt x="2310"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1562;p68">
                <a:extLst>
                  <a:ext uri="{FF2B5EF4-FFF2-40B4-BE49-F238E27FC236}">
                    <a16:creationId xmlns:a16="http://schemas.microsoft.com/office/drawing/2014/main" id="{DEA83131-DAB9-65FD-5055-8FAF57E473C1}"/>
                  </a:ext>
                </a:extLst>
              </p:cNvPr>
              <p:cNvSpPr/>
              <p:nvPr/>
            </p:nvSpPr>
            <p:spPr>
              <a:xfrm>
                <a:off x="6080769" y="895488"/>
                <a:ext cx="138135" cy="173764"/>
              </a:xfrm>
              <a:custGeom>
                <a:avLst/>
                <a:gdLst/>
                <a:ahLst/>
                <a:cxnLst/>
                <a:rect l="l" t="t" r="r" b="b"/>
                <a:pathLst>
                  <a:path w="4478" h="5633" extrusionOk="0">
                    <a:moveTo>
                      <a:pt x="2298" y="1"/>
                    </a:moveTo>
                    <a:cubicBezTo>
                      <a:pt x="1251" y="477"/>
                      <a:pt x="441" y="2906"/>
                      <a:pt x="1" y="4025"/>
                    </a:cubicBezTo>
                    <a:cubicBezTo>
                      <a:pt x="536" y="4620"/>
                      <a:pt x="1191" y="5168"/>
                      <a:pt x="1810" y="5632"/>
                    </a:cubicBezTo>
                    <a:cubicBezTo>
                      <a:pt x="2656" y="4299"/>
                      <a:pt x="3513" y="3144"/>
                      <a:pt x="4477" y="1953"/>
                    </a:cubicBezTo>
                    <a:cubicBezTo>
                      <a:pt x="3858" y="1203"/>
                      <a:pt x="3096" y="548"/>
                      <a:pt x="2298"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1563;p68">
                <a:extLst>
                  <a:ext uri="{FF2B5EF4-FFF2-40B4-BE49-F238E27FC236}">
                    <a16:creationId xmlns:a16="http://schemas.microsoft.com/office/drawing/2014/main" id="{7D5C485F-265D-EF27-4AA3-72235415E879}"/>
                  </a:ext>
                </a:extLst>
              </p:cNvPr>
              <p:cNvSpPr/>
              <p:nvPr/>
            </p:nvSpPr>
            <p:spPr>
              <a:xfrm>
                <a:off x="6205639" y="667773"/>
                <a:ext cx="138135" cy="173764"/>
              </a:xfrm>
              <a:custGeom>
                <a:avLst/>
                <a:gdLst/>
                <a:ahLst/>
                <a:cxnLst/>
                <a:rect l="l" t="t" r="r" b="b"/>
                <a:pathLst>
                  <a:path w="4478" h="5633" extrusionOk="0">
                    <a:moveTo>
                      <a:pt x="2310" y="1"/>
                    </a:moveTo>
                    <a:cubicBezTo>
                      <a:pt x="1263" y="477"/>
                      <a:pt x="441" y="2906"/>
                      <a:pt x="1" y="4013"/>
                    </a:cubicBezTo>
                    <a:cubicBezTo>
                      <a:pt x="536" y="4608"/>
                      <a:pt x="1191" y="5168"/>
                      <a:pt x="1810" y="5632"/>
                    </a:cubicBezTo>
                    <a:cubicBezTo>
                      <a:pt x="2656" y="4299"/>
                      <a:pt x="3513" y="3144"/>
                      <a:pt x="4477" y="1953"/>
                    </a:cubicBezTo>
                    <a:cubicBezTo>
                      <a:pt x="3858" y="1203"/>
                      <a:pt x="3096" y="548"/>
                      <a:pt x="2310"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1564;p68">
                <a:extLst>
                  <a:ext uri="{FF2B5EF4-FFF2-40B4-BE49-F238E27FC236}">
                    <a16:creationId xmlns:a16="http://schemas.microsoft.com/office/drawing/2014/main" id="{7E13329E-3FA5-A2E6-CBA4-5743EA60C1FD}"/>
                  </a:ext>
                </a:extLst>
              </p:cNvPr>
              <p:cNvSpPr/>
              <p:nvPr/>
            </p:nvSpPr>
            <p:spPr>
              <a:xfrm>
                <a:off x="6028237" y="481209"/>
                <a:ext cx="138505" cy="173733"/>
              </a:xfrm>
              <a:custGeom>
                <a:avLst/>
                <a:gdLst/>
                <a:ahLst/>
                <a:cxnLst/>
                <a:rect l="l" t="t" r="r" b="b"/>
                <a:pathLst>
                  <a:path w="4490" h="5632" extrusionOk="0">
                    <a:moveTo>
                      <a:pt x="2311" y="0"/>
                    </a:moveTo>
                    <a:cubicBezTo>
                      <a:pt x="1251" y="488"/>
                      <a:pt x="453" y="2905"/>
                      <a:pt x="1" y="4025"/>
                    </a:cubicBezTo>
                    <a:cubicBezTo>
                      <a:pt x="537" y="4620"/>
                      <a:pt x="1192" y="5168"/>
                      <a:pt x="1823" y="5632"/>
                    </a:cubicBezTo>
                    <a:cubicBezTo>
                      <a:pt x="2668" y="4310"/>
                      <a:pt x="3513" y="3144"/>
                      <a:pt x="4490" y="1953"/>
                    </a:cubicBezTo>
                    <a:cubicBezTo>
                      <a:pt x="3859" y="1215"/>
                      <a:pt x="3097" y="560"/>
                      <a:pt x="2311"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6" name="Google Shape;26276;p90">
              <a:extLst>
                <a:ext uri="{FF2B5EF4-FFF2-40B4-BE49-F238E27FC236}">
                  <a16:creationId xmlns:a16="http://schemas.microsoft.com/office/drawing/2014/main" id="{BB2B6E73-3E1B-2D4F-18A1-56993B2C1B3A}"/>
                </a:ext>
              </a:extLst>
            </p:cNvPr>
            <p:cNvGrpSpPr/>
            <p:nvPr/>
          </p:nvGrpSpPr>
          <p:grpSpPr>
            <a:xfrm>
              <a:off x="355531" y="1829936"/>
              <a:ext cx="7187247" cy="1796546"/>
              <a:chOff x="6796238" y="3234830"/>
              <a:chExt cx="2006845" cy="538742"/>
            </a:xfrm>
            <a:solidFill>
              <a:schemeClr val="bg1">
                <a:lumMod val="50000"/>
              </a:schemeClr>
            </a:solidFill>
          </p:grpSpPr>
          <p:cxnSp>
            <p:nvCxnSpPr>
              <p:cNvPr id="199" name="Google Shape;26278;p90">
                <a:extLst>
                  <a:ext uri="{FF2B5EF4-FFF2-40B4-BE49-F238E27FC236}">
                    <a16:creationId xmlns:a16="http://schemas.microsoft.com/office/drawing/2014/main" id="{5BE761F7-7405-1F75-EF67-4C758EABCFB2}"/>
                  </a:ext>
                </a:extLst>
              </p:cNvPr>
              <p:cNvCxnSpPr>
                <a:cxnSpLocks/>
              </p:cNvCxnSpPr>
              <p:nvPr/>
            </p:nvCxnSpPr>
            <p:spPr>
              <a:xfrm>
                <a:off x="7810957" y="3671462"/>
                <a:ext cx="0" cy="102110"/>
              </a:xfrm>
              <a:prstGeom prst="straightConnector1">
                <a:avLst/>
              </a:prstGeom>
              <a:grpFill/>
              <a:ln w="9525" cap="flat" cmpd="sng">
                <a:solidFill>
                  <a:schemeClr val="tx1">
                    <a:lumMod val="50000"/>
                    <a:lumOff val="50000"/>
                  </a:schemeClr>
                </a:solidFill>
                <a:prstDash val="solid"/>
                <a:round/>
                <a:headEnd type="none" w="med" len="med"/>
                <a:tailEnd type="diamond" w="med" len="med"/>
              </a:ln>
            </p:spPr>
          </p:cxnSp>
          <p:cxnSp>
            <p:nvCxnSpPr>
              <p:cNvPr id="200" name="Google Shape;26280;p90">
                <a:extLst>
                  <a:ext uri="{FF2B5EF4-FFF2-40B4-BE49-F238E27FC236}">
                    <a16:creationId xmlns:a16="http://schemas.microsoft.com/office/drawing/2014/main" id="{816009EF-C956-CE77-FBA9-C7992E91C81E}"/>
                  </a:ext>
                </a:extLst>
              </p:cNvPr>
              <p:cNvCxnSpPr>
                <a:cxnSpLocks/>
              </p:cNvCxnSpPr>
              <p:nvPr/>
            </p:nvCxnSpPr>
            <p:spPr>
              <a:xfrm flipH="1" flipV="1">
                <a:off x="7411601" y="3234830"/>
                <a:ext cx="0" cy="94167"/>
              </a:xfrm>
              <a:prstGeom prst="straightConnector1">
                <a:avLst/>
              </a:prstGeom>
              <a:grpFill/>
              <a:ln w="9525" cap="flat" cmpd="sng">
                <a:solidFill>
                  <a:schemeClr val="tx1">
                    <a:lumMod val="50000"/>
                    <a:lumOff val="50000"/>
                  </a:schemeClr>
                </a:solidFill>
                <a:prstDash val="solid"/>
                <a:round/>
                <a:headEnd type="none" w="med" len="med"/>
                <a:tailEnd type="diamond" w="med" len="med"/>
              </a:ln>
            </p:spPr>
          </p:cxnSp>
          <p:grpSp>
            <p:nvGrpSpPr>
              <p:cNvPr id="201" name="Google Shape;26281;p90">
                <a:extLst>
                  <a:ext uri="{FF2B5EF4-FFF2-40B4-BE49-F238E27FC236}">
                    <a16:creationId xmlns:a16="http://schemas.microsoft.com/office/drawing/2014/main" id="{9CE18BEC-621A-E78B-62CC-A1D63730EB37}"/>
                  </a:ext>
                </a:extLst>
              </p:cNvPr>
              <p:cNvGrpSpPr/>
              <p:nvPr/>
            </p:nvGrpSpPr>
            <p:grpSpPr>
              <a:xfrm>
                <a:off x="6796238" y="3311904"/>
                <a:ext cx="2006845" cy="394482"/>
                <a:chOff x="6796238" y="3311904"/>
                <a:chExt cx="2006845" cy="394482"/>
              </a:xfrm>
              <a:grpFill/>
            </p:grpSpPr>
            <p:sp>
              <p:nvSpPr>
                <p:cNvPr id="202" name="Google Shape;26282;p90">
                  <a:extLst>
                    <a:ext uri="{FF2B5EF4-FFF2-40B4-BE49-F238E27FC236}">
                      <a16:creationId xmlns:a16="http://schemas.microsoft.com/office/drawing/2014/main" id="{5361C1F3-7FCE-BEF1-C65A-540D6264465E}"/>
                    </a:ext>
                  </a:extLst>
                </p:cNvPr>
                <p:cNvSpPr/>
                <p:nvPr/>
              </p:nvSpPr>
              <p:spPr>
                <a:xfrm>
                  <a:off x="6796238" y="3311904"/>
                  <a:ext cx="798025" cy="377697"/>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6283;p90">
                  <a:extLst>
                    <a:ext uri="{FF2B5EF4-FFF2-40B4-BE49-F238E27FC236}">
                      <a16:creationId xmlns:a16="http://schemas.microsoft.com/office/drawing/2014/main" id="{F88D5A68-AF89-D016-6DCC-8BD258C3BB37}"/>
                    </a:ext>
                  </a:extLst>
                </p:cNvPr>
                <p:cNvSpPr/>
                <p:nvPr/>
              </p:nvSpPr>
              <p:spPr>
                <a:xfrm>
                  <a:off x="8004733" y="3328689"/>
                  <a:ext cx="798350" cy="377697"/>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 name="Google Shape;26284;p90">
                  <a:extLst>
                    <a:ext uri="{FF2B5EF4-FFF2-40B4-BE49-F238E27FC236}">
                      <a16:creationId xmlns:a16="http://schemas.microsoft.com/office/drawing/2014/main" id="{D85E64C2-1B62-D216-BF78-682F0EBB1EA6}"/>
                    </a:ext>
                  </a:extLst>
                </p:cNvPr>
                <p:cNvSpPr/>
                <p:nvPr/>
              </p:nvSpPr>
              <p:spPr>
                <a:xfrm>
                  <a:off x="7230796" y="3311904"/>
                  <a:ext cx="762823" cy="377697"/>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 name="Google Shape;26284;p90">
              <a:extLst>
                <a:ext uri="{FF2B5EF4-FFF2-40B4-BE49-F238E27FC236}">
                  <a16:creationId xmlns:a16="http://schemas.microsoft.com/office/drawing/2014/main" id="{B9C878DE-58FA-938B-3597-AAE1ECBF9D5D}"/>
                </a:ext>
              </a:extLst>
            </p:cNvPr>
            <p:cNvSpPr/>
            <p:nvPr/>
          </p:nvSpPr>
          <p:spPr>
            <a:xfrm>
              <a:off x="3290128" y="2129575"/>
              <a:ext cx="2731949" cy="1259509"/>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43 CuadroTexto">
              <a:extLst>
                <a:ext uri="{FF2B5EF4-FFF2-40B4-BE49-F238E27FC236}">
                  <a16:creationId xmlns:a16="http://schemas.microsoft.com/office/drawing/2014/main" id="{52AB442C-4BEB-07E1-6475-CB0CDE175D9E}"/>
                </a:ext>
              </a:extLst>
            </p:cNvPr>
            <p:cNvSpPr txBox="1"/>
            <p:nvPr/>
          </p:nvSpPr>
          <p:spPr>
            <a:xfrm>
              <a:off x="584265" y="2472351"/>
              <a:ext cx="1045787" cy="505838"/>
            </a:xfrm>
            <a:prstGeom prst="rect">
              <a:avLst/>
            </a:prstGeom>
          </p:spPr>
          <p:txBody>
            <a:bodyPr vert="horz" wrap="square" lIns="91440" tIns="45720" rIns="91440" bIns="45720" rtlCol="0" anchor="ctr">
              <a:noAutofit/>
            </a:bodyPr>
            <a:lstStyle/>
            <a:p>
              <a:pPr algn="ctr"/>
              <a:r>
                <a:rPr lang="es-CO" b="1" dirty="0">
                  <a:solidFill>
                    <a:schemeClr val="tx1">
                      <a:lumMod val="75000"/>
                      <a:lumOff val="25000"/>
                    </a:schemeClr>
                  </a:solidFill>
                </a:rPr>
                <a:t>Por mutuo acuerdo</a:t>
              </a:r>
            </a:p>
          </p:txBody>
        </p:sp>
        <p:sp>
          <p:nvSpPr>
            <p:cNvPr id="9" name="44 CuadroTexto">
              <a:extLst>
                <a:ext uri="{FF2B5EF4-FFF2-40B4-BE49-F238E27FC236}">
                  <a16:creationId xmlns:a16="http://schemas.microsoft.com/office/drawing/2014/main" id="{5E78F549-03F6-1547-6708-2B868D5F3D98}"/>
                </a:ext>
              </a:extLst>
            </p:cNvPr>
            <p:cNvSpPr txBox="1"/>
            <p:nvPr/>
          </p:nvSpPr>
          <p:spPr>
            <a:xfrm>
              <a:off x="2038902" y="2506410"/>
              <a:ext cx="1045787" cy="505838"/>
            </a:xfrm>
            <a:prstGeom prst="rect">
              <a:avLst/>
            </a:prstGeom>
          </p:spPr>
          <p:txBody>
            <a:bodyPr vert="horz" wrap="square" lIns="91440" tIns="45720" rIns="91440" bIns="45720" rtlCol="0" anchor="ctr">
              <a:noAutofit/>
            </a:bodyPr>
            <a:lstStyle/>
            <a:p>
              <a:pPr algn="ctr"/>
              <a:r>
                <a:rPr lang="es-CO" sz="1500" b="1" dirty="0">
                  <a:solidFill>
                    <a:schemeClr val="tx1">
                      <a:lumMod val="75000"/>
                      <a:lumOff val="25000"/>
                    </a:schemeClr>
                  </a:solidFill>
                </a:rPr>
                <a:t>Terminación unilateral por parte del aprendiz</a:t>
              </a:r>
            </a:p>
          </p:txBody>
        </p:sp>
        <p:sp>
          <p:nvSpPr>
            <p:cNvPr id="10" name="45 CuadroTexto">
              <a:extLst>
                <a:ext uri="{FF2B5EF4-FFF2-40B4-BE49-F238E27FC236}">
                  <a16:creationId xmlns:a16="http://schemas.microsoft.com/office/drawing/2014/main" id="{92EA8E64-BB8D-2657-7524-19F2B7E21139}"/>
                </a:ext>
              </a:extLst>
            </p:cNvPr>
            <p:cNvSpPr txBox="1"/>
            <p:nvPr/>
          </p:nvSpPr>
          <p:spPr>
            <a:xfrm>
              <a:off x="3435252" y="2436326"/>
              <a:ext cx="1045787" cy="505838"/>
            </a:xfrm>
            <a:prstGeom prst="rect">
              <a:avLst/>
            </a:prstGeom>
          </p:spPr>
          <p:txBody>
            <a:bodyPr vert="horz" wrap="square" lIns="91440" tIns="45720" rIns="91440" bIns="45720" rtlCol="0" anchor="ctr">
              <a:noAutofit/>
            </a:bodyPr>
            <a:lstStyle/>
            <a:p>
              <a:pPr algn="ctr"/>
              <a:r>
                <a:rPr lang="es-CO" sz="1600" b="1" dirty="0">
                  <a:solidFill>
                    <a:schemeClr val="tx1">
                      <a:lumMod val="75000"/>
                      <a:lumOff val="25000"/>
                    </a:schemeClr>
                  </a:solidFill>
                </a:rPr>
                <a:t>Por bajo rendimiento o faltas disciplinarias </a:t>
              </a:r>
            </a:p>
          </p:txBody>
        </p:sp>
        <p:sp>
          <p:nvSpPr>
            <p:cNvPr id="11" name="46 CuadroTexto">
              <a:extLst>
                <a:ext uri="{FF2B5EF4-FFF2-40B4-BE49-F238E27FC236}">
                  <a16:creationId xmlns:a16="http://schemas.microsoft.com/office/drawing/2014/main" id="{85E16E0F-1742-3D7A-15BF-25007C9A01F9}"/>
                </a:ext>
              </a:extLst>
            </p:cNvPr>
            <p:cNvSpPr txBox="1"/>
            <p:nvPr/>
          </p:nvSpPr>
          <p:spPr>
            <a:xfrm>
              <a:off x="4716244" y="2519769"/>
              <a:ext cx="1313385" cy="505838"/>
            </a:xfrm>
            <a:prstGeom prst="rect">
              <a:avLst/>
            </a:prstGeom>
          </p:spPr>
          <p:txBody>
            <a:bodyPr vert="horz" wrap="square" lIns="91440" tIns="45720" rIns="91440" bIns="45720" rtlCol="0" anchor="ctr">
              <a:noAutofit/>
            </a:bodyPr>
            <a:lstStyle/>
            <a:p>
              <a:pPr algn="ctr"/>
              <a:r>
                <a:rPr lang="es-CO" sz="1600" b="1" dirty="0">
                  <a:solidFill>
                    <a:schemeClr val="tx1">
                      <a:lumMod val="75000"/>
                      <a:lumOff val="25000"/>
                    </a:schemeClr>
                  </a:solidFill>
                </a:rPr>
                <a:t>Por incumplimiento de las obligaciones previstas</a:t>
              </a:r>
            </a:p>
          </p:txBody>
        </p:sp>
        <p:sp>
          <p:nvSpPr>
            <p:cNvPr id="12" name="47 CuadroTexto">
              <a:extLst>
                <a:ext uri="{FF2B5EF4-FFF2-40B4-BE49-F238E27FC236}">
                  <a16:creationId xmlns:a16="http://schemas.microsoft.com/office/drawing/2014/main" id="{8AB147FE-EBFE-741F-2992-79791814D8BA}"/>
                </a:ext>
              </a:extLst>
            </p:cNvPr>
            <p:cNvSpPr txBox="1"/>
            <p:nvPr/>
          </p:nvSpPr>
          <p:spPr>
            <a:xfrm>
              <a:off x="6238992" y="2485738"/>
              <a:ext cx="1045787" cy="505838"/>
            </a:xfrm>
            <a:prstGeom prst="rect">
              <a:avLst/>
            </a:prstGeom>
          </p:spPr>
          <p:txBody>
            <a:bodyPr vert="horz" wrap="square" lIns="91440" tIns="45720" rIns="91440" bIns="45720" rtlCol="0" anchor="ctr">
              <a:noAutofit/>
            </a:bodyPr>
            <a:lstStyle/>
            <a:p>
              <a:pPr algn="ctr"/>
              <a:r>
                <a:rPr lang="es-CO" b="1" dirty="0">
                  <a:solidFill>
                    <a:schemeClr val="tx1">
                      <a:lumMod val="75000"/>
                      <a:lumOff val="25000"/>
                    </a:schemeClr>
                  </a:solidFill>
                </a:rPr>
                <a:t>Por deserción</a:t>
              </a:r>
            </a:p>
          </p:txBody>
        </p:sp>
        <p:sp>
          <p:nvSpPr>
            <p:cNvPr id="13" name="Google Shape;294;p21">
              <a:extLst>
                <a:ext uri="{FF2B5EF4-FFF2-40B4-BE49-F238E27FC236}">
                  <a16:creationId xmlns:a16="http://schemas.microsoft.com/office/drawing/2014/main" id="{BB970B8B-0565-720B-26E7-F3543F7C32E9}"/>
                </a:ext>
              </a:extLst>
            </p:cNvPr>
            <p:cNvSpPr/>
            <p:nvPr/>
          </p:nvSpPr>
          <p:spPr>
            <a:xfrm>
              <a:off x="-14288" y="4865209"/>
              <a:ext cx="9256709" cy="406893"/>
            </a:xfrm>
            <a:custGeom>
              <a:avLst/>
              <a:gdLst/>
              <a:ahLst/>
              <a:cxnLst/>
              <a:rect l="l" t="t" r="r" b="b"/>
              <a:pathLst>
                <a:path w="191462" h="8416" extrusionOk="0">
                  <a:moveTo>
                    <a:pt x="191462" y="1"/>
                  </a:moveTo>
                  <a:lnTo>
                    <a:pt x="0" y="218"/>
                  </a:lnTo>
                  <a:lnTo>
                    <a:pt x="0" y="5936"/>
                  </a:lnTo>
                  <a:lnTo>
                    <a:pt x="189692" y="8415"/>
                  </a:lnTo>
                  <a:lnTo>
                    <a:pt x="191462" y="1"/>
                  </a:ln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grpSp>
          <p:nvGrpSpPr>
            <p:cNvPr id="14" name="Google Shape;1305;p34">
              <a:extLst>
                <a:ext uri="{FF2B5EF4-FFF2-40B4-BE49-F238E27FC236}">
                  <a16:creationId xmlns:a16="http://schemas.microsoft.com/office/drawing/2014/main" id="{14964971-A96D-2947-33B2-DB1BEF6B3339}"/>
                </a:ext>
              </a:extLst>
            </p:cNvPr>
            <p:cNvGrpSpPr/>
            <p:nvPr/>
          </p:nvGrpSpPr>
          <p:grpSpPr>
            <a:xfrm>
              <a:off x="5939974" y="2506410"/>
              <a:ext cx="3035100" cy="2470743"/>
              <a:chOff x="8665625" y="2535800"/>
              <a:chExt cx="1451350" cy="1336950"/>
            </a:xfrm>
          </p:grpSpPr>
          <p:sp>
            <p:nvSpPr>
              <p:cNvPr id="19" name="Google Shape;1306;p34">
                <a:extLst>
                  <a:ext uri="{FF2B5EF4-FFF2-40B4-BE49-F238E27FC236}">
                    <a16:creationId xmlns:a16="http://schemas.microsoft.com/office/drawing/2014/main" id="{CB5A535A-9CB0-2C4E-0ECE-5560731EC879}"/>
                  </a:ext>
                </a:extLst>
              </p:cNvPr>
              <p:cNvSpPr/>
              <p:nvPr/>
            </p:nvSpPr>
            <p:spPr>
              <a:xfrm>
                <a:off x="8894500" y="3193050"/>
                <a:ext cx="553000" cy="273500"/>
              </a:xfrm>
              <a:custGeom>
                <a:avLst/>
                <a:gdLst/>
                <a:ahLst/>
                <a:cxnLst/>
                <a:rect l="l" t="t" r="r" b="b"/>
                <a:pathLst>
                  <a:path w="22120" h="10940" extrusionOk="0">
                    <a:moveTo>
                      <a:pt x="15691" y="0"/>
                    </a:moveTo>
                    <a:cubicBezTo>
                      <a:pt x="15691" y="0"/>
                      <a:pt x="12617" y="3248"/>
                      <a:pt x="11789" y="3868"/>
                    </a:cubicBezTo>
                    <a:cubicBezTo>
                      <a:pt x="11704" y="3932"/>
                      <a:pt x="11539" y="3961"/>
                      <a:pt x="11312" y="3961"/>
                    </a:cubicBezTo>
                    <a:cubicBezTo>
                      <a:pt x="9342" y="3961"/>
                      <a:pt x="2685" y="1794"/>
                      <a:pt x="2685" y="1794"/>
                    </a:cubicBezTo>
                    <a:lnTo>
                      <a:pt x="1" y="7030"/>
                    </a:lnTo>
                    <a:cubicBezTo>
                      <a:pt x="1" y="7030"/>
                      <a:pt x="4515" y="10939"/>
                      <a:pt x="11238" y="10939"/>
                    </a:cubicBezTo>
                    <a:cubicBezTo>
                      <a:pt x="11993" y="10939"/>
                      <a:pt x="12775" y="10890"/>
                      <a:pt x="13582" y="10780"/>
                    </a:cubicBezTo>
                    <a:cubicBezTo>
                      <a:pt x="21580" y="9695"/>
                      <a:pt x="22120" y="1084"/>
                      <a:pt x="22120" y="1084"/>
                    </a:cubicBezTo>
                    <a:lnTo>
                      <a:pt x="15691"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1307;p34">
                <a:extLst>
                  <a:ext uri="{FF2B5EF4-FFF2-40B4-BE49-F238E27FC236}">
                    <a16:creationId xmlns:a16="http://schemas.microsoft.com/office/drawing/2014/main" id="{C607B1CB-0A16-7FC4-89F7-AE54DE7FD828}"/>
                  </a:ext>
                </a:extLst>
              </p:cNvPr>
              <p:cNvSpPr/>
              <p:nvPr/>
            </p:nvSpPr>
            <p:spPr>
              <a:xfrm>
                <a:off x="8751025" y="3146750"/>
                <a:ext cx="218350" cy="233200"/>
              </a:xfrm>
              <a:custGeom>
                <a:avLst/>
                <a:gdLst/>
                <a:ahLst/>
                <a:cxnLst/>
                <a:rect l="l" t="t" r="r" b="b"/>
                <a:pathLst>
                  <a:path w="8734" h="9328" extrusionOk="0">
                    <a:moveTo>
                      <a:pt x="2125" y="0"/>
                    </a:moveTo>
                    <a:cubicBezTo>
                      <a:pt x="1467" y="0"/>
                      <a:pt x="1983" y="763"/>
                      <a:pt x="1983" y="763"/>
                    </a:cubicBezTo>
                    <a:cubicBezTo>
                      <a:pt x="1983" y="763"/>
                      <a:pt x="1843" y="744"/>
                      <a:pt x="1660" y="744"/>
                    </a:cubicBezTo>
                    <a:cubicBezTo>
                      <a:pt x="1259" y="744"/>
                      <a:pt x="655" y="835"/>
                      <a:pt x="882" y="1418"/>
                    </a:cubicBezTo>
                    <a:cubicBezTo>
                      <a:pt x="882" y="1418"/>
                      <a:pt x="0" y="1771"/>
                      <a:pt x="696" y="2712"/>
                    </a:cubicBezTo>
                    <a:cubicBezTo>
                      <a:pt x="767" y="2808"/>
                      <a:pt x="785" y="2872"/>
                      <a:pt x="772" y="2913"/>
                    </a:cubicBezTo>
                    <a:cubicBezTo>
                      <a:pt x="679" y="3237"/>
                      <a:pt x="618" y="3571"/>
                      <a:pt x="788" y="3863"/>
                    </a:cubicBezTo>
                    <a:cubicBezTo>
                      <a:pt x="1154" y="4494"/>
                      <a:pt x="1770" y="5208"/>
                      <a:pt x="1932" y="5380"/>
                    </a:cubicBezTo>
                    <a:cubicBezTo>
                      <a:pt x="3106" y="6634"/>
                      <a:pt x="3459" y="6665"/>
                      <a:pt x="4225" y="7401"/>
                    </a:cubicBezTo>
                    <a:cubicBezTo>
                      <a:pt x="4324" y="7496"/>
                      <a:pt x="6316" y="9327"/>
                      <a:pt x="6316" y="9327"/>
                    </a:cubicBezTo>
                    <a:lnTo>
                      <a:pt x="8734" y="3745"/>
                    </a:lnTo>
                    <a:cubicBezTo>
                      <a:pt x="8734" y="3745"/>
                      <a:pt x="7468" y="3012"/>
                      <a:pt x="7421" y="2323"/>
                    </a:cubicBezTo>
                    <a:cubicBezTo>
                      <a:pt x="7371" y="1600"/>
                      <a:pt x="7448" y="917"/>
                      <a:pt x="7448" y="917"/>
                    </a:cubicBezTo>
                    <a:cubicBezTo>
                      <a:pt x="7448" y="917"/>
                      <a:pt x="7445" y="917"/>
                      <a:pt x="7440" y="917"/>
                    </a:cubicBezTo>
                    <a:cubicBezTo>
                      <a:pt x="7350" y="917"/>
                      <a:pt x="6494" y="946"/>
                      <a:pt x="6323" y="2039"/>
                    </a:cubicBezTo>
                    <a:cubicBezTo>
                      <a:pt x="6323" y="2039"/>
                      <a:pt x="3450" y="246"/>
                      <a:pt x="2397" y="32"/>
                    </a:cubicBezTo>
                    <a:cubicBezTo>
                      <a:pt x="2290" y="10"/>
                      <a:pt x="2200" y="0"/>
                      <a:pt x="2125"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1308;p34">
                <a:extLst>
                  <a:ext uri="{FF2B5EF4-FFF2-40B4-BE49-F238E27FC236}">
                    <a16:creationId xmlns:a16="http://schemas.microsoft.com/office/drawing/2014/main" id="{456E1470-CE67-8D50-12F5-A7964B0B07C6}"/>
                  </a:ext>
                </a:extLst>
              </p:cNvPr>
              <p:cNvSpPr/>
              <p:nvPr/>
            </p:nvSpPr>
            <p:spPr>
              <a:xfrm>
                <a:off x="8799050" y="3164600"/>
                <a:ext cx="58275" cy="48475"/>
              </a:xfrm>
              <a:custGeom>
                <a:avLst/>
                <a:gdLst/>
                <a:ahLst/>
                <a:cxnLst/>
                <a:rect l="l" t="t" r="r" b="b"/>
                <a:pathLst>
                  <a:path w="2331" h="1939" extrusionOk="0">
                    <a:moveTo>
                      <a:pt x="61" y="0"/>
                    </a:moveTo>
                    <a:cubicBezTo>
                      <a:pt x="25" y="0"/>
                      <a:pt x="0" y="50"/>
                      <a:pt x="29" y="83"/>
                    </a:cubicBezTo>
                    <a:cubicBezTo>
                      <a:pt x="627" y="774"/>
                      <a:pt x="1466" y="1317"/>
                      <a:pt x="2155" y="1918"/>
                    </a:cubicBezTo>
                    <a:cubicBezTo>
                      <a:pt x="2172" y="1933"/>
                      <a:pt x="2191" y="1939"/>
                      <a:pt x="2209" y="1939"/>
                    </a:cubicBezTo>
                    <a:cubicBezTo>
                      <a:pt x="2274" y="1939"/>
                      <a:pt x="2330" y="1858"/>
                      <a:pt x="2270" y="1803"/>
                    </a:cubicBezTo>
                    <a:cubicBezTo>
                      <a:pt x="1584" y="1195"/>
                      <a:pt x="868" y="490"/>
                      <a:pt x="86" y="8"/>
                    </a:cubicBezTo>
                    <a:cubicBezTo>
                      <a:pt x="78" y="2"/>
                      <a:pt x="69" y="0"/>
                      <a:pt x="61"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1309;p34">
                <a:extLst>
                  <a:ext uri="{FF2B5EF4-FFF2-40B4-BE49-F238E27FC236}">
                    <a16:creationId xmlns:a16="http://schemas.microsoft.com/office/drawing/2014/main" id="{EE3D36B4-0266-F941-2502-9D2F4478A575}"/>
                  </a:ext>
                </a:extLst>
              </p:cNvPr>
              <p:cNvSpPr/>
              <p:nvPr/>
            </p:nvSpPr>
            <p:spPr>
              <a:xfrm>
                <a:off x="8879200" y="3194400"/>
                <a:ext cx="33800" cy="50300"/>
              </a:xfrm>
              <a:custGeom>
                <a:avLst/>
                <a:gdLst/>
                <a:ahLst/>
                <a:cxnLst/>
                <a:rect l="l" t="t" r="r" b="b"/>
                <a:pathLst>
                  <a:path w="1352" h="2012" extrusionOk="0">
                    <a:moveTo>
                      <a:pt x="1232" y="0"/>
                    </a:moveTo>
                    <a:cubicBezTo>
                      <a:pt x="1212" y="0"/>
                      <a:pt x="1147" y="133"/>
                      <a:pt x="1119" y="367"/>
                    </a:cubicBezTo>
                    <a:cubicBezTo>
                      <a:pt x="1088" y="586"/>
                      <a:pt x="1129" y="884"/>
                      <a:pt x="1165" y="1201"/>
                    </a:cubicBezTo>
                    <a:lnTo>
                      <a:pt x="1165" y="1201"/>
                    </a:lnTo>
                    <a:lnTo>
                      <a:pt x="1144" y="1202"/>
                    </a:lnTo>
                    <a:cubicBezTo>
                      <a:pt x="729" y="1236"/>
                      <a:pt x="403" y="1453"/>
                      <a:pt x="227" y="1645"/>
                    </a:cubicBezTo>
                    <a:cubicBezTo>
                      <a:pt x="48" y="1842"/>
                      <a:pt x="1" y="2003"/>
                      <a:pt x="19" y="2011"/>
                    </a:cubicBezTo>
                    <a:cubicBezTo>
                      <a:pt x="20" y="2011"/>
                      <a:pt x="21" y="2012"/>
                      <a:pt x="22" y="2012"/>
                    </a:cubicBezTo>
                    <a:cubicBezTo>
                      <a:pt x="49" y="2012"/>
                      <a:pt x="133" y="1881"/>
                      <a:pt x="309" y="1731"/>
                    </a:cubicBezTo>
                    <a:cubicBezTo>
                      <a:pt x="491" y="1573"/>
                      <a:pt x="793" y="1397"/>
                      <a:pt x="1157" y="1369"/>
                    </a:cubicBezTo>
                    <a:lnTo>
                      <a:pt x="1258" y="1364"/>
                    </a:lnTo>
                    <a:lnTo>
                      <a:pt x="1351" y="1360"/>
                    </a:lnTo>
                    <a:lnTo>
                      <a:pt x="1341" y="1273"/>
                    </a:lnTo>
                    <a:cubicBezTo>
                      <a:pt x="1298" y="905"/>
                      <a:pt x="1230" y="599"/>
                      <a:pt x="1234" y="373"/>
                    </a:cubicBezTo>
                    <a:cubicBezTo>
                      <a:pt x="1231" y="146"/>
                      <a:pt x="1257" y="6"/>
                      <a:pt x="1234" y="1"/>
                    </a:cubicBezTo>
                    <a:cubicBezTo>
                      <a:pt x="1233" y="1"/>
                      <a:pt x="1233" y="0"/>
                      <a:pt x="1232"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1310;p34">
                <a:extLst>
                  <a:ext uri="{FF2B5EF4-FFF2-40B4-BE49-F238E27FC236}">
                    <a16:creationId xmlns:a16="http://schemas.microsoft.com/office/drawing/2014/main" id="{23464445-9B49-3113-75B3-CD3CCF40EBCB}"/>
                  </a:ext>
                </a:extLst>
              </p:cNvPr>
              <p:cNvSpPr/>
              <p:nvPr/>
            </p:nvSpPr>
            <p:spPr>
              <a:xfrm>
                <a:off x="8768025" y="3178150"/>
                <a:ext cx="67450" cy="57125"/>
              </a:xfrm>
              <a:custGeom>
                <a:avLst/>
                <a:gdLst/>
                <a:ahLst/>
                <a:cxnLst/>
                <a:rect l="l" t="t" r="r" b="b"/>
                <a:pathLst>
                  <a:path w="2698" h="2285" extrusionOk="0">
                    <a:moveTo>
                      <a:pt x="37" y="1"/>
                    </a:moveTo>
                    <a:cubicBezTo>
                      <a:pt x="35" y="1"/>
                      <a:pt x="33" y="1"/>
                      <a:pt x="32" y="2"/>
                    </a:cubicBezTo>
                    <a:cubicBezTo>
                      <a:pt x="0" y="34"/>
                      <a:pt x="540" y="604"/>
                      <a:pt x="1272" y="1235"/>
                    </a:cubicBezTo>
                    <a:cubicBezTo>
                      <a:pt x="1973" y="1843"/>
                      <a:pt x="2593" y="2284"/>
                      <a:pt x="2664" y="2284"/>
                    </a:cubicBezTo>
                    <a:cubicBezTo>
                      <a:pt x="2667" y="2284"/>
                      <a:pt x="2669" y="2283"/>
                      <a:pt x="2670" y="2282"/>
                    </a:cubicBezTo>
                    <a:cubicBezTo>
                      <a:pt x="2698" y="2247"/>
                      <a:pt x="2107" y="1738"/>
                      <a:pt x="1381" y="1108"/>
                    </a:cubicBezTo>
                    <a:cubicBezTo>
                      <a:pt x="675" y="500"/>
                      <a:pt x="101" y="1"/>
                      <a:pt x="37"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1311;p34">
                <a:extLst>
                  <a:ext uri="{FF2B5EF4-FFF2-40B4-BE49-F238E27FC236}">
                    <a16:creationId xmlns:a16="http://schemas.microsoft.com/office/drawing/2014/main" id="{C18019BE-DB49-3DAD-70CE-302B2C54FA07}"/>
                  </a:ext>
                </a:extLst>
              </p:cNvPr>
              <p:cNvSpPr/>
              <p:nvPr/>
            </p:nvSpPr>
            <p:spPr>
              <a:xfrm>
                <a:off x="8674650" y="2964825"/>
                <a:ext cx="251250" cy="105950"/>
              </a:xfrm>
              <a:custGeom>
                <a:avLst/>
                <a:gdLst/>
                <a:ahLst/>
                <a:cxnLst/>
                <a:rect l="l" t="t" r="r" b="b"/>
                <a:pathLst>
                  <a:path w="10050" h="4238" extrusionOk="0">
                    <a:moveTo>
                      <a:pt x="9181" y="1"/>
                    </a:moveTo>
                    <a:lnTo>
                      <a:pt x="3401" y="2936"/>
                    </a:lnTo>
                    <a:lnTo>
                      <a:pt x="988" y="835"/>
                    </a:lnTo>
                    <a:lnTo>
                      <a:pt x="0" y="1574"/>
                    </a:lnTo>
                    <a:lnTo>
                      <a:pt x="2723" y="4237"/>
                    </a:lnTo>
                    <a:lnTo>
                      <a:pt x="4393" y="4237"/>
                    </a:lnTo>
                    <a:lnTo>
                      <a:pt x="10050" y="592"/>
                    </a:lnTo>
                    <a:lnTo>
                      <a:pt x="9181" y="1"/>
                    </a:lnTo>
                    <a:close/>
                  </a:path>
                </a:pathLst>
              </a:custGeom>
              <a:solidFill>
                <a:srgbClr val="EAE3D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1312;p34">
                <a:extLst>
                  <a:ext uri="{FF2B5EF4-FFF2-40B4-BE49-F238E27FC236}">
                    <a16:creationId xmlns:a16="http://schemas.microsoft.com/office/drawing/2014/main" id="{6892B140-E1CA-BEDB-3D30-7698BBA48F5F}"/>
                  </a:ext>
                </a:extLst>
              </p:cNvPr>
              <p:cNvSpPr/>
              <p:nvPr/>
            </p:nvSpPr>
            <p:spPr>
              <a:xfrm>
                <a:off x="8665625" y="2974800"/>
                <a:ext cx="399850" cy="315325"/>
              </a:xfrm>
              <a:custGeom>
                <a:avLst/>
                <a:gdLst/>
                <a:ahLst/>
                <a:cxnLst/>
                <a:rect l="l" t="t" r="r" b="b"/>
                <a:pathLst>
                  <a:path w="15994" h="12613" extrusionOk="0">
                    <a:moveTo>
                      <a:pt x="10753" y="0"/>
                    </a:moveTo>
                    <a:lnTo>
                      <a:pt x="3977" y="3749"/>
                    </a:lnTo>
                    <a:lnTo>
                      <a:pt x="2716" y="3477"/>
                    </a:lnTo>
                    <a:lnTo>
                      <a:pt x="0" y="904"/>
                    </a:lnTo>
                    <a:lnTo>
                      <a:pt x="8377" y="12382"/>
                    </a:lnTo>
                    <a:lnTo>
                      <a:pt x="9302" y="12613"/>
                    </a:lnTo>
                    <a:lnTo>
                      <a:pt x="15993" y="8423"/>
                    </a:lnTo>
                    <a:lnTo>
                      <a:pt x="10753"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1313;p34">
                <a:extLst>
                  <a:ext uri="{FF2B5EF4-FFF2-40B4-BE49-F238E27FC236}">
                    <a16:creationId xmlns:a16="http://schemas.microsoft.com/office/drawing/2014/main" id="{3CB8CB8A-8A07-211B-1D70-E36EB938AEE8}"/>
                  </a:ext>
                </a:extLst>
              </p:cNvPr>
              <p:cNvSpPr/>
              <p:nvPr/>
            </p:nvSpPr>
            <p:spPr>
              <a:xfrm>
                <a:off x="8733500" y="3061725"/>
                <a:ext cx="164700" cy="228400"/>
              </a:xfrm>
              <a:custGeom>
                <a:avLst/>
                <a:gdLst/>
                <a:ahLst/>
                <a:cxnLst/>
                <a:rect l="l" t="t" r="r" b="b"/>
                <a:pathLst>
                  <a:path w="6588" h="9136" extrusionOk="0">
                    <a:moveTo>
                      <a:pt x="1" y="0"/>
                    </a:moveTo>
                    <a:lnTo>
                      <a:pt x="5662" y="8905"/>
                    </a:lnTo>
                    <a:lnTo>
                      <a:pt x="6587" y="9136"/>
                    </a:lnTo>
                    <a:lnTo>
                      <a:pt x="6587" y="9136"/>
                    </a:lnTo>
                    <a:lnTo>
                      <a:pt x="1262" y="272"/>
                    </a:lnTo>
                    <a:lnTo>
                      <a:pt x="1" y="0"/>
                    </a:ln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1314;p34">
                <a:extLst>
                  <a:ext uri="{FF2B5EF4-FFF2-40B4-BE49-F238E27FC236}">
                    <a16:creationId xmlns:a16="http://schemas.microsoft.com/office/drawing/2014/main" id="{2028E5C5-89D5-9B87-5614-8666831A0FBF}"/>
                  </a:ext>
                </a:extLst>
              </p:cNvPr>
              <p:cNvSpPr/>
              <p:nvPr/>
            </p:nvSpPr>
            <p:spPr>
              <a:xfrm>
                <a:off x="8784200" y="3003150"/>
                <a:ext cx="168550" cy="88100"/>
              </a:xfrm>
              <a:custGeom>
                <a:avLst/>
                <a:gdLst/>
                <a:ahLst/>
                <a:cxnLst/>
                <a:rect l="l" t="t" r="r" b="b"/>
                <a:pathLst>
                  <a:path w="6742" h="3524" extrusionOk="0">
                    <a:moveTo>
                      <a:pt x="6726" y="1"/>
                    </a:moveTo>
                    <a:cubicBezTo>
                      <a:pt x="6704" y="1"/>
                      <a:pt x="6608" y="39"/>
                      <a:pt x="6450" y="108"/>
                    </a:cubicBezTo>
                    <a:cubicBezTo>
                      <a:pt x="6273" y="186"/>
                      <a:pt x="6022" y="306"/>
                      <a:pt x="5714" y="459"/>
                    </a:cubicBezTo>
                    <a:cubicBezTo>
                      <a:pt x="5099" y="764"/>
                      <a:pt x="4264" y="1216"/>
                      <a:pt x="3348" y="1723"/>
                    </a:cubicBezTo>
                    <a:cubicBezTo>
                      <a:pt x="2430" y="2229"/>
                      <a:pt x="1598" y="2679"/>
                      <a:pt x="989" y="2994"/>
                    </a:cubicBezTo>
                    <a:cubicBezTo>
                      <a:pt x="380" y="3311"/>
                      <a:pt x="1" y="3499"/>
                      <a:pt x="11" y="3522"/>
                    </a:cubicBezTo>
                    <a:cubicBezTo>
                      <a:pt x="11" y="3523"/>
                      <a:pt x="13" y="3524"/>
                      <a:pt x="16" y="3524"/>
                    </a:cubicBezTo>
                    <a:cubicBezTo>
                      <a:pt x="41" y="3524"/>
                      <a:pt x="138" y="3489"/>
                      <a:pt x="295" y="3427"/>
                    </a:cubicBezTo>
                    <a:cubicBezTo>
                      <a:pt x="475" y="3357"/>
                      <a:pt x="729" y="3245"/>
                      <a:pt x="1041" y="3101"/>
                    </a:cubicBezTo>
                    <a:cubicBezTo>
                      <a:pt x="1665" y="2812"/>
                      <a:pt x="2510" y="2376"/>
                      <a:pt x="3428" y="1868"/>
                    </a:cubicBezTo>
                    <a:lnTo>
                      <a:pt x="5770" y="563"/>
                    </a:lnTo>
                    <a:cubicBezTo>
                      <a:pt x="6370" y="230"/>
                      <a:pt x="6742" y="23"/>
                      <a:pt x="6731" y="2"/>
                    </a:cubicBezTo>
                    <a:cubicBezTo>
                      <a:pt x="6730" y="1"/>
                      <a:pt x="6728" y="1"/>
                      <a:pt x="6726" y="1"/>
                    </a:cubicBez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1315;p34">
                <a:extLst>
                  <a:ext uri="{FF2B5EF4-FFF2-40B4-BE49-F238E27FC236}">
                    <a16:creationId xmlns:a16="http://schemas.microsoft.com/office/drawing/2014/main" id="{06977AC4-A812-00E1-1758-0F345A0EA531}"/>
                  </a:ext>
                </a:extLst>
              </p:cNvPr>
              <p:cNvSpPr/>
              <p:nvPr/>
            </p:nvSpPr>
            <p:spPr>
              <a:xfrm>
                <a:off x="8789025" y="3010600"/>
                <a:ext cx="168550" cy="88100"/>
              </a:xfrm>
              <a:custGeom>
                <a:avLst/>
                <a:gdLst/>
                <a:ahLst/>
                <a:cxnLst/>
                <a:rect l="l" t="t" r="r" b="b"/>
                <a:pathLst>
                  <a:path w="6742" h="3524" extrusionOk="0">
                    <a:moveTo>
                      <a:pt x="6726" y="0"/>
                    </a:moveTo>
                    <a:cubicBezTo>
                      <a:pt x="6704" y="0"/>
                      <a:pt x="6608" y="39"/>
                      <a:pt x="6450" y="107"/>
                    </a:cubicBezTo>
                    <a:cubicBezTo>
                      <a:pt x="6273" y="185"/>
                      <a:pt x="6023" y="305"/>
                      <a:pt x="5716" y="458"/>
                    </a:cubicBezTo>
                    <a:cubicBezTo>
                      <a:pt x="5099" y="765"/>
                      <a:pt x="4264" y="1216"/>
                      <a:pt x="3348" y="1722"/>
                    </a:cubicBezTo>
                    <a:cubicBezTo>
                      <a:pt x="2431" y="2229"/>
                      <a:pt x="1598" y="2678"/>
                      <a:pt x="989" y="2994"/>
                    </a:cubicBezTo>
                    <a:cubicBezTo>
                      <a:pt x="382" y="3310"/>
                      <a:pt x="1" y="3499"/>
                      <a:pt x="11" y="3521"/>
                    </a:cubicBezTo>
                    <a:cubicBezTo>
                      <a:pt x="12" y="3523"/>
                      <a:pt x="14" y="3523"/>
                      <a:pt x="17" y="3523"/>
                    </a:cubicBezTo>
                    <a:cubicBezTo>
                      <a:pt x="42" y="3523"/>
                      <a:pt x="138" y="3488"/>
                      <a:pt x="296" y="3427"/>
                    </a:cubicBezTo>
                    <a:cubicBezTo>
                      <a:pt x="475" y="3357"/>
                      <a:pt x="729" y="3245"/>
                      <a:pt x="1041" y="3099"/>
                    </a:cubicBezTo>
                    <a:cubicBezTo>
                      <a:pt x="1667" y="2811"/>
                      <a:pt x="2511" y="2374"/>
                      <a:pt x="3428" y="1868"/>
                    </a:cubicBezTo>
                    <a:lnTo>
                      <a:pt x="5770" y="563"/>
                    </a:lnTo>
                    <a:cubicBezTo>
                      <a:pt x="6370" y="230"/>
                      <a:pt x="6742" y="24"/>
                      <a:pt x="6731" y="2"/>
                    </a:cubicBezTo>
                    <a:cubicBezTo>
                      <a:pt x="6730" y="1"/>
                      <a:pt x="6729" y="0"/>
                      <a:pt x="6726" y="0"/>
                    </a:cubicBez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1316;p34">
                <a:extLst>
                  <a:ext uri="{FF2B5EF4-FFF2-40B4-BE49-F238E27FC236}">
                    <a16:creationId xmlns:a16="http://schemas.microsoft.com/office/drawing/2014/main" id="{9B7B2D22-B4E3-D6AA-C6D8-B7E668B3A66A}"/>
                  </a:ext>
                </a:extLst>
              </p:cNvPr>
              <p:cNvSpPr/>
              <p:nvPr/>
            </p:nvSpPr>
            <p:spPr>
              <a:xfrm>
                <a:off x="8846750" y="3067425"/>
                <a:ext cx="102875" cy="71975"/>
              </a:xfrm>
              <a:custGeom>
                <a:avLst/>
                <a:gdLst/>
                <a:ahLst/>
                <a:cxnLst/>
                <a:rect l="l" t="t" r="r" b="b"/>
                <a:pathLst>
                  <a:path w="4115" h="2879" extrusionOk="0">
                    <a:moveTo>
                      <a:pt x="3677" y="0"/>
                    </a:moveTo>
                    <a:lnTo>
                      <a:pt x="1" y="2122"/>
                    </a:lnTo>
                    <a:lnTo>
                      <a:pt x="438" y="2879"/>
                    </a:lnTo>
                    <a:lnTo>
                      <a:pt x="4114" y="756"/>
                    </a:lnTo>
                    <a:lnTo>
                      <a:pt x="3677" y="0"/>
                    </a:lnTo>
                    <a:close/>
                  </a:path>
                </a:pathLst>
              </a:custGeom>
              <a:solidFill>
                <a:srgbClr val="E2B69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1317;p34">
                <a:extLst>
                  <a:ext uri="{FF2B5EF4-FFF2-40B4-BE49-F238E27FC236}">
                    <a16:creationId xmlns:a16="http://schemas.microsoft.com/office/drawing/2014/main" id="{6DB77E4B-7D40-CBA2-7F5E-5BA3829754A8}"/>
                  </a:ext>
                </a:extLst>
              </p:cNvPr>
              <p:cNvSpPr/>
              <p:nvPr/>
            </p:nvSpPr>
            <p:spPr>
              <a:xfrm>
                <a:off x="9383750" y="2925750"/>
                <a:ext cx="439100" cy="692625"/>
              </a:xfrm>
              <a:custGeom>
                <a:avLst/>
                <a:gdLst/>
                <a:ahLst/>
                <a:cxnLst/>
                <a:rect l="l" t="t" r="r" b="b"/>
                <a:pathLst>
                  <a:path w="17564" h="27705" extrusionOk="0">
                    <a:moveTo>
                      <a:pt x="5482" y="0"/>
                    </a:moveTo>
                    <a:cubicBezTo>
                      <a:pt x="4621" y="0"/>
                      <a:pt x="3902" y="19"/>
                      <a:pt x="3681" y="74"/>
                    </a:cubicBezTo>
                    <a:cubicBezTo>
                      <a:pt x="3017" y="240"/>
                      <a:pt x="209" y="7477"/>
                      <a:pt x="271" y="14384"/>
                    </a:cubicBezTo>
                    <a:cubicBezTo>
                      <a:pt x="330" y="20853"/>
                      <a:pt x="1" y="27705"/>
                      <a:pt x="1" y="27705"/>
                    </a:cubicBezTo>
                    <a:lnTo>
                      <a:pt x="17563" y="27705"/>
                    </a:lnTo>
                    <a:lnTo>
                      <a:pt x="15352" y="751"/>
                    </a:lnTo>
                    <a:cubicBezTo>
                      <a:pt x="15352" y="751"/>
                      <a:pt x="12643" y="142"/>
                      <a:pt x="9490" y="74"/>
                    </a:cubicBezTo>
                    <a:cubicBezTo>
                      <a:pt x="9490" y="74"/>
                      <a:pt x="7203" y="0"/>
                      <a:pt x="5482"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1318;p34">
                <a:extLst>
                  <a:ext uri="{FF2B5EF4-FFF2-40B4-BE49-F238E27FC236}">
                    <a16:creationId xmlns:a16="http://schemas.microsoft.com/office/drawing/2014/main" id="{20FD3D8B-FAC3-6D3F-4F65-A0627381FB42}"/>
                  </a:ext>
                </a:extLst>
              </p:cNvPr>
              <p:cNvSpPr/>
              <p:nvPr/>
            </p:nvSpPr>
            <p:spPr>
              <a:xfrm>
                <a:off x="9761475" y="2944025"/>
                <a:ext cx="186100" cy="374325"/>
              </a:xfrm>
              <a:custGeom>
                <a:avLst/>
                <a:gdLst/>
                <a:ahLst/>
                <a:cxnLst/>
                <a:rect l="l" t="t" r="r" b="b"/>
                <a:pathLst>
                  <a:path w="7444" h="14973" extrusionOk="0">
                    <a:moveTo>
                      <a:pt x="1" y="1"/>
                    </a:moveTo>
                    <a:lnTo>
                      <a:pt x="262" y="14972"/>
                    </a:lnTo>
                    <a:cubicBezTo>
                      <a:pt x="7045" y="14972"/>
                      <a:pt x="7444" y="14810"/>
                      <a:pt x="7444" y="14810"/>
                    </a:cubicBezTo>
                    <a:cubicBezTo>
                      <a:pt x="7182" y="1156"/>
                      <a:pt x="1" y="1"/>
                      <a:pt x="1"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1319;p34">
                <a:extLst>
                  <a:ext uri="{FF2B5EF4-FFF2-40B4-BE49-F238E27FC236}">
                    <a16:creationId xmlns:a16="http://schemas.microsoft.com/office/drawing/2014/main" id="{460549DA-D025-F13D-4C36-70B4E538639D}"/>
                  </a:ext>
                </a:extLst>
              </p:cNvPr>
              <p:cNvSpPr/>
              <p:nvPr/>
            </p:nvSpPr>
            <p:spPr>
              <a:xfrm>
                <a:off x="9240450" y="2927600"/>
                <a:ext cx="235350" cy="379650"/>
              </a:xfrm>
              <a:custGeom>
                <a:avLst/>
                <a:gdLst/>
                <a:ahLst/>
                <a:cxnLst/>
                <a:rect l="l" t="t" r="r" b="b"/>
                <a:pathLst>
                  <a:path w="9414" h="15186" extrusionOk="0">
                    <a:moveTo>
                      <a:pt x="9413" y="0"/>
                    </a:moveTo>
                    <a:cubicBezTo>
                      <a:pt x="9413" y="0"/>
                      <a:pt x="3231" y="760"/>
                      <a:pt x="0" y="12227"/>
                    </a:cubicBezTo>
                    <a:lnTo>
                      <a:pt x="7182" y="15186"/>
                    </a:lnTo>
                    <a:lnTo>
                      <a:pt x="9413"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1320;p34">
                <a:extLst>
                  <a:ext uri="{FF2B5EF4-FFF2-40B4-BE49-F238E27FC236}">
                    <a16:creationId xmlns:a16="http://schemas.microsoft.com/office/drawing/2014/main" id="{10A438D0-754F-F6F8-9714-D40D5B6E7AE5}"/>
                  </a:ext>
                </a:extLst>
              </p:cNvPr>
              <p:cNvSpPr/>
              <p:nvPr/>
            </p:nvSpPr>
            <p:spPr>
              <a:xfrm>
                <a:off x="9760900" y="3113100"/>
                <a:ext cx="13575" cy="188225"/>
              </a:xfrm>
              <a:custGeom>
                <a:avLst/>
                <a:gdLst/>
                <a:ahLst/>
                <a:cxnLst/>
                <a:rect l="l" t="t" r="r" b="b"/>
                <a:pathLst>
                  <a:path w="543" h="7529" extrusionOk="0">
                    <a:moveTo>
                      <a:pt x="24" y="1"/>
                    </a:moveTo>
                    <a:cubicBezTo>
                      <a:pt x="24" y="1"/>
                      <a:pt x="24" y="1"/>
                      <a:pt x="24" y="1"/>
                    </a:cubicBezTo>
                    <a:cubicBezTo>
                      <a:pt x="1" y="2"/>
                      <a:pt x="7" y="424"/>
                      <a:pt x="37" y="1106"/>
                    </a:cubicBezTo>
                    <a:cubicBezTo>
                      <a:pt x="67" y="1788"/>
                      <a:pt x="120" y="2730"/>
                      <a:pt x="188" y="3770"/>
                    </a:cubicBezTo>
                    <a:cubicBezTo>
                      <a:pt x="257" y="4810"/>
                      <a:pt x="328" y="5750"/>
                      <a:pt x="388" y="6430"/>
                    </a:cubicBezTo>
                    <a:cubicBezTo>
                      <a:pt x="448" y="7110"/>
                      <a:pt x="497" y="7528"/>
                      <a:pt x="520" y="7528"/>
                    </a:cubicBezTo>
                    <a:cubicBezTo>
                      <a:pt x="520" y="7528"/>
                      <a:pt x="520" y="7528"/>
                      <a:pt x="520" y="7528"/>
                    </a:cubicBezTo>
                    <a:cubicBezTo>
                      <a:pt x="542" y="7526"/>
                      <a:pt x="536" y="7103"/>
                      <a:pt x="506" y="6421"/>
                    </a:cubicBezTo>
                    <a:cubicBezTo>
                      <a:pt x="476" y="5739"/>
                      <a:pt x="424" y="4797"/>
                      <a:pt x="355" y="3759"/>
                    </a:cubicBezTo>
                    <a:cubicBezTo>
                      <a:pt x="286" y="2720"/>
                      <a:pt x="215" y="1780"/>
                      <a:pt x="155" y="1100"/>
                    </a:cubicBezTo>
                    <a:cubicBezTo>
                      <a:pt x="95" y="421"/>
                      <a:pt x="47" y="1"/>
                      <a:pt x="2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1321;p34">
                <a:extLst>
                  <a:ext uri="{FF2B5EF4-FFF2-40B4-BE49-F238E27FC236}">
                    <a16:creationId xmlns:a16="http://schemas.microsoft.com/office/drawing/2014/main" id="{58E18997-F03C-B513-D645-53B910D15489}"/>
                  </a:ext>
                </a:extLst>
              </p:cNvPr>
              <p:cNvSpPr/>
              <p:nvPr/>
            </p:nvSpPr>
            <p:spPr>
              <a:xfrm>
                <a:off x="9390475" y="3156600"/>
                <a:ext cx="5000" cy="176125"/>
              </a:xfrm>
              <a:custGeom>
                <a:avLst/>
                <a:gdLst/>
                <a:ahLst/>
                <a:cxnLst/>
                <a:rect l="l" t="t" r="r" b="b"/>
                <a:pathLst>
                  <a:path w="200" h="7045" extrusionOk="0">
                    <a:moveTo>
                      <a:pt x="71" y="0"/>
                    </a:moveTo>
                    <a:cubicBezTo>
                      <a:pt x="24" y="0"/>
                      <a:pt x="1" y="1578"/>
                      <a:pt x="16" y="3524"/>
                    </a:cubicBezTo>
                    <a:cubicBezTo>
                      <a:pt x="32" y="5468"/>
                      <a:pt x="84" y="7044"/>
                      <a:pt x="129" y="7044"/>
                    </a:cubicBezTo>
                    <a:cubicBezTo>
                      <a:pt x="175" y="7044"/>
                      <a:pt x="199" y="5467"/>
                      <a:pt x="183" y="3522"/>
                    </a:cubicBezTo>
                    <a:cubicBezTo>
                      <a:pt x="167" y="1576"/>
                      <a:pt x="116" y="0"/>
                      <a:pt x="7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1322;p34">
                <a:extLst>
                  <a:ext uri="{FF2B5EF4-FFF2-40B4-BE49-F238E27FC236}">
                    <a16:creationId xmlns:a16="http://schemas.microsoft.com/office/drawing/2014/main" id="{11F2A765-90D5-BC11-120E-73CD7E93037A}"/>
                  </a:ext>
                </a:extLst>
              </p:cNvPr>
              <p:cNvSpPr/>
              <p:nvPr/>
            </p:nvSpPr>
            <p:spPr>
              <a:xfrm>
                <a:off x="9349275" y="3013975"/>
                <a:ext cx="517525" cy="4175"/>
              </a:xfrm>
              <a:custGeom>
                <a:avLst/>
                <a:gdLst/>
                <a:ahLst/>
                <a:cxnLst/>
                <a:rect l="l" t="t" r="r" b="b"/>
                <a:pathLst>
                  <a:path w="20701" h="167" extrusionOk="0">
                    <a:moveTo>
                      <a:pt x="10351" y="0"/>
                    </a:moveTo>
                    <a:cubicBezTo>
                      <a:pt x="4634" y="0"/>
                      <a:pt x="1" y="38"/>
                      <a:pt x="1" y="84"/>
                    </a:cubicBezTo>
                    <a:cubicBezTo>
                      <a:pt x="1" y="129"/>
                      <a:pt x="4636" y="167"/>
                      <a:pt x="10351" y="167"/>
                    </a:cubicBezTo>
                    <a:cubicBezTo>
                      <a:pt x="16066" y="167"/>
                      <a:pt x="20700" y="129"/>
                      <a:pt x="20700" y="84"/>
                    </a:cubicBezTo>
                    <a:cubicBezTo>
                      <a:pt x="20700" y="38"/>
                      <a:pt x="16068" y="0"/>
                      <a:pt x="10351" y="0"/>
                    </a:cubicBezTo>
                    <a:close/>
                  </a:path>
                </a:pathLst>
              </a:custGeom>
              <a:solidFill>
                <a:srgbClr val="91C1A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1323;p34">
                <a:extLst>
                  <a:ext uri="{FF2B5EF4-FFF2-40B4-BE49-F238E27FC236}">
                    <a16:creationId xmlns:a16="http://schemas.microsoft.com/office/drawing/2014/main" id="{0C28DE67-8FEC-28B4-750A-C854C8941A9E}"/>
                  </a:ext>
                </a:extLst>
              </p:cNvPr>
              <p:cNvSpPr/>
              <p:nvPr/>
            </p:nvSpPr>
            <p:spPr>
              <a:xfrm>
                <a:off x="9284800" y="3129075"/>
                <a:ext cx="637050" cy="4200"/>
              </a:xfrm>
              <a:custGeom>
                <a:avLst/>
                <a:gdLst/>
                <a:ahLst/>
                <a:cxnLst/>
                <a:rect l="l" t="t" r="r" b="b"/>
                <a:pathLst>
                  <a:path w="25482" h="168" extrusionOk="0">
                    <a:moveTo>
                      <a:pt x="12742" y="1"/>
                    </a:moveTo>
                    <a:cubicBezTo>
                      <a:pt x="5705" y="1"/>
                      <a:pt x="1" y="38"/>
                      <a:pt x="1" y="84"/>
                    </a:cubicBezTo>
                    <a:cubicBezTo>
                      <a:pt x="1" y="130"/>
                      <a:pt x="5704" y="167"/>
                      <a:pt x="12742" y="167"/>
                    </a:cubicBezTo>
                    <a:cubicBezTo>
                      <a:pt x="19776" y="167"/>
                      <a:pt x="25481" y="130"/>
                      <a:pt x="25481" y="84"/>
                    </a:cubicBezTo>
                    <a:cubicBezTo>
                      <a:pt x="25481" y="38"/>
                      <a:pt x="19776" y="1"/>
                      <a:pt x="12742" y="1"/>
                    </a:cubicBezTo>
                    <a:close/>
                  </a:path>
                </a:pathLst>
              </a:custGeom>
              <a:solidFill>
                <a:srgbClr val="91C1A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1324;p34">
                <a:extLst>
                  <a:ext uri="{FF2B5EF4-FFF2-40B4-BE49-F238E27FC236}">
                    <a16:creationId xmlns:a16="http://schemas.microsoft.com/office/drawing/2014/main" id="{4C64DF69-19DA-089E-8506-82EEDE1DDA18}"/>
                  </a:ext>
                </a:extLst>
              </p:cNvPr>
              <p:cNvSpPr/>
              <p:nvPr/>
            </p:nvSpPr>
            <p:spPr>
              <a:xfrm>
                <a:off x="9391225" y="3261225"/>
                <a:ext cx="556350" cy="4200"/>
              </a:xfrm>
              <a:custGeom>
                <a:avLst/>
                <a:gdLst/>
                <a:ahLst/>
                <a:cxnLst/>
                <a:rect l="l" t="t" r="r" b="b"/>
                <a:pathLst>
                  <a:path w="22254" h="168" extrusionOk="0">
                    <a:moveTo>
                      <a:pt x="11128" y="1"/>
                    </a:moveTo>
                    <a:cubicBezTo>
                      <a:pt x="4981" y="1"/>
                      <a:pt x="1" y="39"/>
                      <a:pt x="1" y="84"/>
                    </a:cubicBezTo>
                    <a:cubicBezTo>
                      <a:pt x="1" y="131"/>
                      <a:pt x="4981" y="167"/>
                      <a:pt x="11128" y="167"/>
                    </a:cubicBezTo>
                    <a:cubicBezTo>
                      <a:pt x="17272" y="167"/>
                      <a:pt x="22254" y="131"/>
                      <a:pt x="22254" y="84"/>
                    </a:cubicBezTo>
                    <a:cubicBezTo>
                      <a:pt x="22254" y="39"/>
                      <a:pt x="17272" y="1"/>
                      <a:pt x="11128" y="1"/>
                    </a:cubicBezTo>
                    <a:close/>
                  </a:path>
                </a:pathLst>
              </a:custGeom>
              <a:solidFill>
                <a:srgbClr val="91C1A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1325;p34">
                <a:extLst>
                  <a:ext uri="{FF2B5EF4-FFF2-40B4-BE49-F238E27FC236}">
                    <a16:creationId xmlns:a16="http://schemas.microsoft.com/office/drawing/2014/main" id="{F9C317B3-51E1-8DFC-0313-6152B05BBFC9}"/>
                  </a:ext>
                </a:extLst>
              </p:cNvPr>
              <p:cNvSpPr/>
              <p:nvPr/>
            </p:nvSpPr>
            <p:spPr>
              <a:xfrm>
                <a:off x="9389475" y="3429825"/>
                <a:ext cx="409675" cy="4175"/>
              </a:xfrm>
              <a:custGeom>
                <a:avLst/>
                <a:gdLst/>
                <a:ahLst/>
                <a:cxnLst/>
                <a:rect l="l" t="t" r="r" b="b"/>
                <a:pathLst>
                  <a:path w="16387" h="167" extrusionOk="0">
                    <a:moveTo>
                      <a:pt x="8194" y="0"/>
                    </a:moveTo>
                    <a:cubicBezTo>
                      <a:pt x="3669" y="0"/>
                      <a:pt x="1" y="38"/>
                      <a:pt x="1" y="83"/>
                    </a:cubicBezTo>
                    <a:cubicBezTo>
                      <a:pt x="1" y="130"/>
                      <a:pt x="3671" y="167"/>
                      <a:pt x="8194" y="167"/>
                    </a:cubicBezTo>
                    <a:cubicBezTo>
                      <a:pt x="12719" y="167"/>
                      <a:pt x="16387" y="130"/>
                      <a:pt x="16387" y="83"/>
                    </a:cubicBezTo>
                    <a:cubicBezTo>
                      <a:pt x="16387" y="38"/>
                      <a:pt x="12720" y="0"/>
                      <a:pt x="8194" y="0"/>
                    </a:cubicBezTo>
                    <a:close/>
                  </a:path>
                </a:pathLst>
              </a:custGeom>
              <a:solidFill>
                <a:srgbClr val="91C1A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1326;p34">
                <a:extLst>
                  <a:ext uri="{FF2B5EF4-FFF2-40B4-BE49-F238E27FC236}">
                    <a16:creationId xmlns:a16="http://schemas.microsoft.com/office/drawing/2014/main" id="{FB459572-34C8-2A6E-C7EF-B50CB8189994}"/>
                  </a:ext>
                </a:extLst>
              </p:cNvPr>
              <p:cNvSpPr/>
              <p:nvPr/>
            </p:nvSpPr>
            <p:spPr>
              <a:xfrm>
                <a:off x="8895150" y="3563975"/>
                <a:ext cx="724050" cy="308775"/>
              </a:xfrm>
              <a:custGeom>
                <a:avLst/>
                <a:gdLst/>
                <a:ahLst/>
                <a:cxnLst/>
                <a:rect l="l" t="t" r="r" b="b"/>
                <a:pathLst>
                  <a:path w="28962" h="12351" extrusionOk="0">
                    <a:moveTo>
                      <a:pt x="28961" y="0"/>
                    </a:moveTo>
                    <a:lnTo>
                      <a:pt x="20182" y="273"/>
                    </a:lnTo>
                    <a:lnTo>
                      <a:pt x="6039" y="273"/>
                    </a:lnTo>
                    <a:cubicBezTo>
                      <a:pt x="2705" y="273"/>
                      <a:pt x="0" y="2977"/>
                      <a:pt x="0" y="6312"/>
                    </a:cubicBezTo>
                    <a:cubicBezTo>
                      <a:pt x="0" y="9646"/>
                      <a:pt x="2705" y="12351"/>
                      <a:pt x="6039" y="12351"/>
                    </a:cubicBezTo>
                    <a:lnTo>
                      <a:pt x="28961" y="12351"/>
                    </a:lnTo>
                    <a:lnTo>
                      <a:pt x="28961" y="0"/>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1327;p34">
                <a:extLst>
                  <a:ext uri="{FF2B5EF4-FFF2-40B4-BE49-F238E27FC236}">
                    <a16:creationId xmlns:a16="http://schemas.microsoft.com/office/drawing/2014/main" id="{CF08CC8E-35D0-8A5F-1558-7DB0E47588E7}"/>
                  </a:ext>
                </a:extLst>
              </p:cNvPr>
              <p:cNvSpPr/>
              <p:nvPr/>
            </p:nvSpPr>
            <p:spPr>
              <a:xfrm>
                <a:off x="9392950" y="3563975"/>
                <a:ext cx="724025" cy="308775"/>
              </a:xfrm>
              <a:custGeom>
                <a:avLst/>
                <a:gdLst/>
                <a:ahLst/>
                <a:cxnLst/>
                <a:rect l="l" t="t" r="r" b="b"/>
                <a:pathLst>
                  <a:path w="28961" h="12351" extrusionOk="0">
                    <a:moveTo>
                      <a:pt x="0" y="0"/>
                    </a:moveTo>
                    <a:lnTo>
                      <a:pt x="0" y="12351"/>
                    </a:lnTo>
                    <a:lnTo>
                      <a:pt x="22922" y="12351"/>
                    </a:lnTo>
                    <a:cubicBezTo>
                      <a:pt x="26257" y="12351"/>
                      <a:pt x="28960" y="9646"/>
                      <a:pt x="28960" y="6312"/>
                    </a:cubicBezTo>
                    <a:cubicBezTo>
                      <a:pt x="28960" y="2977"/>
                      <a:pt x="26257" y="273"/>
                      <a:pt x="22922" y="273"/>
                    </a:cubicBezTo>
                    <a:lnTo>
                      <a:pt x="8779" y="273"/>
                    </a:lnTo>
                    <a:lnTo>
                      <a:pt x="0" y="0"/>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1328;p34">
                <a:extLst>
                  <a:ext uri="{FF2B5EF4-FFF2-40B4-BE49-F238E27FC236}">
                    <a16:creationId xmlns:a16="http://schemas.microsoft.com/office/drawing/2014/main" id="{F1CE5746-8B2A-1AE8-1C9A-A26D18B1D398}"/>
                  </a:ext>
                </a:extLst>
              </p:cNvPr>
              <p:cNvSpPr/>
              <p:nvPr/>
            </p:nvSpPr>
            <p:spPr>
              <a:xfrm>
                <a:off x="9374450" y="3630875"/>
                <a:ext cx="598200" cy="241850"/>
              </a:xfrm>
              <a:custGeom>
                <a:avLst/>
                <a:gdLst/>
                <a:ahLst/>
                <a:cxnLst/>
                <a:rect l="l" t="t" r="r" b="b"/>
                <a:pathLst>
                  <a:path w="23928" h="9674" extrusionOk="0">
                    <a:moveTo>
                      <a:pt x="23594" y="1"/>
                    </a:moveTo>
                    <a:lnTo>
                      <a:pt x="22638" y="15"/>
                    </a:lnTo>
                    <a:lnTo>
                      <a:pt x="19126" y="96"/>
                    </a:lnTo>
                    <a:lnTo>
                      <a:pt x="7536" y="429"/>
                    </a:lnTo>
                    <a:lnTo>
                      <a:pt x="73" y="668"/>
                    </a:lnTo>
                    <a:lnTo>
                      <a:pt x="1" y="670"/>
                    </a:lnTo>
                    <a:lnTo>
                      <a:pt x="1" y="741"/>
                    </a:lnTo>
                    <a:cubicBezTo>
                      <a:pt x="13" y="3393"/>
                      <a:pt x="24" y="5622"/>
                      <a:pt x="31" y="7204"/>
                    </a:cubicBezTo>
                    <a:cubicBezTo>
                      <a:pt x="40" y="7977"/>
                      <a:pt x="47" y="8592"/>
                      <a:pt x="52" y="9026"/>
                    </a:cubicBezTo>
                    <a:cubicBezTo>
                      <a:pt x="56" y="9228"/>
                      <a:pt x="61" y="9388"/>
                      <a:pt x="63" y="9508"/>
                    </a:cubicBezTo>
                    <a:cubicBezTo>
                      <a:pt x="67" y="9618"/>
                      <a:pt x="71" y="9674"/>
                      <a:pt x="75" y="9674"/>
                    </a:cubicBezTo>
                    <a:cubicBezTo>
                      <a:pt x="80" y="9674"/>
                      <a:pt x="83" y="9618"/>
                      <a:pt x="87" y="9508"/>
                    </a:cubicBezTo>
                    <a:cubicBezTo>
                      <a:pt x="90" y="9387"/>
                      <a:pt x="94" y="9228"/>
                      <a:pt x="99" y="9026"/>
                    </a:cubicBezTo>
                    <a:cubicBezTo>
                      <a:pt x="104" y="8592"/>
                      <a:pt x="111" y="7977"/>
                      <a:pt x="120" y="7204"/>
                    </a:cubicBezTo>
                    <a:cubicBezTo>
                      <a:pt x="126" y="5637"/>
                      <a:pt x="137" y="3434"/>
                      <a:pt x="149" y="814"/>
                    </a:cubicBezTo>
                    <a:lnTo>
                      <a:pt x="149" y="814"/>
                    </a:lnTo>
                    <a:lnTo>
                      <a:pt x="7540" y="596"/>
                    </a:lnTo>
                    <a:lnTo>
                      <a:pt x="19129" y="215"/>
                    </a:lnTo>
                    <a:lnTo>
                      <a:pt x="22640" y="80"/>
                    </a:lnTo>
                    <a:lnTo>
                      <a:pt x="23595" y="35"/>
                    </a:lnTo>
                    <a:lnTo>
                      <a:pt x="23843" y="20"/>
                    </a:lnTo>
                    <a:cubicBezTo>
                      <a:pt x="23899" y="14"/>
                      <a:pt x="23928" y="11"/>
                      <a:pt x="23928" y="7"/>
                    </a:cubicBezTo>
                    <a:cubicBezTo>
                      <a:pt x="23928" y="5"/>
                      <a:pt x="23899" y="3"/>
                      <a:pt x="23843"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1329;p34">
                <a:extLst>
                  <a:ext uri="{FF2B5EF4-FFF2-40B4-BE49-F238E27FC236}">
                    <a16:creationId xmlns:a16="http://schemas.microsoft.com/office/drawing/2014/main" id="{B8CE772B-3CDC-FFCB-99E5-F5B24D6F42E1}"/>
                  </a:ext>
                </a:extLst>
              </p:cNvPr>
              <p:cNvSpPr/>
              <p:nvPr/>
            </p:nvSpPr>
            <p:spPr>
              <a:xfrm>
                <a:off x="8979725" y="3618175"/>
                <a:ext cx="548625" cy="28400"/>
              </a:xfrm>
              <a:custGeom>
                <a:avLst/>
                <a:gdLst/>
                <a:ahLst/>
                <a:cxnLst/>
                <a:rect l="l" t="t" r="r" b="b"/>
                <a:pathLst>
                  <a:path w="21945" h="1136" extrusionOk="0">
                    <a:moveTo>
                      <a:pt x="160" y="1"/>
                    </a:moveTo>
                    <a:cubicBezTo>
                      <a:pt x="55" y="1"/>
                      <a:pt x="0" y="3"/>
                      <a:pt x="0" y="8"/>
                    </a:cubicBezTo>
                    <a:cubicBezTo>
                      <a:pt x="0" y="13"/>
                      <a:pt x="78" y="22"/>
                      <a:pt x="228" y="34"/>
                    </a:cubicBezTo>
                    <a:lnTo>
                      <a:pt x="883" y="78"/>
                    </a:lnTo>
                    <a:cubicBezTo>
                      <a:pt x="1453" y="112"/>
                      <a:pt x="2278" y="152"/>
                      <a:pt x="3297" y="187"/>
                    </a:cubicBezTo>
                    <a:cubicBezTo>
                      <a:pt x="5336" y="261"/>
                      <a:pt x="8155" y="311"/>
                      <a:pt x="11268" y="350"/>
                    </a:cubicBezTo>
                    <a:lnTo>
                      <a:pt x="17922" y="444"/>
                    </a:lnTo>
                    <a:cubicBezTo>
                      <a:pt x="19728" y="488"/>
                      <a:pt x="21113" y="522"/>
                      <a:pt x="21892" y="541"/>
                    </a:cubicBezTo>
                    <a:lnTo>
                      <a:pt x="21892" y="541"/>
                    </a:lnTo>
                    <a:cubicBezTo>
                      <a:pt x="21897" y="726"/>
                      <a:pt x="21901" y="870"/>
                      <a:pt x="21904" y="983"/>
                    </a:cubicBezTo>
                    <a:cubicBezTo>
                      <a:pt x="21909" y="1085"/>
                      <a:pt x="21913" y="1135"/>
                      <a:pt x="21918" y="1135"/>
                    </a:cubicBezTo>
                    <a:cubicBezTo>
                      <a:pt x="21922" y="1135"/>
                      <a:pt x="21927" y="1085"/>
                      <a:pt x="21932" y="983"/>
                    </a:cubicBezTo>
                    <a:cubicBezTo>
                      <a:pt x="21936" y="865"/>
                      <a:pt x="21939" y="713"/>
                      <a:pt x="21944" y="516"/>
                    </a:cubicBezTo>
                    <a:lnTo>
                      <a:pt x="21944" y="492"/>
                    </a:lnTo>
                    <a:lnTo>
                      <a:pt x="21919" y="490"/>
                    </a:lnTo>
                    <a:cubicBezTo>
                      <a:pt x="21202" y="442"/>
                      <a:pt x="19786" y="365"/>
                      <a:pt x="17925" y="311"/>
                    </a:cubicBezTo>
                    <a:cubicBezTo>
                      <a:pt x="16065" y="253"/>
                      <a:pt x="13762" y="214"/>
                      <a:pt x="11270" y="183"/>
                    </a:cubicBezTo>
                    <a:cubicBezTo>
                      <a:pt x="8157" y="146"/>
                      <a:pt x="5340" y="113"/>
                      <a:pt x="3301" y="69"/>
                    </a:cubicBezTo>
                    <a:lnTo>
                      <a:pt x="886" y="13"/>
                    </a:lnTo>
                    <a:lnTo>
                      <a:pt x="229" y="1"/>
                    </a:lnTo>
                    <a:cubicBezTo>
                      <a:pt x="204" y="1"/>
                      <a:pt x="181" y="1"/>
                      <a:pt x="16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1330;p34">
                <a:extLst>
                  <a:ext uri="{FF2B5EF4-FFF2-40B4-BE49-F238E27FC236}">
                    <a16:creationId xmlns:a16="http://schemas.microsoft.com/office/drawing/2014/main" id="{55B2B693-AA7F-31E7-49ED-4C8B4341C352}"/>
                  </a:ext>
                </a:extLst>
              </p:cNvPr>
              <p:cNvSpPr/>
              <p:nvPr/>
            </p:nvSpPr>
            <p:spPr>
              <a:xfrm>
                <a:off x="9115625" y="3732975"/>
                <a:ext cx="260725" cy="123000"/>
              </a:xfrm>
              <a:custGeom>
                <a:avLst/>
                <a:gdLst/>
                <a:ahLst/>
                <a:cxnLst/>
                <a:rect l="l" t="t" r="r" b="b"/>
                <a:pathLst>
                  <a:path w="10429" h="4920" extrusionOk="0">
                    <a:moveTo>
                      <a:pt x="2532" y="0"/>
                    </a:moveTo>
                    <a:cubicBezTo>
                      <a:pt x="1134" y="0"/>
                      <a:pt x="0" y="1102"/>
                      <a:pt x="0" y="2460"/>
                    </a:cubicBezTo>
                    <a:cubicBezTo>
                      <a:pt x="0" y="3819"/>
                      <a:pt x="1134" y="4920"/>
                      <a:pt x="2532" y="4920"/>
                    </a:cubicBezTo>
                    <a:lnTo>
                      <a:pt x="10428" y="4920"/>
                    </a:lnTo>
                    <a:lnTo>
                      <a:pt x="10428" y="344"/>
                    </a:lnTo>
                    <a:lnTo>
                      <a:pt x="10428" y="0"/>
                    </a:lnTo>
                    <a:close/>
                  </a:path>
                </a:pathLst>
              </a:custGeom>
              <a:solidFill>
                <a:srgbClr val="4D313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1331;p34">
                <a:extLst>
                  <a:ext uri="{FF2B5EF4-FFF2-40B4-BE49-F238E27FC236}">
                    <a16:creationId xmlns:a16="http://schemas.microsoft.com/office/drawing/2014/main" id="{61A726C0-26FA-B214-291F-D95CF53545A6}"/>
                  </a:ext>
                </a:extLst>
              </p:cNvPr>
              <p:cNvSpPr/>
              <p:nvPr/>
            </p:nvSpPr>
            <p:spPr>
              <a:xfrm>
                <a:off x="9169700" y="3735325"/>
                <a:ext cx="36925" cy="115900"/>
              </a:xfrm>
              <a:custGeom>
                <a:avLst/>
                <a:gdLst/>
                <a:ahLst/>
                <a:cxnLst/>
                <a:rect l="l" t="t" r="r" b="b"/>
                <a:pathLst>
                  <a:path w="1477" h="4636" extrusionOk="0">
                    <a:moveTo>
                      <a:pt x="21" y="1"/>
                    </a:moveTo>
                    <a:cubicBezTo>
                      <a:pt x="20" y="1"/>
                      <a:pt x="19" y="1"/>
                      <a:pt x="18" y="2"/>
                    </a:cubicBezTo>
                    <a:cubicBezTo>
                      <a:pt x="1" y="25"/>
                      <a:pt x="245" y="196"/>
                      <a:pt x="536" y="561"/>
                    </a:cubicBezTo>
                    <a:cubicBezTo>
                      <a:pt x="827" y="922"/>
                      <a:pt x="1150" y="1508"/>
                      <a:pt x="1228" y="2213"/>
                    </a:cubicBezTo>
                    <a:cubicBezTo>
                      <a:pt x="1305" y="2919"/>
                      <a:pt x="1119" y="3560"/>
                      <a:pt x="913" y="3975"/>
                    </a:cubicBezTo>
                    <a:cubicBezTo>
                      <a:pt x="709" y="4396"/>
                      <a:pt x="508" y="4616"/>
                      <a:pt x="530" y="4635"/>
                    </a:cubicBezTo>
                    <a:cubicBezTo>
                      <a:pt x="531" y="4635"/>
                      <a:pt x="531" y="4635"/>
                      <a:pt x="532" y="4635"/>
                    </a:cubicBezTo>
                    <a:cubicBezTo>
                      <a:pt x="555" y="4635"/>
                      <a:pt x="785" y="4440"/>
                      <a:pt x="1019" y="4030"/>
                    </a:cubicBezTo>
                    <a:cubicBezTo>
                      <a:pt x="1259" y="3613"/>
                      <a:pt x="1476" y="2942"/>
                      <a:pt x="1393" y="2195"/>
                    </a:cubicBezTo>
                    <a:cubicBezTo>
                      <a:pt x="1310" y="1448"/>
                      <a:pt x="951" y="839"/>
                      <a:pt x="626" y="486"/>
                    </a:cubicBezTo>
                    <a:cubicBezTo>
                      <a:pt x="314" y="141"/>
                      <a:pt x="50" y="1"/>
                      <a:pt x="21"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1332;p34">
                <a:extLst>
                  <a:ext uri="{FF2B5EF4-FFF2-40B4-BE49-F238E27FC236}">
                    <a16:creationId xmlns:a16="http://schemas.microsoft.com/office/drawing/2014/main" id="{D66EBE12-87FA-5A87-CE70-674D343F6F07}"/>
                  </a:ext>
                </a:extLst>
              </p:cNvPr>
              <p:cNvSpPr/>
              <p:nvPr/>
            </p:nvSpPr>
            <p:spPr>
              <a:xfrm>
                <a:off x="9244625" y="3769050"/>
                <a:ext cx="4200" cy="51450"/>
              </a:xfrm>
              <a:custGeom>
                <a:avLst/>
                <a:gdLst/>
                <a:ahLst/>
                <a:cxnLst/>
                <a:rect l="l" t="t" r="r" b="b"/>
                <a:pathLst>
                  <a:path w="168" h="2058" extrusionOk="0">
                    <a:moveTo>
                      <a:pt x="84" y="1"/>
                    </a:moveTo>
                    <a:cubicBezTo>
                      <a:pt x="38" y="1"/>
                      <a:pt x="1" y="461"/>
                      <a:pt x="1" y="1029"/>
                    </a:cubicBezTo>
                    <a:cubicBezTo>
                      <a:pt x="1" y="1598"/>
                      <a:pt x="38" y="2058"/>
                      <a:pt x="84" y="2058"/>
                    </a:cubicBezTo>
                    <a:cubicBezTo>
                      <a:pt x="130" y="2058"/>
                      <a:pt x="167" y="1598"/>
                      <a:pt x="167" y="1029"/>
                    </a:cubicBezTo>
                    <a:cubicBezTo>
                      <a:pt x="167" y="461"/>
                      <a:pt x="130" y="1"/>
                      <a:pt x="84"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1333;p34">
                <a:extLst>
                  <a:ext uri="{FF2B5EF4-FFF2-40B4-BE49-F238E27FC236}">
                    <a16:creationId xmlns:a16="http://schemas.microsoft.com/office/drawing/2014/main" id="{82E6DD69-BF3E-53C1-F7ED-40C2C3481D7E}"/>
                  </a:ext>
                </a:extLst>
              </p:cNvPr>
              <p:cNvSpPr/>
              <p:nvPr/>
            </p:nvSpPr>
            <p:spPr>
              <a:xfrm>
                <a:off x="9266675" y="3766950"/>
                <a:ext cx="4200" cy="53550"/>
              </a:xfrm>
              <a:custGeom>
                <a:avLst/>
                <a:gdLst/>
                <a:ahLst/>
                <a:cxnLst/>
                <a:rect l="l" t="t" r="r" b="b"/>
                <a:pathLst>
                  <a:path w="168" h="2142" extrusionOk="0">
                    <a:moveTo>
                      <a:pt x="84" y="0"/>
                    </a:moveTo>
                    <a:cubicBezTo>
                      <a:pt x="37" y="0"/>
                      <a:pt x="1" y="480"/>
                      <a:pt x="1" y="1071"/>
                    </a:cubicBezTo>
                    <a:cubicBezTo>
                      <a:pt x="1" y="1663"/>
                      <a:pt x="37" y="2142"/>
                      <a:pt x="84" y="2142"/>
                    </a:cubicBezTo>
                    <a:cubicBezTo>
                      <a:pt x="130" y="2142"/>
                      <a:pt x="167" y="1663"/>
                      <a:pt x="167" y="1071"/>
                    </a:cubicBezTo>
                    <a:cubicBezTo>
                      <a:pt x="167" y="479"/>
                      <a:pt x="130" y="0"/>
                      <a:pt x="84"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1334;p34">
                <a:extLst>
                  <a:ext uri="{FF2B5EF4-FFF2-40B4-BE49-F238E27FC236}">
                    <a16:creationId xmlns:a16="http://schemas.microsoft.com/office/drawing/2014/main" id="{D8AB942C-CDA6-6AD5-008C-F4CA1C125BE5}"/>
                  </a:ext>
                </a:extLst>
              </p:cNvPr>
              <p:cNvSpPr/>
              <p:nvPr/>
            </p:nvSpPr>
            <p:spPr>
              <a:xfrm>
                <a:off x="9292925" y="3766950"/>
                <a:ext cx="4175" cy="53550"/>
              </a:xfrm>
              <a:custGeom>
                <a:avLst/>
                <a:gdLst/>
                <a:ahLst/>
                <a:cxnLst/>
                <a:rect l="l" t="t" r="r" b="b"/>
                <a:pathLst>
                  <a:path w="167" h="2142" extrusionOk="0">
                    <a:moveTo>
                      <a:pt x="83" y="0"/>
                    </a:moveTo>
                    <a:cubicBezTo>
                      <a:pt x="37" y="0"/>
                      <a:pt x="0" y="480"/>
                      <a:pt x="0" y="1071"/>
                    </a:cubicBezTo>
                    <a:cubicBezTo>
                      <a:pt x="0" y="1663"/>
                      <a:pt x="37" y="2142"/>
                      <a:pt x="83" y="2142"/>
                    </a:cubicBezTo>
                    <a:cubicBezTo>
                      <a:pt x="129" y="2142"/>
                      <a:pt x="167" y="1663"/>
                      <a:pt x="167" y="1071"/>
                    </a:cubicBezTo>
                    <a:cubicBezTo>
                      <a:pt x="167" y="479"/>
                      <a:pt x="129" y="0"/>
                      <a:pt x="83"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1335;p34">
                <a:extLst>
                  <a:ext uri="{FF2B5EF4-FFF2-40B4-BE49-F238E27FC236}">
                    <a16:creationId xmlns:a16="http://schemas.microsoft.com/office/drawing/2014/main" id="{3A8D250D-9854-3178-5E82-15F9B15E3B4E}"/>
                  </a:ext>
                </a:extLst>
              </p:cNvPr>
              <p:cNvSpPr/>
              <p:nvPr/>
            </p:nvSpPr>
            <p:spPr>
              <a:xfrm>
                <a:off x="9307425" y="3734600"/>
                <a:ext cx="44025" cy="68050"/>
              </a:xfrm>
              <a:custGeom>
                <a:avLst/>
                <a:gdLst/>
                <a:ahLst/>
                <a:cxnLst/>
                <a:rect l="l" t="t" r="r" b="b"/>
                <a:pathLst>
                  <a:path w="1761" h="2722" extrusionOk="0">
                    <a:moveTo>
                      <a:pt x="1406" y="165"/>
                    </a:moveTo>
                    <a:cubicBezTo>
                      <a:pt x="1411" y="165"/>
                      <a:pt x="1416" y="166"/>
                      <a:pt x="1421" y="166"/>
                    </a:cubicBezTo>
                    <a:cubicBezTo>
                      <a:pt x="1585" y="175"/>
                      <a:pt x="1609" y="394"/>
                      <a:pt x="1551" y="574"/>
                    </a:cubicBezTo>
                    <a:cubicBezTo>
                      <a:pt x="1496" y="758"/>
                      <a:pt x="1424" y="936"/>
                      <a:pt x="1335" y="1107"/>
                    </a:cubicBezTo>
                    <a:cubicBezTo>
                      <a:pt x="1184" y="1398"/>
                      <a:pt x="990" y="1665"/>
                      <a:pt x="762" y="1901"/>
                    </a:cubicBezTo>
                    <a:cubicBezTo>
                      <a:pt x="431" y="2233"/>
                      <a:pt x="150" y="2397"/>
                      <a:pt x="74" y="2457"/>
                    </a:cubicBezTo>
                    <a:lnTo>
                      <a:pt x="74" y="2457"/>
                    </a:lnTo>
                    <a:cubicBezTo>
                      <a:pt x="99" y="2301"/>
                      <a:pt x="142" y="2084"/>
                      <a:pt x="222" y="1825"/>
                    </a:cubicBezTo>
                    <a:cubicBezTo>
                      <a:pt x="320" y="1511"/>
                      <a:pt x="456" y="1211"/>
                      <a:pt x="630" y="931"/>
                    </a:cubicBezTo>
                    <a:cubicBezTo>
                      <a:pt x="732" y="767"/>
                      <a:pt x="846" y="610"/>
                      <a:pt x="972" y="464"/>
                    </a:cubicBezTo>
                    <a:cubicBezTo>
                      <a:pt x="1038" y="386"/>
                      <a:pt x="1102" y="313"/>
                      <a:pt x="1180" y="257"/>
                    </a:cubicBezTo>
                    <a:cubicBezTo>
                      <a:pt x="1251" y="206"/>
                      <a:pt x="1334" y="165"/>
                      <a:pt x="1406" y="165"/>
                    </a:cubicBezTo>
                    <a:close/>
                    <a:moveTo>
                      <a:pt x="1436" y="1"/>
                    </a:moveTo>
                    <a:cubicBezTo>
                      <a:pt x="1145" y="1"/>
                      <a:pt x="978" y="205"/>
                      <a:pt x="847" y="357"/>
                    </a:cubicBezTo>
                    <a:cubicBezTo>
                      <a:pt x="717" y="513"/>
                      <a:pt x="601" y="678"/>
                      <a:pt x="498" y="851"/>
                    </a:cubicBezTo>
                    <a:cubicBezTo>
                      <a:pt x="324" y="1146"/>
                      <a:pt x="193" y="1462"/>
                      <a:pt x="109" y="1793"/>
                    </a:cubicBezTo>
                    <a:cubicBezTo>
                      <a:pt x="50" y="2014"/>
                      <a:pt x="15" y="2242"/>
                      <a:pt x="7" y="2471"/>
                    </a:cubicBezTo>
                    <a:cubicBezTo>
                      <a:pt x="1" y="2632"/>
                      <a:pt x="13" y="2722"/>
                      <a:pt x="23" y="2722"/>
                    </a:cubicBezTo>
                    <a:cubicBezTo>
                      <a:pt x="23" y="2722"/>
                      <a:pt x="23" y="2722"/>
                      <a:pt x="23" y="2722"/>
                    </a:cubicBezTo>
                    <a:cubicBezTo>
                      <a:pt x="38" y="2722"/>
                      <a:pt x="46" y="2635"/>
                      <a:pt x="70" y="2482"/>
                    </a:cubicBezTo>
                    <a:lnTo>
                      <a:pt x="70" y="2482"/>
                    </a:lnTo>
                    <a:cubicBezTo>
                      <a:pt x="102" y="2476"/>
                      <a:pt x="178" y="2446"/>
                      <a:pt x="287" y="2386"/>
                    </a:cubicBezTo>
                    <a:cubicBezTo>
                      <a:pt x="488" y="2275"/>
                      <a:pt x="675" y="2141"/>
                      <a:pt x="844" y="1985"/>
                    </a:cubicBezTo>
                    <a:cubicBezTo>
                      <a:pt x="1095" y="1752"/>
                      <a:pt x="1307" y="1480"/>
                      <a:pt x="1470" y="1179"/>
                    </a:cubicBezTo>
                    <a:cubicBezTo>
                      <a:pt x="1568" y="1000"/>
                      <a:pt x="1648" y="813"/>
                      <a:pt x="1708" y="618"/>
                    </a:cubicBezTo>
                    <a:cubicBezTo>
                      <a:pt x="1737" y="512"/>
                      <a:pt x="1760" y="396"/>
                      <a:pt x="1732" y="267"/>
                    </a:cubicBezTo>
                    <a:cubicBezTo>
                      <a:pt x="1708" y="136"/>
                      <a:pt x="1585" y="8"/>
                      <a:pt x="1436"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1336;p34">
                <a:extLst>
                  <a:ext uri="{FF2B5EF4-FFF2-40B4-BE49-F238E27FC236}">
                    <a16:creationId xmlns:a16="http://schemas.microsoft.com/office/drawing/2014/main" id="{7BC85D08-6D46-5398-3B4F-C0E42B6AFBC4}"/>
                  </a:ext>
                </a:extLst>
              </p:cNvPr>
              <p:cNvSpPr/>
              <p:nvPr/>
            </p:nvSpPr>
            <p:spPr>
              <a:xfrm>
                <a:off x="9306400" y="3793650"/>
                <a:ext cx="44950" cy="53400"/>
              </a:xfrm>
              <a:custGeom>
                <a:avLst/>
                <a:gdLst/>
                <a:ahLst/>
                <a:cxnLst/>
                <a:rect l="l" t="t" r="r" b="b"/>
                <a:pathLst>
                  <a:path w="1798" h="2136" extrusionOk="0">
                    <a:moveTo>
                      <a:pt x="69" y="1"/>
                    </a:moveTo>
                    <a:cubicBezTo>
                      <a:pt x="29" y="1"/>
                      <a:pt x="8" y="5"/>
                      <a:pt x="8" y="10"/>
                    </a:cubicBezTo>
                    <a:cubicBezTo>
                      <a:pt x="1" y="41"/>
                      <a:pt x="323" y="60"/>
                      <a:pt x="739" y="318"/>
                    </a:cubicBezTo>
                    <a:cubicBezTo>
                      <a:pt x="979" y="469"/>
                      <a:pt x="1186" y="669"/>
                      <a:pt x="1345" y="905"/>
                    </a:cubicBezTo>
                    <a:cubicBezTo>
                      <a:pt x="1436" y="1043"/>
                      <a:pt x="1508" y="1191"/>
                      <a:pt x="1558" y="1349"/>
                    </a:cubicBezTo>
                    <a:cubicBezTo>
                      <a:pt x="1607" y="1508"/>
                      <a:pt x="1619" y="1686"/>
                      <a:pt x="1533" y="1820"/>
                    </a:cubicBezTo>
                    <a:cubicBezTo>
                      <a:pt x="1475" y="1917"/>
                      <a:pt x="1381" y="1971"/>
                      <a:pt x="1285" y="1971"/>
                    </a:cubicBezTo>
                    <a:cubicBezTo>
                      <a:pt x="1243" y="1971"/>
                      <a:pt x="1200" y="1961"/>
                      <a:pt x="1159" y="1939"/>
                    </a:cubicBezTo>
                    <a:cubicBezTo>
                      <a:pt x="1023" y="1870"/>
                      <a:pt x="918" y="1734"/>
                      <a:pt x="826" y="1602"/>
                    </a:cubicBezTo>
                    <a:cubicBezTo>
                      <a:pt x="661" y="1367"/>
                      <a:pt x="516" y="1116"/>
                      <a:pt x="395" y="854"/>
                    </a:cubicBezTo>
                    <a:cubicBezTo>
                      <a:pt x="190" y="409"/>
                      <a:pt x="117" y="108"/>
                      <a:pt x="91" y="108"/>
                    </a:cubicBezTo>
                    <a:cubicBezTo>
                      <a:pt x="90" y="108"/>
                      <a:pt x="90" y="108"/>
                      <a:pt x="90" y="109"/>
                    </a:cubicBezTo>
                    <a:cubicBezTo>
                      <a:pt x="71" y="111"/>
                      <a:pt x="102" y="426"/>
                      <a:pt x="286" y="900"/>
                    </a:cubicBezTo>
                    <a:cubicBezTo>
                      <a:pt x="395" y="1177"/>
                      <a:pt x="534" y="1441"/>
                      <a:pt x="699" y="1689"/>
                    </a:cubicBezTo>
                    <a:cubicBezTo>
                      <a:pt x="792" y="1827"/>
                      <a:pt x="899" y="1985"/>
                      <a:pt x="1087" y="2085"/>
                    </a:cubicBezTo>
                    <a:cubicBezTo>
                      <a:pt x="1150" y="2119"/>
                      <a:pt x="1219" y="2136"/>
                      <a:pt x="1289" y="2136"/>
                    </a:cubicBezTo>
                    <a:cubicBezTo>
                      <a:pt x="1331" y="2136"/>
                      <a:pt x="1373" y="2130"/>
                      <a:pt x="1413" y="2118"/>
                    </a:cubicBezTo>
                    <a:cubicBezTo>
                      <a:pt x="1527" y="2083"/>
                      <a:pt x="1616" y="2002"/>
                      <a:pt x="1674" y="1908"/>
                    </a:cubicBezTo>
                    <a:cubicBezTo>
                      <a:pt x="1798" y="1711"/>
                      <a:pt x="1771" y="1478"/>
                      <a:pt x="1713" y="1301"/>
                    </a:cubicBezTo>
                    <a:cubicBezTo>
                      <a:pt x="1657" y="1129"/>
                      <a:pt x="1575" y="966"/>
                      <a:pt x="1470" y="818"/>
                    </a:cubicBezTo>
                    <a:cubicBezTo>
                      <a:pt x="1295" y="569"/>
                      <a:pt x="1065" y="364"/>
                      <a:pt x="799" y="216"/>
                    </a:cubicBezTo>
                    <a:cubicBezTo>
                      <a:pt x="622" y="117"/>
                      <a:pt x="428" y="50"/>
                      <a:pt x="229" y="15"/>
                    </a:cubicBezTo>
                    <a:cubicBezTo>
                      <a:pt x="160" y="5"/>
                      <a:pt x="107" y="1"/>
                      <a:pt x="69"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1337;p34">
                <a:extLst>
                  <a:ext uri="{FF2B5EF4-FFF2-40B4-BE49-F238E27FC236}">
                    <a16:creationId xmlns:a16="http://schemas.microsoft.com/office/drawing/2014/main" id="{7B9E8517-2424-907F-EB1E-05C8934B6859}"/>
                  </a:ext>
                </a:extLst>
              </p:cNvPr>
              <p:cNvSpPr/>
              <p:nvPr/>
            </p:nvSpPr>
            <p:spPr>
              <a:xfrm>
                <a:off x="9518875" y="2728550"/>
                <a:ext cx="162825" cy="248250"/>
              </a:xfrm>
              <a:custGeom>
                <a:avLst/>
                <a:gdLst/>
                <a:ahLst/>
                <a:cxnLst/>
                <a:rect l="l" t="t" r="r" b="b"/>
                <a:pathLst>
                  <a:path w="6513" h="9930" extrusionOk="0">
                    <a:moveTo>
                      <a:pt x="6512" y="1"/>
                    </a:moveTo>
                    <a:lnTo>
                      <a:pt x="1" y="4322"/>
                    </a:lnTo>
                    <a:lnTo>
                      <a:pt x="1" y="9026"/>
                    </a:lnTo>
                    <a:cubicBezTo>
                      <a:pt x="1318" y="9605"/>
                      <a:pt x="2429" y="9929"/>
                      <a:pt x="3560" y="9929"/>
                    </a:cubicBezTo>
                    <a:cubicBezTo>
                      <a:pt x="4488" y="9929"/>
                      <a:pt x="5431" y="9711"/>
                      <a:pt x="6512" y="9235"/>
                    </a:cubicBezTo>
                    <a:lnTo>
                      <a:pt x="6512"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1338;p34">
                <a:extLst>
                  <a:ext uri="{FF2B5EF4-FFF2-40B4-BE49-F238E27FC236}">
                    <a16:creationId xmlns:a16="http://schemas.microsoft.com/office/drawing/2014/main" id="{D4DDBE4F-8959-64D4-8C13-DD7E56DE0711}"/>
                  </a:ext>
                </a:extLst>
              </p:cNvPr>
              <p:cNvSpPr/>
              <p:nvPr/>
            </p:nvSpPr>
            <p:spPr>
              <a:xfrm>
                <a:off x="9518875" y="2764000"/>
                <a:ext cx="147100" cy="142675"/>
              </a:xfrm>
              <a:custGeom>
                <a:avLst/>
                <a:gdLst/>
                <a:ahLst/>
                <a:cxnLst/>
                <a:rect l="l" t="t" r="r" b="b"/>
                <a:pathLst>
                  <a:path w="5884" h="5707" extrusionOk="0">
                    <a:moveTo>
                      <a:pt x="5883" y="1"/>
                    </a:moveTo>
                    <a:lnTo>
                      <a:pt x="1" y="3216"/>
                    </a:lnTo>
                    <a:lnTo>
                      <a:pt x="1" y="5565"/>
                    </a:lnTo>
                    <a:cubicBezTo>
                      <a:pt x="1" y="5565"/>
                      <a:pt x="520" y="5706"/>
                      <a:pt x="1250" y="5706"/>
                    </a:cubicBezTo>
                    <a:cubicBezTo>
                      <a:pt x="2931" y="5706"/>
                      <a:pt x="5730" y="4956"/>
                      <a:pt x="5883"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1339;p34">
                <a:extLst>
                  <a:ext uri="{FF2B5EF4-FFF2-40B4-BE49-F238E27FC236}">
                    <a16:creationId xmlns:a16="http://schemas.microsoft.com/office/drawing/2014/main" id="{DFCF1F5C-5F36-591A-A5FD-3CAC9AE72DFB}"/>
                  </a:ext>
                </a:extLst>
              </p:cNvPr>
              <p:cNvSpPr/>
              <p:nvPr/>
            </p:nvSpPr>
            <p:spPr>
              <a:xfrm>
                <a:off x="9669825" y="2669050"/>
                <a:ext cx="55150" cy="68950"/>
              </a:xfrm>
              <a:custGeom>
                <a:avLst/>
                <a:gdLst/>
                <a:ahLst/>
                <a:cxnLst/>
                <a:rect l="l" t="t" r="r" b="b"/>
                <a:pathLst>
                  <a:path w="2206" h="2758" extrusionOk="0">
                    <a:moveTo>
                      <a:pt x="1118" y="0"/>
                    </a:moveTo>
                    <a:cubicBezTo>
                      <a:pt x="1060" y="0"/>
                      <a:pt x="1003" y="4"/>
                      <a:pt x="946" y="12"/>
                    </a:cubicBezTo>
                    <a:cubicBezTo>
                      <a:pt x="695" y="45"/>
                      <a:pt x="457" y="142"/>
                      <a:pt x="223" y="236"/>
                    </a:cubicBezTo>
                    <a:lnTo>
                      <a:pt x="1" y="2610"/>
                    </a:lnTo>
                    <a:cubicBezTo>
                      <a:pt x="192" y="2710"/>
                      <a:pt x="405" y="2758"/>
                      <a:pt x="619" y="2758"/>
                    </a:cubicBezTo>
                    <a:cubicBezTo>
                      <a:pt x="987" y="2758"/>
                      <a:pt x="1359" y="2618"/>
                      <a:pt x="1627" y="2363"/>
                    </a:cubicBezTo>
                    <a:cubicBezTo>
                      <a:pt x="2051" y="1960"/>
                      <a:pt x="2205" y="1308"/>
                      <a:pt x="2045" y="745"/>
                    </a:cubicBezTo>
                    <a:cubicBezTo>
                      <a:pt x="1981" y="519"/>
                      <a:pt x="1863" y="300"/>
                      <a:pt x="1673" y="162"/>
                    </a:cubicBezTo>
                    <a:cubicBezTo>
                      <a:pt x="1514" y="48"/>
                      <a:pt x="1316" y="0"/>
                      <a:pt x="1118"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340;p34">
                <a:extLst>
                  <a:ext uri="{FF2B5EF4-FFF2-40B4-BE49-F238E27FC236}">
                    <a16:creationId xmlns:a16="http://schemas.microsoft.com/office/drawing/2014/main" id="{BDA07052-8A96-DF6F-36B8-F8F3FC0EBD6B}"/>
                  </a:ext>
                </a:extLst>
              </p:cNvPr>
              <p:cNvSpPr/>
              <p:nvPr/>
            </p:nvSpPr>
            <p:spPr>
              <a:xfrm>
                <a:off x="9684825" y="2678575"/>
                <a:ext cx="28575" cy="44500"/>
              </a:xfrm>
              <a:custGeom>
                <a:avLst/>
                <a:gdLst/>
                <a:ahLst/>
                <a:cxnLst/>
                <a:rect l="l" t="t" r="r" b="b"/>
                <a:pathLst>
                  <a:path w="1143" h="1780" extrusionOk="0">
                    <a:moveTo>
                      <a:pt x="649" y="0"/>
                    </a:moveTo>
                    <a:cubicBezTo>
                      <a:pt x="638" y="0"/>
                      <a:pt x="626" y="4"/>
                      <a:pt x="616" y="14"/>
                    </a:cubicBezTo>
                    <a:lnTo>
                      <a:pt x="616" y="15"/>
                    </a:lnTo>
                    <a:cubicBezTo>
                      <a:pt x="407" y="218"/>
                      <a:pt x="239" y="436"/>
                      <a:pt x="81" y="674"/>
                    </a:cubicBezTo>
                    <a:lnTo>
                      <a:pt x="81" y="674"/>
                    </a:lnTo>
                    <a:cubicBezTo>
                      <a:pt x="60" y="699"/>
                      <a:pt x="42" y="728"/>
                      <a:pt x="25" y="759"/>
                    </a:cubicBezTo>
                    <a:cubicBezTo>
                      <a:pt x="0" y="798"/>
                      <a:pt x="36" y="841"/>
                      <a:pt x="74" y="841"/>
                    </a:cubicBezTo>
                    <a:cubicBezTo>
                      <a:pt x="86" y="841"/>
                      <a:pt x="99" y="836"/>
                      <a:pt x="109" y="825"/>
                    </a:cubicBezTo>
                    <a:cubicBezTo>
                      <a:pt x="199" y="729"/>
                      <a:pt x="307" y="687"/>
                      <a:pt x="411" y="687"/>
                    </a:cubicBezTo>
                    <a:cubicBezTo>
                      <a:pt x="640" y="687"/>
                      <a:pt x="844" y="893"/>
                      <a:pt x="766" y="1185"/>
                    </a:cubicBezTo>
                    <a:cubicBezTo>
                      <a:pt x="690" y="1468"/>
                      <a:pt x="454" y="1538"/>
                      <a:pt x="207" y="1634"/>
                    </a:cubicBezTo>
                    <a:cubicBezTo>
                      <a:pt x="151" y="1657"/>
                      <a:pt x="137" y="1748"/>
                      <a:pt x="207" y="1764"/>
                    </a:cubicBezTo>
                    <a:cubicBezTo>
                      <a:pt x="252" y="1775"/>
                      <a:pt x="297" y="1780"/>
                      <a:pt x="340" y="1780"/>
                    </a:cubicBezTo>
                    <a:cubicBezTo>
                      <a:pt x="775" y="1780"/>
                      <a:pt x="1142" y="1298"/>
                      <a:pt x="979" y="870"/>
                    </a:cubicBezTo>
                    <a:cubicBezTo>
                      <a:pt x="891" y="638"/>
                      <a:pt x="665" y="500"/>
                      <a:pt x="447" y="500"/>
                    </a:cubicBezTo>
                    <a:cubicBezTo>
                      <a:pt x="401" y="500"/>
                      <a:pt x="355" y="506"/>
                      <a:pt x="310" y="519"/>
                    </a:cubicBezTo>
                    <a:lnTo>
                      <a:pt x="310" y="519"/>
                    </a:lnTo>
                    <a:cubicBezTo>
                      <a:pt x="424" y="365"/>
                      <a:pt x="551" y="221"/>
                      <a:pt x="685" y="84"/>
                    </a:cubicBezTo>
                    <a:cubicBezTo>
                      <a:pt x="719" y="49"/>
                      <a:pt x="686" y="0"/>
                      <a:pt x="649"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341;p34">
                <a:extLst>
                  <a:ext uri="{FF2B5EF4-FFF2-40B4-BE49-F238E27FC236}">
                    <a16:creationId xmlns:a16="http://schemas.microsoft.com/office/drawing/2014/main" id="{F8B0F1B6-BCC5-34A5-E82F-5525B0A858B9}"/>
                  </a:ext>
                </a:extLst>
              </p:cNvPr>
              <p:cNvSpPr/>
              <p:nvPr/>
            </p:nvSpPr>
            <p:spPr>
              <a:xfrm>
                <a:off x="9440325" y="2541950"/>
                <a:ext cx="267300" cy="310750"/>
              </a:xfrm>
              <a:custGeom>
                <a:avLst/>
                <a:gdLst/>
                <a:ahLst/>
                <a:cxnLst/>
                <a:rect l="l" t="t" r="r" b="b"/>
                <a:pathLst>
                  <a:path w="10692" h="12430" extrusionOk="0">
                    <a:moveTo>
                      <a:pt x="5905" y="1"/>
                    </a:moveTo>
                    <a:cubicBezTo>
                      <a:pt x="4849" y="1"/>
                      <a:pt x="1882" y="422"/>
                      <a:pt x="1054" y="5030"/>
                    </a:cubicBezTo>
                    <a:cubicBezTo>
                      <a:pt x="0" y="10900"/>
                      <a:pt x="1818" y="12416"/>
                      <a:pt x="4176" y="12429"/>
                    </a:cubicBezTo>
                    <a:cubicBezTo>
                      <a:pt x="4192" y="12429"/>
                      <a:pt x="4208" y="12429"/>
                      <a:pt x="4224" y="12429"/>
                    </a:cubicBezTo>
                    <a:cubicBezTo>
                      <a:pt x="6989" y="12429"/>
                      <a:pt x="8649" y="11100"/>
                      <a:pt x="9198" y="8133"/>
                    </a:cubicBezTo>
                    <a:cubicBezTo>
                      <a:pt x="10023" y="3671"/>
                      <a:pt x="10691" y="294"/>
                      <a:pt x="6281" y="22"/>
                    </a:cubicBezTo>
                    <a:cubicBezTo>
                      <a:pt x="6281" y="22"/>
                      <a:pt x="6141" y="1"/>
                      <a:pt x="5905"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342;p34">
                <a:extLst>
                  <a:ext uri="{FF2B5EF4-FFF2-40B4-BE49-F238E27FC236}">
                    <a16:creationId xmlns:a16="http://schemas.microsoft.com/office/drawing/2014/main" id="{4A725292-03D9-4124-4D09-10C901DF8085}"/>
                  </a:ext>
                </a:extLst>
              </p:cNvPr>
              <p:cNvSpPr/>
              <p:nvPr/>
            </p:nvSpPr>
            <p:spPr>
              <a:xfrm>
                <a:off x="9539950" y="2634775"/>
                <a:ext cx="23875" cy="107800"/>
              </a:xfrm>
              <a:custGeom>
                <a:avLst/>
                <a:gdLst/>
                <a:ahLst/>
                <a:cxnLst/>
                <a:rect l="l" t="t" r="r" b="b"/>
                <a:pathLst>
                  <a:path w="955" h="4312" extrusionOk="0">
                    <a:moveTo>
                      <a:pt x="312" y="0"/>
                    </a:moveTo>
                    <a:cubicBezTo>
                      <a:pt x="288" y="0"/>
                      <a:pt x="263" y="16"/>
                      <a:pt x="261" y="47"/>
                    </a:cubicBezTo>
                    <a:lnTo>
                      <a:pt x="260" y="47"/>
                    </a:lnTo>
                    <a:cubicBezTo>
                      <a:pt x="138" y="1196"/>
                      <a:pt x="1" y="2499"/>
                      <a:pt x="124" y="3651"/>
                    </a:cubicBezTo>
                    <a:cubicBezTo>
                      <a:pt x="163" y="4017"/>
                      <a:pt x="320" y="4311"/>
                      <a:pt x="656" y="4311"/>
                    </a:cubicBezTo>
                    <a:cubicBezTo>
                      <a:pt x="712" y="4311"/>
                      <a:pt x="772" y="4303"/>
                      <a:pt x="838" y="4286"/>
                    </a:cubicBezTo>
                    <a:cubicBezTo>
                      <a:pt x="954" y="4256"/>
                      <a:pt x="915" y="4095"/>
                      <a:pt x="809" y="4095"/>
                    </a:cubicBezTo>
                    <a:cubicBezTo>
                      <a:pt x="802" y="4095"/>
                      <a:pt x="794" y="4095"/>
                      <a:pt x="786" y="4097"/>
                    </a:cubicBezTo>
                    <a:cubicBezTo>
                      <a:pt x="759" y="4102"/>
                      <a:pt x="734" y="4105"/>
                      <a:pt x="710" y="4105"/>
                    </a:cubicBezTo>
                    <a:cubicBezTo>
                      <a:pt x="89" y="4105"/>
                      <a:pt x="319" y="2370"/>
                      <a:pt x="325" y="2059"/>
                    </a:cubicBezTo>
                    <a:cubicBezTo>
                      <a:pt x="340" y="1388"/>
                      <a:pt x="366" y="718"/>
                      <a:pt x="357" y="47"/>
                    </a:cubicBezTo>
                    <a:cubicBezTo>
                      <a:pt x="357" y="16"/>
                      <a:pt x="335" y="0"/>
                      <a:pt x="312"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343;p34">
                <a:extLst>
                  <a:ext uri="{FF2B5EF4-FFF2-40B4-BE49-F238E27FC236}">
                    <a16:creationId xmlns:a16="http://schemas.microsoft.com/office/drawing/2014/main" id="{86A09B74-A922-5657-6C66-BD7834073CCB}"/>
                  </a:ext>
                </a:extLst>
              </p:cNvPr>
              <p:cNvSpPr/>
              <p:nvPr/>
            </p:nvSpPr>
            <p:spPr>
              <a:xfrm>
                <a:off x="9571725" y="2677825"/>
                <a:ext cx="22000" cy="18850"/>
              </a:xfrm>
              <a:custGeom>
                <a:avLst/>
                <a:gdLst/>
                <a:ahLst/>
                <a:cxnLst/>
                <a:rect l="l" t="t" r="r" b="b"/>
                <a:pathLst>
                  <a:path w="880" h="754" extrusionOk="0">
                    <a:moveTo>
                      <a:pt x="503" y="1"/>
                    </a:moveTo>
                    <a:cubicBezTo>
                      <a:pt x="168" y="1"/>
                      <a:pt x="0" y="406"/>
                      <a:pt x="237" y="644"/>
                    </a:cubicBezTo>
                    <a:cubicBezTo>
                      <a:pt x="309" y="716"/>
                      <a:pt x="405" y="754"/>
                      <a:pt x="503" y="754"/>
                    </a:cubicBezTo>
                    <a:cubicBezTo>
                      <a:pt x="552" y="754"/>
                      <a:pt x="601" y="744"/>
                      <a:pt x="648" y="725"/>
                    </a:cubicBezTo>
                    <a:cubicBezTo>
                      <a:pt x="789" y="667"/>
                      <a:pt x="880" y="529"/>
                      <a:pt x="880" y="377"/>
                    </a:cubicBezTo>
                    <a:cubicBezTo>
                      <a:pt x="880" y="168"/>
                      <a:pt x="711" y="1"/>
                      <a:pt x="5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344;p34">
                <a:extLst>
                  <a:ext uri="{FF2B5EF4-FFF2-40B4-BE49-F238E27FC236}">
                    <a16:creationId xmlns:a16="http://schemas.microsoft.com/office/drawing/2014/main" id="{C4550BD6-7E41-778C-9B9D-43D7AAE8A9EC}"/>
                  </a:ext>
                </a:extLst>
              </p:cNvPr>
              <p:cNvSpPr/>
              <p:nvPr/>
            </p:nvSpPr>
            <p:spPr>
              <a:xfrm>
                <a:off x="9500225" y="2677825"/>
                <a:ext cx="22025" cy="18850"/>
              </a:xfrm>
              <a:custGeom>
                <a:avLst/>
                <a:gdLst/>
                <a:ahLst/>
                <a:cxnLst/>
                <a:rect l="l" t="t" r="r" b="b"/>
                <a:pathLst>
                  <a:path w="881" h="754" extrusionOk="0">
                    <a:moveTo>
                      <a:pt x="504" y="1"/>
                    </a:moveTo>
                    <a:cubicBezTo>
                      <a:pt x="168" y="1"/>
                      <a:pt x="1" y="406"/>
                      <a:pt x="237" y="644"/>
                    </a:cubicBezTo>
                    <a:cubicBezTo>
                      <a:pt x="309" y="716"/>
                      <a:pt x="405" y="754"/>
                      <a:pt x="503" y="754"/>
                    </a:cubicBezTo>
                    <a:cubicBezTo>
                      <a:pt x="552" y="754"/>
                      <a:pt x="601" y="744"/>
                      <a:pt x="648" y="725"/>
                    </a:cubicBezTo>
                    <a:cubicBezTo>
                      <a:pt x="789" y="667"/>
                      <a:pt x="880" y="529"/>
                      <a:pt x="880" y="377"/>
                    </a:cubicBezTo>
                    <a:cubicBezTo>
                      <a:pt x="880" y="168"/>
                      <a:pt x="711" y="1"/>
                      <a:pt x="504"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345;p34">
                <a:extLst>
                  <a:ext uri="{FF2B5EF4-FFF2-40B4-BE49-F238E27FC236}">
                    <a16:creationId xmlns:a16="http://schemas.microsoft.com/office/drawing/2014/main" id="{701BBCD1-20F8-C1E6-0857-6ABA246D536B}"/>
                  </a:ext>
                </a:extLst>
              </p:cNvPr>
              <p:cNvSpPr/>
              <p:nvPr/>
            </p:nvSpPr>
            <p:spPr>
              <a:xfrm>
                <a:off x="9492850" y="2642625"/>
                <a:ext cx="40850" cy="12025"/>
              </a:xfrm>
              <a:custGeom>
                <a:avLst/>
                <a:gdLst/>
                <a:ahLst/>
                <a:cxnLst/>
                <a:rect l="l" t="t" r="r" b="b"/>
                <a:pathLst>
                  <a:path w="1634" h="481" extrusionOk="0">
                    <a:moveTo>
                      <a:pt x="888" y="1"/>
                    </a:moveTo>
                    <a:cubicBezTo>
                      <a:pt x="544" y="1"/>
                      <a:pt x="194" y="121"/>
                      <a:pt x="27" y="378"/>
                    </a:cubicBezTo>
                    <a:cubicBezTo>
                      <a:pt x="0" y="419"/>
                      <a:pt x="37" y="481"/>
                      <a:pt x="84" y="481"/>
                    </a:cubicBezTo>
                    <a:cubicBezTo>
                      <a:pt x="90" y="481"/>
                      <a:pt x="97" y="480"/>
                      <a:pt x="103" y="477"/>
                    </a:cubicBezTo>
                    <a:cubicBezTo>
                      <a:pt x="326" y="391"/>
                      <a:pt x="508" y="264"/>
                      <a:pt x="752" y="233"/>
                    </a:cubicBezTo>
                    <a:cubicBezTo>
                      <a:pt x="796" y="227"/>
                      <a:pt x="838" y="225"/>
                      <a:pt x="879" y="225"/>
                    </a:cubicBezTo>
                    <a:cubicBezTo>
                      <a:pt x="1092" y="225"/>
                      <a:pt x="1279" y="289"/>
                      <a:pt x="1486" y="364"/>
                    </a:cubicBezTo>
                    <a:cubicBezTo>
                      <a:pt x="1498" y="368"/>
                      <a:pt x="1510" y="370"/>
                      <a:pt x="1520" y="370"/>
                    </a:cubicBezTo>
                    <a:cubicBezTo>
                      <a:pt x="1605" y="370"/>
                      <a:pt x="1634" y="242"/>
                      <a:pt x="1561" y="188"/>
                    </a:cubicBezTo>
                    <a:cubicBezTo>
                      <a:pt x="1390" y="66"/>
                      <a:pt x="1141" y="1"/>
                      <a:pt x="888" y="1"/>
                    </a:cubicBezTo>
                    <a:close/>
                  </a:path>
                </a:pathLst>
              </a:custGeom>
              <a:solidFill>
                <a:srgbClr val="442D2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346;p34">
                <a:extLst>
                  <a:ext uri="{FF2B5EF4-FFF2-40B4-BE49-F238E27FC236}">
                    <a16:creationId xmlns:a16="http://schemas.microsoft.com/office/drawing/2014/main" id="{2C0C5288-74AB-ABBF-D785-8D3DF3989BD8}"/>
                  </a:ext>
                </a:extLst>
              </p:cNvPr>
              <p:cNvSpPr/>
              <p:nvPr/>
            </p:nvSpPr>
            <p:spPr>
              <a:xfrm>
                <a:off x="9573550" y="2639700"/>
                <a:ext cx="40875" cy="12025"/>
              </a:xfrm>
              <a:custGeom>
                <a:avLst/>
                <a:gdLst/>
                <a:ahLst/>
                <a:cxnLst/>
                <a:rect l="l" t="t" r="r" b="b"/>
                <a:pathLst>
                  <a:path w="1635" h="481" extrusionOk="0">
                    <a:moveTo>
                      <a:pt x="887" y="1"/>
                    </a:moveTo>
                    <a:cubicBezTo>
                      <a:pt x="543" y="1"/>
                      <a:pt x="193" y="120"/>
                      <a:pt x="27" y="377"/>
                    </a:cubicBezTo>
                    <a:cubicBezTo>
                      <a:pt x="1" y="418"/>
                      <a:pt x="37" y="480"/>
                      <a:pt x="83" y="480"/>
                    </a:cubicBezTo>
                    <a:cubicBezTo>
                      <a:pt x="90" y="480"/>
                      <a:pt x="97" y="479"/>
                      <a:pt x="104" y="476"/>
                    </a:cubicBezTo>
                    <a:cubicBezTo>
                      <a:pt x="326" y="392"/>
                      <a:pt x="507" y="263"/>
                      <a:pt x="751" y="233"/>
                    </a:cubicBezTo>
                    <a:cubicBezTo>
                      <a:pt x="796" y="228"/>
                      <a:pt x="839" y="225"/>
                      <a:pt x="882" y="225"/>
                    </a:cubicBezTo>
                    <a:cubicBezTo>
                      <a:pt x="1094" y="225"/>
                      <a:pt x="1280" y="289"/>
                      <a:pt x="1486" y="364"/>
                    </a:cubicBezTo>
                    <a:cubicBezTo>
                      <a:pt x="1498" y="368"/>
                      <a:pt x="1510" y="370"/>
                      <a:pt x="1520" y="370"/>
                    </a:cubicBezTo>
                    <a:cubicBezTo>
                      <a:pt x="1605" y="370"/>
                      <a:pt x="1634" y="241"/>
                      <a:pt x="1561" y="189"/>
                    </a:cubicBezTo>
                    <a:cubicBezTo>
                      <a:pt x="1390" y="66"/>
                      <a:pt x="1140" y="1"/>
                      <a:pt x="887" y="1"/>
                    </a:cubicBezTo>
                    <a:close/>
                  </a:path>
                </a:pathLst>
              </a:custGeom>
              <a:solidFill>
                <a:srgbClr val="442D2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347;p34">
                <a:extLst>
                  <a:ext uri="{FF2B5EF4-FFF2-40B4-BE49-F238E27FC236}">
                    <a16:creationId xmlns:a16="http://schemas.microsoft.com/office/drawing/2014/main" id="{05C8A0F6-A20D-BC66-B8F6-B42D218F513D}"/>
                  </a:ext>
                </a:extLst>
              </p:cNvPr>
              <p:cNvSpPr/>
              <p:nvPr/>
            </p:nvSpPr>
            <p:spPr>
              <a:xfrm>
                <a:off x="9680950" y="2681125"/>
                <a:ext cx="32675" cy="38475"/>
              </a:xfrm>
              <a:custGeom>
                <a:avLst/>
                <a:gdLst/>
                <a:ahLst/>
                <a:cxnLst/>
                <a:rect l="l" t="t" r="r" b="b"/>
                <a:pathLst>
                  <a:path w="1307" h="1539" extrusionOk="0">
                    <a:moveTo>
                      <a:pt x="852" y="1"/>
                    </a:moveTo>
                    <a:cubicBezTo>
                      <a:pt x="778" y="1"/>
                      <a:pt x="706" y="22"/>
                      <a:pt x="649" y="68"/>
                    </a:cubicBezTo>
                    <a:lnTo>
                      <a:pt x="811" y="20"/>
                    </a:lnTo>
                    <a:lnTo>
                      <a:pt x="811" y="20"/>
                    </a:lnTo>
                    <a:cubicBezTo>
                      <a:pt x="560" y="106"/>
                      <a:pt x="324" y="257"/>
                      <a:pt x="181" y="481"/>
                    </a:cubicBezTo>
                    <a:cubicBezTo>
                      <a:pt x="38" y="703"/>
                      <a:pt x="0" y="1003"/>
                      <a:pt x="127" y="1236"/>
                    </a:cubicBezTo>
                    <a:cubicBezTo>
                      <a:pt x="224" y="1416"/>
                      <a:pt x="428" y="1538"/>
                      <a:pt x="629" y="1538"/>
                    </a:cubicBezTo>
                    <a:cubicBezTo>
                      <a:pt x="687" y="1538"/>
                      <a:pt x="745" y="1528"/>
                      <a:pt x="801" y="1506"/>
                    </a:cubicBezTo>
                    <a:cubicBezTo>
                      <a:pt x="1017" y="1418"/>
                      <a:pt x="1138" y="1188"/>
                      <a:pt x="1215" y="967"/>
                    </a:cubicBezTo>
                    <a:cubicBezTo>
                      <a:pt x="1266" y="816"/>
                      <a:pt x="1306" y="657"/>
                      <a:pt x="1296" y="497"/>
                    </a:cubicBezTo>
                    <a:cubicBezTo>
                      <a:pt x="1286" y="339"/>
                      <a:pt x="1220" y="176"/>
                      <a:pt x="1093" y="81"/>
                    </a:cubicBezTo>
                    <a:cubicBezTo>
                      <a:pt x="1024" y="29"/>
                      <a:pt x="937" y="1"/>
                      <a:pt x="852"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348;p34">
                <a:extLst>
                  <a:ext uri="{FF2B5EF4-FFF2-40B4-BE49-F238E27FC236}">
                    <a16:creationId xmlns:a16="http://schemas.microsoft.com/office/drawing/2014/main" id="{B52E2768-ECFD-6AF5-DA7C-CBF5F7D6EA19}"/>
                  </a:ext>
                </a:extLst>
              </p:cNvPr>
              <p:cNvSpPr/>
              <p:nvPr/>
            </p:nvSpPr>
            <p:spPr>
              <a:xfrm>
                <a:off x="9483875" y="2535800"/>
                <a:ext cx="213650" cy="138725"/>
              </a:xfrm>
              <a:custGeom>
                <a:avLst/>
                <a:gdLst/>
                <a:ahLst/>
                <a:cxnLst/>
                <a:rect l="l" t="t" r="r" b="b"/>
                <a:pathLst>
                  <a:path w="8546" h="5549" extrusionOk="0">
                    <a:moveTo>
                      <a:pt x="4339" y="1"/>
                    </a:moveTo>
                    <a:cubicBezTo>
                      <a:pt x="3644" y="1"/>
                      <a:pt x="2947" y="88"/>
                      <a:pt x="2306" y="350"/>
                    </a:cubicBezTo>
                    <a:cubicBezTo>
                      <a:pt x="1208" y="796"/>
                      <a:pt x="334" y="1764"/>
                      <a:pt x="0" y="2902"/>
                    </a:cubicBezTo>
                    <a:lnTo>
                      <a:pt x="14" y="2865"/>
                    </a:lnTo>
                    <a:cubicBezTo>
                      <a:pt x="398" y="3311"/>
                      <a:pt x="990" y="3514"/>
                      <a:pt x="1585" y="3514"/>
                    </a:cubicBezTo>
                    <a:cubicBezTo>
                      <a:pt x="1798" y="3514"/>
                      <a:pt x="2012" y="3488"/>
                      <a:pt x="2217" y="3437"/>
                    </a:cubicBezTo>
                    <a:cubicBezTo>
                      <a:pt x="2992" y="3245"/>
                      <a:pt x="3661" y="2761"/>
                      <a:pt x="4269" y="2246"/>
                    </a:cubicBezTo>
                    <a:cubicBezTo>
                      <a:pt x="4284" y="2865"/>
                      <a:pt x="4890" y="3357"/>
                      <a:pt x="5508" y="3402"/>
                    </a:cubicBezTo>
                    <a:cubicBezTo>
                      <a:pt x="5546" y="3405"/>
                      <a:pt x="5585" y="3406"/>
                      <a:pt x="5623" y="3406"/>
                    </a:cubicBezTo>
                    <a:cubicBezTo>
                      <a:pt x="6200" y="3406"/>
                      <a:pt x="6750" y="3107"/>
                      <a:pt x="7185" y="2722"/>
                    </a:cubicBezTo>
                    <a:cubicBezTo>
                      <a:pt x="7250" y="3550"/>
                      <a:pt x="7375" y="4371"/>
                      <a:pt x="7556" y="5181"/>
                    </a:cubicBezTo>
                    <a:cubicBezTo>
                      <a:pt x="7590" y="5332"/>
                      <a:pt x="7649" y="5509"/>
                      <a:pt x="7799" y="5548"/>
                    </a:cubicBezTo>
                    <a:lnTo>
                      <a:pt x="8384" y="5342"/>
                    </a:lnTo>
                    <a:cubicBezTo>
                      <a:pt x="8545" y="4490"/>
                      <a:pt x="8418" y="3351"/>
                      <a:pt x="8199" y="2511"/>
                    </a:cubicBezTo>
                    <a:cubicBezTo>
                      <a:pt x="7980" y="1672"/>
                      <a:pt x="7469" y="884"/>
                      <a:pt x="6712" y="461"/>
                    </a:cubicBezTo>
                    <a:cubicBezTo>
                      <a:pt x="6145" y="146"/>
                      <a:pt x="5484" y="49"/>
                      <a:pt x="4837" y="15"/>
                    </a:cubicBezTo>
                    <a:cubicBezTo>
                      <a:pt x="4672" y="6"/>
                      <a:pt x="4506" y="1"/>
                      <a:pt x="4339" y="1"/>
                    </a:cubicBezTo>
                    <a:close/>
                  </a:path>
                </a:pathLst>
              </a:custGeom>
              <a:solidFill>
                <a:srgbClr val="442D2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349;p34">
                <a:extLst>
                  <a:ext uri="{FF2B5EF4-FFF2-40B4-BE49-F238E27FC236}">
                    <a16:creationId xmlns:a16="http://schemas.microsoft.com/office/drawing/2014/main" id="{E83CC883-E983-2A9B-CE86-C244DC27C2CE}"/>
                  </a:ext>
                </a:extLst>
              </p:cNvPr>
              <p:cNvSpPr/>
              <p:nvPr/>
            </p:nvSpPr>
            <p:spPr>
              <a:xfrm>
                <a:off x="9545475" y="2735575"/>
                <a:ext cx="39650" cy="25300"/>
              </a:xfrm>
              <a:custGeom>
                <a:avLst/>
                <a:gdLst/>
                <a:ahLst/>
                <a:cxnLst/>
                <a:rect l="l" t="t" r="r" b="b"/>
                <a:pathLst>
                  <a:path w="1586" h="1012" extrusionOk="0">
                    <a:moveTo>
                      <a:pt x="1489" y="0"/>
                    </a:moveTo>
                    <a:cubicBezTo>
                      <a:pt x="1450" y="0"/>
                      <a:pt x="1412" y="20"/>
                      <a:pt x="1401" y="64"/>
                    </a:cubicBezTo>
                    <a:cubicBezTo>
                      <a:pt x="1286" y="555"/>
                      <a:pt x="925" y="864"/>
                      <a:pt x="472" y="864"/>
                    </a:cubicBezTo>
                    <a:cubicBezTo>
                      <a:pt x="353" y="864"/>
                      <a:pt x="227" y="843"/>
                      <a:pt x="99" y="798"/>
                    </a:cubicBezTo>
                    <a:cubicBezTo>
                      <a:pt x="93" y="796"/>
                      <a:pt x="87" y="795"/>
                      <a:pt x="82" y="795"/>
                    </a:cubicBezTo>
                    <a:cubicBezTo>
                      <a:pt x="30" y="795"/>
                      <a:pt x="1" y="878"/>
                      <a:pt x="54" y="904"/>
                    </a:cubicBezTo>
                    <a:cubicBezTo>
                      <a:pt x="208" y="977"/>
                      <a:pt x="369" y="1012"/>
                      <a:pt x="526" y="1012"/>
                    </a:cubicBezTo>
                    <a:cubicBezTo>
                      <a:pt x="1038" y="1012"/>
                      <a:pt x="1510" y="648"/>
                      <a:pt x="1579" y="87"/>
                    </a:cubicBezTo>
                    <a:cubicBezTo>
                      <a:pt x="1586" y="31"/>
                      <a:pt x="1538" y="0"/>
                      <a:pt x="1489"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350;p34">
                <a:extLst>
                  <a:ext uri="{FF2B5EF4-FFF2-40B4-BE49-F238E27FC236}">
                    <a16:creationId xmlns:a16="http://schemas.microsoft.com/office/drawing/2014/main" id="{2BB9EA5B-71FE-07EF-2651-A2D8892D8065}"/>
                  </a:ext>
                </a:extLst>
              </p:cNvPr>
              <p:cNvSpPr/>
              <p:nvPr/>
            </p:nvSpPr>
            <p:spPr>
              <a:xfrm>
                <a:off x="9461425" y="3426175"/>
                <a:ext cx="148125" cy="166850"/>
              </a:xfrm>
              <a:custGeom>
                <a:avLst/>
                <a:gdLst/>
                <a:ahLst/>
                <a:cxnLst/>
                <a:rect l="l" t="t" r="r" b="b"/>
                <a:pathLst>
                  <a:path w="5925" h="6674" extrusionOk="0">
                    <a:moveTo>
                      <a:pt x="4875" y="1"/>
                    </a:moveTo>
                    <a:cubicBezTo>
                      <a:pt x="4875" y="1"/>
                      <a:pt x="0" y="634"/>
                      <a:pt x="564" y="6323"/>
                    </a:cubicBezTo>
                    <a:cubicBezTo>
                      <a:pt x="564" y="6323"/>
                      <a:pt x="878" y="6674"/>
                      <a:pt x="1170" y="6674"/>
                    </a:cubicBezTo>
                    <a:cubicBezTo>
                      <a:pt x="1316" y="6674"/>
                      <a:pt x="1457" y="6586"/>
                      <a:pt x="1550" y="6323"/>
                    </a:cubicBezTo>
                    <a:cubicBezTo>
                      <a:pt x="1550" y="6323"/>
                      <a:pt x="1729" y="6669"/>
                      <a:pt x="2028" y="6669"/>
                    </a:cubicBezTo>
                    <a:cubicBezTo>
                      <a:pt x="2211" y="6669"/>
                      <a:pt x="2439" y="6540"/>
                      <a:pt x="2698" y="6124"/>
                    </a:cubicBezTo>
                    <a:lnTo>
                      <a:pt x="5925" y="5512"/>
                    </a:lnTo>
                    <a:lnTo>
                      <a:pt x="4875"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351;p34">
                <a:extLst>
                  <a:ext uri="{FF2B5EF4-FFF2-40B4-BE49-F238E27FC236}">
                    <a16:creationId xmlns:a16="http://schemas.microsoft.com/office/drawing/2014/main" id="{A0085292-A31F-F344-04F7-BF4BA70FCB85}"/>
                  </a:ext>
                </a:extLst>
              </p:cNvPr>
              <p:cNvSpPr/>
              <p:nvPr/>
            </p:nvSpPr>
            <p:spPr>
              <a:xfrm>
                <a:off x="9489050" y="3477100"/>
                <a:ext cx="67425" cy="109450"/>
              </a:xfrm>
              <a:custGeom>
                <a:avLst/>
                <a:gdLst/>
                <a:ahLst/>
                <a:cxnLst/>
                <a:rect l="l" t="t" r="r" b="b"/>
                <a:pathLst>
                  <a:path w="2697" h="4378" extrusionOk="0">
                    <a:moveTo>
                      <a:pt x="2581" y="1"/>
                    </a:moveTo>
                    <a:cubicBezTo>
                      <a:pt x="2569" y="1"/>
                      <a:pt x="2557" y="3"/>
                      <a:pt x="2544" y="9"/>
                    </a:cubicBezTo>
                    <a:cubicBezTo>
                      <a:pt x="994" y="750"/>
                      <a:pt x="0" y="2633"/>
                      <a:pt x="419" y="4328"/>
                    </a:cubicBezTo>
                    <a:cubicBezTo>
                      <a:pt x="427" y="4362"/>
                      <a:pt x="456" y="4378"/>
                      <a:pt x="485" y="4378"/>
                    </a:cubicBezTo>
                    <a:cubicBezTo>
                      <a:pt x="521" y="4378"/>
                      <a:pt x="557" y="4353"/>
                      <a:pt x="555" y="4309"/>
                    </a:cubicBezTo>
                    <a:cubicBezTo>
                      <a:pt x="469" y="2468"/>
                      <a:pt x="1036" y="1136"/>
                      <a:pt x="2623" y="145"/>
                    </a:cubicBezTo>
                    <a:cubicBezTo>
                      <a:pt x="2697" y="98"/>
                      <a:pt x="2652" y="1"/>
                      <a:pt x="2581"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1352;p34">
                <a:extLst>
                  <a:ext uri="{FF2B5EF4-FFF2-40B4-BE49-F238E27FC236}">
                    <a16:creationId xmlns:a16="http://schemas.microsoft.com/office/drawing/2014/main" id="{5896EE60-A142-BF7D-F5A3-9AEB3E31A665}"/>
                  </a:ext>
                </a:extLst>
              </p:cNvPr>
              <p:cNvSpPr/>
              <p:nvPr/>
            </p:nvSpPr>
            <p:spPr>
              <a:xfrm>
                <a:off x="9526300" y="3506175"/>
                <a:ext cx="51150" cy="73625"/>
              </a:xfrm>
              <a:custGeom>
                <a:avLst/>
                <a:gdLst/>
                <a:ahLst/>
                <a:cxnLst/>
                <a:rect l="l" t="t" r="r" b="b"/>
                <a:pathLst>
                  <a:path w="2046" h="2945" extrusionOk="0">
                    <a:moveTo>
                      <a:pt x="1906" y="0"/>
                    </a:moveTo>
                    <a:cubicBezTo>
                      <a:pt x="1884" y="0"/>
                      <a:pt x="1861" y="8"/>
                      <a:pt x="1841" y="25"/>
                    </a:cubicBezTo>
                    <a:cubicBezTo>
                      <a:pt x="1024" y="686"/>
                      <a:pt x="167" y="1818"/>
                      <a:pt x="6" y="2880"/>
                    </a:cubicBezTo>
                    <a:cubicBezTo>
                      <a:pt x="1" y="2915"/>
                      <a:pt x="30" y="2945"/>
                      <a:pt x="60" y="2945"/>
                    </a:cubicBezTo>
                    <a:cubicBezTo>
                      <a:pt x="74" y="2945"/>
                      <a:pt x="89" y="2937"/>
                      <a:pt x="99" y="2919"/>
                    </a:cubicBezTo>
                    <a:lnTo>
                      <a:pt x="99" y="2920"/>
                    </a:lnTo>
                    <a:cubicBezTo>
                      <a:pt x="366" y="2454"/>
                      <a:pt x="546" y="1952"/>
                      <a:pt x="838" y="1498"/>
                    </a:cubicBezTo>
                    <a:cubicBezTo>
                      <a:pt x="1161" y="998"/>
                      <a:pt x="1560" y="582"/>
                      <a:pt x="1976" y="160"/>
                    </a:cubicBezTo>
                    <a:cubicBezTo>
                      <a:pt x="2045" y="90"/>
                      <a:pt x="1982" y="0"/>
                      <a:pt x="1906"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1353;p34">
                <a:extLst>
                  <a:ext uri="{FF2B5EF4-FFF2-40B4-BE49-F238E27FC236}">
                    <a16:creationId xmlns:a16="http://schemas.microsoft.com/office/drawing/2014/main" id="{DFEBB575-BB3D-1DAC-3DB3-AE027653851B}"/>
                  </a:ext>
                </a:extLst>
              </p:cNvPr>
              <p:cNvSpPr/>
              <p:nvPr/>
            </p:nvSpPr>
            <p:spPr>
              <a:xfrm>
                <a:off x="9583300" y="3286950"/>
                <a:ext cx="382125" cy="297325"/>
              </a:xfrm>
              <a:custGeom>
                <a:avLst/>
                <a:gdLst/>
                <a:ahLst/>
                <a:cxnLst/>
                <a:rect l="l" t="t" r="r" b="b"/>
                <a:pathLst>
                  <a:path w="15285" h="11893" extrusionOk="0">
                    <a:moveTo>
                      <a:pt x="10758" y="0"/>
                    </a:moveTo>
                    <a:cubicBezTo>
                      <a:pt x="9057" y="0"/>
                      <a:pt x="7724" y="346"/>
                      <a:pt x="7724" y="346"/>
                    </a:cubicBezTo>
                    <a:lnTo>
                      <a:pt x="7805" y="4211"/>
                    </a:lnTo>
                    <a:lnTo>
                      <a:pt x="0" y="5571"/>
                    </a:lnTo>
                    <a:lnTo>
                      <a:pt x="800" y="11312"/>
                    </a:lnTo>
                    <a:cubicBezTo>
                      <a:pt x="800" y="11312"/>
                      <a:pt x="3726" y="11893"/>
                      <a:pt x="6841" y="11893"/>
                    </a:cubicBezTo>
                    <a:cubicBezTo>
                      <a:pt x="8418" y="11893"/>
                      <a:pt x="10044" y="11744"/>
                      <a:pt x="11362" y="11296"/>
                    </a:cubicBezTo>
                    <a:cubicBezTo>
                      <a:pt x="15285" y="9961"/>
                      <a:pt x="14452" y="703"/>
                      <a:pt x="14452" y="703"/>
                    </a:cubicBezTo>
                    <a:cubicBezTo>
                      <a:pt x="13254" y="161"/>
                      <a:pt x="11920" y="0"/>
                      <a:pt x="10758"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1354;p34">
                <a:extLst>
                  <a:ext uri="{FF2B5EF4-FFF2-40B4-BE49-F238E27FC236}">
                    <a16:creationId xmlns:a16="http://schemas.microsoft.com/office/drawing/2014/main" id="{20F09A7B-7692-E03F-D29F-8C897883EC0E}"/>
                  </a:ext>
                </a:extLst>
              </p:cNvPr>
              <p:cNvSpPr/>
              <p:nvPr/>
            </p:nvSpPr>
            <p:spPr>
              <a:xfrm>
                <a:off x="9775175" y="3389225"/>
                <a:ext cx="48600" cy="31225"/>
              </a:xfrm>
              <a:custGeom>
                <a:avLst/>
                <a:gdLst/>
                <a:ahLst/>
                <a:cxnLst/>
                <a:rect l="l" t="t" r="r" b="b"/>
                <a:pathLst>
                  <a:path w="1944" h="1249" extrusionOk="0">
                    <a:moveTo>
                      <a:pt x="60" y="0"/>
                    </a:moveTo>
                    <a:cubicBezTo>
                      <a:pt x="29" y="0"/>
                      <a:pt x="12" y="4"/>
                      <a:pt x="11" y="12"/>
                    </a:cubicBezTo>
                    <a:cubicBezTo>
                      <a:pt x="0" y="60"/>
                      <a:pt x="501" y="188"/>
                      <a:pt x="1023" y="532"/>
                    </a:cubicBezTo>
                    <a:cubicBezTo>
                      <a:pt x="1528" y="858"/>
                      <a:pt x="1843" y="1248"/>
                      <a:pt x="1901" y="1248"/>
                    </a:cubicBezTo>
                    <a:cubicBezTo>
                      <a:pt x="1903" y="1248"/>
                      <a:pt x="1905" y="1248"/>
                      <a:pt x="1906" y="1246"/>
                    </a:cubicBezTo>
                    <a:cubicBezTo>
                      <a:pt x="1944" y="1228"/>
                      <a:pt x="1669" y="751"/>
                      <a:pt x="1114" y="392"/>
                    </a:cubicBezTo>
                    <a:cubicBezTo>
                      <a:pt x="658" y="92"/>
                      <a:pt x="207" y="0"/>
                      <a:pt x="6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cxnSp>
          <p:nvCxnSpPr>
            <p:cNvPr id="15" name="Google Shape;26280;p90">
              <a:extLst>
                <a:ext uri="{FF2B5EF4-FFF2-40B4-BE49-F238E27FC236}">
                  <a16:creationId xmlns:a16="http://schemas.microsoft.com/office/drawing/2014/main" id="{B154EEB6-A066-D617-96EB-C148303B98F6}"/>
                </a:ext>
              </a:extLst>
            </p:cNvPr>
            <p:cNvCxnSpPr>
              <a:cxnSpLocks/>
            </p:cNvCxnSpPr>
            <p:nvPr/>
          </p:nvCxnSpPr>
          <p:spPr>
            <a:xfrm flipH="1" flipV="1">
              <a:off x="5372936" y="1829937"/>
              <a:ext cx="0" cy="314019"/>
            </a:xfrm>
            <a:prstGeom prst="straightConnector1">
              <a:avLst/>
            </a:prstGeom>
            <a:solidFill>
              <a:schemeClr val="bg1">
                <a:lumMod val="50000"/>
              </a:schemeClr>
            </a:solidFill>
            <a:ln w="9525" cap="flat" cmpd="sng">
              <a:solidFill>
                <a:schemeClr val="tx1">
                  <a:lumMod val="50000"/>
                  <a:lumOff val="50000"/>
                </a:schemeClr>
              </a:solidFill>
              <a:prstDash val="solid"/>
              <a:round/>
              <a:headEnd type="none" w="med" len="med"/>
              <a:tailEnd type="diamond" w="med" len="med"/>
            </a:ln>
          </p:spPr>
        </p:cxnSp>
        <p:sp>
          <p:nvSpPr>
            <p:cNvPr id="16" name="50 CuadroTexto">
              <a:extLst>
                <a:ext uri="{FF2B5EF4-FFF2-40B4-BE49-F238E27FC236}">
                  <a16:creationId xmlns:a16="http://schemas.microsoft.com/office/drawing/2014/main" id="{853F9A94-4DE3-2A14-BEA0-3B20650526F4}"/>
                </a:ext>
              </a:extLst>
            </p:cNvPr>
            <p:cNvSpPr txBox="1"/>
            <p:nvPr/>
          </p:nvSpPr>
          <p:spPr>
            <a:xfrm>
              <a:off x="1911842" y="1292804"/>
              <a:ext cx="1292186" cy="505838"/>
            </a:xfrm>
            <a:prstGeom prst="rect">
              <a:avLst/>
            </a:prstGeom>
          </p:spPr>
          <p:txBody>
            <a:bodyPr vert="horz" wrap="square" lIns="91440" tIns="45720" rIns="91440" bIns="45720" rtlCol="0" anchor="ctr">
              <a:noAutofit/>
            </a:bodyPr>
            <a:lstStyle/>
            <a:p>
              <a:pPr algn="ctr"/>
              <a:r>
                <a:rPr lang="es-CO" sz="1200" dirty="0">
                  <a:solidFill>
                    <a:schemeClr val="tx1">
                      <a:lumMod val="75000"/>
                      <a:lumOff val="25000"/>
                    </a:schemeClr>
                  </a:solidFill>
                </a:rPr>
                <a:t>Es falta grave según el Reglamento del Aprendiz</a:t>
              </a:r>
            </a:p>
          </p:txBody>
        </p:sp>
        <p:sp>
          <p:nvSpPr>
            <p:cNvPr id="17" name="50 CuadroTexto">
              <a:extLst>
                <a:ext uri="{FF2B5EF4-FFF2-40B4-BE49-F238E27FC236}">
                  <a16:creationId xmlns:a16="http://schemas.microsoft.com/office/drawing/2014/main" id="{B41E7459-1349-0691-861D-24A6AA42144D}"/>
                </a:ext>
              </a:extLst>
            </p:cNvPr>
            <p:cNvSpPr txBox="1"/>
            <p:nvPr/>
          </p:nvSpPr>
          <p:spPr>
            <a:xfrm>
              <a:off x="3374816" y="3592889"/>
              <a:ext cx="1241252" cy="505838"/>
            </a:xfrm>
            <a:prstGeom prst="rect">
              <a:avLst/>
            </a:prstGeom>
          </p:spPr>
          <p:txBody>
            <a:bodyPr vert="horz" wrap="square" lIns="91440" tIns="45720" rIns="91440" bIns="45720" rtlCol="0" anchor="ctr">
              <a:noAutofit/>
            </a:bodyPr>
            <a:lstStyle/>
            <a:p>
              <a:pPr algn="ctr"/>
              <a:r>
                <a:rPr lang="es-ES" sz="1200" dirty="0">
                  <a:solidFill>
                    <a:schemeClr val="tx1">
                      <a:lumMod val="75000"/>
                      <a:lumOff val="25000"/>
                    </a:schemeClr>
                  </a:solidFill>
                </a:rPr>
                <a:t>Dentro del SENA y/o empresa</a:t>
              </a:r>
            </a:p>
          </p:txBody>
        </p:sp>
        <p:sp>
          <p:nvSpPr>
            <p:cNvPr id="18" name="CuadroTexto 17">
              <a:extLst>
                <a:ext uri="{FF2B5EF4-FFF2-40B4-BE49-F238E27FC236}">
                  <a16:creationId xmlns:a16="http://schemas.microsoft.com/office/drawing/2014/main" id="{65724B1D-D1D3-7942-0C00-B5702A2F5826}"/>
                </a:ext>
              </a:extLst>
            </p:cNvPr>
            <p:cNvSpPr txBox="1"/>
            <p:nvPr/>
          </p:nvSpPr>
          <p:spPr>
            <a:xfrm>
              <a:off x="4779948" y="1373589"/>
              <a:ext cx="1160026" cy="356679"/>
            </a:xfrm>
            <a:prstGeom prst="rect">
              <a:avLst/>
            </a:prstGeom>
            <a:noFill/>
          </p:spPr>
          <p:txBody>
            <a:bodyPr wrap="square">
              <a:spAutoFit/>
            </a:bodyPr>
            <a:lstStyle/>
            <a:p>
              <a:pPr algn="ctr"/>
              <a:r>
                <a:rPr lang="es-CO" sz="1200" dirty="0">
                  <a:solidFill>
                    <a:schemeClr val="tx1">
                      <a:lumMod val="75000"/>
                      <a:lumOff val="25000"/>
                    </a:schemeClr>
                  </a:solidFill>
                </a:rPr>
                <a:t>Por cualquiera de las dos partes</a:t>
              </a:r>
            </a:p>
          </p:txBody>
        </p:sp>
      </p:grpSp>
    </p:spTree>
    <p:extLst>
      <p:ext uri="{BB962C8B-B14F-4D97-AF65-F5344CB8AC3E}">
        <p14:creationId xmlns:p14="http://schemas.microsoft.com/office/powerpoint/2010/main" val="1793710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D36AB59-058E-0366-A813-4CD6F7A06C70}"/>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DF1605B7-9C6D-0585-F4EE-BBEFC3FC2024}"/>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DB45333C-BC39-FD03-833E-9D0F05A3424F}"/>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C60A30B1-DD99-6EDA-F954-0F4E7B52788E}"/>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21658197-DE72-4266-14F9-53670FD9246F}"/>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311E5FC0-2CDF-3D57-34D7-1F9ADC8689A2}"/>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6476C1BE-1D69-6C2D-2E24-5221FF064CEE}"/>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6B37C25F-6A91-4625-720B-C3B7C43AD93F}"/>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A69BDF88-5B18-02E8-0053-F4CD5B2BAA1B}"/>
              </a:ext>
            </a:extLst>
          </p:cNvPr>
          <p:cNvGrpSpPr/>
          <p:nvPr/>
        </p:nvGrpSpPr>
        <p:grpSpPr>
          <a:xfrm>
            <a:off x="450415" y="0"/>
            <a:ext cx="11632672" cy="6357277"/>
            <a:chOff x="40537" y="107298"/>
            <a:chExt cx="9147000" cy="4798707"/>
          </a:xfrm>
        </p:grpSpPr>
        <p:grpSp>
          <p:nvGrpSpPr>
            <p:cNvPr id="3" name="Grupo 2">
              <a:extLst>
                <a:ext uri="{FF2B5EF4-FFF2-40B4-BE49-F238E27FC236}">
                  <a16:creationId xmlns:a16="http://schemas.microsoft.com/office/drawing/2014/main" id="{BF43A6DD-B401-54DB-112C-7CBFBF95169C}"/>
                </a:ext>
              </a:extLst>
            </p:cNvPr>
            <p:cNvGrpSpPr/>
            <p:nvPr/>
          </p:nvGrpSpPr>
          <p:grpSpPr>
            <a:xfrm rot="16200000">
              <a:off x="859838" y="836694"/>
              <a:ext cx="311964" cy="467085"/>
              <a:chOff x="5920157" y="1085736"/>
              <a:chExt cx="294027" cy="374344"/>
            </a:xfrm>
          </p:grpSpPr>
          <p:sp>
            <p:nvSpPr>
              <p:cNvPr id="335" name="Google Shape;3999;p60">
                <a:extLst>
                  <a:ext uri="{FF2B5EF4-FFF2-40B4-BE49-F238E27FC236}">
                    <a16:creationId xmlns:a16="http://schemas.microsoft.com/office/drawing/2014/main" id="{8146195B-28CC-E82A-1941-9CE36CD7EBCF}"/>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4000;p60">
                <a:extLst>
                  <a:ext uri="{FF2B5EF4-FFF2-40B4-BE49-F238E27FC236}">
                    <a16:creationId xmlns:a16="http://schemas.microsoft.com/office/drawing/2014/main" id="{DA982D00-BAF7-5F5A-9197-B62F4FF8D657}"/>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4001;p60">
                <a:extLst>
                  <a:ext uri="{FF2B5EF4-FFF2-40B4-BE49-F238E27FC236}">
                    <a16:creationId xmlns:a16="http://schemas.microsoft.com/office/drawing/2014/main" id="{516A656E-E6AF-26F4-67FC-B3A29ED0DC60}"/>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4002;p60">
                <a:extLst>
                  <a:ext uri="{FF2B5EF4-FFF2-40B4-BE49-F238E27FC236}">
                    <a16:creationId xmlns:a16="http://schemas.microsoft.com/office/drawing/2014/main" id="{2D75FCE5-49F7-648A-5227-8B846E95414B}"/>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Imagen 3">
              <a:extLst>
                <a:ext uri="{FF2B5EF4-FFF2-40B4-BE49-F238E27FC236}">
                  <a16:creationId xmlns:a16="http://schemas.microsoft.com/office/drawing/2014/main" id="{734F7EE1-1DE5-17F8-1866-AFCB8BCF67FF}"/>
                </a:ext>
              </a:extLst>
            </p:cNvPr>
            <p:cNvPicPr>
              <a:picLocks noChangeAspect="1"/>
            </p:cNvPicPr>
            <p:nvPr/>
          </p:nvPicPr>
          <p:blipFill>
            <a:blip r:embed="rId3"/>
            <a:stretch>
              <a:fillRect/>
            </a:stretch>
          </p:blipFill>
          <p:spPr>
            <a:xfrm>
              <a:off x="5003934" y="1348813"/>
              <a:ext cx="2148576" cy="419280"/>
            </a:xfrm>
            <a:prstGeom prst="rect">
              <a:avLst/>
            </a:prstGeom>
          </p:spPr>
        </p:pic>
        <p:pic>
          <p:nvPicPr>
            <p:cNvPr id="5" name="Imagen 4">
              <a:extLst>
                <a:ext uri="{FF2B5EF4-FFF2-40B4-BE49-F238E27FC236}">
                  <a16:creationId xmlns:a16="http://schemas.microsoft.com/office/drawing/2014/main" id="{436362F8-16FA-A475-BC58-40776CA8B3BA}"/>
                </a:ext>
              </a:extLst>
            </p:cNvPr>
            <p:cNvPicPr>
              <a:picLocks noChangeAspect="1"/>
            </p:cNvPicPr>
            <p:nvPr/>
          </p:nvPicPr>
          <p:blipFill>
            <a:blip r:embed="rId3"/>
            <a:stretch>
              <a:fillRect/>
            </a:stretch>
          </p:blipFill>
          <p:spPr>
            <a:xfrm>
              <a:off x="1759908" y="1364944"/>
              <a:ext cx="2148576" cy="419280"/>
            </a:xfrm>
            <a:prstGeom prst="rect">
              <a:avLst/>
            </a:prstGeom>
          </p:spPr>
        </p:pic>
        <p:cxnSp>
          <p:nvCxnSpPr>
            <p:cNvPr id="6" name="Conector recto 5">
              <a:extLst>
                <a:ext uri="{FF2B5EF4-FFF2-40B4-BE49-F238E27FC236}">
                  <a16:creationId xmlns:a16="http://schemas.microsoft.com/office/drawing/2014/main" id="{122AFD9A-DACF-AB61-0FFA-0A370834C86F}"/>
                </a:ext>
              </a:extLst>
            </p:cNvPr>
            <p:cNvCxnSpPr>
              <a:cxnSpLocks/>
            </p:cNvCxnSpPr>
            <p:nvPr/>
          </p:nvCxnSpPr>
          <p:spPr>
            <a:xfrm>
              <a:off x="4498369" y="1712380"/>
              <a:ext cx="0" cy="3048077"/>
            </a:xfrm>
            <a:prstGeom prst="line">
              <a:avLst/>
            </a:prstGeom>
            <a:ln>
              <a:solidFill>
                <a:srgbClr val="02906B"/>
              </a:solidFill>
              <a:prstDash val="dash"/>
            </a:ln>
          </p:spPr>
          <p:style>
            <a:lnRef idx="2">
              <a:schemeClr val="accent1"/>
            </a:lnRef>
            <a:fillRef idx="0">
              <a:schemeClr val="accent1"/>
            </a:fillRef>
            <a:effectRef idx="1">
              <a:schemeClr val="accent1"/>
            </a:effectRef>
            <a:fontRef idx="minor">
              <a:schemeClr val="tx1"/>
            </a:fontRef>
          </p:style>
        </p:cxnSp>
        <p:grpSp>
          <p:nvGrpSpPr>
            <p:cNvPr id="7" name="Grupo 6">
              <a:extLst>
                <a:ext uri="{FF2B5EF4-FFF2-40B4-BE49-F238E27FC236}">
                  <a16:creationId xmlns:a16="http://schemas.microsoft.com/office/drawing/2014/main" id="{BF7CC565-0B43-5D9C-6CC2-78BFD31A63F1}"/>
                </a:ext>
              </a:extLst>
            </p:cNvPr>
            <p:cNvGrpSpPr/>
            <p:nvPr/>
          </p:nvGrpSpPr>
          <p:grpSpPr>
            <a:xfrm flipH="1">
              <a:off x="477411" y="4344474"/>
              <a:ext cx="797834" cy="166955"/>
              <a:chOff x="5022600" y="3768840"/>
              <a:chExt cx="527511" cy="153744"/>
            </a:xfrm>
          </p:grpSpPr>
          <p:sp>
            <p:nvSpPr>
              <p:cNvPr id="324" name="Google Shape;3777;p60">
                <a:extLst>
                  <a:ext uri="{FF2B5EF4-FFF2-40B4-BE49-F238E27FC236}">
                    <a16:creationId xmlns:a16="http://schemas.microsoft.com/office/drawing/2014/main" id="{402F489C-D638-E8D0-ACAF-2B33D34BEDCF}"/>
                  </a:ext>
                </a:extLst>
              </p:cNvPr>
              <p:cNvSpPr/>
              <p:nvPr/>
            </p:nvSpPr>
            <p:spPr>
              <a:xfrm>
                <a:off x="5038113" y="3802044"/>
                <a:ext cx="369537" cy="120540"/>
              </a:xfrm>
              <a:custGeom>
                <a:avLst/>
                <a:gdLst/>
                <a:ahLst/>
                <a:cxnLst/>
                <a:rect l="l" t="t" r="r" b="b"/>
                <a:pathLst>
                  <a:path w="11530" h="3761" extrusionOk="0">
                    <a:moveTo>
                      <a:pt x="1" y="1"/>
                    </a:moveTo>
                    <a:lnTo>
                      <a:pt x="1" y="3760"/>
                    </a:lnTo>
                    <a:lnTo>
                      <a:pt x="11530" y="3760"/>
                    </a:lnTo>
                    <a:lnTo>
                      <a:pt x="11530"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778;p60">
                <a:extLst>
                  <a:ext uri="{FF2B5EF4-FFF2-40B4-BE49-F238E27FC236}">
                    <a16:creationId xmlns:a16="http://schemas.microsoft.com/office/drawing/2014/main" id="{93D1533F-7777-F3F3-E84E-44227075ABCD}"/>
                  </a:ext>
                </a:extLst>
              </p:cNvPr>
              <p:cNvSpPr/>
              <p:nvPr/>
            </p:nvSpPr>
            <p:spPr>
              <a:xfrm>
                <a:off x="5022600" y="3768840"/>
                <a:ext cx="397901" cy="33236"/>
              </a:xfrm>
              <a:custGeom>
                <a:avLst/>
                <a:gdLst/>
                <a:ahLst/>
                <a:cxnLst/>
                <a:rect l="l" t="t" r="r" b="b"/>
                <a:pathLst>
                  <a:path w="12415" h="1037" extrusionOk="0">
                    <a:moveTo>
                      <a:pt x="0" y="1"/>
                    </a:moveTo>
                    <a:lnTo>
                      <a:pt x="0" y="1037"/>
                    </a:lnTo>
                    <a:lnTo>
                      <a:pt x="12415" y="1037"/>
                    </a:lnTo>
                    <a:lnTo>
                      <a:pt x="1241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779;p60">
                <a:extLst>
                  <a:ext uri="{FF2B5EF4-FFF2-40B4-BE49-F238E27FC236}">
                    <a16:creationId xmlns:a16="http://schemas.microsoft.com/office/drawing/2014/main" id="{A053A4C3-2234-2679-9F3E-9A126850B624}"/>
                  </a:ext>
                </a:extLst>
              </p:cNvPr>
              <p:cNvSpPr/>
              <p:nvPr/>
            </p:nvSpPr>
            <p:spPr>
              <a:xfrm>
                <a:off x="5213779" y="3768840"/>
                <a:ext cx="206722" cy="153744"/>
              </a:xfrm>
              <a:custGeom>
                <a:avLst/>
                <a:gdLst/>
                <a:ahLst/>
                <a:cxnLst/>
                <a:rect l="l" t="t" r="r" b="b"/>
                <a:pathLst>
                  <a:path w="6450" h="4797" extrusionOk="0">
                    <a:moveTo>
                      <a:pt x="0" y="1"/>
                    </a:moveTo>
                    <a:lnTo>
                      <a:pt x="0" y="953"/>
                    </a:lnTo>
                    <a:lnTo>
                      <a:pt x="251" y="4796"/>
                    </a:lnTo>
                    <a:lnTo>
                      <a:pt x="6049" y="4796"/>
                    </a:lnTo>
                    <a:lnTo>
                      <a:pt x="6049" y="1037"/>
                    </a:lnTo>
                    <a:lnTo>
                      <a:pt x="6450" y="1037"/>
                    </a:lnTo>
                    <a:lnTo>
                      <a:pt x="645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780;p60">
                <a:extLst>
                  <a:ext uri="{FF2B5EF4-FFF2-40B4-BE49-F238E27FC236}">
                    <a16:creationId xmlns:a16="http://schemas.microsoft.com/office/drawing/2014/main" id="{B95B7911-B3FF-B245-67BB-1BCFBA3F2C51}"/>
                  </a:ext>
                </a:extLst>
              </p:cNvPr>
              <p:cNvSpPr/>
              <p:nvPr/>
            </p:nvSpPr>
            <p:spPr>
              <a:xfrm>
                <a:off x="5090066" y="3821883"/>
                <a:ext cx="74452" cy="17692"/>
              </a:xfrm>
              <a:custGeom>
                <a:avLst/>
                <a:gdLst/>
                <a:ahLst/>
                <a:cxnLst/>
                <a:rect l="l" t="t" r="r" b="b"/>
                <a:pathLst>
                  <a:path w="2323" h="552" extrusionOk="0">
                    <a:moveTo>
                      <a:pt x="0" y="0"/>
                    </a:moveTo>
                    <a:lnTo>
                      <a:pt x="0" y="552"/>
                    </a:lnTo>
                    <a:lnTo>
                      <a:pt x="2323" y="552"/>
                    </a:lnTo>
                    <a:lnTo>
                      <a:pt x="23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781;p60">
                <a:extLst>
                  <a:ext uri="{FF2B5EF4-FFF2-40B4-BE49-F238E27FC236}">
                    <a16:creationId xmlns:a16="http://schemas.microsoft.com/office/drawing/2014/main" id="{2DF17FA8-EF28-FCC3-C81E-BCEF1CA4DF27}"/>
                  </a:ext>
                </a:extLst>
              </p:cNvPr>
              <p:cNvSpPr/>
              <p:nvPr/>
            </p:nvSpPr>
            <p:spPr>
              <a:xfrm>
                <a:off x="5080419" y="3862555"/>
                <a:ext cx="95894" cy="38075"/>
              </a:xfrm>
              <a:custGeom>
                <a:avLst/>
                <a:gdLst/>
                <a:ahLst/>
                <a:cxnLst/>
                <a:rect l="l" t="t" r="r" b="b"/>
                <a:pathLst>
                  <a:path w="2992" h="1188" extrusionOk="0">
                    <a:moveTo>
                      <a:pt x="1" y="1"/>
                    </a:moveTo>
                    <a:lnTo>
                      <a:pt x="1" y="1187"/>
                    </a:lnTo>
                    <a:lnTo>
                      <a:pt x="2992" y="1187"/>
                    </a:lnTo>
                    <a:lnTo>
                      <a:pt x="29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846;p60">
                <a:extLst>
                  <a:ext uri="{FF2B5EF4-FFF2-40B4-BE49-F238E27FC236}">
                    <a16:creationId xmlns:a16="http://schemas.microsoft.com/office/drawing/2014/main" id="{6A09B850-0ADE-82E3-5D74-48E29B0EBC78}"/>
                  </a:ext>
                </a:extLst>
              </p:cNvPr>
              <p:cNvSpPr/>
              <p:nvPr/>
            </p:nvSpPr>
            <p:spPr>
              <a:xfrm>
                <a:off x="5506684" y="3898451"/>
                <a:ext cx="8077" cy="12884"/>
              </a:xfrm>
              <a:custGeom>
                <a:avLst/>
                <a:gdLst/>
                <a:ahLst/>
                <a:cxnLst/>
                <a:rect l="l" t="t" r="r" b="b"/>
                <a:pathLst>
                  <a:path w="252" h="402" extrusionOk="0">
                    <a:moveTo>
                      <a:pt x="1" y="0"/>
                    </a:moveTo>
                    <a:lnTo>
                      <a:pt x="1" y="0"/>
                    </a:lnTo>
                    <a:cubicBezTo>
                      <a:pt x="134" y="101"/>
                      <a:pt x="218" y="251"/>
                      <a:pt x="235" y="401"/>
                    </a:cubicBezTo>
                    <a:cubicBezTo>
                      <a:pt x="251" y="234"/>
                      <a:pt x="151" y="84"/>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847;p60">
                <a:extLst>
                  <a:ext uri="{FF2B5EF4-FFF2-40B4-BE49-F238E27FC236}">
                    <a16:creationId xmlns:a16="http://schemas.microsoft.com/office/drawing/2014/main" id="{FF6DE71B-30A6-6CE3-D3CE-0E39C9EA82C7}"/>
                  </a:ext>
                </a:extLst>
              </p:cNvPr>
              <p:cNvSpPr/>
              <p:nvPr/>
            </p:nvSpPr>
            <p:spPr>
              <a:xfrm>
                <a:off x="5533477" y="3893098"/>
                <a:ext cx="4840" cy="6570"/>
              </a:xfrm>
              <a:custGeom>
                <a:avLst/>
                <a:gdLst/>
                <a:ahLst/>
                <a:cxnLst/>
                <a:rect l="l" t="t" r="r" b="b"/>
                <a:pathLst>
                  <a:path w="151" h="205" extrusionOk="0">
                    <a:moveTo>
                      <a:pt x="17" y="0"/>
                    </a:moveTo>
                    <a:cubicBezTo>
                      <a:pt x="0" y="0"/>
                      <a:pt x="34" y="50"/>
                      <a:pt x="67" y="117"/>
                    </a:cubicBezTo>
                    <a:cubicBezTo>
                      <a:pt x="96" y="161"/>
                      <a:pt x="125" y="204"/>
                      <a:pt x="143" y="204"/>
                    </a:cubicBezTo>
                    <a:cubicBezTo>
                      <a:pt x="146" y="204"/>
                      <a:pt x="148" y="203"/>
                      <a:pt x="151" y="201"/>
                    </a:cubicBezTo>
                    <a:cubicBezTo>
                      <a:pt x="151" y="201"/>
                      <a:pt x="134" y="151"/>
                      <a:pt x="84" y="101"/>
                    </a:cubicBezTo>
                    <a:cubicBezTo>
                      <a:pt x="50" y="34"/>
                      <a:pt x="17" y="0"/>
                      <a:pt x="1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848;p60">
                <a:extLst>
                  <a:ext uri="{FF2B5EF4-FFF2-40B4-BE49-F238E27FC236}">
                    <a16:creationId xmlns:a16="http://schemas.microsoft.com/office/drawing/2014/main" id="{65600A32-5116-DE73-3070-3EFC65A18949}"/>
                  </a:ext>
                </a:extLst>
              </p:cNvPr>
              <p:cNvSpPr/>
              <p:nvPr/>
            </p:nvSpPr>
            <p:spPr>
              <a:xfrm>
                <a:off x="5539343" y="3891880"/>
                <a:ext cx="5416" cy="4615"/>
              </a:xfrm>
              <a:custGeom>
                <a:avLst/>
                <a:gdLst/>
                <a:ahLst/>
                <a:cxnLst/>
                <a:rect l="l" t="t" r="r" b="b"/>
                <a:pathLst>
                  <a:path w="169" h="144" extrusionOk="0">
                    <a:moveTo>
                      <a:pt x="12" y="1"/>
                    </a:moveTo>
                    <a:cubicBezTo>
                      <a:pt x="8" y="1"/>
                      <a:pt x="4" y="2"/>
                      <a:pt x="1" y="5"/>
                    </a:cubicBezTo>
                    <a:cubicBezTo>
                      <a:pt x="1" y="5"/>
                      <a:pt x="34" y="38"/>
                      <a:pt x="68" y="88"/>
                    </a:cubicBezTo>
                    <a:cubicBezTo>
                      <a:pt x="109" y="116"/>
                      <a:pt x="139" y="143"/>
                      <a:pt x="157" y="143"/>
                    </a:cubicBezTo>
                    <a:cubicBezTo>
                      <a:pt x="161" y="143"/>
                      <a:pt x="165" y="142"/>
                      <a:pt x="168" y="139"/>
                    </a:cubicBezTo>
                    <a:cubicBezTo>
                      <a:pt x="168" y="139"/>
                      <a:pt x="135" y="105"/>
                      <a:pt x="101" y="55"/>
                    </a:cubicBezTo>
                    <a:cubicBezTo>
                      <a:pt x="60" y="28"/>
                      <a:pt x="31" y="1"/>
                      <a:pt x="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849;p60">
                <a:extLst>
                  <a:ext uri="{FF2B5EF4-FFF2-40B4-BE49-F238E27FC236}">
                    <a16:creationId xmlns:a16="http://schemas.microsoft.com/office/drawing/2014/main" id="{D581E085-887E-68FA-D8D6-EB862D76FFDE}"/>
                  </a:ext>
                </a:extLst>
              </p:cNvPr>
              <p:cNvSpPr/>
              <p:nvPr/>
            </p:nvSpPr>
            <p:spPr>
              <a:xfrm>
                <a:off x="5540977" y="3883451"/>
                <a:ext cx="9134" cy="1538"/>
              </a:xfrm>
              <a:custGeom>
                <a:avLst/>
                <a:gdLst/>
                <a:ahLst/>
                <a:cxnLst/>
                <a:rect l="l" t="t" r="r" b="b"/>
                <a:pathLst>
                  <a:path w="285" h="48" extrusionOk="0">
                    <a:moveTo>
                      <a:pt x="284" y="1"/>
                    </a:moveTo>
                    <a:cubicBezTo>
                      <a:pt x="234" y="1"/>
                      <a:pt x="184" y="17"/>
                      <a:pt x="134" y="17"/>
                    </a:cubicBezTo>
                    <a:lnTo>
                      <a:pt x="0" y="17"/>
                    </a:lnTo>
                    <a:cubicBezTo>
                      <a:pt x="35" y="38"/>
                      <a:pt x="76" y="48"/>
                      <a:pt x="118" y="48"/>
                    </a:cubicBezTo>
                    <a:cubicBezTo>
                      <a:pt x="176" y="48"/>
                      <a:pt x="236" y="30"/>
                      <a:pt x="2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850;p60">
                <a:extLst>
                  <a:ext uri="{FF2B5EF4-FFF2-40B4-BE49-F238E27FC236}">
                    <a16:creationId xmlns:a16="http://schemas.microsoft.com/office/drawing/2014/main" id="{7B2346B0-9450-69B6-9688-7E51185F18E7}"/>
                  </a:ext>
                </a:extLst>
              </p:cNvPr>
              <p:cNvSpPr/>
              <p:nvPr/>
            </p:nvSpPr>
            <p:spPr>
              <a:xfrm>
                <a:off x="5520625" y="3885406"/>
                <a:ext cx="15031" cy="8782"/>
              </a:xfrm>
              <a:custGeom>
                <a:avLst/>
                <a:gdLst/>
                <a:ahLst/>
                <a:cxnLst/>
                <a:rect l="l" t="t" r="r" b="b"/>
                <a:pathLst>
                  <a:path w="469" h="274" extrusionOk="0">
                    <a:moveTo>
                      <a:pt x="151" y="29"/>
                    </a:moveTo>
                    <a:cubicBezTo>
                      <a:pt x="179" y="29"/>
                      <a:pt x="206" y="33"/>
                      <a:pt x="234" y="40"/>
                    </a:cubicBezTo>
                    <a:cubicBezTo>
                      <a:pt x="284" y="57"/>
                      <a:pt x="334" y="90"/>
                      <a:pt x="368" y="140"/>
                    </a:cubicBezTo>
                    <a:cubicBezTo>
                      <a:pt x="389" y="162"/>
                      <a:pt x="404" y="190"/>
                      <a:pt x="416" y="221"/>
                    </a:cubicBezTo>
                    <a:lnTo>
                      <a:pt x="416" y="221"/>
                    </a:lnTo>
                    <a:cubicBezTo>
                      <a:pt x="387" y="219"/>
                      <a:pt x="348" y="215"/>
                      <a:pt x="301" y="207"/>
                    </a:cubicBezTo>
                    <a:cubicBezTo>
                      <a:pt x="251" y="190"/>
                      <a:pt x="201" y="174"/>
                      <a:pt x="134" y="157"/>
                    </a:cubicBezTo>
                    <a:cubicBezTo>
                      <a:pt x="117" y="140"/>
                      <a:pt x="84" y="140"/>
                      <a:pt x="50" y="123"/>
                    </a:cubicBezTo>
                    <a:cubicBezTo>
                      <a:pt x="17" y="107"/>
                      <a:pt x="17" y="73"/>
                      <a:pt x="34" y="57"/>
                    </a:cubicBezTo>
                    <a:cubicBezTo>
                      <a:pt x="73" y="37"/>
                      <a:pt x="112" y="29"/>
                      <a:pt x="151" y="29"/>
                    </a:cubicBezTo>
                    <a:close/>
                    <a:moveTo>
                      <a:pt x="139" y="1"/>
                    </a:moveTo>
                    <a:cubicBezTo>
                      <a:pt x="99" y="1"/>
                      <a:pt x="57" y="8"/>
                      <a:pt x="17" y="23"/>
                    </a:cubicBezTo>
                    <a:cubicBezTo>
                      <a:pt x="0" y="40"/>
                      <a:pt x="0" y="73"/>
                      <a:pt x="0" y="90"/>
                    </a:cubicBezTo>
                    <a:cubicBezTo>
                      <a:pt x="0" y="107"/>
                      <a:pt x="17" y="123"/>
                      <a:pt x="34" y="140"/>
                    </a:cubicBezTo>
                    <a:cubicBezTo>
                      <a:pt x="67" y="157"/>
                      <a:pt x="100" y="174"/>
                      <a:pt x="134" y="190"/>
                    </a:cubicBezTo>
                    <a:cubicBezTo>
                      <a:pt x="184" y="207"/>
                      <a:pt x="251" y="224"/>
                      <a:pt x="301" y="224"/>
                    </a:cubicBezTo>
                    <a:cubicBezTo>
                      <a:pt x="326" y="232"/>
                      <a:pt x="351" y="236"/>
                      <a:pt x="378" y="236"/>
                    </a:cubicBezTo>
                    <a:cubicBezTo>
                      <a:pt x="392" y="236"/>
                      <a:pt x="406" y="235"/>
                      <a:pt x="421" y="233"/>
                    </a:cubicBezTo>
                    <a:lnTo>
                      <a:pt x="421" y="233"/>
                    </a:lnTo>
                    <a:cubicBezTo>
                      <a:pt x="425" y="246"/>
                      <a:pt x="430" y="260"/>
                      <a:pt x="435" y="274"/>
                    </a:cubicBezTo>
                    <a:cubicBezTo>
                      <a:pt x="435" y="259"/>
                      <a:pt x="435" y="245"/>
                      <a:pt x="435" y="231"/>
                    </a:cubicBezTo>
                    <a:lnTo>
                      <a:pt x="435" y="231"/>
                    </a:lnTo>
                    <a:cubicBezTo>
                      <a:pt x="445" y="229"/>
                      <a:pt x="456" y="227"/>
                      <a:pt x="468" y="224"/>
                    </a:cubicBezTo>
                    <a:cubicBezTo>
                      <a:pt x="468" y="224"/>
                      <a:pt x="456" y="224"/>
                      <a:pt x="434" y="222"/>
                    </a:cubicBezTo>
                    <a:lnTo>
                      <a:pt x="434" y="222"/>
                    </a:lnTo>
                    <a:cubicBezTo>
                      <a:pt x="417" y="189"/>
                      <a:pt x="401" y="156"/>
                      <a:pt x="384" y="123"/>
                    </a:cubicBezTo>
                    <a:cubicBezTo>
                      <a:pt x="326" y="42"/>
                      <a:pt x="235" y="1"/>
                      <a:pt x="1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851;p60">
                <a:extLst>
                  <a:ext uri="{FF2B5EF4-FFF2-40B4-BE49-F238E27FC236}">
                    <a16:creationId xmlns:a16="http://schemas.microsoft.com/office/drawing/2014/main" id="{12579B0D-C339-D687-67E7-B7D426827B03}"/>
                  </a:ext>
                </a:extLst>
              </p:cNvPr>
              <p:cNvSpPr/>
              <p:nvPr/>
            </p:nvSpPr>
            <p:spPr>
              <a:xfrm>
                <a:off x="5533477" y="3882906"/>
                <a:ext cx="7532" cy="10224"/>
              </a:xfrm>
              <a:custGeom>
                <a:avLst/>
                <a:gdLst/>
                <a:ahLst/>
                <a:cxnLst/>
                <a:rect l="l" t="t" r="r" b="b"/>
                <a:pathLst>
                  <a:path w="235" h="319" extrusionOk="0">
                    <a:moveTo>
                      <a:pt x="184" y="1"/>
                    </a:moveTo>
                    <a:cubicBezTo>
                      <a:pt x="134" y="1"/>
                      <a:pt x="84" y="34"/>
                      <a:pt x="50" y="84"/>
                    </a:cubicBezTo>
                    <a:cubicBezTo>
                      <a:pt x="17" y="118"/>
                      <a:pt x="17" y="168"/>
                      <a:pt x="0" y="201"/>
                    </a:cubicBezTo>
                    <a:cubicBezTo>
                      <a:pt x="0" y="235"/>
                      <a:pt x="0" y="285"/>
                      <a:pt x="17" y="318"/>
                    </a:cubicBezTo>
                    <a:cubicBezTo>
                      <a:pt x="17" y="285"/>
                      <a:pt x="17" y="235"/>
                      <a:pt x="17" y="201"/>
                    </a:cubicBezTo>
                    <a:cubicBezTo>
                      <a:pt x="34" y="168"/>
                      <a:pt x="50" y="135"/>
                      <a:pt x="67" y="101"/>
                    </a:cubicBezTo>
                    <a:cubicBezTo>
                      <a:pt x="100" y="68"/>
                      <a:pt x="134" y="34"/>
                      <a:pt x="184" y="34"/>
                    </a:cubicBezTo>
                    <a:cubicBezTo>
                      <a:pt x="217" y="51"/>
                      <a:pt x="201" y="101"/>
                      <a:pt x="184" y="135"/>
                    </a:cubicBezTo>
                    <a:cubicBezTo>
                      <a:pt x="167" y="168"/>
                      <a:pt x="134" y="201"/>
                      <a:pt x="117" y="235"/>
                    </a:cubicBezTo>
                    <a:cubicBezTo>
                      <a:pt x="67" y="285"/>
                      <a:pt x="34" y="302"/>
                      <a:pt x="34" y="318"/>
                    </a:cubicBezTo>
                    <a:cubicBezTo>
                      <a:pt x="67" y="302"/>
                      <a:pt x="100" y="268"/>
                      <a:pt x="117" y="252"/>
                    </a:cubicBezTo>
                    <a:cubicBezTo>
                      <a:pt x="151" y="218"/>
                      <a:pt x="184" y="185"/>
                      <a:pt x="201" y="151"/>
                    </a:cubicBezTo>
                    <a:cubicBezTo>
                      <a:pt x="217" y="135"/>
                      <a:pt x="234" y="101"/>
                      <a:pt x="234" y="84"/>
                    </a:cubicBezTo>
                    <a:cubicBezTo>
                      <a:pt x="234" y="51"/>
                      <a:pt x="217" y="18"/>
                      <a:pt x="1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Grupo 7">
              <a:extLst>
                <a:ext uri="{FF2B5EF4-FFF2-40B4-BE49-F238E27FC236}">
                  <a16:creationId xmlns:a16="http://schemas.microsoft.com/office/drawing/2014/main" id="{CD0921C4-974B-BD20-52F7-0149CC124CC1}"/>
                </a:ext>
              </a:extLst>
            </p:cNvPr>
            <p:cNvGrpSpPr/>
            <p:nvPr/>
          </p:nvGrpSpPr>
          <p:grpSpPr>
            <a:xfrm flipH="1">
              <a:off x="386406" y="4513688"/>
              <a:ext cx="979025" cy="362881"/>
              <a:chOff x="5022600" y="3768840"/>
              <a:chExt cx="527511" cy="153744"/>
            </a:xfrm>
          </p:grpSpPr>
          <p:sp>
            <p:nvSpPr>
              <p:cNvPr id="313" name="Google Shape;3777;p60">
                <a:extLst>
                  <a:ext uri="{FF2B5EF4-FFF2-40B4-BE49-F238E27FC236}">
                    <a16:creationId xmlns:a16="http://schemas.microsoft.com/office/drawing/2014/main" id="{137C649E-16FA-6297-4DE6-BDAFB2858D55}"/>
                  </a:ext>
                </a:extLst>
              </p:cNvPr>
              <p:cNvSpPr/>
              <p:nvPr/>
            </p:nvSpPr>
            <p:spPr>
              <a:xfrm>
                <a:off x="5038113" y="3802044"/>
                <a:ext cx="369537" cy="120540"/>
              </a:xfrm>
              <a:custGeom>
                <a:avLst/>
                <a:gdLst/>
                <a:ahLst/>
                <a:cxnLst/>
                <a:rect l="l" t="t" r="r" b="b"/>
                <a:pathLst>
                  <a:path w="11530" h="3761" extrusionOk="0">
                    <a:moveTo>
                      <a:pt x="1" y="1"/>
                    </a:moveTo>
                    <a:lnTo>
                      <a:pt x="1" y="3760"/>
                    </a:lnTo>
                    <a:lnTo>
                      <a:pt x="11530" y="3760"/>
                    </a:lnTo>
                    <a:lnTo>
                      <a:pt x="11530"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778;p60">
                <a:extLst>
                  <a:ext uri="{FF2B5EF4-FFF2-40B4-BE49-F238E27FC236}">
                    <a16:creationId xmlns:a16="http://schemas.microsoft.com/office/drawing/2014/main" id="{47111696-0466-9849-292C-7CB1DE906845}"/>
                  </a:ext>
                </a:extLst>
              </p:cNvPr>
              <p:cNvSpPr/>
              <p:nvPr/>
            </p:nvSpPr>
            <p:spPr>
              <a:xfrm>
                <a:off x="5022600" y="3768840"/>
                <a:ext cx="397901" cy="33236"/>
              </a:xfrm>
              <a:custGeom>
                <a:avLst/>
                <a:gdLst/>
                <a:ahLst/>
                <a:cxnLst/>
                <a:rect l="l" t="t" r="r" b="b"/>
                <a:pathLst>
                  <a:path w="12415" h="1037" extrusionOk="0">
                    <a:moveTo>
                      <a:pt x="0" y="1"/>
                    </a:moveTo>
                    <a:lnTo>
                      <a:pt x="0" y="1037"/>
                    </a:lnTo>
                    <a:lnTo>
                      <a:pt x="12415" y="1037"/>
                    </a:lnTo>
                    <a:lnTo>
                      <a:pt x="1241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779;p60">
                <a:extLst>
                  <a:ext uri="{FF2B5EF4-FFF2-40B4-BE49-F238E27FC236}">
                    <a16:creationId xmlns:a16="http://schemas.microsoft.com/office/drawing/2014/main" id="{4039ACBF-93FA-2AA8-4A7E-3C9A9D38E4AF}"/>
                  </a:ext>
                </a:extLst>
              </p:cNvPr>
              <p:cNvSpPr/>
              <p:nvPr/>
            </p:nvSpPr>
            <p:spPr>
              <a:xfrm>
                <a:off x="5213779" y="3768840"/>
                <a:ext cx="206722" cy="153744"/>
              </a:xfrm>
              <a:custGeom>
                <a:avLst/>
                <a:gdLst/>
                <a:ahLst/>
                <a:cxnLst/>
                <a:rect l="l" t="t" r="r" b="b"/>
                <a:pathLst>
                  <a:path w="6450" h="4797" extrusionOk="0">
                    <a:moveTo>
                      <a:pt x="0" y="1"/>
                    </a:moveTo>
                    <a:lnTo>
                      <a:pt x="0" y="953"/>
                    </a:lnTo>
                    <a:lnTo>
                      <a:pt x="251" y="4796"/>
                    </a:lnTo>
                    <a:lnTo>
                      <a:pt x="6049" y="4796"/>
                    </a:lnTo>
                    <a:lnTo>
                      <a:pt x="6049" y="1037"/>
                    </a:lnTo>
                    <a:lnTo>
                      <a:pt x="6450" y="1037"/>
                    </a:lnTo>
                    <a:lnTo>
                      <a:pt x="645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780;p60">
                <a:extLst>
                  <a:ext uri="{FF2B5EF4-FFF2-40B4-BE49-F238E27FC236}">
                    <a16:creationId xmlns:a16="http://schemas.microsoft.com/office/drawing/2014/main" id="{911919B3-D88E-C436-DE25-104C0850B3BC}"/>
                  </a:ext>
                </a:extLst>
              </p:cNvPr>
              <p:cNvSpPr/>
              <p:nvPr/>
            </p:nvSpPr>
            <p:spPr>
              <a:xfrm>
                <a:off x="5090066" y="3821883"/>
                <a:ext cx="74452" cy="17692"/>
              </a:xfrm>
              <a:custGeom>
                <a:avLst/>
                <a:gdLst/>
                <a:ahLst/>
                <a:cxnLst/>
                <a:rect l="l" t="t" r="r" b="b"/>
                <a:pathLst>
                  <a:path w="2323" h="552" extrusionOk="0">
                    <a:moveTo>
                      <a:pt x="0" y="0"/>
                    </a:moveTo>
                    <a:lnTo>
                      <a:pt x="0" y="552"/>
                    </a:lnTo>
                    <a:lnTo>
                      <a:pt x="2323" y="552"/>
                    </a:lnTo>
                    <a:lnTo>
                      <a:pt x="23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781;p60">
                <a:extLst>
                  <a:ext uri="{FF2B5EF4-FFF2-40B4-BE49-F238E27FC236}">
                    <a16:creationId xmlns:a16="http://schemas.microsoft.com/office/drawing/2014/main" id="{80367617-9375-AA49-972E-A71AAF45F126}"/>
                  </a:ext>
                </a:extLst>
              </p:cNvPr>
              <p:cNvSpPr/>
              <p:nvPr/>
            </p:nvSpPr>
            <p:spPr>
              <a:xfrm>
                <a:off x="5080419" y="3862555"/>
                <a:ext cx="95894" cy="38075"/>
              </a:xfrm>
              <a:custGeom>
                <a:avLst/>
                <a:gdLst/>
                <a:ahLst/>
                <a:cxnLst/>
                <a:rect l="l" t="t" r="r" b="b"/>
                <a:pathLst>
                  <a:path w="2992" h="1188" extrusionOk="0">
                    <a:moveTo>
                      <a:pt x="1" y="1"/>
                    </a:moveTo>
                    <a:lnTo>
                      <a:pt x="1" y="1187"/>
                    </a:lnTo>
                    <a:lnTo>
                      <a:pt x="2992" y="1187"/>
                    </a:lnTo>
                    <a:lnTo>
                      <a:pt x="29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846;p60">
                <a:extLst>
                  <a:ext uri="{FF2B5EF4-FFF2-40B4-BE49-F238E27FC236}">
                    <a16:creationId xmlns:a16="http://schemas.microsoft.com/office/drawing/2014/main" id="{D6FD54D1-5094-71EC-C777-CACF090B5EFF}"/>
                  </a:ext>
                </a:extLst>
              </p:cNvPr>
              <p:cNvSpPr/>
              <p:nvPr/>
            </p:nvSpPr>
            <p:spPr>
              <a:xfrm>
                <a:off x="5506684" y="3898451"/>
                <a:ext cx="8077" cy="12884"/>
              </a:xfrm>
              <a:custGeom>
                <a:avLst/>
                <a:gdLst/>
                <a:ahLst/>
                <a:cxnLst/>
                <a:rect l="l" t="t" r="r" b="b"/>
                <a:pathLst>
                  <a:path w="252" h="402" extrusionOk="0">
                    <a:moveTo>
                      <a:pt x="1" y="0"/>
                    </a:moveTo>
                    <a:lnTo>
                      <a:pt x="1" y="0"/>
                    </a:lnTo>
                    <a:cubicBezTo>
                      <a:pt x="134" y="101"/>
                      <a:pt x="218" y="251"/>
                      <a:pt x="235" y="401"/>
                    </a:cubicBezTo>
                    <a:cubicBezTo>
                      <a:pt x="251" y="234"/>
                      <a:pt x="151" y="84"/>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847;p60">
                <a:extLst>
                  <a:ext uri="{FF2B5EF4-FFF2-40B4-BE49-F238E27FC236}">
                    <a16:creationId xmlns:a16="http://schemas.microsoft.com/office/drawing/2014/main" id="{2FFC8205-7300-EC29-CBA1-F5A6A0EE7801}"/>
                  </a:ext>
                </a:extLst>
              </p:cNvPr>
              <p:cNvSpPr/>
              <p:nvPr/>
            </p:nvSpPr>
            <p:spPr>
              <a:xfrm>
                <a:off x="5533477" y="3893098"/>
                <a:ext cx="4840" cy="6570"/>
              </a:xfrm>
              <a:custGeom>
                <a:avLst/>
                <a:gdLst/>
                <a:ahLst/>
                <a:cxnLst/>
                <a:rect l="l" t="t" r="r" b="b"/>
                <a:pathLst>
                  <a:path w="151" h="205" extrusionOk="0">
                    <a:moveTo>
                      <a:pt x="17" y="0"/>
                    </a:moveTo>
                    <a:cubicBezTo>
                      <a:pt x="0" y="0"/>
                      <a:pt x="34" y="50"/>
                      <a:pt x="67" y="117"/>
                    </a:cubicBezTo>
                    <a:cubicBezTo>
                      <a:pt x="96" y="161"/>
                      <a:pt x="125" y="204"/>
                      <a:pt x="143" y="204"/>
                    </a:cubicBezTo>
                    <a:cubicBezTo>
                      <a:pt x="146" y="204"/>
                      <a:pt x="148" y="203"/>
                      <a:pt x="151" y="201"/>
                    </a:cubicBezTo>
                    <a:cubicBezTo>
                      <a:pt x="151" y="201"/>
                      <a:pt x="134" y="151"/>
                      <a:pt x="84" y="101"/>
                    </a:cubicBezTo>
                    <a:cubicBezTo>
                      <a:pt x="50" y="34"/>
                      <a:pt x="17" y="0"/>
                      <a:pt x="1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848;p60">
                <a:extLst>
                  <a:ext uri="{FF2B5EF4-FFF2-40B4-BE49-F238E27FC236}">
                    <a16:creationId xmlns:a16="http://schemas.microsoft.com/office/drawing/2014/main" id="{EB8138BB-E45A-B744-7D16-5F2AD92285DA}"/>
                  </a:ext>
                </a:extLst>
              </p:cNvPr>
              <p:cNvSpPr/>
              <p:nvPr/>
            </p:nvSpPr>
            <p:spPr>
              <a:xfrm>
                <a:off x="5539343" y="3891880"/>
                <a:ext cx="5416" cy="4615"/>
              </a:xfrm>
              <a:custGeom>
                <a:avLst/>
                <a:gdLst/>
                <a:ahLst/>
                <a:cxnLst/>
                <a:rect l="l" t="t" r="r" b="b"/>
                <a:pathLst>
                  <a:path w="169" h="144" extrusionOk="0">
                    <a:moveTo>
                      <a:pt x="12" y="1"/>
                    </a:moveTo>
                    <a:cubicBezTo>
                      <a:pt x="8" y="1"/>
                      <a:pt x="4" y="2"/>
                      <a:pt x="1" y="5"/>
                    </a:cubicBezTo>
                    <a:cubicBezTo>
                      <a:pt x="1" y="5"/>
                      <a:pt x="34" y="38"/>
                      <a:pt x="68" y="88"/>
                    </a:cubicBezTo>
                    <a:cubicBezTo>
                      <a:pt x="109" y="116"/>
                      <a:pt x="139" y="143"/>
                      <a:pt x="157" y="143"/>
                    </a:cubicBezTo>
                    <a:cubicBezTo>
                      <a:pt x="161" y="143"/>
                      <a:pt x="165" y="142"/>
                      <a:pt x="168" y="139"/>
                    </a:cubicBezTo>
                    <a:cubicBezTo>
                      <a:pt x="168" y="139"/>
                      <a:pt x="135" y="105"/>
                      <a:pt x="101" y="55"/>
                    </a:cubicBezTo>
                    <a:cubicBezTo>
                      <a:pt x="60" y="28"/>
                      <a:pt x="31" y="1"/>
                      <a:pt x="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849;p60">
                <a:extLst>
                  <a:ext uri="{FF2B5EF4-FFF2-40B4-BE49-F238E27FC236}">
                    <a16:creationId xmlns:a16="http://schemas.microsoft.com/office/drawing/2014/main" id="{95B9C06A-3725-6E31-914B-B2DBE3826706}"/>
                  </a:ext>
                </a:extLst>
              </p:cNvPr>
              <p:cNvSpPr/>
              <p:nvPr/>
            </p:nvSpPr>
            <p:spPr>
              <a:xfrm>
                <a:off x="5540977" y="3883451"/>
                <a:ext cx="9134" cy="1538"/>
              </a:xfrm>
              <a:custGeom>
                <a:avLst/>
                <a:gdLst/>
                <a:ahLst/>
                <a:cxnLst/>
                <a:rect l="l" t="t" r="r" b="b"/>
                <a:pathLst>
                  <a:path w="285" h="48" extrusionOk="0">
                    <a:moveTo>
                      <a:pt x="284" y="1"/>
                    </a:moveTo>
                    <a:cubicBezTo>
                      <a:pt x="234" y="1"/>
                      <a:pt x="184" y="17"/>
                      <a:pt x="134" y="17"/>
                    </a:cubicBezTo>
                    <a:lnTo>
                      <a:pt x="0" y="17"/>
                    </a:lnTo>
                    <a:cubicBezTo>
                      <a:pt x="35" y="38"/>
                      <a:pt x="76" y="48"/>
                      <a:pt x="118" y="48"/>
                    </a:cubicBezTo>
                    <a:cubicBezTo>
                      <a:pt x="176" y="48"/>
                      <a:pt x="236" y="30"/>
                      <a:pt x="2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850;p60">
                <a:extLst>
                  <a:ext uri="{FF2B5EF4-FFF2-40B4-BE49-F238E27FC236}">
                    <a16:creationId xmlns:a16="http://schemas.microsoft.com/office/drawing/2014/main" id="{C734BE13-4E10-82DA-1948-67EB84F0F8B5}"/>
                  </a:ext>
                </a:extLst>
              </p:cNvPr>
              <p:cNvSpPr/>
              <p:nvPr/>
            </p:nvSpPr>
            <p:spPr>
              <a:xfrm>
                <a:off x="5520625" y="3885406"/>
                <a:ext cx="15031" cy="8782"/>
              </a:xfrm>
              <a:custGeom>
                <a:avLst/>
                <a:gdLst/>
                <a:ahLst/>
                <a:cxnLst/>
                <a:rect l="l" t="t" r="r" b="b"/>
                <a:pathLst>
                  <a:path w="469" h="274" extrusionOk="0">
                    <a:moveTo>
                      <a:pt x="151" y="29"/>
                    </a:moveTo>
                    <a:cubicBezTo>
                      <a:pt x="179" y="29"/>
                      <a:pt x="206" y="33"/>
                      <a:pt x="234" y="40"/>
                    </a:cubicBezTo>
                    <a:cubicBezTo>
                      <a:pt x="284" y="57"/>
                      <a:pt x="334" y="90"/>
                      <a:pt x="368" y="140"/>
                    </a:cubicBezTo>
                    <a:cubicBezTo>
                      <a:pt x="389" y="162"/>
                      <a:pt x="404" y="190"/>
                      <a:pt x="416" y="221"/>
                    </a:cubicBezTo>
                    <a:lnTo>
                      <a:pt x="416" y="221"/>
                    </a:lnTo>
                    <a:cubicBezTo>
                      <a:pt x="387" y="219"/>
                      <a:pt x="348" y="215"/>
                      <a:pt x="301" y="207"/>
                    </a:cubicBezTo>
                    <a:cubicBezTo>
                      <a:pt x="251" y="190"/>
                      <a:pt x="201" y="174"/>
                      <a:pt x="134" y="157"/>
                    </a:cubicBezTo>
                    <a:cubicBezTo>
                      <a:pt x="117" y="140"/>
                      <a:pt x="84" y="140"/>
                      <a:pt x="50" y="123"/>
                    </a:cubicBezTo>
                    <a:cubicBezTo>
                      <a:pt x="17" y="107"/>
                      <a:pt x="17" y="73"/>
                      <a:pt x="34" y="57"/>
                    </a:cubicBezTo>
                    <a:cubicBezTo>
                      <a:pt x="73" y="37"/>
                      <a:pt x="112" y="29"/>
                      <a:pt x="151" y="29"/>
                    </a:cubicBezTo>
                    <a:close/>
                    <a:moveTo>
                      <a:pt x="139" y="1"/>
                    </a:moveTo>
                    <a:cubicBezTo>
                      <a:pt x="99" y="1"/>
                      <a:pt x="57" y="8"/>
                      <a:pt x="17" y="23"/>
                    </a:cubicBezTo>
                    <a:cubicBezTo>
                      <a:pt x="0" y="40"/>
                      <a:pt x="0" y="73"/>
                      <a:pt x="0" y="90"/>
                    </a:cubicBezTo>
                    <a:cubicBezTo>
                      <a:pt x="0" y="107"/>
                      <a:pt x="17" y="123"/>
                      <a:pt x="34" y="140"/>
                    </a:cubicBezTo>
                    <a:cubicBezTo>
                      <a:pt x="67" y="157"/>
                      <a:pt x="100" y="174"/>
                      <a:pt x="134" y="190"/>
                    </a:cubicBezTo>
                    <a:cubicBezTo>
                      <a:pt x="184" y="207"/>
                      <a:pt x="251" y="224"/>
                      <a:pt x="301" y="224"/>
                    </a:cubicBezTo>
                    <a:cubicBezTo>
                      <a:pt x="326" y="232"/>
                      <a:pt x="351" y="236"/>
                      <a:pt x="378" y="236"/>
                    </a:cubicBezTo>
                    <a:cubicBezTo>
                      <a:pt x="392" y="236"/>
                      <a:pt x="406" y="235"/>
                      <a:pt x="421" y="233"/>
                    </a:cubicBezTo>
                    <a:lnTo>
                      <a:pt x="421" y="233"/>
                    </a:lnTo>
                    <a:cubicBezTo>
                      <a:pt x="425" y="246"/>
                      <a:pt x="430" y="260"/>
                      <a:pt x="435" y="274"/>
                    </a:cubicBezTo>
                    <a:cubicBezTo>
                      <a:pt x="435" y="259"/>
                      <a:pt x="435" y="245"/>
                      <a:pt x="435" y="231"/>
                    </a:cubicBezTo>
                    <a:lnTo>
                      <a:pt x="435" y="231"/>
                    </a:lnTo>
                    <a:cubicBezTo>
                      <a:pt x="445" y="229"/>
                      <a:pt x="456" y="227"/>
                      <a:pt x="468" y="224"/>
                    </a:cubicBezTo>
                    <a:cubicBezTo>
                      <a:pt x="468" y="224"/>
                      <a:pt x="456" y="224"/>
                      <a:pt x="434" y="222"/>
                    </a:cubicBezTo>
                    <a:lnTo>
                      <a:pt x="434" y="222"/>
                    </a:lnTo>
                    <a:cubicBezTo>
                      <a:pt x="417" y="189"/>
                      <a:pt x="401" y="156"/>
                      <a:pt x="384" y="123"/>
                    </a:cubicBezTo>
                    <a:cubicBezTo>
                      <a:pt x="326" y="42"/>
                      <a:pt x="235" y="1"/>
                      <a:pt x="1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851;p60">
                <a:extLst>
                  <a:ext uri="{FF2B5EF4-FFF2-40B4-BE49-F238E27FC236}">
                    <a16:creationId xmlns:a16="http://schemas.microsoft.com/office/drawing/2014/main" id="{6CC2EA06-90F6-4D31-B2D9-563BDFD34D50}"/>
                  </a:ext>
                </a:extLst>
              </p:cNvPr>
              <p:cNvSpPr/>
              <p:nvPr/>
            </p:nvSpPr>
            <p:spPr>
              <a:xfrm>
                <a:off x="5533477" y="3882906"/>
                <a:ext cx="7532" cy="10224"/>
              </a:xfrm>
              <a:custGeom>
                <a:avLst/>
                <a:gdLst/>
                <a:ahLst/>
                <a:cxnLst/>
                <a:rect l="l" t="t" r="r" b="b"/>
                <a:pathLst>
                  <a:path w="235" h="319" extrusionOk="0">
                    <a:moveTo>
                      <a:pt x="184" y="1"/>
                    </a:moveTo>
                    <a:cubicBezTo>
                      <a:pt x="134" y="1"/>
                      <a:pt x="84" y="34"/>
                      <a:pt x="50" y="84"/>
                    </a:cubicBezTo>
                    <a:cubicBezTo>
                      <a:pt x="17" y="118"/>
                      <a:pt x="17" y="168"/>
                      <a:pt x="0" y="201"/>
                    </a:cubicBezTo>
                    <a:cubicBezTo>
                      <a:pt x="0" y="235"/>
                      <a:pt x="0" y="285"/>
                      <a:pt x="17" y="318"/>
                    </a:cubicBezTo>
                    <a:cubicBezTo>
                      <a:pt x="17" y="285"/>
                      <a:pt x="17" y="235"/>
                      <a:pt x="17" y="201"/>
                    </a:cubicBezTo>
                    <a:cubicBezTo>
                      <a:pt x="34" y="168"/>
                      <a:pt x="50" y="135"/>
                      <a:pt x="67" y="101"/>
                    </a:cubicBezTo>
                    <a:cubicBezTo>
                      <a:pt x="100" y="68"/>
                      <a:pt x="134" y="34"/>
                      <a:pt x="184" y="34"/>
                    </a:cubicBezTo>
                    <a:cubicBezTo>
                      <a:pt x="217" y="51"/>
                      <a:pt x="201" y="101"/>
                      <a:pt x="184" y="135"/>
                    </a:cubicBezTo>
                    <a:cubicBezTo>
                      <a:pt x="167" y="168"/>
                      <a:pt x="134" y="201"/>
                      <a:pt x="117" y="235"/>
                    </a:cubicBezTo>
                    <a:cubicBezTo>
                      <a:pt x="67" y="285"/>
                      <a:pt x="34" y="302"/>
                      <a:pt x="34" y="318"/>
                    </a:cubicBezTo>
                    <a:cubicBezTo>
                      <a:pt x="67" y="302"/>
                      <a:pt x="100" y="268"/>
                      <a:pt x="117" y="252"/>
                    </a:cubicBezTo>
                    <a:cubicBezTo>
                      <a:pt x="151" y="218"/>
                      <a:pt x="184" y="185"/>
                      <a:pt x="201" y="151"/>
                    </a:cubicBezTo>
                    <a:cubicBezTo>
                      <a:pt x="217" y="135"/>
                      <a:pt x="234" y="101"/>
                      <a:pt x="234" y="84"/>
                    </a:cubicBezTo>
                    <a:cubicBezTo>
                      <a:pt x="234" y="51"/>
                      <a:pt x="217" y="18"/>
                      <a:pt x="1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rupo 8">
              <a:extLst>
                <a:ext uri="{FF2B5EF4-FFF2-40B4-BE49-F238E27FC236}">
                  <a16:creationId xmlns:a16="http://schemas.microsoft.com/office/drawing/2014/main" id="{F04F99B6-4C56-367D-4C9E-6BD090065C68}"/>
                </a:ext>
              </a:extLst>
            </p:cNvPr>
            <p:cNvGrpSpPr/>
            <p:nvPr/>
          </p:nvGrpSpPr>
          <p:grpSpPr>
            <a:xfrm>
              <a:off x="7237040" y="2950951"/>
              <a:ext cx="1103476" cy="1955054"/>
              <a:chOff x="5054471" y="2846126"/>
              <a:chExt cx="565009" cy="1006850"/>
            </a:xfrm>
          </p:grpSpPr>
          <p:sp>
            <p:nvSpPr>
              <p:cNvPr id="280" name="Google Shape;3792;p60">
                <a:extLst>
                  <a:ext uri="{FF2B5EF4-FFF2-40B4-BE49-F238E27FC236}">
                    <a16:creationId xmlns:a16="http://schemas.microsoft.com/office/drawing/2014/main" id="{2349507E-A84B-3579-5368-2C8712BCD3ED}"/>
                  </a:ext>
                </a:extLst>
              </p:cNvPr>
              <p:cNvSpPr/>
              <p:nvPr/>
            </p:nvSpPr>
            <p:spPr>
              <a:xfrm>
                <a:off x="5229592" y="2846126"/>
                <a:ext cx="389888" cy="983198"/>
              </a:xfrm>
              <a:custGeom>
                <a:avLst/>
                <a:gdLst/>
                <a:ahLst/>
                <a:cxnLst/>
                <a:rect l="l" t="t" r="r" b="b"/>
                <a:pathLst>
                  <a:path w="12165" h="30677" extrusionOk="0">
                    <a:moveTo>
                      <a:pt x="284" y="0"/>
                    </a:moveTo>
                    <a:lnTo>
                      <a:pt x="0" y="30677"/>
                    </a:lnTo>
                    <a:lnTo>
                      <a:pt x="12164" y="30677"/>
                    </a:lnTo>
                    <a:lnTo>
                      <a:pt x="12164" y="418"/>
                    </a:lnTo>
                    <a:lnTo>
                      <a:pt x="28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3793;p60">
                <a:extLst>
                  <a:ext uri="{FF2B5EF4-FFF2-40B4-BE49-F238E27FC236}">
                    <a16:creationId xmlns:a16="http://schemas.microsoft.com/office/drawing/2014/main" id="{741D5D6F-EB1B-1EF5-183C-58579EEAD804}"/>
                  </a:ext>
                </a:extLst>
              </p:cNvPr>
              <p:cNvSpPr/>
              <p:nvPr/>
            </p:nvSpPr>
            <p:spPr>
              <a:xfrm>
                <a:off x="5444872" y="2853593"/>
                <a:ext cx="174608" cy="975730"/>
              </a:xfrm>
              <a:custGeom>
                <a:avLst/>
                <a:gdLst/>
                <a:ahLst/>
                <a:cxnLst/>
                <a:rect l="l" t="t" r="r" b="b"/>
                <a:pathLst>
                  <a:path w="5448" h="30444" extrusionOk="0">
                    <a:moveTo>
                      <a:pt x="100" y="1"/>
                    </a:moveTo>
                    <a:lnTo>
                      <a:pt x="0" y="30444"/>
                    </a:lnTo>
                    <a:lnTo>
                      <a:pt x="5447" y="30444"/>
                    </a:lnTo>
                    <a:lnTo>
                      <a:pt x="5447" y="185"/>
                    </a:lnTo>
                    <a:lnTo>
                      <a:pt x="10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3794;p60">
                <a:extLst>
                  <a:ext uri="{FF2B5EF4-FFF2-40B4-BE49-F238E27FC236}">
                    <a16:creationId xmlns:a16="http://schemas.microsoft.com/office/drawing/2014/main" id="{EB2CB92A-29F7-D3E4-829F-75978A134F06}"/>
                  </a:ext>
                </a:extLst>
              </p:cNvPr>
              <p:cNvSpPr/>
              <p:nvPr/>
            </p:nvSpPr>
            <p:spPr>
              <a:xfrm>
                <a:off x="5251002" y="2858433"/>
                <a:ext cx="184255" cy="137655"/>
              </a:xfrm>
              <a:custGeom>
                <a:avLst/>
                <a:gdLst/>
                <a:ahLst/>
                <a:cxnLst/>
                <a:rect l="l" t="t" r="r" b="b"/>
                <a:pathLst>
                  <a:path w="5749" h="4295" extrusionOk="0">
                    <a:moveTo>
                      <a:pt x="1" y="0"/>
                    </a:moveTo>
                    <a:lnTo>
                      <a:pt x="1" y="4294"/>
                    </a:lnTo>
                    <a:lnTo>
                      <a:pt x="5748" y="4294"/>
                    </a:lnTo>
                    <a:lnTo>
                      <a:pt x="5748" y="201"/>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3795;p60">
                <a:extLst>
                  <a:ext uri="{FF2B5EF4-FFF2-40B4-BE49-F238E27FC236}">
                    <a16:creationId xmlns:a16="http://schemas.microsoft.com/office/drawing/2014/main" id="{A669D57F-17E0-3E9A-822E-4C710B332F4D}"/>
                  </a:ext>
                </a:extLst>
              </p:cNvPr>
              <p:cNvSpPr/>
              <p:nvPr/>
            </p:nvSpPr>
            <p:spPr>
              <a:xfrm>
                <a:off x="5314204" y="2894297"/>
                <a:ext cx="56793" cy="22531"/>
              </a:xfrm>
              <a:custGeom>
                <a:avLst/>
                <a:gdLst/>
                <a:ahLst/>
                <a:cxnLst/>
                <a:rect l="l" t="t" r="r" b="b"/>
                <a:pathLst>
                  <a:path w="1772" h="703" extrusionOk="0">
                    <a:moveTo>
                      <a:pt x="1771" y="1"/>
                    </a:moveTo>
                    <a:lnTo>
                      <a:pt x="0" y="68"/>
                    </a:lnTo>
                    <a:lnTo>
                      <a:pt x="0" y="703"/>
                    </a:lnTo>
                    <a:lnTo>
                      <a:pt x="1771" y="703"/>
                    </a:lnTo>
                    <a:lnTo>
                      <a:pt x="177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3796;p60">
                <a:extLst>
                  <a:ext uri="{FF2B5EF4-FFF2-40B4-BE49-F238E27FC236}">
                    <a16:creationId xmlns:a16="http://schemas.microsoft.com/office/drawing/2014/main" id="{8CCD4874-0DBD-D248-ACC5-EC8F9A70780F}"/>
                  </a:ext>
                </a:extLst>
              </p:cNvPr>
              <p:cNvSpPr/>
              <p:nvPr/>
            </p:nvSpPr>
            <p:spPr>
              <a:xfrm>
                <a:off x="5314204" y="2933943"/>
                <a:ext cx="58395" cy="8045"/>
              </a:xfrm>
              <a:custGeom>
                <a:avLst/>
                <a:gdLst/>
                <a:ahLst/>
                <a:cxnLst/>
                <a:rect l="l" t="t" r="r" b="b"/>
                <a:pathLst>
                  <a:path w="1822" h="251" extrusionOk="0">
                    <a:moveTo>
                      <a:pt x="0" y="0"/>
                    </a:moveTo>
                    <a:lnTo>
                      <a:pt x="0" y="251"/>
                    </a:lnTo>
                    <a:lnTo>
                      <a:pt x="1821" y="251"/>
                    </a:lnTo>
                    <a:lnTo>
                      <a:pt x="182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3797;p60">
                <a:extLst>
                  <a:ext uri="{FF2B5EF4-FFF2-40B4-BE49-F238E27FC236}">
                    <a16:creationId xmlns:a16="http://schemas.microsoft.com/office/drawing/2014/main" id="{BEFA2C94-0817-B308-E893-04630E528885}"/>
                  </a:ext>
                </a:extLst>
              </p:cNvPr>
              <p:cNvSpPr/>
              <p:nvPr/>
            </p:nvSpPr>
            <p:spPr>
              <a:xfrm>
                <a:off x="5251002" y="3341458"/>
                <a:ext cx="184255" cy="137655"/>
              </a:xfrm>
              <a:custGeom>
                <a:avLst/>
                <a:gdLst/>
                <a:ahLst/>
                <a:cxnLst/>
                <a:rect l="l" t="t" r="r" b="b"/>
                <a:pathLst>
                  <a:path w="5749" h="4295" extrusionOk="0">
                    <a:moveTo>
                      <a:pt x="1" y="0"/>
                    </a:moveTo>
                    <a:lnTo>
                      <a:pt x="1" y="4295"/>
                    </a:lnTo>
                    <a:lnTo>
                      <a:pt x="5748" y="4295"/>
                    </a:lnTo>
                    <a:lnTo>
                      <a:pt x="5748" y="201"/>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3798;p60">
                <a:extLst>
                  <a:ext uri="{FF2B5EF4-FFF2-40B4-BE49-F238E27FC236}">
                    <a16:creationId xmlns:a16="http://schemas.microsoft.com/office/drawing/2014/main" id="{71FDD843-8C08-9DF7-C775-96BBB9D26E26}"/>
                  </a:ext>
                </a:extLst>
              </p:cNvPr>
              <p:cNvSpPr/>
              <p:nvPr/>
            </p:nvSpPr>
            <p:spPr>
              <a:xfrm>
                <a:off x="5314204" y="3377322"/>
                <a:ext cx="56793" cy="22531"/>
              </a:xfrm>
              <a:custGeom>
                <a:avLst/>
                <a:gdLst/>
                <a:ahLst/>
                <a:cxnLst/>
                <a:rect l="l" t="t" r="r" b="b"/>
                <a:pathLst>
                  <a:path w="1772" h="703" extrusionOk="0">
                    <a:moveTo>
                      <a:pt x="1771" y="1"/>
                    </a:moveTo>
                    <a:lnTo>
                      <a:pt x="0" y="68"/>
                    </a:lnTo>
                    <a:lnTo>
                      <a:pt x="0" y="703"/>
                    </a:lnTo>
                    <a:lnTo>
                      <a:pt x="1771" y="703"/>
                    </a:lnTo>
                    <a:lnTo>
                      <a:pt x="177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3799;p60">
                <a:extLst>
                  <a:ext uri="{FF2B5EF4-FFF2-40B4-BE49-F238E27FC236}">
                    <a16:creationId xmlns:a16="http://schemas.microsoft.com/office/drawing/2014/main" id="{099534A2-6246-F6A9-F492-A436C35B171B}"/>
                  </a:ext>
                </a:extLst>
              </p:cNvPr>
              <p:cNvSpPr/>
              <p:nvPr/>
            </p:nvSpPr>
            <p:spPr>
              <a:xfrm>
                <a:off x="5314204" y="3416968"/>
                <a:ext cx="58395" cy="8045"/>
              </a:xfrm>
              <a:custGeom>
                <a:avLst/>
                <a:gdLst/>
                <a:ahLst/>
                <a:cxnLst/>
                <a:rect l="l" t="t" r="r" b="b"/>
                <a:pathLst>
                  <a:path w="1822" h="251" extrusionOk="0">
                    <a:moveTo>
                      <a:pt x="0" y="0"/>
                    </a:moveTo>
                    <a:lnTo>
                      <a:pt x="0" y="251"/>
                    </a:lnTo>
                    <a:lnTo>
                      <a:pt x="1821" y="251"/>
                    </a:lnTo>
                    <a:lnTo>
                      <a:pt x="182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3800;p60">
                <a:extLst>
                  <a:ext uri="{FF2B5EF4-FFF2-40B4-BE49-F238E27FC236}">
                    <a16:creationId xmlns:a16="http://schemas.microsoft.com/office/drawing/2014/main" id="{A3F2AAB9-C678-AE66-CEE4-B383DE73B2B5}"/>
                  </a:ext>
                </a:extLst>
              </p:cNvPr>
              <p:cNvSpPr/>
              <p:nvPr/>
            </p:nvSpPr>
            <p:spPr>
              <a:xfrm>
                <a:off x="5251002" y="3013715"/>
                <a:ext cx="184255" cy="137655"/>
              </a:xfrm>
              <a:custGeom>
                <a:avLst/>
                <a:gdLst/>
                <a:ahLst/>
                <a:cxnLst/>
                <a:rect l="l" t="t" r="r" b="b"/>
                <a:pathLst>
                  <a:path w="5749" h="4295" extrusionOk="0">
                    <a:moveTo>
                      <a:pt x="1" y="1"/>
                    </a:moveTo>
                    <a:lnTo>
                      <a:pt x="1" y="4295"/>
                    </a:lnTo>
                    <a:lnTo>
                      <a:pt x="5748" y="4295"/>
                    </a:lnTo>
                    <a:lnTo>
                      <a:pt x="5748" y="201"/>
                    </a:lnTo>
                    <a:lnTo>
                      <a:pt x="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3801;p60">
                <a:extLst>
                  <a:ext uri="{FF2B5EF4-FFF2-40B4-BE49-F238E27FC236}">
                    <a16:creationId xmlns:a16="http://schemas.microsoft.com/office/drawing/2014/main" id="{6AA0FFBF-5FB8-B8B2-7360-9561CBDC7A7E}"/>
                  </a:ext>
                </a:extLst>
              </p:cNvPr>
              <p:cNvSpPr/>
              <p:nvPr/>
            </p:nvSpPr>
            <p:spPr>
              <a:xfrm>
                <a:off x="5314204" y="3049611"/>
                <a:ext cx="56793" cy="22531"/>
              </a:xfrm>
              <a:custGeom>
                <a:avLst/>
                <a:gdLst/>
                <a:ahLst/>
                <a:cxnLst/>
                <a:rect l="l" t="t" r="r" b="b"/>
                <a:pathLst>
                  <a:path w="1772" h="703" extrusionOk="0">
                    <a:moveTo>
                      <a:pt x="1771" y="0"/>
                    </a:moveTo>
                    <a:lnTo>
                      <a:pt x="0" y="67"/>
                    </a:lnTo>
                    <a:lnTo>
                      <a:pt x="0" y="702"/>
                    </a:lnTo>
                    <a:lnTo>
                      <a:pt x="1771" y="702"/>
                    </a:lnTo>
                    <a:lnTo>
                      <a:pt x="177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3802;p60">
                <a:extLst>
                  <a:ext uri="{FF2B5EF4-FFF2-40B4-BE49-F238E27FC236}">
                    <a16:creationId xmlns:a16="http://schemas.microsoft.com/office/drawing/2014/main" id="{A4CD2AE8-84A8-58C1-11EC-14353F172D62}"/>
                  </a:ext>
                </a:extLst>
              </p:cNvPr>
              <p:cNvSpPr/>
              <p:nvPr/>
            </p:nvSpPr>
            <p:spPr>
              <a:xfrm>
                <a:off x="5314204" y="3089225"/>
                <a:ext cx="58395" cy="8077"/>
              </a:xfrm>
              <a:custGeom>
                <a:avLst/>
                <a:gdLst/>
                <a:ahLst/>
                <a:cxnLst/>
                <a:rect l="l" t="t" r="r" b="b"/>
                <a:pathLst>
                  <a:path w="1822" h="252" extrusionOk="0">
                    <a:moveTo>
                      <a:pt x="0" y="1"/>
                    </a:moveTo>
                    <a:lnTo>
                      <a:pt x="0" y="251"/>
                    </a:lnTo>
                    <a:lnTo>
                      <a:pt x="1821" y="251"/>
                    </a:lnTo>
                    <a:lnTo>
                      <a:pt x="182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3803;p60">
                <a:extLst>
                  <a:ext uri="{FF2B5EF4-FFF2-40B4-BE49-F238E27FC236}">
                    <a16:creationId xmlns:a16="http://schemas.microsoft.com/office/drawing/2014/main" id="{08F916D1-84FD-D88E-7DC4-68F7BCEB51A7}"/>
                  </a:ext>
                </a:extLst>
              </p:cNvPr>
              <p:cNvSpPr/>
              <p:nvPr/>
            </p:nvSpPr>
            <p:spPr>
              <a:xfrm>
                <a:off x="5251002" y="3496741"/>
                <a:ext cx="184255" cy="137687"/>
              </a:xfrm>
              <a:custGeom>
                <a:avLst/>
                <a:gdLst/>
                <a:ahLst/>
                <a:cxnLst/>
                <a:rect l="l" t="t" r="r" b="b"/>
                <a:pathLst>
                  <a:path w="5749" h="4296" extrusionOk="0">
                    <a:moveTo>
                      <a:pt x="1" y="1"/>
                    </a:moveTo>
                    <a:lnTo>
                      <a:pt x="1" y="4295"/>
                    </a:lnTo>
                    <a:lnTo>
                      <a:pt x="5748" y="4295"/>
                    </a:lnTo>
                    <a:lnTo>
                      <a:pt x="5748" y="201"/>
                    </a:lnTo>
                    <a:lnTo>
                      <a:pt x="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3804;p60">
                <a:extLst>
                  <a:ext uri="{FF2B5EF4-FFF2-40B4-BE49-F238E27FC236}">
                    <a16:creationId xmlns:a16="http://schemas.microsoft.com/office/drawing/2014/main" id="{75B1AF61-0BF9-807F-C218-26EA4024F4A1}"/>
                  </a:ext>
                </a:extLst>
              </p:cNvPr>
              <p:cNvSpPr/>
              <p:nvPr/>
            </p:nvSpPr>
            <p:spPr>
              <a:xfrm>
                <a:off x="5314204" y="3532637"/>
                <a:ext cx="56793" cy="22531"/>
              </a:xfrm>
              <a:custGeom>
                <a:avLst/>
                <a:gdLst/>
                <a:ahLst/>
                <a:cxnLst/>
                <a:rect l="l" t="t" r="r" b="b"/>
                <a:pathLst>
                  <a:path w="1772" h="703" extrusionOk="0">
                    <a:moveTo>
                      <a:pt x="1771" y="0"/>
                    </a:moveTo>
                    <a:lnTo>
                      <a:pt x="0" y="67"/>
                    </a:lnTo>
                    <a:lnTo>
                      <a:pt x="0" y="702"/>
                    </a:lnTo>
                    <a:lnTo>
                      <a:pt x="1771" y="702"/>
                    </a:lnTo>
                    <a:lnTo>
                      <a:pt x="177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3805;p60">
                <a:extLst>
                  <a:ext uri="{FF2B5EF4-FFF2-40B4-BE49-F238E27FC236}">
                    <a16:creationId xmlns:a16="http://schemas.microsoft.com/office/drawing/2014/main" id="{0FAEA927-CD17-97A2-BC7B-D44FC62FCA47}"/>
                  </a:ext>
                </a:extLst>
              </p:cNvPr>
              <p:cNvSpPr/>
              <p:nvPr/>
            </p:nvSpPr>
            <p:spPr>
              <a:xfrm>
                <a:off x="5314204" y="3572251"/>
                <a:ext cx="58395" cy="8077"/>
              </a:xfrm>
              <a:custGeom>
                <a:avLst/>
                <a:gdLst/>
                <a:ahLst/>
                <a:cxnLst/>
                <a:rect l="l" t="t" r="r" b="b"/>
                <a:pathLst>
                  <a:path w="1822" h="252" extrusionOk="0">
                    <a:moveTo>
                      <a:pt x="0" y="1"/>
                    </a:moveTo>
                    <a:lnTo>
                      <a:pt x="0" y="251"/>
                    </a:lnTo>
                    <a:lnTo>
                      <a:pt x="1821" y="251"/>
                    </a:lnTo>
                    <a:lnTo>
                      <a:pt x="182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3806;p60">
                <a:extLst>
                  <a:ext uri="{FF2B5EF4-FFF2-40B4-BE49-F238E27FC236}">
                    <a16:creationId xmlns:a16="http://schemas.microsoft.com/office/drawing/2014/main" id="{0F40044E-FF7B-7C2A-FF30-064EB55261E6}"/>
                  </a:ext>
                </a:extLst>
              </p:cNvPr>
              <p:cNvSpPr/>
              <p:nvPr/>
            </p:nvSpPr>
            <p:spPr>
              <a:xfrm>
                <a:off x="5248854" y="3652055"/>
                <a:ext cx="184255" cy="137655"/>
              </a:xfrm>
              <a:custGeom>
                <a:avLst/>
                <a:gdLst/>
                <a:ahLst/>
                <a:cxnLst/>
                <a:rect l="l" t="t" r="r" b="b"/>
                <a:pathLst>
                  <a:path w="5749" h="4295" extrusionOk="0">
                    <a:moveTo>
                      <a:pt x="1" y="0"/>
                    </a:moveTo>
                    <a:lnTo>
                      <a:pt x="1" y="4294"/>
                    </a:lnTo>
                    <a:lnTo>
                      <a:pt x="5748" y="4294"/>
                    </a:lnTo>
                    <a:lnTo>
                      <a:pt x="5748" y="201"/>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3807;p60">
                <a:extLst>
                  <a:ext uri="{FF2B5EF4-FFF2-40B4-BE49-F238E27FC236}">
                    <a16:creationId xmlns:a16="http://schemas.microsoft.com/office/drawing/2014/main" id="{E7E50CC2-5268-9582-A2B7-DE1519720B9F}"/>
                  </a:ext>
                </a:extLst>
              </p:cNvPr>
              <p:cNvSpPr/>
              <p:nvPr/>
            </p:nvSpPr>
            <p:spPr>
              <a:xfrm>
                <a:off x="5312602" y="3687919"/>
                <a:ext cx="56248" cy="22531"/>
              </a:xfrm>
              <a:custGeom>
                <a:avLst/>
                <a:gdLst/>
                <a:ahLst/>
                <a:cxnLst/>
                <a:rect l="l" t="t" r="r" b="b"/>
                <a:pathLst>
                  <a:path w="1755" h="703" extrusionOk="0">
                    <a:moveTo>
                      <a:pt x="1754" y="1"/>
                    </a:moveTo>
                    <a:lnTo>
                      <a:pt x="0" y="68"/>
                    </a:lnTo>
                    <a:lnTo>
                      <a:pt x="0" y="703"/>
                    </a:lnTo>
                    <a:lnTo>
                      <a:pt x="1754" y="703"/>
                    </a:lnTo>
                    <a:lnTo>
                      <a:pt x="1754"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3808;p60">
                <a:extLst>
                  <a:ext uri="{FF2B5EF4-FFF2-40B4-BE49-F238E27FC236}">
                    <a16:creationId xmlns:a16="http://schemas.microsoft.com/office/drawing/2014/main" id="{72866BFB-1434-14B6-9499-91DF29F8E60D}"/>
                  </a:ext>
                </a:extLst>
              </p:cNvPr>
              <p:cNvSpPr/>
              <p:nvPr/>
            </p:nvSpPr>
            <p:spPr>
              <a:xfrm>
                <a:off x="5312602" y="3727565"/>
                <a:ext cx="57850" cy="8045"/>
              </a:xfrm>
              <a:custGeom>
                <a:avLst/>
                <a:gdLst/>
                <a:ahLst/>
                <a:cxnLst/>
                <a:rect l="l" t="t" r="r" b="b"/>
                <a:pathLst>
                  <a:path w="1805" h="251" extrusionOk="0">
                    <a:moveTo>
                      <a:pt x="0" y="0"/>
                    </a:moveTo>
                    <a:lnTo>
                      <a:pt x="0" y="251"/>
                    </a:lnTo>
                    <a:lnTo>
                      <a:pt x="1805" y="251"/>
                    </a:lnTo>
                    <a:lnTo>
                      <a:pt x="180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3809;p60">
                <a:extLst>
                  <a:ext uri="{FF2B5EF4-FFF2-40B4-BE49-F238E27FC236}">
                    <a16:creationId xmlns:a16="http://schemas.microsoft.com/office/drawing/2014/main" id="{A83D0CDD-9561-F989-3B57-7684DE7DA695}"/>
                  </a:ext>
                </a:extLst>
              </p:cNvPr>
              <p:cNvSpPr/>
              <p:nvPr/>
            </p:nvSpPr>
            <p:spPr>
              <a:xfrm>
                <a:off x="5248341" y="3178677"/>
                <a:ext cx="184768" cy="138168"/>
              </a:xfrm>
              <a:custGeom>
                <a:avLst/>
                <a:gdLst/>
                <a:ahLst/>
                <a:cxnLst/>
                <a:rect l="l" t="t" r="r" b="b"/>
                <a:pathLst>
                  <a:path w="5765" h="4311" extrusionOk="0">
                    <a:moveTo>
                      <a:pt x="0" y="0"/>
                    </a:moveTo>
                    <a:lnTo>
                      <a:pt x="0" y="4311"/>
                    </a:lnTo>
                    <a:lnTo>
                      <a:pt x="5764" y="4311"/>
                    </a:lnTo>
                    <a:lnTo>
                      <a:pt x="5764"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3810;p60">
                <a:extLst>
                  <a:ext uri="{FF2B5EF4-FFF2-40B4-BE49-F238E27FC236}">
                    <a16:creationId xmlns:a16="http://schemas.microsoft.com/office/drawing/2014/main" id="{E1DEA9D3-A565-E2D6-A2FE-BE7A5B386C11}"/>
                  </a:ext>
                </a:extLst>
              </p:cNvPr>
              <p:cNvSpPr/>
              <p:nvPr/>
            </p:nvSpPr>
            <p:spPr>
              <a:xfrm>
                <a:off x="5313114" y="3239187"/>
                <a:ext cx="53043" cy="20897"/>
              </a:xfrm>
              <a:custGeom>
                <a:avLst/>
                <a:gdLst/>
                <a:ahLst/>
                <a:cxnLst/>
                <a:rect l="l" t="t" r="r" b="b"/>
                <a:pathLst>
                  <a:path w="1655" h="652" extrusionOk="0">
                    <a:moveTo>
                      <a:pt x="1655" y="0"/>
                    </a:moveTo>
                    <a:lnTo>
                      <a:pt x="1" y="50"/>
                    </a:lnTo>
                    <a:lnTo>
                      <a:pt x="1" y="652"/>
                    </a:lnTo>
                    <a:lnTo>
                      <a:pt x="1655" y="652"/>
                    </a:lnTo>
                    <a:lnTo>
                      <a:pt x="165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3811;p60">
                <a:extLst>
                  <a:ext uri="{FF2B5EF4-FFF2-40B4-BE49-F238E27FC236}">
                    <a16:creationId xmlns:a16="http://schemas.microsoft.com/office/drawing/2014/main" id="{3134EB35-4312-0A7F-F7AF-78911B04058F}"/>
                  </a:ext>
                </a:extLst>
              </p:cNvPr>
              <p:cNvSpPr/>
              <p:nvPr/>
            </p:nvSpPr>
            <p:spPr>
              <a:xfrm>
                <a:off x="5313114" y="3276141"/>
                <a:ext cx="54677" cy="8045"/>
              </a:xfrm>
              <a:custGeom>
                <a:avLst/>
                <a:gdLst/>
                <a:ahLst/>
                <a:cxnLst/>
                <a:rect l="l" t="t" r="r" b="b"/>
                <a:pathLst>
                  <a:path w="1706" h="251" extrusionOk="0">
                    <a:moveTo>
                      <a:pt x="1" y="0"/>
                    </a:moveTo>
                    <a:lnTo>
                      <a:pt x="1" y="251"/>
                    </a:lnTo>
                    <a:lnTo>
                      <a:pt x="1705" y="251"/>
                    </a:lnTo>
                    <a:lnTo>
                      <a:pt x="170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859;p60">
                <a:extLst>
                  <a:ext uri="{FF2B5EF4-FFF2-40B4-BE49-F238E27FC236}">
                    <a16:creationId xmlns:a16="http://schemas.microsoft.com/office/drawing/2014/main" id="{83558461-9BFC-31D2-2405-DE9ADC59950E}"/>
                  </a:ext>
                </a:extLst>
              </p:cNvPr>
              <p:cNvSpPr/>
              <p:nvPr/>
            </p:nvSpPr>
            <p:spPr>
              <a:xfrm>
                <a:off x="5151390" y="3774678"/>
                <a:ext cx="27883" cy="32691"/>
              </a:xfrm>
              <a:custGeom>
                <a:avLst/>
                <a:gdLst/>
                <a:ahLst/>
                <a:cxnLst/>
                <a:rect l="l" t="t" r="r" b="b"/>
                <a:pathLst>
                  <a:path w="870" h="1020" extrusionOk="0">
                    <a:moveTo>
                      <a:pt x="569" y="1"/>
                    </a:moveTo>
                    <a:cubicBezTo>
                      <a:pt x="368" y="67"/>
                      <a:pt x="218" y="218"/>
                      <a:pt x="118" y="418"/>
                    </a:cubicBezTo>
                    <a:cubicBezTo>
                      <a:pt x="34" y="602"/>
                      <a:pt x="1" y="819"/>
                      <a:pt x="68" y="1020"/>
                    </a:cubicBezTo>
                    <a:lnTo>
                      <a:pt x="870" y="619"/>
                    </a:lnTo>
                    <a:lnTo>
                      <a:pt x="569" y="1"/>
                    </a:ln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860;p60">
                <a:extLst>
                  <a:ext uri="{FF2B5EF4-FFF2-40B4-BE49-F238E27FC236}">
                    <a16:creationId xmlns:a16="http://schemas.microsoft.com/office/drawing/2014/main" id="{F1D35C93-3515-50AD-AC24-B33300DB1794}"/>
                  </a:ext>
                </a:extLst>
              </p:cNvPr>
              <p:cNvSpPr/>
              <p:nvPr/>
            </p:nvSpPr>
            <p:spPr>
              <a:xfrm>
                <a:off x="5054471" y="3793972"/>
                <a:ext cx="125348" cy="59004"/>
              </a:xfrm>
              <a:custGeom>
                <a:avLst/>
                <a:gdLst/>
                <a:ahLst/>
                <a:cxnLst/>
                <a:rect l="l" t="t" r="r" b="b"/>
                <a:pathLst>
                  <a:path w="3911" h="1841" extrusionOk="0">
                    <a:moveTo>
                      <a:pt x="3877" y="0"/>
                    </a:moveTo>
                    <a:lnTo>
                      <a:pt x="903" y="1454"/>
                    </a:lnTo>
                    <a:cubicBezTo>
                      <a:pt x="903" y="1454"/>
                      <a:pt x="737" y="1247"/>
                      <a:pt x="607" y="1247"/>
                    </a:cubicBezTo>
                    <a:cubicBezTo>
                      <a:pt x="593" y="1247"/>
                      <a:pt x="581" y="1249"/>
                      <a:pt x="569" y="1253"/>
                    </a:cubicBezTo>
                    <a:cubicBezTo>
                      <a:pt x="569" y="1253"/>
                      <a:pt x="0" y="1771"/>
                      <a:pt x="134" y="1838"/>
                    </a:cubicBezTo>
                    <a:cubicBezTo>
                      <a:pt x="138" y="1840"/>
                      <a:pt x="143" y="1841"/>
                      <a:pt x="150" y="1841"/>
                    </a:cubicBezTo>
                    <a:cubicBezTo>
                      <a:pt x="402" y="1841"/>
                      <a:pt x="2853" y="668"/>
                      <a:pt x="3910" y="50"/>
                    </a:cubicBezTo>
                    <a:lnTo>
                      <a:pt x="3877" y="0"/>
                    </a:ln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861;p60">
                <a:extLst>
                  <a:ext uri="{FF2B5EF4-FFF2-40B4-BE49-F238E27FC236}">
                    <a16:creationId xmlns:a16="http://schemas.microsoft.com/office/drawing/2014/main" id="{9E7FB1A9-ED4C-66EC-A24B-EF212A16C123}"/>
                  </a:ext>
                </a:extLst>
              </p:cNvPr>
              <p:cNvSpPr/>
              <p:nvPr/>
            </p:nvSpPr>
            <p:spPr>
              <a:xfrm>
                <a:off x="5058221" y="3793428"/>
                <a:ext cx="121598" cy="58395"/>
              </a:xfrm>
              <a:custGeom>
                <a:avLst/>
                <a:gdLst/>
                <a:ahLst/>
                <a:cxnLst/>
                <a:rect l="l" t="t" r="r" b="b"/>
                <a:pathLst>
                  <a:path w="3794" h="1822" extrusionOk="0">
                    <a:moveTo>
                      <a:pt x="3793" y="0"/>
                    </a:moveTo>
                    <a:cubicBezTo>
                      <a:pt x="3793" y="0"/>
                      <a:pt x="3777" y="17"/>
                      <a:pt x="3760" y="17"/>
                    </a:cubicBezTo>
                    <a:lnTo>
                      <a:pt x="3643" y="67"/>
                    </a:lnTo>
                    <a:lnTo>
                      <a:pt x="3242" y="284"/>
                    </a:lnTo>
                    <a:cubicBezTo>
                      <a:pt x="2908" y="452"/>
                      <a:pt x="2440" y="685"/>
                      <a:pt x="1905" y="936"/>
                    </a:cubicBezTo>
                    <a:cubicBezTo>
                      <a:pt x="1387" y="1187"/>
                      <a:pt x="903" y="1404"/>
                      <a:pt x="552" y="1571"/>
                    </a:cubicBezTo>
                    <a:lnTo>
                      <a:pt x="151" y="1755"/>
                    </a:lnTo>
                    <a:lnTo>
                      <a:pt x="569" y="1588"/>
                    </a:lnTo>
                    <a:cubicBezTo>
                      <a:pt x="919" y="1437"/>
                      <a:pt x="1404" y="1220"/>
                      <a:pt x="1922" y="970"/>
                    </a:cubicBezTo>
                    <a:cubicBezTo>
                      <a:pt x="2457" y="719"/>
                      <a:pt x="2924" y="468"/>
                      <a:pt x="3259" y="301"/>
                    </a:cubicBezTo>
                    <a:lnTo>
                      <a:pt x="3660" y="84"/>
                    </a:lnTo>
                    <a:lnTo>
                      <a:pt x="3760" y="34"/>
                    </a:lnTo>
                    <a:cubicBezTo>
                      <a:pt x="3777" y="17"/>
                      <a:pt x="3793" y="17"/>
                      <a:pt x="3793" y="0"/>
                    </a:cubicBezTo>
                    <a:close/>
                    <a:moveTo>
                      <a:pt x="34" y="1805"/>
                    </a:moveTo>
                    <a:cubicBezTo>
                      <a:pt x="17" y="1805"/>
                      <a:pt x="17" y="1822"/>
                      <a:pt x="0" y="1822"/>
                    </a:cubicBezTo>
                    <a:cubicBezTo>
                      <a:pt x="17" y="1822"/>
                      <a:pt x="17" y="1822"/>
                      <a:pt x="34" y="1805"/>
                    </a:cubicBez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862;p60">
                <a:extLst>
                  <a:ext uri="{FF2B5EF4-FFF2-40B4-BE49-F238E27FC236}">
                    <a16:creationId xmlns:a16="http://schemas.microsoft.com/office/drawing/2014/main" id="{1F62E566-3E3C-5C58-F495-84AA18A47A93}"/>
                  </a:ext>
                </a:extLst>
              </p:cNvPr>
              <p:cNvSpPr/>
              <p:nvPr/>
            </p:nvSpPr>
            <p:spPr>
              <a:xfrm>
                <a:off x="5072131" y="3833586"/>
                <a:ext cx="11826" cy="8077"/>
              </a:xfrm>
              <a:custGeom>
                <a:avLst/>
                <a:gdLst/>
                <a:ahLst/>
                <a:cxnLst/>
                <a:rect l="l" t="t" r="r" b="b"/>
                <a:pathLst>
                  <a:path w="369" h="252" extrusionOk="0">
                    <a:moveTo>
                      <a:pt x="1" y="1"/>
                    </a:moveTo>
                    <a:cubicBezTo>
                      <a:pt x="68" y="34"/>
                      <a:pt x="135" y="51"/>
                      <a:pt x="201" y="101"/>
                    </a:cubicBezTo>
                    <a:cubicBezTo>
                      <a:pt x="268" y="134"/>
                      <a:pt x="318" y="201"/>
                      <a:pt x="368" y="251"/>
                    </a:cubicBezTo>
                    <a:cubicBezTo>
                      <a:pt x="318" y="101"/>
                      <a:pt x="151" y="1"/>
                      <a:pt x="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863;p60">
                <a:extLst>
                  <a:ext uri="{FF2B5EF4-FFF2-40B4-BE49-F238E27FC236}">
                    <a16:creationId xmlns:a16="http://schemas.microsoft.com/office/drawing/2014/main" id="{FFB6EF50-9B22-D915-A68E-106F2B571B19}"/>
                  </a:ext>
                </a:extLst>
              </p:cNvPr>
              <p:cNvSpPr/>
              <p:nvPr/>
            </p:nvSpPr>
            <p:spPr>
              <a:xfrm>
                <a:off x="5093572" y="3816439"/>
                <a:ext cx="6987" cy="4487"/>
              </a:xfrm>
              <a:custGeom>
                <a:avLst/>
                <a:gdLst/>
                <a:ahLst/>
                <a:cxnLst/>
                <a:rect l="l" t="t" r="r" b="b"/>
                <a:pathLst>
                  <a:path w="218" h="140" extrusionOk="0">
                    <a:moveTo>
                      <a:pt x="0" y="1"/>
                    </a:moveTo>
                    <a:cubicBezTo>
                      <a:pt x="0" y="18"/>
                      <a:pt x="34" y="51"/>
                      <a:pt x="100" y="84"/>
                    </a:cubicBezTo>
                    <a:cubicBezTo>
                      <a:pt x="141" y="112"/>
                      <a:pt x="182" y="139"/>
                      <a:pt x="196" y="139"/>
                    </a:cubicBezTo>
                    <a:cubicBezTo>
                      <a:pt x="199" y="139"/>
                      <a:pt x="201" y="138"/>
                      <a:pt x="201" y="135"/>
                    </a:cubicBezTo>
                    <a:cubicBezTo>
                      <a:pt x="217" y="135"/>
                      <a:pt x="167" y="101"/>
                      <a:pt x="117" y="68"/>
                    </a:cubicBezTo>
                    <a:cubicBezTo>
                      <a:pt x="50" y="18"/>
                      <a:pt x="0" y="1"/>
                      <a:pt x="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864;p60">
                <a:extLst>
                  <a:ext uri="{FF2B5EF4-FFF2-40B4-BE49-F238E27FC236}">
                    <a16:creationId xmlns:a16="http://schemas.microsoft.com/office/drawing/2014/main" id="{87180995-5E39-9CC0-DC2E-DB1E4D1BE4F4}"/>
                  </a:ext>
                </a:extLst>
              </p:cNvPr>
              <p:cNvSpPr/>
              <p:nvPr/>
            </p:nvSpPr>
            <p:spPr>
              <a:xfrm>
                <a:off x="5097835" y="3813010"/>
                <a:ext cx="7019" cy="2083"/>
              </a:xfrm>
              <a:custGeom>
                <a:avLst/>
                <a:gdLst/>
                <a:ahLst/>
                <a:cxnLst/>
                <a:rect l="l" t="t" r="r" b="b"/>
                <a:pathLst>
                  <a:path w="219" h="65" extrusionOk="0">
                    <a:moveTo>
                      <a:pt x="26" y="1"/>
                    </a:moveTo>
                    <a:cubicBezTo>
                      <a:pt x="20" y="1"/>
                      <a:pt x="18" y="3"/>
                      <a:pt x="18" y="8"/>
                    </a:cubicBezTo>
                    <a:cubicBezTo>
                      <a:pt x="1" y="8"/>
                      <a:pt x="51" y="24"/>
                      <a:pt x="101" y="41"/>
                    </a:cubicBezTo>
                    <a:cubicBezTo>
                      <a:pt x="148" y="53"/>
                      <a:pt x="179" y="65"/>
                      <a:pt x="199" y="65"/>
                    </a:cubicBezTo>
                    <a:cubicBezTo>
                      <a:pt x="207" y="65"/>
                      <a:pt x="213" y="63"/>
                      <a:pt x="218" y="58"/>
                    </a:cubicBezTo>
                    <a:cubicBezTo>
                      <a:pt x="218" y="58"/>
                      <a:pt x="168" y="41"/>
                      <a:pt x="118" y="24"/>
                    </a:cubicBezTo>
                    <a:cubicBezTo>
                      <a:pt x="71" y="13"/>
                      <a:pt x="40" y="1"/>
                      <a:pt x="2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865;p60">
                <a:extLst>
                  <a:ext uri="{FF2B5EF4-FFF2-40B4-BE49-F238E27FC236}">
                    <a16:creationId xmlns:a16="http://schemas.microsoft.com/office/drawing/2014/main" id="{59C60C09-AEE0-FE58-BAFB-66BA4BB5BE47}"/>
                  </a:ext>
                </a:extLst>
              </p:cNvPr>
              <p:cNvSpPr/>
              <p:nvPr/>
            </p:nvSpPr>
            <p:spPr>
              <a:xfrm>
                <a:off x="5097322" y="3806280"/>
                <a:ext cx="8045" cy="3782"/>
              </a:xfrm>
              <a:custGeom>
                <a:avLst/>
                <a:gdLst/>
                <a:ahLst/>
                <a:cxnLst/>
                <a:rect l="l" t="t" r="r" b="b"/>
                <a:pathLst>
                  <a:path w="251" h="118" extrusionOk="0">
                    <a:moveTo>
                      <a:pt x="234" y="0"/>
                    </a:moveTo>
                    <a:lnTo>
                      <a:pt x="234" y="0"/>
                    </a:lnTo>
                    <a:cubicBezTo>
                      <a:pt x="201" y="17"/>
                      <a:pt x="151" y="17"/>
                      <a:pt x="117" y="51"/>
                    </a:cubicBezTo>
                    <a:cubicBezTo>
                      <a:pt x="50" y="84"/>
                      <a:pt x="0" y="117"/>
                      <a:pt x="0" y="117"/>
                    </a:cubicBezTo>
                    <a:cubicBezTo>
                      <a:pt x="50" y="117"/>
                      <a:pt x="100" y="101"/>
                      <a:pt x="134" y="84"/>
                    </a:cubicBezTo>
                    <a:cubicBezTo>
                      <a:pt x="201" y="51"/>
                      <a:pt x="251" y="17"/>
                      <a:pt x="2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866;p60">
                <a:extLst>
                  <a:ext uri="{FF2B5EF4-FFF2-40B4-BE49-F238E27FC236}">
                    <a16:creationId xmlns:a16="http://schemas.microsoft.com/office/drawing/2014/main" id="{F8DC42B4-6766-28B4-0CF0-13708919A8F3}"/>
                  </a:ext>
                </a:extLst>
              </p:cNvPr>
              <p:cNvSpPr/>
              <p:nvPr/>
            </p:nvSpPr>
            <p:spPr>
              <a:xfrm>
                <a:off x="5095719" y="3800927"/>
                <a:ext cx="8589" cy="4840"/>
              </a:xfrm>
              <a:custGeom>
                <a:avLst/>
                <a:gdLst/>
                <a:ahLst/>
                <a:cxnLst/>
                <a:rect l="l" t="t" r="r" b="b"/>
                <a:pathLst>
                  <a:path w="268" h="151" extrusionOk="0">
                    <a:moveTo>
                      <a:pt x="251" y="0"/>
                    </a:moveTo>
                    <a:cubicBezTo>
                      <a:pt x="167" y="50"/>
                      <a:pt x="84" y="101"/>
                      <a:pt x="0" y="151"/>
                    </a:cubicBezTo>
                    <a:cubicBezTo>
                      <a:pt x="50" y="151"/>
                      <a:pt x="100" y="134"/>
                      <a:pt x="150" y="101"/>
                    </a:cubicBezTo>
                    <a:cubicBezTo>
                      <a:pt x="217" y="67"/>
                      <a:pt x="267" y="17"/>
                      <a:pt x="2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867;p60">
                <a:extLst>
                  <a:ext uri="{FF2B5EF4-FFF2-40B4-BE49-F238E27FC236}">
                    <a16:creationId xmlns:a16="http://schemas.microsoft.com/office/drawing/2014/main" id="{4A497554-82CE-29D8-70A0-66EEA341188E}"/>
                  </a:ext>
                </a:extLst>
              </p:cNvPr>
              <p:cNvSpPr/>
              <p:nvPr/>
            </p:nvSpPr>
            <p:spPr>
              <a:xfrm>
                <a:off x="5079117" y="3812690"/>
                <a:ext cx="15544" cy="6698"/>
              </a:xfrm>
              <a:custGeom>
                <a:avLst/>
                <a:gdLst/>
                <a:ahLst/>
                <a:cxnLst/>
                <a:rect l="l" t="t" r="r" b="b"/>
                <a:pathLst>
                  <a:path w="485" h="209" extrusionOk="0">
                    <a:moveTo>
                      <a:pt x="248" y="27"/>
                    </a:moveTo>
                    <a:cubicBezTo>
                      <a:pt x="288" y="27"/>
                      <a:pt x="332" y="39"/>
                      <a:pt x="368" y="51"/>
                    </a:cubicBezTo>
                    <a:cubicBezTo>
                      <a:pt x="390" y="62"/>
                      <a:pt x="420" y="81"/>
                      <a:pt x="447" y="107"/>
                    </a:cubicBezTo>
                    <a:lnTo>
                      <a:pt x="447" y="107"/>
                    </a:lnTo>
                    <a:cubicBezTo>
                      <a:pt x="422" y="118"/>
                      <a:pt x="385" y="135"/>
                      <a:pt x="334" y="151"/>
                    </a:cubicBezTo>
                    <a:cubicBezTo>
                      <a:pt x="284" y="151"/>
                      <a:pt x="234" y="168"/>
                      <a:pt x="167" y="168"/>
                    </a:cubicBezTo>
                    <a:cubicBezTo>
                      <a:pt x="134" y="185"/>
                      <a:pt x="100" y="185"/>
                      <a:pt x="67" y="185"/>
                    </a:cubicBezTo>
                    <a:cubicBezTo>
                      <a:pt x="34" y="168"/>
                      <a:pt x="17" y="151"/>
                      <a:pt x="34" y="118"/>
                    </a:cubicBezTo>
                    <a:cubicBezTo>
                      <a:pt x="67" y="68"/>
                      <a:pt x="134" y="34"/>
                      <a:pt x="201" y="34"/>
                    </a:cubicBezTo>
                    <a:cubicBezTo>
                      <a:pt x="215" y="29"/>
                      <a:pt x="231" y="27"/>
                      <a:pt x="248" y="27"/>
                    </a:cubicBezTo>
                    <a:close/>
                    <a:moveTo>
                      <a:pt x="239" y="0"/>
                    </a:moveTo>
                    <a:cubicBezTo>
                      <a:pt x="153" y="0"/>
                      <a:pt x="66" y="41"/>
                      <a:pt x="0" y="118"/>
                    </a:cubicBezTo>
                    <a:cubicBezTo>
                      <a:pt x="0" y="135"/>
                      <a:pt x="0" y="168"/>
                      <a:pt x="17" y="185"/>
                    </a:cubicBezTo>
                    <a:cubicBezTo>
                      <a:pt x="34" y="201"/>
                      <a:pt x="50" y="201"/>
                      <a:pt x="67" y="201"/>
                    </a:cubicBezTo>
                    <a:cubicBezTo>
                      <a:pt x="78" y="207"/>
                      <a:pt x="89" y="209"/>
                      <a:pt x="100" y="209"/>
                    </a:cubicBezTo>
                    <a:cubicBezTo>
                      <a:pt x="123" y="209"/>
                      <a:pt x="145" y="201"/>
                      <a:pt x="167" y="201"/>
                    </a:cubicBezTo>
                    <a:cubicBezTo>
                      <a:pt x="234" y="201"/>
                      <a:pt x="284" y="185"/>
                      <a:pt x="351" y="168"/>
                    </a:cubicBezTo>
                    <a:cubicBezTo>
                      <a:pt x="389" y="156"/>
                      <a:pt x="426" y="134"/>
                      <a:pt x="457" y="116"/>
                    </a:cubicBezTo>
                    <a:lnTo>
                      <a:pt x="457" y="116"/>
                    </a:lnTo>
                    <a:cubicBezTo>
                      <a:pt x="467" y="127"/>
                      <a:pt x="476" y="139"/>
                      <a:pt x="485" y="151"/>
                    </a:cubicBezTo>
                    <a:cubicBezTo>
                      <a:pt x="485" y="151"/>
                      <a:pt x="485" y="137"/>
                      <a:pt x="471" y="108"/>
                    </a:cubicBezTo>
                    <a:lnTo>
                      <a:pt x="471" y="108"/>
                    </a:lnTo>
                    <a:cubicBezTo>
                      <a:pt x="476" y="106"/>
                      <a:pt x="480" y="103"/>
                      <a:pt x="485" y="101"/>
                    </a:cubicBezTo>
                    <a:cubicBezTo>
                      <a:pt x="485" y="98"/>
                      <a:pt x="483" y="97"/>
                      <a:pt x="480" y="97"/>
                    </a:cubicBezTo>
                    <a:cubicBezTo>
                      <a:pt x="476" y="97"/>
                      <a:pt x="472" y="98"/>
                      <a:pt x="466" y="100"/>
                    </a:cubicBezTo>
                    <a:lnTo>
                      <a:pt x="466" y="100"/>
                    </a:lnTo>
                    <a:cubicBezTo>
                      <a:pt x="433" y="83"/>
                      <a:pt x="400" y="51"/>
                      <a:pt x="368" y="34"/>
                    </a:cubicBezTo>
                    <a:cubicBezTo>
                      <a:pt x="328" y="11"/>
                      <a:pt x="283" y="0"/>
                      <a:pt x="23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868;p60">
                <a:extLst>
                  <a:ext uri="{FF2B5EF4-FFF2-40B4-BE49-F238E27FC236}">
                    <a16:creationId xmlns:a16="http://schemas.microsoft.com/office/drawing/2014/main" id="{C146F89B-1FBB-7798-4D1C-EDBC3DB2D666}"/>
                  </a:ext>
                </a:extLst>
              </p:cNvPr>
              <p:cNvSpPr/>
              <p:nvPr/>
            </p:nvSpPr>
            <p:spPr>
              <a:xfrm>
                <a:off x="5090880" y="3805222"/>
                <a:ext cx="5929" cy="11250"/>
              </a:xfrm>
              <a:custGeom>
                <a:avLst/>
                <a:gdLst/>
                <a:ahLst/>
                <a:cxnLst/>
                <a:rect l="l" t="t" r="r" b="b"/>
                <a:pathLst>
                  <a:path w="185" h="351" extrusionOk="0">
                    <a:moveTo>
                      <a:pt x="101" y="0"/>
                    </a:moveTo>
                    <a:cubicBezTo>
                      <a:pt x="51" y="33"/>
                      <a:pt x="17" y="84"/>
                      <a:pt x="17" y="134"/>
                    </a:cubicBezTo>
                    <a:cubicBezTo>
                      <a:pt x="1" y="184"/>
                      <a:pt x="17" y="217"/>
                      <a:pt x="17" y="267"/>
                    </a:cubicBezTo>
                    <a:cubicBezTo>
                      <a:pt x="34" y="301"/>
                      <a:pt x="51" y="334"/>
                      <a:pt x="84" y="351"/>
                    </a:cubicBezTo>
                    <a:cubicBezTo>
                      <a:pt x="68" y="317"/>
                      <a:pt x="51" y="284"/>
                      <a:pt x="51" y="251"/>
                    </a:cubicBezTo>
                    <a:cubicBezTo>
                      <a:pt x="34" y="217"/>
                      <a:pt x="34" y="184"/>
                      <a:pt x="34" y="134"/>
                    </a:cubicBezTo>
                    <a:cubicBezTo>
                      <a:pt x="51" y="100"/>
                      <a:pt x="68" y="50"/>
                      <a:pt x="101" y="33"/>
                    </a:cubicBezTo>
                    <a:cubicBezTo>
                      <a:pt x="106" y="32"/>
                      <a:pt x="111" y="31"/>
                      <a:pt x="116" y="31"/>
                    </a:cubicBezTo>
                    <a:cubicBezTo>
                      <a:pt x="151" y="31"/>
                      <a:pt x="151" y="87"/>
                      <a:pt x="151" y="117"/>
                    </a:cubicBezTo>
                    <a:cubicBezTo>
                      <a:pt x="151" y="167"/>
                      <a:pt x="151" y="201"/>
                      <a:pt x="134" y="234"/>
                    </a:cubicBezTo>
                    <a:cubicBezTo>
                      <a:pt x="118" y="301"/>
                      <a:pt x="101" y="351"/>
                      <a:pt x="101" y="351"/>
                    </a:cubicBezTo>
                    <a:cubicBezTo>
                      <a:pt x="118" y="317"/>
                      <a:pt x="151" y="284"/>
                      <a:pt x="151" y="251"/>
                    </a:cubicBezTo>
                    <a:cubicBezTo>
                      <a:pt x="168" y="201"/>
                      <a:pt x="184" y="167"/>
                      <a:pt x="184" y="134"/>
                    </a:cubicBezTo>
                    <a:cubicBezTo>
                      <a:pt x="184" y="100"/>
                      <a:pt x="184" y="84"/>
                      <a:pt x="168" y="50"/>
                    </a:cubicBezTo>
                    <a:cubicBezTo>
                      <a:pt x="168" y="17"/>
                      <a:pt x="134" y="0"/>
                      <a:pt x="1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869;p60">
                <a:extLst>
                  <a:ext uri="{FF2B5EF4-FFF2-40B4-BE49-F238E27FC236}">
                    <a16:creationId xmlns:a16="http://schemas.microsoft.com/office/drawing/2014/main" id="{C6A4D639-21DA-F9C7-57AD-59B378E88395}"/>
                  </a:ext>
                </a:extLst>
              </p:cNvPr>
              <p:cNvSpPr/>
              <p:nvPr/>
            </p:nvSpPr>
            <p:spPr>
              <a:xfrm>
                <a:off x="5150333" y="3774678"/>
                <a:ext cx="18781" cy="32178"/>
              </a:xfrm>
              <a:custGeom>
                <a:avLst/>
                <a:gdLst/>
                <a:ahLst/>
                <a:cxnLst/>
                <a:rect l="l" t="t" r="r" b="b"/>
                <a:pathLst>
                  <a:path w="586" h="1004" extrusionOk="0">
                    <a:moveTo>
                      <a:pt x="535" y="1"/>
                    </a:moveTo>
                    <a:cubicBezTo>
                      <a:pt x="502" y="17"/>
                      <a:pt x="451" y="34"/>
                      <a:pt x="418" y="67"/>
                    </a:cubicBezTo>
                    <a:cubicBezTo>
                      <a:pt x="151" y="218"/>
                      <a:pt x="0" y="519"/>
                      <a:pt x="34" y="836"/>
                    </a:cubicBezTo>
                    <a:cubicBezTo>
                      <a:pt x="50" y="869"/>
                      <a:pt x="67" y="920"/>
                      <a:pt x="67" y="970"/>
                    </a:cubicBezTo>
                    <a:cubicBezTo>
                      <a:pt x="84" y="986"/>
                      <a:pt x="84" y="1003"/>
                      <a:pt x="101" y="1003"/>
                    </a:cubicBezTo>
                    <a:cubicBezTo>
                      <a:pt x="101" y="1003"/>
                      <a:pt x="67" y="936"/>
                      <a:pt x="67" y="836"/>
                    </a:cubicBezTo>
                    <a:cubicBezTo>
                      <a:pt x="34" y="535"/>
                      <a:pt x="167" y="235"/>
                      <a:pt x="418" y="84"/>
                    </a:cubicBezTo>
                    <a:cubicBezTo>
                      <a:pt x="518" y="17"/>
                      <a:pt x="585" y="1"/>
                      <a:pt x="58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873;p60">
                <a:extLst>
                  <a:ext uri="{FF2B5EF4-FFF2-40B4-BE49-F238E27FC236}">
                    <a16:creationId xmlns:a16="http://schemas.microsoft.com/office/drawing/2014/main" id="{6E9E6713-3E0F-0106-C277-4A1E66F6EA1E}"/>
                  </a:ext>
                </a:extLst>
              </p:cNvPr>
              <p:cNvSpPr/>
              <p:nvPr/>
            </p:nvSpPr>
            <p:spPr>
              <a:xfrm>
                <a:off x="5159980" y="3782178"/>
                <a:ext cx="3782" cy="3397"/>
              </a:xfrm>
              <a:custGeom>
                <a:avLst/>
                <a:gdLst/>
                <a:ahLst/>
                <a:cxnLst/>
                <a:rect l="l" t="t" r="r" b="b"/>
                <a:pathLst>
                  <a:path w="118" h="106" extrusionOk="0">
                    <a:moveTo>
                      <a:pt x="117" y="1"/>
                    </a:moveTo>
                    <a:cubicBezTo>
                      <a:pt x="100" y="1"/>
                      <a:pt x="67" y="1"/>
                      <a:pt x="34" y="34"/>
                    </a:cubicBezTo>
                    <a:cubicBezTo>
                      <a:pt x="0" y="67"/>
                      <a:pt x="0" y="101"/>
                      <a:pt x="0" y="101"/>
                    </a:cubicBezTo>
                    <a:cubicBezTo>
                      <a:pt x="3" y="104"/>
                      <a:pt x="6" y="105"/>
                      <a:pt x="9" y="105"/>
                    </a:cubicBezTo>
                    <a:cubicBezTo>
                      <a:pt x="23" y="105"/>
                      <a:pt x="37" y="78"/>
                      <a:pt x="50" y="51"/>
                    </a:cubicBezTo>
                    <a:cubicBezTo>
                      <a:pt x="84" y="34"/>
                      <a:pt x="117" y="17"/>
                      <a:pt x="1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874;p60">
                <a:extLst>
                  <a:ext uri="{FF2B5EF4-FFF2-40B4-BE49-F238E27FC236}">
                    <a16:creationId xmlns:a16="http://schemas.microsoft.com/office/drawing/2014/main" id="{1ECF1427-5E70-14D2-6E87-427069B16124}"/>
                  </a:ext>
                </a:extLst>
              </p:cNvPr>
              <p:cNvSpPr/>
              <p:nvPr/>
            </p:nvSpPr>
            <p:spPr>
              <a:xfrm>
                <a:off x="5166390" y="3778204"/>
                <a:ext cx="2179" cy="2083"/>
              </a:xfrm>
              <a:custGeom>
                <a:avLst/>
                <a:gdLst/>
                <a:ahLst/>
                <a:cxnLst/>
                <a:rect l="l" t="t" r="r" b="b"/>
                <a:pathLst>
                  <a:path w="68" h="65" extrusionOk="0">
                    <a:moveTo>
                      <a:pt x="47" y="1"/>
                    </a:moveTo>
                    <a:cubicBezTo>
                      <a:pt x="41" y="1"/>
                      <a:pt x="29" y="12"/>
                      <a:pt x="17" y="24"/>
                    </a:cubicBezTo>
                    <a:cubicBezTo>
                      <a:pt x="1" y="41"/>
                      <a:pt x="1" y="58"/>
                      <a:pt x="1" y="58"/>
                    </a:cubicBezTo>
                    <a:cubicBezTo>
                      <a:pt x="1" y="63"/>
                      <a:pt x="2" y="65"/>
                      <a:pt x="4" y="65"/>
                    </a:cubicBezTo>
                    <a:cubicBezTo>
                      <a:pt x="10" y="65"/>
                      <a:pt x="22" y="53"/>
                      <a:pt x="34" y="41"/>
                    </a:cubicBezTo>
                    <a:cubicBezTo>
                      <a:pt x="51" y="24"/>
                      <a:pt x="67" y="8"/>
                      <a:pt x="51" y="8"/>
                    </a:cubicBezTo>
                    <a:cubicBezTo>
                      <a:pt x="51" y="3"/>
                      <a:pt x="49" y="1"/>
                      <a:pt x="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rupo 9">
              <a:extLst>
                <a:ext uri="{FF2B5EF4-FFF2-40B4-BE49-F238E27FC236}">
                  <a16:creationId xmlns:a16="http://schemas.microsoft.com/office/drawing/2014/main" id="{CFDB5D5A-2F73-5C9D-A55A-B257817CE71A}"/>
                </a:ext>
              </a:extLst>
            </p:cNvPr>
            <p:cNvGrpSpPr/>
            <p:nvPr/>
          </p:nvGrpSpPr>
          <p:grpSpPr>
            <a:xfrm>
              <a:off x="7684255" y="1025138"/>
              <a:ext cx="1503282" cy="3838470"/>
              <a:chOff x="5974345" y="2092449"/>
              <a:chExt cx="791386" cy="1847039"/>
            </a:xfrm>
          </p:grpSpPr>
          <p:sp>
            <p:nvSpPr>
              <p:cNvPr id="215" name="Google Shape;1396;p34">
                <a:extLst>
                  <a:ext uri="{FF2B5EF4-FFF2-40B4-BE49-F238E27FC236}">
                    <a16:creationId xmlns:a16="http://schemas.microsoft.com/office/drawing/2014/main" id="{AD51B64B-073E-4986-5B57-3349125882C3}"/>
                  </a:ext>
                </a:extLst>
              </p:cNvPr>
              <p:cNvSpPr/>
              <p:nvPr/>
            </p:nvSpPr>
            <p:spPr>
              <a:xfrm>
                <a:off x="5974345" y="2416948"/>
                <a:ext cx="156455" cy="152640"/>
              </a:xfrm>
              <a:custGeom>
                <a:avLst/>
                <a:gdLst/>
                <a:ahLst/>
                <a:cxnLst/>
                <a:rect l="l" t="t" r="r" b="b"/>
                <a:pathLst>
                  <a:path w="6521" h="6362" extrusionOk="0">
                    <a:moveTo>
                      <a:pt x="1153" y="0"/>
                    </a:moveTo>
                    <a:cubicBezTo>
                      <a:pt x="744" y="0"/>
                      <a:pt x="431" y="49"/>
                      <a:pt x="314" y="155"/>
                    </a:cubicBezTo>
                    <a:cubicBezTo>
                      <a:pt x="1" y="439"/>
                      <a:pt x="222" y="1004"/>
                      <a:pt x="647" y="1085"/>
                    </a:cubicBezTo>
                    <a:cubicBezTo>
                      <a:pt x="1074" y="1165"/>
                      <a:pt x="2094" y="1270"/>
                      <a:pt x="2094" y="1270"/>
                    </a:cubicBezTo>
                    <a:cubicBezTo>
                      <a:pt x="2094" y="1270"/>
                      <a:pt x="856" y="2126"/>
                      <a:pt x="930" y="2475"/>
                    </a:cubicBezTo>
                    <a:lnTo>
                      <a:pt x="1005" y="2824"/>
                    </a:lnTo>
                    <a:cubicBezTo>
                      <a:pt x="1005" y="2824"/>
                      <a:pt x="458" y="3284"/>
                      <a:pt x="495" y="3555"/>
                    </a:cubicBezTo>
                    <a:cubicBezTo>
                      <a:pt x="532" y="3826"/>
                      <a:pt x="987" y="3932"/>
                      <a:pt x="987" y="3932"/>
                    </a:cubicBezTo>
                    <a:cubicBezTo>
                      <a:pt x="987" y="3932"/>
                      <a:pt x="254" y="4638"/>
                      <a:pt x="755" y="4874"/>
                    </a:cubicBezTo>
                    <a:cubicBezTo>
                      <a:pt x="985" y="4983"/>
                      <a:pt x="1360" y="5037"/>
                      <a:pt x="1718" y="5037"/>
                    </a:cubicBezTo>
                    <a:cubicBezTo>
                      <a:pt x="2139" y="5037"/>
                      <a:pt x="2538" y="4962"/>
                      <a:pt x="2653" y="4812"/>
                    </a:cubicBezTo>
                    <a:lnTo>
                      <a:pt x="3418" y="6362"/>
                    </a:lnTo>
                    <a:lnTo>
                      <a:pt x="6521" y="4210"/>
                    </a:lnTo>
                    <a:cubicBezTo>
                      <a:pt x="6521" y="4210"/>
                      <a:pt x="5451" y="1592"/>
                      <a:pt x="4637" y="873"/>
                    </a:cubicBezTo>
                    <a:cubicBezTo>
                      <a:pt x="4044" y="349"/>
                      <a:pt x="2250" y="0"/>
                      <a:pt x="1153"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1380;p34">
                <a:extLst>
                  <a:ext uri="{FF2B5EF4-FFF2-40B4-BE49-F238E27FC236}">
                    <a16:creationId xmlns:a16="http://schemas.microsoft.com/office/drawing/2014/main" id="{4C40ACD1-4BA5-D1FB-2AE1-4EDCA814F626}"/>
                  </a:ext>
                </a:extLst>
              </p:cNvPr>
              <p:cNvSpPr/>
              <p:nvPr/>
            </p:nvSpPr>
            <p:spPr>
              <a:xfrm>
                <a:off x="6325061" y="3863456"/>
                <a:ext cx="194795" cy="76032"/>
              </a:xfrm>
              <a:custGeom>
                <a:avLst/>
                <a:gdLst/>
                <a:ahLst/>
                <a:cxnLst/>
                <a:rect l="l" t="t" r="r" b="b"/>
                <a:pathLst>
                  <a:path w="8119" h="3169" extrusionOk="0">
                    <a:moveTo>
                      <a:pt x="2878" y="0"/>
                    </a:moveTo>
                    <a:lnTo>
                      <a:pt x="3030" y="1584"/>
                    </a:lnTo>
                    <a:cubicBezTo>
                      <a:pt x="2981" y="1583"/>
                      <a:pt x="2933" y="1583"/>
                      <a:pt x="2885" y="1583"/>
                    </a:cubicBezTo>
                    <a:cubicBezTo>
                      <a:pt x="1014" y="1583"/>
                      <a:pt x="130" y="2156"/>
                      <a:pt x="0" y="3168"/>
                    </a:cubicBezTo>
                    <a:lnTo>
                      <a:pt x="8118" y="3168"/>
                    </a:lnTo>
                    <a:lnTo>
                      <a:pt x="7800" y="0"/>
                    </a:lnTo>
                    <a:close/>
                  </a:path>
                </a:pathLst>
              </a:custGeom>
              <a:solidFill>
                <a:srgbClr val="B771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1381;p34">
                <a:extLst>
                  <a:ext uri="{FF2B5EF4-FFF2-40B4-BE49-F238E27FC236}">
                    <a16:creationId xmlns:a16="http://schemas.microsoft.com/office/drawing/2014/main" id="{EF105B68-F956-D320-2D76-8E2492DCC848}"/>
                  </a:ext>
                </a:extLst>
              </p:cNvPr>
              <p:cNvSpPr/>
              <p:nvPr/>
            </p:nvSpPr>
            <p:spPr>
              <a:xfrm>
                <a:off x="6377748" y="3902660"/>
                <a:ext cx="12860" cy="18786"/>
              </a:xfrm>
              <a:custGeom>
                <a:avLst/>
                <a:gdLst/>
                <a:ahLst/>
                <a:cxnLst/>
                <a:rect l="l" t="t" r="r" b="b"/>
                <a:pathLst>
                  <a:path w="536" h="783" extrusionOk="0">
                    <a:moveTo>
                      <a:pt x="37" y="0"/>
                    </a:moveTo>
                    <a:cubicBezTo>
                      <a:pt x="32" y="0"/>
                      <a:pt x="29" y="1"/>
                      <a:pt x="26" y="4"/>
                    </a:cubicBezTo>
                    <a:cubicBezTo>
                      <a:pt x="1" y="34"/>
                      <a:pt x="139" y="184"/>
                      <a:pt x="264" y="393"/>
                    </a:cubicBezTo>
                    <a:cubicBezTo>
                      <a:pt x="390" y="596"/>
                      <a:pt x="460" y="783"/>
                      <a:pt x="497" y="783"/>
                    </a:cubicBezTo>
                    <a:cubicBezTo>
                      <a:pt x="498" y="783"/>
                      <a:pt x="499" y="783"/>
                      <a:pt x="500" y="783"/>
                    </a:cubicBezTo>
                    <a:cubicBezTo>
                      <a:pt x="535" y="777"/>
                      <a:pt x="518" y="555"/>
                      <a:pt x="379" y="324"/>
                    </a:cubicBezTo>
                    <a:cubicBezTo>
                      <a:pt x="252" y="115"/>
                      <a:pt x="84" y="0"/>
                      <a:pt x="3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1382;p34">
                <a:extLst>
                  <a:ext uri="{FF2B5EF4-FFF2-40B4-BE49-F238E27FC236}">
                    <a16:creationId xmlns:a16="http://schemas.microsoft.com/office/drawing/2014/main" id="{8AC7B9A7-3957-2B18-BC4F-2BD57ECF1897}"/>
                  </a:ext>
                </a:extLst>
              </p:cNvPr>
              <p:cNvSpPr/>
              <p:nvPr/>
            </p:nvSpPr>
            <p:spPr>
              <a:xfrm>
                <a:off x="6396774" y="3900116"/>
                <a:ext cx="14252" cy="17658"/>
              </a:xfrm>
              <a:custGeom>
                <a:avLst/>
                <a:gdLst/>
                <a:ahLst/>
                <a:cxnLst/>
                <a:rect l="l" t="t" r="r" b="b"/>
                <a:pathLst>
                  <a:path w="594" h="736" extrusionOk="0">
                    <a:moveTo>
                      <a:pt x="38" y="0"/>
                    </a:moveTo>
                    <a:cubicBezTo>
                      <a:pt x="29" y="0"/>
                      <a:pt x="24" y="3"/>
                      <a:pt x="22" y="7"/>
                    </a:cubicBezTo>
                    <a:cubicBezTo>
                      <a:pt x="1" y="39"/>
                      <a:pt x="159" y="167"/>
                      <a:pt x="301" y="363"/>
                    </a:cubicBezTo>
                    <a:cubicBezTo>
                      <a:pt x="442" y="553"/>
                      <a:pt x="518" y="736"/>
                      <a:pt x="557" y="736"/>
                    </a:cubicBezTo>
                    <a:cubicBezTo>
                      <a:pt x="558" y="736"/>
                      <a:pt x="559" y="736"/>
                      <a:pt x="559" y="735"/>
                    </a:cubicBezTo>
                    <a:cubicBezTo>
                      <a:pt x="594" y="729"/>
                      <a:pt x="569" y="504"/>
                      <a:pt x="408" y="284"/>
                    </a:cubicBezTo>
                    <a:cubicBezTo>
                      <a:pt x="269" y="93"/>
                      <a:pt x="92" y="0"/>
                      <a:pt x="38"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1383;p34">
                <a:extLst>
                  <a:ext uri="{FF2B5EF4-FFF2-40B4-BE49-F238E27FC236}">
                    <a16:creationId xmlns:a16="http://schemas.microsoft.com/office/drawing/2014/main" id="{C14642C2-7152-C26F-0A73-8EC66B88E698}"/>
                  </a:ext>
                </a:extLst>
              </p:cNvPr>
              <p:cNvSpPr/>
              <p:nvPr/>
            </p:nvSpPr>
            <p:spPr>
              <a:xfrm>
                <a:off x="6398334" y="3889895"/>
                <a:ext cx="26800" cy="6934"/>
              </a:xfrm>
              <a:custGeom>
                <a:avLst/>
                <a:gdLst/>
                <a:ahLst/>
                <a:cxnLst/>
                <a:rect l="l" t="t" r="r" b="b"/>
                <a:pathLst>
                  <a:path w="1117" h="289" extrusionOk="0">
                    <a:moveTo>
                      <a:pt x="423" y="1"/>
                    </a:moveTo>
                    <a:cubicBezTo>
                      <a:pt x="173" y="1"/>
                      <a:pt x="1" y="93"/>
                      <a:pt x="15" y="120"/>
                    </a:cubicBezTo>
                    <a:cubicBezTo>
                      <a:pt x="18" y="130"/>
                      <a:pt x="38" y="133"/>
                      <a:pt x="72" y="133"/>
                    </a:cubicBezTo>
                    <a:cubicBezTo>
                      <a:pt x="122" y="133"/>
                      <a:pt x="203" y="126"/>
                      <a:pt x="301" y="126"/>
                    </a:cubicBezTo>
                    <a:cubicBezTo>
                      <a:pt x="379" y="126"/>
                      <a:pt x="468" y="130"/>
                      <a:pt x="562" y="145"/>
                    </a:cubicBezTo>
                    <a:cubicBezTo>
                      <a:pt x="823" y="183"/>
                      <a:pt x="1022" y="288"/>
                      <a:pt x="1078" y="288"/>
                    </a:cubicBezTo>
                    <a:cubicBezTo>
                      <a:pt x="1085" y="288"/>
                      <a:pt x="1090" y="286"/>
                      <a:pt x="1092" y="283"/>
                    </a:cubicBezTo>
                    <a:cubicBezTo>
                      <a:pt x="1116" y="257"/>
                      <a:pt x="913" y="62"/>
                      <a:pt x="582" y="13"/>
                    </a:cubicBezTo>
                    <a:cubicBezTo>
                      <a:pt x="527" y="4"/>
                      <a:pt x="473" y="1"/>
                      <a:pt x="423"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1384;p34">
                <a:extLst>
                  <a:ext uri="{FF2B5EF4-FFF2-40B4-BE49-F238E27FC236}">
                    <a16:creationId xmlns:a16="http://schemas.microsoft.com/office/drawing/2014/main" id="{86964FC7-684D-86A1-9D8D-8074C73728FC}"/>
                  </a:ext>
                </a:extLst>
              </p:cNvPr>
              <p:cNvSpPr/>
              <p:nvPr/>
            </p:nvSpPr>
            <p:spPr>
              <a:xfrm>
                <a:off x="6328876" y="3928571"/>
                <a:ext cx="187573" cy="3239"/>
              </a:xfrm>
              <a:custGeom>
                <a:avLst/>
                <a:gdLst/>
                <a:ahLst/>
                <a:cxnLst/>
                <a:rect l="l" t="t" r="r" b="b"/>
                <a:pathLst>
                  <a:path w="7818" h="135" extrusionOk="0">
                    <a:moveTo>
                      <a:pt x="3909" y="0"/>
                    </a:moveTo>
                    <a:cubicBezTo>
                      <a:pt x="1750" y="0"/>
                      <a:pt x="0" y="30"/>
                      <a:pt x="0" y="67"/>
                    </a:cubicBezTo>
                    <a:cubicBezTo>
                      <a:pt x="0" y="105"/>
                      <a:pt x="1750" y="135"/>
                      <a:pt x="3909" y="135"/>
                    </a:cubicBezTo>
                    <a:cubicBezTo>
                      <a:pt x="6068" y="135"/>
                      <a:pt x="7817" y="105"/>
                      <a:pt x="7817" y="67"/>
                    </a:cubicBezTo>
                    <a:cubicBezTo>
                      <a:pt x="7817" y="30"/>
                      <a:pt x="6068" y="0"/>
                      <a:pt x="3909"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1385;p34">
                <a:extLst>
                  <a:ext uri="{FF2B5EF4-FFF2-40B4-BE49-F238E27FC236}">
                    <a16:creationId xmlns:a16="http://schemas.microsoft.com/office/drawing/2014/main" id="{4AC483B0-84D6-B206-2878-C6E75FE941B2}"/>
                  </a:ext>
                </a:extLst>
              </p:cNvPr>
              <p:cNvSpPr/>
              <p:nvPr/>
            </p:nvSpPr>
            <p:spPr>
              <a:xfrm>
                <a:off x="6453013" y="3890327"/>
                <a:ext cx="64300" cy="40355"/>
              </a:xfrm>
              <a:custGeom>
                <a:avLst/>
                <a:gdLst/>
                <a:ahLst/>
                <a:cxnLst/>
                <a:rect l="l" t="t" r="r" b="b"/>
                <a:pathLst>
                  <a:path w="2680" h="1682" extrusionOk="0">
                    <a:moveTo>
                      <a:pt x="2389" y="1"/>
                    </a:moveTo>
                    <a:cubicBezTo>
                      <a:pt x="2329" y="1"/>
                      <a:pt x="2261" y="3"/>
                      <a:pt x="2186" y="10"/>
                    </a:cubicBezTo>
                    <a:cubicBezTo>
                      <a:pt x="1881" y="35"/>
                      <a:pt x="1461" y="146"/>
                      <a:pt x="1060" y="394"/>
                    </a:cubicBezTo>
                    <a:cubicBezTo>
                      <a:pt x="659" y="643"/>
                      <a:pt x="372" y="968"/>
                      <a:pt x="211" y="1229"/>
                    </a:cubicBezTo>
                    <a:cubicBezTo>
                      <a:pt x="49" y="1491"/>
                      <a:pt x="0" y="1675"/>
                      <a:pt x="13" y="1681"/>
                    </a:cubicBezTo>
                    <a:cubicBezTo>
                      <a:pt x="14" y="1681"/>
                      <a:pt x="15" y="1681"/>
                      <a:pt x="15" y="1681"/>
                    </a:cubicBezTo>
                    <a:cubicBezTo>
                      <a:pt x="39" y="1681"/>
                      <a:pt x="118" y="1515"/>
                      <a:pt x="289" y="1282"/>
                    </a:cubicBezTo>
                    <a:cubicBezTo>
                      <a:pt x="750" y="658"/>
                      <a:pt x="1434" y="235"/>
                      <a:pt x="2199" y="103"/>
                    </a:cubicBezTo>
                    <a:cubicBezTo>
                      <a:pt x="2490" y="53"/>
                      <a:pt x="2678" y="57"/>
                      <a:pt x="2678" y="35"/>
                    </a:cubicBezTo>
                    <a:cubicBezTo>
                      <a:pt x="2679" y="24"/>
                      <a:pt x="2573" y="1"/>
                      <a:pt x="2389"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1386;p34">
                <a:extLst>
                  <a:ext uri="{FF2B5EF4-FFF2-40B4-BE49-F238E27FC236}">
                    <a16:creationId xmlns:a16="http://schemas.microsoft.com/office/drawing/2014/main" id="{07620ABB-E9F0-2B50-64B0-35B2FCEFD372}"/>
                  </a:ext>
                </a:extLst>
              </p:cNvPr>
              <p:cNvSpPr/>
              <p:nvPr/>
            </p:nvSpPr>
            <p:spPr>
              <a:xfrm>
                <a:off x="6494448" y="3864655"/>
                <a:ext cx="7702" cy="27855"/>
              </a:xfrm>
              <a:custGeom>
                <a:avLst/>
                <a:gdLst/>
                <a:ahLst/>
                <a:cxnLst/>
                <a:rect l="l" t="t" r="r" b="b"/>
                <a:pathLst>
                  <a:path w="321" h="1161" extrusionOk="0">
                    <a:moveTo>
                      <a:pt x="42" y="0"/>
                    </a:moveTo>
                    <a:cubicBezTo>
                      <a:pt x="42" y="0"/>
                      <a:pt x="41" y="0"/>
                      <a:pt x="41" y="0"/>
                    </a:cubicBezTo>
                    <a:cubicBezTo>
                      <a:pt x="6" y="3"/>
                      <a:pt x="0" y="274"/>
                      <a:pt x="68" y="600"/>
                    </a:cubicBezTo>
                    <a:cubicBezTo>
                      <a:pt x="134" y="919"/>
                      <a:pt x="246" y="1161"/>
                      <a:pt x="283" y="1161"/>
                    </a:cubicBezTo>
                    <a:cubicBezTo>
                      <a:pt x="284" y="1161"/>
                      <a:pt x="285" y="1161"/>
                      <a:pt x="285" y="1161"/>
                    </a:cubicBezTo>
                    <a:cubicBezTo>
                      <a:pt x="321" y="1148"/>
                      <a:pt x="267" y="890"/>
                      <a:pt x="199" y="573"/>
                    </a:cubicBezTo>
                    <a:cubicBezTo>
                      <a:pt x="133" y="257"/>
                      <a:pt x="78" y="0"/>
                      <a:pt x="42"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1387;p34">
                <a:extLst>
                  <a:ext uri="{FF2B5EF4-FFF2-40B4-BE49-F238E27FC236}">
                    <a16:creationId xmlns:a16="http://schemas.microsoft.com/office/drawing/2014/main" id="{573D4D53-9B0C-44F3-35BA-F0B24AE7D1C1}"/>
                  </a:ext>
                </a:extLst>
              </p:cNvPr>
              <p:cNvSpPr/>
              <p:nvPr/>
            </p:nvSpPr>
            <p:spPr>
              <a:xfrm>
                <a:off x="6354428" y="3906906"/>
                <a:ext cx="18402" cy="23225"/>
              </a:xfrm>
              <a:custGeom>
                <a:avLst/>
                <a:gdLst/>
                <a:ahLst/>
                <a:cxnLst/>
                <a:rect l="l" t="t" r="r" b="b"/>
                <a:pathLst>
                  <a:path w="767" h="968" extrusionOk="0">
                    <a:moveTo>
                      <a:pt x="60" y="0"/>
                    </a:moveTo>
                    <a:cubicBezTo>
                      <a:pt x="29" y="0"/>
                      <a:pt x="11" y="6"/>
                      <a:pt x="10" y="14"/>
                    </a:cubicBezTo>
                    <a:cubicBezTo>
                      <a:pt x="0" y="50"/>
                      <a:pt x="294" y="120"/>
                      <a:pt x="495" y="394"/>
                    </a:cubicBezTo>
                    <a:cubicBezTo>
                      <a:pt x="700" y="666"/>
                      <a:pt x="682" y="968"/>
                      <a:pt x="720" y="968"/>
                    </a:cubicBezTo>
                    <a:cubicBezTo>
                      <a:pt x="720" y="968"/>
                      <a:pt x="720" y="968"/>
                      <a:pt x="721" y="968"/>
                    </a:cubicBezTo>
                    <a:cubicBezTo>
                      <a:pt x="738" y="968"/>
                      <a:pt x="766" y="895"/>
                      <a:pt x="764" y="771"/>
                    </a:cubicBezTo>
                    <a:cubicBezTo>
                      <a:pt x="751" y="432"/>
                      <a:pt x="531" y="137"/>
                      <a:pt x="210" y="28"/>
                    </a:cubicBezTo>
                    <a:cubicBezTo>
                      <a:pt x="147" y="8"/>
                      <a:pt x="95" y="0"/>
                      <a:pt x="6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1388;p34">
                <a:extLst>
                  <a:ext uri="{FF2B5EF4-FFF2-40B4-BE49-F238E27FC236}">
                    <a16:creationId xmlns:a16="http://schemas.microsoft.com/office/drawing/2014/main" id="{B48BE98C-C7B0-2624-2E13-992E8AB42E16}"/>
                  </a:ext>
                </a:extLst>
              </p:cNvPr>
              <p:cNvSpPr/>
              <p:nvPr/>
            </p:nvSpPr>
            <p:spPr>
              <a:xfrm>
                <a:off x="6472879" y="3863456"/>
                <a:ext cx="194795" cy="76032"/>
              </a:xfrm>
              <a:custGeom>
                <a:avLst/>
                <a:gdLst/>
                <a:ahLst/>
                <a:cxnLst/>
                <a:rect l="l" t="t" r="r" b="b"/>
                <a:pathLst>
                  <a:path w="8119" h="3169" extrusionOk="0">
                    <a:moveTo>
                      <a:pt x="2878" y="0"/>
                    </a:moveTo>
                    <a:lnTo>
                      <a:pt x="3030" y="1584"/>
                    </a:lnTo>
                    <a:cubicBezTo>
                      <a:pt x="2981" y="1583"/>
                      <a:pt x="2933" y="1583"/>
                      <a:pt x="2886" y="1583"/>
                    </a:cubicBezTo>
                    <a:cubicBezTo>
                      <a:pt x="1015" y="1583"/>
                      <a:pt x="129" y="2156"/>
                      <a:pt x="1" y="3168"/>
                    </a:cubicBezTo>
                    <a:lnTo>
                      <a:pt x="8119" y="3168"/>
                    </a:lnTo>
                    <a:lnTo>
                      <a:pt x="7800" y="0"/>
                    </a:lnTo>
                    <a:close/>
                  </a:path>
                </a:pathLst>
              </a:custGeom>
              <a:solidFill>
                <a:srgbClr val="CE883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1389;p34">
                <a:extLst>
                  <a:ext uri="{FF2B5EF4-FFF2-40B4-BE49-F238E27FC236}">
                    <a16:creationId xmlns:a16="http://schemas.microsoft.com/office/drawing/2014/main" id="{96739CD8-80F9-18D8-4757-5DBC89009624}"/>
                  </a:ext>
                </a:extLst>
              </p:cNvPr>
              <p:cNvSpPr/>
              <p:nvPr/>
            </p:nvSpPr>
            <p:spPr>
              <a:xfrm>
                <a:off x="6525590" y="3902660"/>
                <a:ext cx="12836" cy="18786"/>
              </a:xfrm>
              <a:custGeom>
                <a:avLst/>
                <a:gdLst/>
                <a:ahLst/>
                <a:cxnLst/>
                <a:rect l="l" t="t" r="r" b="b"/>
                <a:pathLst>
                  <a:path w="535" h="783" extrusionOk="0">
                    <a:moveTo>
                      <a:pt x="36" y="0"/>
                    </a:moveTo>
                    <a:cubicBezTo>
                      <a:pt x="31" y="0"/>
                      <a:pt x="28" y="1"/>
                      <a:pt x="26" y="4"/>
                    </a:cubicBezTo>
                    <a:cubicBezTo>
                      <a:pt x="0" y="34"/>
                      <a:pt x="138" y="184"/>
                      <a:pt x="263" y="393"/>
                    </a:cubicBezTo>
                    <a:cubicBezTo>
                      <a:pt x="388" y="596"/>
                      <a:pt x="458" y="783"/>
                      <a:pt x="496" y="783"/>
                    </a:cubicBezTo>
                    <a:cubicBezTo>
                      <a:pt x="497" y="783"/>
                      <a:pt x="498" y="783"/>
                      <a:pt x="499" y="783"/>
                    </a:cubicBezTo>
                    <a:cubicBezTo>
                      <a:pt x="534" y="777"/>
                      <a:pt x="517" y="555"/>
                      <a:pt x="378" y="324"/>
                    </a:cubicBezTo>
                    <a:cubicBezTo>
                      <a:pt x="252" y="115"/>
                      <a:pt x="83" y="0"/>
                      <a:pt x="36"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1390;p34">
                <a:extLst>
                  <a:ext uri="{FF2B5EF4-FFF2-40B4-BE49-F238E27FC236}">
                    <a16:creationId xmlns:a16="http://schemas.microsoft.com/office/drawing/2014/main" id="{4DE69206-EE5D-7ED6-2F2B-4C9C1C269E0C}"/>
                  </a:ext>
                </a:extLst>
              </p:cNvPr>
              <p:cNvSpPr/>
              <p:nvPr/>
            </p:nvSpPr>
            <p:spPr>
              <a:xfrm>
                <a:off x="6544616" y="3900116"/>
                <a:ext cx="14252" cy="17658"/>
              </a:xfrm>
              <a:custGeom>
                <a:avLst/>
                <a:gdLst/>
                <a:ahLst/>
                <a:cxnLst/>
                <a:rect l="l" t="t" r="r" b="b"/>
                <a:pathLst>
                  <a:path w="594" h="736" extrusionOk="0">
                    <a:moveTo>
                      <a:pt x="37" y="0"/>
                    </a:moveTo>
                    <a:cubicBezTo>
                      <a:pt x="29" y="0"/>
                      <a:pt x="23" y="3"/>
                      <a:pt x="21" y="7"/>
                    </a:cubicBezTo>
                    <a:cubicBezTo>
                      <a:pt x="0" y="39"/>
                      <a:pt x="157" y="167"/>
                      <a:pt x="300" y="363"/>
                    </a:cubicBezTo>
                    <a:cubicBezTo>
                      <a:pt x="442" y="553"/>
                      <a:pt x="517" y="736"/>
                      <a:pt x="556" y="736"/>
                    </a:cubicBezTo>
                    <a:cubicBezTo>
                      <a:pt x="557" y="736"/>
                      <a:pt x="558" y="736"/>
                      <a:pt x="559" y="735"/>
                    </a:cubicBezTo>
                    <a:cubicBezTo>
                      <a:pt x="593" y="729"/>
                      <a:pt x="569" y="504"/>
                      <a:pt x="408" y="284"/>
                    </a:cubicBezTo>
                    <a:cubicBezTo>
                      <a:pt x="268" y="93"/>
                      <a:pt x="91" y="0"/>
                      <a:pt x="3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1391;p34">
                <a:extLst>
                  <a:ext uri="{FF2B5EF4-FFF2-40B4-BE49-F238E27FC236}">
                    <a16:creationId xmlns:a16="http://schemas.microsoft.com/office/drawing/2014/main" id="{3DC6B6D8-2AB4-DF67-25F4-C3CD800C72EE}"/>
                  </a:ext>
                </a:extLst>
              </p:cNvPr>
              <p:cNvSpPr/>
              <p:nvPr/>
            </p:nvSpPr>
            <p:spPr>
              <a:xfrm>
                <a:off x="6546176" y="3889895"/>
                <a:ext cx="26776" cy="6934"/>
              </a:xfrm>
              <a:custGeom>
                <a:avLst/>
                <a:gdLst/>
                <a:ahLst/>
                <a:cxnLst/>
                <a:rect l="l" t="t" r="r" b="b"/>
                <a:pathLst>
                  <a:path w="1116" h="289" extrusionOk="0">
                    <a:moveTo>
                      <a:pt x="422" y="1"/>
                    </a:moveTo>
                    <a:cubicBezTo>
                      <a:pt x="173" y="1"/>
                      <a:pt x="0" y="93"/>
                      <a:pt x="14" y="120"/>
                    </a:cubicBezTo>
                    <a:cubicBezTo>
                      <a:pt x="17" y="130"/>
                      <a:pt x="37" y="133"/>
                      <a:pt x="71" y="133"/>
                    </a:cubicBezTo>
                    <a:cubicBezTo>
                      <a:pt x="121" y="133"/>
                      <a:pt x="202" y="126"/>
                      <a:pt x="300" y="126"/>
                    </a:cubicBezTo>
                    <a:cubicBezTo>
                      <a:pt x="378" y="126"/>
                      <a:pt x="467" y="130"/>
                      <a:pt x="562" y="145"/>
                    </a:cubicBezTo>
                    <a:cubicBezTo>
                      <a:pt x="822" y="183"/>
                      <a:pt x="1021" y="288"/>
                      <a:pt x="1077" y="288"/>
                    </a:cubicBezTo>
                    <a:cubicBezTo>
                      <a:pt x="1084" y="288"/>
                      <a:pt x="1089" y="286"/>
                      <a:pt x="1091" y="283"/>
                    </a:cubicBezTo>
                    <a:cubicBezTo>
                      <a:pt x="1116" y="257"/>
                      <a:pt x="912" y="62"/>
                      <a:pt x="582" y="13"/>
                    </a:cubicBezTo>
                    <a:cubicBezTo>
                      <a:pt x="526" y="4"/>
                      <a:pt x="473" y="1"/>
                      <a:pt x="422"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1392;p34">
                <a:extLst>
                  <a:ext uri="{FF2B5EF4-FFF2-40B4-BE49-F238E27FC236}">
                    <a16:creationId xmlns:a16="http://schemas.microsoft.com/office/drawing/2014/main" id="{51BF1E8E-CB68-B19A-D78B-4B80BDDD0CAE}"/>
                  </a:ext>
                </a:extLst>
              </p:cNvPr>
              <p:cNvSpPr/>
              <p:nvPr/>
            </p:nvSpPr>
            <p:spPr>
              <a:xfrm>
                <a:off x="6476693" y="3928571"/>
                <a:ext cx="187573" cy="3239"/>
              </a:xfrm>
              <a:custGeom>
                <a:avLst/>
                <a:gdLst/>
                <a:ahLst/>
                <a:cxnLst/>
                <a:rect l="l" t="t" r="r" b="b"/>
                <a:pathLst>
                  <a:path w="7818" h="135" extrusionOk="0">
                    <a:moveTo>
                      <a:pt x="3910" y="0"/>
                    </a:moveTo>
                    <a:cubicBezTo>
                      <a:pt x="1750" y="0"/>
                      <a:pt x="0" y="30"/>
                      <a:pt x="0" y="67"/>
                    </a:cubicBezTo>
                    <a:cubicBezTo>
                      <a:pt x="0" y="105"/>
                      <a:pt x="1751" y="135"/>
                      <a:pt x="3910" y="135"/>
                    </a:cubicBezTo>
                    <a:cubicBezTo>
                      <a:pt x="6067" y="135"/>
                      <a:pt x="7818" y="105"/>
                      <a:pt x="7818" y="67"/>
                    </a:cubicBezTo>
                    <a:cubicBezTo>
                      <a:pt x="7818" y="30"/>
                      <a:pt x="6068" y="0"/>
                      <a:pt x="391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1393;p34">
                <a:extLst>
                  <a:ext uri="{FF2B5EF4-FFF2-40B4-BE49-F238E27FC236}">
                    <a16:creationId xmlns:a16="http://schemas.microsoft.com/office/drawing/2014/main" id="{2C598033-FB37-53C7-DBFD-30337689BCDB}"/>
                  </a:ext>
                </a:extLst>
              </p:cNvPr>
              <p:cNvSpPr/>
              <p:nvPr/>
            </p:nvSpPr>
            <p:spPr>
              <a:xfrm>
                <a:off x="6600807" y="3890327"/>
                <a:ext cx="64324" cy="40355"/>
              </a:xfrm>
              <a:custGeom>
                <a:avLst/>
                <a:gdLst/>
                <a:ahLst/>
                <a:cxnLst/>
                <a:rect l="l" t="t" r="r" b="b"/>
                <a:pathLst>
                  <a:path w="2681" h="1682" extrusionOk="0">
                    <a:moveTo>
                      <a:pt x="2391" y="1"/>
                    </a:moveTo>
                    <a:cubicBezTo>
                      <a:pt x="2331" y="1"/>
                      <a:pt x="2262" y="3"/>
                      <a:pt x="2187" y="10"/>
                    </a:cubicBezTo>
                    <a:cubicBezTo>
                      <a:pt x="1883" y="35"/>
                      <a:pt x="1462" y="146"/>
                      <a:pt x="1061" y="394"/>
                    </a:cubicBezTo>
                    <a:cubicBezTo>
                      <a:pt x="660" y="643"/>
                      <a:pt x="373" y="968"/>
                      <a:pt x="211" y="1229"/>
                    </a:cubicBezTo>
                    <a:cubicBezTo>
                      <a:pt x="50" y="1491"/>
                      <a:pt x="0" y="1675"/>
                      <a:pt x="15" y="1681"/>
                    </a:cubicBezTo>
                    <a:cubicBezTo>
                      <a:pt x="15" y="1681"/>
                      <a:pt x="16" y="1681"/>
                      <a:pt x="16" y="1681"/>
                    </a:cubicBezTo>
                    <a:cubicBezTo>
                      <a:pt x="40" y="1681"/>
                      <a:pt x="119" y="1515"/>
                      <a:pt x="290" y="1282"/>
                    </a:cubicBezTo>
                    <a:cubicBezTo>
                      <a:pt x="751" y="658"/>
                      <a:pt x="1435" y="235"/>
                      <a:pt x="2200" y="103"/>
                    </a:cubicBezTo>
                    <a:cubicBezTo>
                      <a:pt x="2491" y="53"/>
                      <a:pt x="2678" y="57"/>
                      <a:pt x="2679" y="35"/>
                    </a:cubicBezTo>
                    <a:cubicBezTo>
                      <a:pt x="2681" y="24"/>
                      <a:pt x="2574" y="1"/>
                      <a:pt x="2391"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1394;p34">
                <a:extLst>
                  <a:ext uri="{FF2B5EF4-FFF2-40B4-BE49-F238E27FC236}">
                    <a16:creationId xmlns:a16="http://schemas.microsoft.com/office/drawing/2014/main" id="{49C67D31-D215-D20F-4088-E6940B3034B2}"/>
                  </a:ext>
                </a:extLst>
              </p:cNvPr>
              <p:cNvSpPr/>
              <p:nvPr/>
            </p:nvSpPr>
            <p:spPr>
              <a:xfrm>
                <a:off x="6642266" y="3864655"/>
                <a:ext cx="7726" cy="27855"/>
              </a:xfrm>
              <a:custGeom>
                <a:avLst/>
                <a:gdLst/>
                <a:ahLst/>
                <a:cxnLst/>
                <a:rect l="l" t="t" r="r" b="b"/>
                <a:pathLst>
                  <a:path w="322" h="1161" extrusionOk="0">
                    <a:moveTo>
                      <a:pt x="43" y="0"/>
                    </a:moveTo>
                    <a:cubicBezTo>
                      <a:pt x="43" y="0"/>
                      <a:pt x="43" y="0"/>
                      <a:pt x="43" y="0"/>
                    </a:cubicBezTo>
                    <a:cubicBezTo>
                      <a:pt x="6" y="3"/>
                      <a:pt x="0" y="274"/>
                      <a:pt x="69" y="600"/>
                    </a:cubicBezTo>
                    <a:cubicBezTo>
                      <a:pt x="135" y="919"/>
                      <a:pt x="247" y="1161"/>
                      <a:pt x="285" y="1161"/>
                    </a:cubicBezTo>
                    <a:cubicBezTo>
                      <a:pt x="285" y="1161"/>
                      <a:pt x="286" y="1161"/>
                      <a:pt x="287" y="1161"/>
                    </a:cubicBezTo>
                    <a:cubicBezTo>
                      <a:pt x="321" y="1148"/>
                      <a:pt x="267" y="890"/>
                      <a:pt x="200" y="573"/>
                    </a:cubicBezTo>
                    <a:cubicBezTo>
                      <a:pt x="133" y="257"/>
                      <a:pt x="79" y="0"/>
                      <a:pt x="43"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1395;p34">
                <a:extLst>
                  <a:ext uri="{FF2B5EF4-FFF2-40B4-BE49-F238E27FC236}">
                    <a16:creationId xmlns:a16="http://schemas.microsoft.com/office/drawing/2014/main" id="{48750B7F-E87F-3A1B-B0E1-45E32A03E895}"/>
                  </a:ext>
                </a:extLst>
              </p:cNvPr>
              <p:cNvSpPr/>
              <p:nvPr/>
            </p:nvSpPr>
            <p:spPr>
              <a:xfrm>
                <a:off x="6502245" y="3906906"/>
                <a:ext cx="18402" cy="23225"/>
              </a:xfrm>
              <a:custGeom>
                <a:avLst/>
                <a:gdLst/>
                <a:ahLst/>
                <a:cxnLst/>
                <a:rect l="l" t="t" r="r" b="b"/>
                <a:pathLst>
                  <a:path w="767" h="968" extrusionOk="0">
                    <a:moveTo>
                      <a:pt x="60" y="0"/>
                    </a:moveTo>
                    <a:cubicBezTo>
                      <a:pt x="29" y="0"/>
                      <a:pt x="11" y="6"/>
                      <a:pt x="10" y="14"/>
                    </a:cubicBezTo>
                    <a:cubicBezTo>
                      <a:pt x="0" y="50"/>
                      <a:pt x="295" y="120"/>
                      <a:pt x="496" y="394"/>
                    </a:cubicBezTo>
                    <a:cubicBezTo>
                      <a:pt x="700" y="666"/>
                      <a:pt x="682" y="968"/>
                      <a:pt x="720" y="968"/>
                    </a:cubicBezTo>
                    <a:cubicBezTo>
                      <a:pt x="720" y="968"/>
                      <a:pt x="721" y="968"/>
                      <a:pt x="721" y="968"/>
                    </a:cubicBezTo>
                    <a:cubicBezTo>
                      <a:pt x="738" y="968"/>
                      <a:pt x="767" y="895"/>
                      <a:pt x="764" y="771"/>
                    </a:cubicBezTo>
                    <a:cubicBezTo>
                      <a:pt x="751" y="433"/>
                      <a:pt x="531" y="137"/>
                      <a:pt x="210" y="28"/>
                    </a:cubicBezTo>
                    <a:cubicBezTo>
                      <a:pt x="147" y="8"/>
                      <a:pt x="95" y="0"/>
                      <a:pt x="6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1401;p34">
                <a:extLst>
                  <a:ext uri="{FF2B5EF4-FFF2-40B4-BE49-F238E27FC236}">
                    <a16:creationId xmlns:a16="http://schemas.microsoft.com/office/drawing/2014/main" id="{71EC7C62-9043-9FB9-6930-884F8DFBAEC5}"/>
                  </a:ext>
                </a:extLst>
              </p:cNvPr>
              <p:cNvSpPr/>
              <p:nvPr/>
            </p:nvSpPr>
            <p:spPr>
              <a:xfrm>
                <a:off x="6046292" y="2499362"/>
                <a:ext cx="296259" cy="332176"/>
              </a:xfrm>
              <a:custGeom>
                <a:avLst/>
                <a:gdLst/>
                <a:ahLst/>
                <a:cxnLst/>
                <a:rect l="l" t="t" r="r" b="b"/>
                <a:pathLst>
                  <a:path w="12348" h="13845" extrusionOk="0">
                    <a:moveTo>
                      <a:pt x="3177" y="0"/>
                    </a:moveTo>
                    <a:lnTo>
                      <a:pt x="1" y="2003"/>
                    </a:lnTo>
                    <a:cubicBezTo>
                      <a:pt x="1" y="2003"/>
                      <a:pt x="713" y="13844"/>
                      <a:pt x="6038" y="13844"/>
                    </a:cubicBezTo>
                    <a:cubicBezTo>
                      <a:pt x="6251" y="13844"/>
                      <a:pt x="6472" y="13825"/>
                      <a:pt x="6701" y="13786"/>
                    </a:cubicBezTo>
                    <a:cubicBezTo>
                      <a:pt x="12143" y="12842"/>
                      <a:pt x="12348" y="3566"/>
                      <a:pt x="12348" y="3566"/>
                    </a:cubicBezTo>
                    <a:lnTo>
                      <a:pt x="6834" y="2616"/>
                    </a:lnTo>
                    <a:lnTo>
                      <a:pt x="5708" y="7103"/>
                    </a:lnTo>
                    <a:lnTo>
                      <a:pt x="3177"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1402;p34">
                <a:extLst>
                  <a:ext uri="{FF2B5EF4-FFF2-40B4-BE49-F238E27FC236}">
                    <a16:creationId xmlns:a16="http://schemas.microsoft.com/office/drawing/2014/main" id="{BEAEFE15-4B18-ECD2-5035-ED15A8A70F97}"/>
                  </a:ext>
                </a:extLst>
              </p:cNvPr>
              <p:cNvSpPr/>
              <p:nvPr/>
            </p:nvSpPr>
            <p:spPr>
              <a:xfrm>
                <a:off x="6607908" y="2647828"/>
                <a:ext cx="157823" cy="411016"/>
              </a:xfrm>
              <a:custGeom>
                <a:avLst/>
                <a:gdLst/>
                <a:ahLst/>
                <a:cxnLst/>
                <a:rect l="l" t="t" r="r" b="b"/>
                <a:pathLst>
                  <a:path w="6578" h="17131" extrusionOk="0">
                    <a:moveTo>
                      <a:pt x="1" y="0"/>
                    </a:moveTo>
                    <a:lnTo>
                      <a:pt x="1227" y="16081"/>
                    </a:lnTo>
                    <a:lnTo>
                      <a:pt x="5519" y="17131"/>
                    </a:lnTo>
                    <a:cubicBezTo>
                      <a:pt x="5519" y="17131"/>
                      <a:pt x="6578" y="6526"/>
                      <a:pt x="5127" y="380"/>
                    </a:cubicBezTo>
                    <a:lnTo>
                      <a:pt x="1"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1403;p34">
                <a:extLst>
                  <a:ext uri="{FF2B5EF4-FFF2-40B4-BE49-F238E27FC236}">
                    <a16:creationId xmlns:a16="http://schemas.microsoft.com/office/drawing/2014/main" id="{C18DCA60-A2B9-235D-3A04-BCBE3D01DA35}"/>
                  </a:ext>
                </a:extLst>
              </p:cNvPr>
              <p:cNvSpPr/>
              <p:nvPr/>
            </p:nvSpPr>
            <p:spPr>
              <a:xfrm>
                <a:off x="6603710" y="3033651"/>
                <a:ext cx="137597" cy="150817"/>
              </a:xfrm>
              <a:custGeom>
                <a:avLst/>
                <a:gdLst/>
                <a:ahLst/>
                <a:cxnLst/>
                <a:rect l="l" t="t" r="r" b="b"/>
                <a:pathLst>
                  <a:path w="5735" h="6286" extrusionOk="0">
                    <a:moveTo>
                      <a:pt x="1402" y="0"/>
                    </a:moveTo>
                    <a:cubicBezTo>
                      <a:pt x="1402" y="0"/>
                      <a:pt x="1392" y="1124"/>
                      <a:pt x="950" y="1416"/>
                    </a:cubicBezTo>
                    <a:cubicBezTo>
                      <a:pt x="486" y="1724"/>
                      <a:pt x="0" y="1931"/>
                      <a:pt x="0" y="1931"/>
                    </a:cubicBezTo>
                    <a:cubicBezTo>
                      <a:pt x="0" y="1931"/>
                      <a:pt x="217" y="2345"/>
                      <a:pt x="736" y="2345"/>
                    </a:cubicBezTo>
                    <a:cubicBezTo>
                      <a:pt x="864" y="2345"/>
                      <a:pt x="1010" y="2320"/>
                      <a:pt x="1175" y="2258"/>
                    </a:cubicBezTo>
                    <a:lnTo>
                      <a:pt x="1175" y="2258"/>
                    </a:lnTo>
                    <a:cubicBezTo>
                      <a:pt x="1175" y="2258"/>
                      <a:pt x="1065" y="4857"/>
                      <a:pt x="1322" y="5641"/>
                    </a:cubicBezTo>
                    <a:cubicBezTo>
                      <a:pt x="1407" y="5902"/>
                      <a:pt x="1507" y="5990"/>
                      <a:pt x="1603" y="5990"/>
                    </a:cubicBezTo>
                    <a:cubicBezTo>
                      <a:pt x="1794" y="5990"/>
                      <a:pt x="1967" y="5641"/>
                      <a:pt x="1967" y="5641"/>
                    </a:cubicBezTo>
                    <a:cubicBezTo>
                      <a:pt x="1967" y="5641"/>
                      <a:pt x="2225" y="6286"/>
                      <a:pt x="2552" y="6286"/>
                    </a:cubicBezTo>
                    <a:cubicBezTo>
                      <a:pt x="2638" y="6286"/>
                      <a:pt x="2729" y="6241"/>
                      <a:pt x="2821" y="6128"/>
                    </a:cubicBezTo>
                    <a:cubicBezTo>
                      <a:pt x="2821" y="6128"/>
                      <a:pt x="2978" y="6254"/>
                      <a:pt x="3181" y="6254"/>
                    </a:cubicBezTo>
                    <a:cubicBezTo>
                      <a:pt x="3363" y="6254"/>
                      <a:pt x="3582" y="6152"/>
                      <a:pt x="3756" y="5762"/>
                    </a:cubicBezTo>
                    <a:cubicBezTo>
                      <a:pt x="3794" y="5678"/>
                      <a:pt x="3830" y="5643"/>
                      <a:pt x="3862" y="5635"/>
                    </a:cubicBezTo>
                    <a:cubicBezTo>
                      <a:pt x="4114" y="5575"/>
                      <a:pt x="4360" y="5489"/>
                      <a:pt x="4490" y="5265"/>
                    </a:cubicBezTo>
                    <a:cubicBezTo>
                      <a:pt x="4774" y="4781"/>
                      <a:pt x="5017" y="4099"/>
                      <a:pt x="5071" y="3926"/>
                    </a:cubicBezTo>
                    <a:cubicBezTo>
                      <a:pt x="5464" y="2668"/>
                      <a:pt x="5351" y="2419"/>
                      <a:pt x="5552" y="1629"/>
                    </a:cubicBezTo>
                    <a:cubicBezTo>
                      <a:pt x="5579" y="1527"/>
                      <a:pt x="5734" y="611"/>
                      <a:pt x="5734" y="611"/>
                    </a:cubicBezTo>
                    <a:lnTo>
                      <a:pt x="1402"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1404;p34">
                <a:extLst>
                  <a:ext uri="{FF2B5EF4-FFF2-40B4-BE49-F238E27FC236}">
                    <a16:creationId xmlns:a16="http://schemas.microsoft.com/office/drawing/2014/main" id="{9F91B526-1AF5-97AE-594E-4D5D7C69064A}"/>
                  </a:ext>
                </a:extLst>
              </p:cNvPr>
              <p:cNvSpPr/>
              <p:nvPr/>
            </p:nvSpPr>
            <p:spPr>
              <a:xfrm>
                <a:off x="6649943" y="3116497"/>
                <a:ext cx="12212" cy="53359"/>
              </a:xfrm>
              <a:custGeom>
                <a:avLst/>
                <a:gdLst/>
                <a:ahLst/>
                <a:cxnLst/>
                <a:rect l="l" t="t" r="r" b="b"/>
                <a:pathLst>
                  <a:path w="509" h="2224" extrusionOk="0">
                    <a:moveTo>
                      <a:pt x="430" y="0"/>
                    </a:moveTo>
                    <a:cubicBezTo>
                      <a:pt x="404" y="0"/>
                      <a:pt x="380" y="14"/>
                      <a:pt x="373" y="48"/>
                    </a:cubicBezTo>
                    <a:cubicBezTo>
                      <a:pt x="226" y="742"/>
                      <a:pt x="40" y="1477"/>
                      <a:pt x="1" y="2187"/>
                    </a:cubicBezTo>
                    <a:cubicBezTo>
                      <a:pt x="0" y="2211"/>
                      <a:pt x="19" y="2224"/>
                      <a:pt x="39" y="2224"/>
                    </a:cubicBezTo>
                    <a:cubicBezTo>
                      <a:pt x="55" y="2224"/>
                      <a:pt x="72" y="2215"/>
                      <a:pt x="78" y="2198"/>
                    </a:cubicBezTo>
                    <a:cubicBezTo>
                      <a:pt x="302" y="1526"/>
                      <a:pt x="359" y="776"/>
                      <a:pt x="499" y="82"/>
                    </a:cubicBezTo>
                    <a:cubicBezTo>
                      <a:pt x="509" y="33"/>
                      <a:pt x="468" y="0"/>
                      <a:pt x="43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1405;p34">
                <a:extLst>
                  <a:ext uri="{FF2B5EF4-FFF2-40B4-BE49-F238E27FC236}">
                    <a16:creationId xmlns:a16="http://schemas.microsoft.com/office/drawing/2014/main" id="{0D147EB0-2D86-B903-69B8-46E0E5C0CE2B}"/>
                  </a:ext>
                </a:extLst>
              </p:cNvPr>
              <p:cNvSpPr/>
              <p:nvPr/>
            </p:nvSpPr>
            <p:spPr>
              <a:xfrm>
                <a:off x="6669497" y="3121847"/>
                <a:ext cx="14348" cy="63004"/>
              </a:xfrm>
              <a:custGeom>
                <a:avLst/>
                <a:gdLst/>
                <a:ahLst/>
                <a:cxnLst/>
                <a:rect l="l" t="t" r="r" b="b"/>
                <a:pathLst>
                  <a:path w="598" h="2626" extrusionOk="0">
                    <a:moveTo>
                      <a:pt x="561" y="0"/>
                    </a:moveTo>
                    <a:cubicBezTo>
                      <a:pt x="523" y="0"/>
                      <a:pt x="405" y="585"/>
                      <a:pt x="262" y="1305"/>
                    </a:cubicBezTo>
                    <a:cubicBezTo>
                      <a:pt x="118" y="2029"/>
                      <a:pt x="0" y="2617"/>
                      <a:pt x="36" y="2625"/>
                    </a:cubicBezTo>
                    <a:cubicBezTo>
                      <a:pt x="36" y="2626"/>
                      <a:pt x="37" y="2626"/>
                      <a:pt x="37" y="2626"/>
                    </a:cubicBezTo>
                    <a:cubicBezTo>
                      <a:pt x="76" y="2626"/>
                      <a:pt x="250" y="2053"/>
                      <a:pt x="393" y="1332"/>
                    </a:cubicBezTo>
                    <a:cubicBezTo>
                      <a:pt x="540" y="605"/>
                      <a:pt x="598" y="5"/>
                      <a:pt x="561" y="0"/>
                    </a:cubicBezTo>
                    <a:cubicBezTo>
                      <a:pt x="561" y="0"/>
                      <a:pt x="561" y="0"/>
                      <a:pt x="56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1406;p34">
                <a:extLst>
                  <a:ext uri="{FF2B5EF4-FFF2-40B4-BE49-F238E27FC236}">
                    <a16:creationId xmlns:a16="http://schemas.microsoft.com/office/drawing/2014/main" id="{C81805AF-86DE-2578-C098-9B618DE4CA97}"/>
                  </a:ext>
                </a:extLst>
              </p:cNvPr>
              <p:cNvSpPr/>
              <p:nvPr/>
            </p:nvSpPr>
            <p:spPr>
              <a:xfrm>
                <a:off x="6693082" y="3127846"/>
                <a:ext cx="13772" cy="43666"/>
              </a:xfrm>
              <a:custGeom>
                <a:avLst/>
                <a:gdLst/>
                <a:ahLst/>
                <a:cxnLst/>
                <a:rect l="l" t="t" r="r" b="b"/>
                <a:pathLst>
                  <a:path w="574" h="1820" extrusionOk="0">
                    <a:moveTo>
                      <a:pt x="473" y="0"/>
                    </a:moveTo>
                    <a:cubicBezTo>
                      <a:pt x="441" y="0"/>
                      <a:pt x="410" y="19"/>
                      <a:pt x="398" y="62"/>
                    </a:cubicBezTo>
                    <a:cubicBezTo>
                      <a:pt x="247" y="609"/>
                      <a:pt x="69" y="1202"/>
                      <a:pt x="3" y="1765"/>
                    </a:cubicBezTo>
                    <a:cubicBezTo>
                      <a:pt x="0" y="1798"/>
                      <a:pt x="32" y="1820"/>
                      <a:pt x="62" y="1820"/>
                    </a:cubicBezTo>
                    <a:cubicBezTo>
                      <a:pt x="81" y="1820"/>
                      <a:pt x="99" y="1812"/>
                      <a:pt x="108" y="1792"/>
                    </a:cubicBezTo>
                    <a:lnTo>
                      <a:pt x="108" y="1793"/>
                    </a:lnTo>
                    <a:cubicBezTo>
                      <a:pt x="346" y="1285"/>
                      <a:pt x="473" y="659"/>
                      <a:pt x="563" y="108"/>
                    </a:cubicBezTo>
                    <a:cubicBezTo>
                      <a:pt x="574" y="43"/>
                      <a:pt x="522" y="0"/>
                      <a:pt x="473"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1407;p34">
                <a:extLst>
                  <a:ext uri="{FF2B5EF4-FFF2-40B4-BE49-F238E27FC236}">
                    <a16:creationId xmlns:a16="http://schemas.microsoft.com/office/drawing/2014/main" id="{E04515AE-4196-D642-1C3B-9173BD223893}"/>
                  </a:ext>
                </a:extLst>
              </p:cNvPr>
              <p:cNvSpPr/>
              <p:nvPr/>
            </p:nvSpPr>
            <p:spPr>
              <a:xfrm>
                <a:off x="6294110" y="2884058"/>
                <a:ext cx="394413" cy="986812"/>
              </a:xfrm>
              <a:custGeom>
                <a:avLst/>
                <a:gdLst/>
                <a:ahLst/>
                <a:cxnLst/>
                <a:rect l="l" t="t" r="r" b="b"/>
                <a:pathLst>
                  <a:path w="16439" h="41130" extrusionOk="0">
                    <a:moveTo>
                      <a:pt x="1" y="1"/>
                    </a:moveTo>
                    <a:lnTo>
                      <a:pt x="2164" y="41130"/>
                    </a:lnTo>
                    <a:lnTo>
                      <a:pt x="16438" y="41130"/>
                    </a:lnTo>
                    <a:lnTo>
                      <a:pt x="13997"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1408;p34">
                <a:extLst>
                  <a:ext uri="{FF2B5EF4-FFF2-40B4-BE49-F238E27FC236}">
                    <a16:creationId xmlns:a16="http://schemas.microsoft.com/office/drawing/2014/main" id="{BB1B7F18-E70A-FDFD-3BB1-802405B9CD8D}"/>
                  </a:ext>
                </a:extLst>
              </p:cNvPr>
              <p:cNvSpPr/>
              <p:nvPr/>
            </p:nvSpPr>
            <p:spPr>
              <a:xfrm>
                <a:off x="6466976" y="3035450"/>
                <a:ext cx="55998" cy="829229"/>
              </a:xfrm>
              <a:custGeom>
                <a:avLst/>
                <a:gdLst/>
                <a:ahLst/>
                <a:cxnLst/>
                <a:rect l="l" t="t" r="r" b="b"/>
                <a:pathLst>
                  <a:path w="2334" h="34562" extrusionOk="0">
                    <a:moveTo>
                      <a:pt x="37" y="1"/>
                    </a:moveTo>
                    <a:cubicBezTo>
                      <a:pt x="37" y="1"/>
                      <a:pt x="37" y="1"/>
                      <a:pt x="37" y="1"/>
                    </a:cubicBezTo>
                    <a:cubicBezTo>
                      <a:pt x="0" y="3"/>
                      <a:pt x="475" y="7740"/>
                      <a:pt x="1101" y="17286"/>
                    </a:cubicBezTo>
                    <a:cubicBezTo>
                      <a:pt x="1724" y="26827"/>
                      <a:pt x="2260" y="34561"/>
                      <a:pt x="2297" y="34561"/>
                    </a:cubicBezTo>
                    <a:cubicBezTo>
                      <a:pt x="2297" y="34561"/>
                      <a:pt x="2297" y="34561"/>
                      <a:pt x="2297" y="34561"/>
                    </a:cubicBezTo>
                    <a:cubicBezTo>
                      <a:pt x="2333" y="34559"/>
                      <a:pt x="1858" y="26819"/>
                      <a:pt x="1234" y="17278"/>
                    </a:cubicBezTo>
                    <a:cubicBezTo>
                      <a:pt x="610" y="7734"/>
                      <a:pt x="75" y="1"/>
                      <a:pt x="37"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1409;p34">
                <a:extLst>
                  <a:ext uri="{FF2B5EF4-FFF2-40B4-BE49-F238E27FC236}">
                    <a16:creationId xmlns:a16="http://schemas.microsoft.com/office/drawing/2014/main" id="{C5928B99-947E-D00F-F4E8-2D59B83A95C6}"/>
                  </a:ext>
                </a:extLst>
              </p:cNvPr>
              <p:cNvSpPr/>
              <p:nvPr/>
            </p:nvSpPr>
            <p:spPr>
              <a:xfrm>
                <a:off x="6452101" y="2908890"/>
                <a:ext cx="21377" cy="91795"/>
              </a:xfrm>
              <a:custGeom>
                <a:avLst/>
                <a:gdLst/>
                <a:ahLst/>
                <a:cxnLst/>
                <a:rect l="l" t="t" r="r" b="b"/>
                <a:pathLst>
                  <a:path w="891" h="3826" extrusionOk="0">
                    <a:moveTo>
                      <a:pt x="26" y="1"/>
                    </a:moveTo>
                    <a:cubicBezTo>
                      <a:pt x="7" y="2"/>
                      <a:pt x="0" y="239"/>
                      <a:pt x="5" y="622"/>
                    </a:cubicBezTo>
                    <a:cubicBezTo>
                      <a:pt x="9" y="1007"/>
                      <a:pt x="24" y="1535"/>
                      <a:pt x="49" y="2121"/>
                    </a:cubicBezTo>
                    <a:cubicBezTo>
                      <a:pt x="61" y="2414"/>
                      <a:pt x="73" y="2690"/>
                      <a:pt x="90" y="2946"/>
                    </a:cubicBezTo>
                    <a:cubicBezTo>
                      <a:pt x="108" y="3201"/>
                      <a:pt x="168" y="3447"/>
                      <a:pt x="305" y="3607"/>
                    </a:cubicBezTo>
                    <a:cubicBezTo>
                      <a:pt x="438" y="3764"/>
                      <a:pt x="608" y="3825"/>
                      <a:pt x="721" y="3825"/>
                    </a:cubicBezTo>
                    <a:cubicBezTo>
                      <a:pt x="723" y="3825"/>
                      <a:pt x="724" y="3825"/>
                      <a:pt x="726" y="3825"/>
                    </a:cubicBezTo>
                    <a:cubicBezTo>
                      <a:pt x="838" y="3825"/>
                      <a:pt x="891" y="3785"/>
                      <a:pt x="888" y="3780"/>
                    </a:cubicBezTo>
                    <a:cubicBezTo>
                      <a:pt x="887" y="3777"/>
                      <a:pt x="883" y="3776"/>
                      <a:pt x="877" y="3776"/>
                    </a:cubicBezTo>
                    <a:cubicBezTo>
                      <a:pt x="864" y="3776"/>
                      <a:pt x="840" y="3780"/>
                      <a:pt x="807" y="3780"/>
                    </a:cubicBezTo>
                    <a:cubicBezTo>
                      <a:pt x="784" y="3780"/>
                      <a:pt x="757" y="3778"/>
                      <a:pt x="726" y="3773"/>
                    </a:cubicBezTo>
                    <a:cubicBezTo>
                      <a:pt x="628" y="3758"/>
                      <a:pt x="486" y="3692"/>
                      <a:pt x="379" y="3548"/>
                    </a:cubicBezTo>
                    <a:cubicBezTo>
                      <a:pt x="155" y="3254"/>
                      <a:pt x="226" y="2693"/>
                      <a:pt x="183" y="2115"/>
                    </a:cubicBezTo>
                    <a:cubicBezTo>
                      <a:pt x="158" y="1530"/>
                      <a:pt x="128" y="1001"/>
                      <a:pt x="99" y="619"/>
                    </a:cubicBezTo>
                    <a:cubicBezTo>
                      <a:pt x="71" y="236"/>
                      <a:pt x="44" y="1"/>
                      <a:pt x="2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1410;p34">
                <a:extLst>
                  <a:ext uri="{FF2B5EF4-FFF2-40B4-BE49-F238E27FC236}">
                    <a16:creationId xmlns:a16="http://schemas.microsoft.com/office/drawing/2014/main" id="{8CB8295E-1BE9-0105-44B3-5BDC39D7FD54}"/>
                  </a:ext>
                </a:extLst>
              </p:cNvPr>
              <p:cNvSpPr/>
              <p:nvPr/>
            </p:nvSpPr>
            <p:spPr>
              <a:xfrm>
                <a:off x="6464337" y="2913976"/>
                <a:ext cx="12188" cy="11085"/>
              </a:xfrm>
              <a:custGeom>
                <a:avLst/>
                <a:gdLst/>
                <a:ahLst/>
                <a:cxnLst/>
                <a:rect l="l" t="t" r="r" b="b"/>
                <a:pathLst>
                  <a:path w="508" h="462" extrusionOk="0">
                    <a:moveTo>
                      <a:pt x="289" y="1"/>
                    </a:moveTo>
                    <a:cubicBezTo>
                      <a:pt x="249" y="1"/>
                      <a:pt x="225" y="17"/>
                      <a:pt x="230" y="25"/>
                    </a:cubicBezTo>
                    <a:cubicBezTo>
                      <a:pt x="232" y="45"/>
                      <a:pt x="299" y="47"/>
                      <a:pt x="348" y="117"/>
                    </a:cubicBezTo>
                    <a:cubicBezTo>
                      <a:pt x="402" y="188"/>
                      <a:pt x="393" y="311"/>
                      <a:pt x="268" y="326"/>
                    </a:cubicBezTo>
                    <a:cubicBezTo>
                      <a:pt x="259" y="327"/>
                      <a:pt x="251" y="328"/>
                      <a:pt x="243" y="328"/>
                    </a:cubicBezTo>
                    <a:cubicBezTo>
                      <a:pt x="138" y="328"/>
                      <a:pt x="105" y="223"/>
                      <a:pt x="137" y="146"/>
                    </a:cubicBezTo>
                    <a:cubicBezTo>
                      <a:pt x="166" y="65"/>
                      <a:pt x="229" y="45"/>
                      <a:pt x="226" y="25"/>
                    </a:cubicBezTo>
                    <a:cubicBezTo>
                      <a:pt x="228" y="19"/>
                      <a:pt x="215" y="12"/>
                      <a:pt x="194" y="12"/>
                    </a:cubicBezTo>
                    <a:cubicBezTo>
                      <a:pt x="160" y="12"/>
                      <a:pt x="102" y="31"/>
                      <a:pt x="53" y="102"/>
                    </a:cubicBezTo>
                    <a:cubicBezTo>
                      <a:pt x="9" y="169"/>
                      <a:pt x="0" y="254"/>
                      <a:pt x="31" y="328"/>
                    </a:cubicBezTo>
                    <a:cubicBezTo>
                      <a:pt x="64" y="411"/>
                      <a:pt x="158" y="461"/>
                      <a:pt x="249" y="461"/>
                    </a:cubicBezTo>
                    <a:cubicBezTo>
                      <a:pt x="261" y="461"/>
                      <a:pt x="274" y="460"/>
                      <a:pt x="287" y="458"/>
                    </a:cubicBezTo>
                    <a:cubicBezTo>
                      <a:pt x="388" y="447"/>
                      <a:pt x="485" y="367"/>
                      <a:pt x="498" y="266"/>
                    </a:cubicBezTo>
                    <a:cubicBezTo>
                      <a:pt x="508" y="186"/>
                      <a:pt x="478" y="106"/>
                      <a:pt x="417" y="53"/>
                    </a:cubicBezTo>
                    <a:cubicBezTo>
                      <a:pt x="369" y="13"/>
                      <a:pt x="323" y="1"/>
                      <a:pt x="28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1411;p34">
                <a:extLst>
                  <a:ext uri="{FF2B5EF4-FFF2-40B4-BE49-F238E27FC236}">
                    <a16:creationId xmlns:a16="http://schemas.microsoft.com/office/drawing/2014/main" id="{6E370A5C-63FF-29EF-AC0A-7A61167A7F6F}"/>
                  </a:ext>
                </a:extLst>
              </p:cNvPr>
              <p:cNvSpPr/>
              <p:nvPr/>
            </p:nvSpPr>
            <p:spPr>
              <a:xfrm>
                <a:off x="6407403" y="2266083"/>
                <a:ext cx="124569" cy="223850"/>
              </a:xfrm>
              <a:custGeom>
                <a:avLst/>
                <a:gdLst/>
                <a:ahLst/>
                <a:cxnLst/>
                <a:rect l="l" t="t" r="r" b="b"/>
                <a:pathLst>
                  <a:path w="5192" h="9330" extrusionOk="0">
                    <a:moveTo>
                      <a:pt x="5192" y="0"/>
                    </a:moveTo>
                    <a:lnTo>
                      <a:pt x="1" y="3445"/>
                    </a:lnTo>
                    <a:lnTo>
                      <a:pt x="1" y="6735"/>
                    </a:lnTo>
                    <a:cubicBezTo>
                      <a:pt x="1" y="8135"/>
                      <a:pt x="1113" y="9284"/>
                      <a:pt x="2513" y="9328"/>
                    </a:cubicBezTo>
                    <a:cubicBezTo>
                      <a:pt x="2542" y="9329"/>
                      <a:pt x="2571" y="9329"/>
                      <a:pt x="2599" y="9329"/>
                    </a:cubicBezTo>
                    <a:cubicBezTo>
                      <a:pt x="4025" y="9329"/>
                      <a:pt x="5192" y="8172"/>
                      <a:pt x="5192" y="6735"/>
                    </a:cubicBezTo>
                    <a:lnTo>
                      <a:pt x="5192"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1412;p34">
                <a:extLst>
                  <a:ext uri="{FF2B5EF4-FFF2-40B4-BE49-F238E27FC236}">
                    <a16:creationId xmlns:a16="http://schemas.microsoft.com/office/drawing/2014/main" id="{A6EC6E38-DC9C-22EA-A5EC-20C965C3903B}"/>
                  </a:ext>
                </a:extLst>
              </p:cNvPr>
              <p:cNvSpPr/>
              <p:nvPr/>
            </p:nvSpPr>
            <p:spPr>
              <a:xfrm>
                <a:off x="6407403" y="2293218"/>
                <a:ext cx="112525" cy="109142"/>
              </a:xfrm>
              <a:custGeom>
                <a:avLst/>
                <a:gdLst/>
                <a:ahLst/>
                <a:cxnLst/>
                <a:rect l="l" t="t" r="r" b="b"/>
                <a:pathLst>
                  <a:path w="4690" h="4549" extrusionOk="0">
                    <a:moveTo>
                      <a:pt x="4690" y="0"/>
                    </a:moveTo>
                    <a:lnTo>
                      <a:pt x="1" y="2563"/>
                    </a:lnTo>
                    <a:lnTo>
                      <a:pt x="1" y="4436"/>
                    </a:lnTo>
                    <a:cubicBezTo>
                      <a:pt x="1" y="4436"/>
                      <a:pt x="415" y="4549"/>
                      <a:pt x="998" y="4549"/>
                    </a:cubicBezTo>
                    <a:cubicBezTo>
                      <a:pt x="2338" y="4549"/>
                      <a:pt x="4567" y="3950"/>
                      <a:pt x="469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 name="Google Shape;1413;p34">
                <a:extLst>
                  <a:ext uri="{FF2B5EF4-FFF2-40B4-BE49-F238E27FC236}">
                    <a16:creationId xmlns:a16="http://schemas.microsoft.com/office/drawing/2014/main" id="{880374D0-6176-4D5A-9023-F7D23353C041}"/>
                  </a:ext>
                </a:extLst>
              </p:cNvPr>
              <p:cNvSpPr/>
              <p:nvPr/>
            </p:nvSpPr>
            <p:spPr>
              <a:xfrm>
                <a:off x="6522903" y="2220569"/>
                <a:ext cx="42203" cy="52760"/>
              </a:xfrm>
              <a:custGeom>
                <a:avLst/>
                <a:gdLst/>
                <a:ahLst/>
                <a:cxnLst/>
                <a:rect l="l" t="t" r="r" b="b"/>
                <a:pathLst>
                  <a:path w="1759" h="2199" extrusionOk="0">
                    <a:moveTo>
                      <a:pt x="892" y="0"/>
                    </a:moveTo>
                    <a:cubicBezTo>
                      <a:pt x="846" y="0"/>
                      <a:pt x="800" y="3"/>
                      <a:pt x="754" y="10"/>
                    </a:cubicBezTo>
                    <a:cubicBezTo>
                      <a:pt x="554" y="36"/>
                      <a:pt x="364" y="113"/>
                      <a:pt x="177" y="188"/>
                    </a:cubicBezTo>
                    <a:lnTo>
                      <a:pt x="0" y="2081"/>
                    </a:lnTo>
                    <a:cubicBezTo>
                      <a:pt x="152" y="2161"/>
                      <a:pt x="322" y="2199"/>
                      <a:pt x="493" y="2199"/>
                    </a:cubicBezTo>
                    <a:cubicBezTo>
                      <a:pt x="786" y="2199"/>
                      <a:pt x="1083" y="2087"/>
                      <a:pt x="1296" y="1883"/>
                    </a:cubicBezTo>
                    <a:cubicBezTo>
                      <a:pt x="1635" y="1562"/>
                      <a:pt x="1758" y="1042"/>
                      <a:pt x="1629" y="594"/>
                    </a:cubicBezTo>
                    <a:cubicBezTo>
                      <a:pt x="1578" y="414"/>
                      <a:pt x="1486" y="238"/>
                      <a:pt x="1333" y="129"/>
                    </a:cubicBezTo>
                    <a:cubicBezTo>
                      <a:pt x="1207" y="38"/>
                      <a:pt x="1049" y="0"/>
                      <a:pt x="892"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1414;p34">
                <a:extLst>
                  <a:ext uri="{FF2B5EF4-FFF2-40B4-BE49-F238E27FC236}">
                    <a16:creationId xmlns:a16="http://schemas.microsoft.com/office/drawing/2014/main" id="{79BA78ED-39EF-2657-62A2-E6D2FEDE73FE}"/>
                  </a:ext>
                </a:extLst>
              </p:cNvPr>
              <p:cNvSpPr/>
              <p:nvPr/>
            </p:nvSpPr>
            <p:spPr>
              <a:xfrm>
                <a:off x="6534323" y="2227839"/>
                <a:ext cx="21929" cy="34117"/>
              </a:xfrm>
              <a:custGeom>
                <a:avLst/>
                <a:gdLst/>
                <a:ahLst/>
                <a:cxnLst/>
                <a:rect l="l" t="t" r="r" b="b"/>
                <a:pathLst>
                  <a:path w="914" h="1422" extrusionOk="0">
                    <a:moveTo>
                      <a:pt x="518" y="1"/>
                    </a:moveTo>
                    <a:cubicBezTo>
                      <a:pt x="509" y="1"/>
                      <a:pt x="500" y="4"/>
                      <a:pt x="491" y="12"/>
                    </a:cubicBezTo>
                    <a:lnTo>
                      <a:pt x="492" y="12"/>
                    </a:lnTo>
                    <a:cubicBezTo>
                      <a:pt x="327" y="174"/>
                      <a:pt x="194" y="345"/>
                      <a:pt x="68" y="534"/>
                    </a:cubicBezTo>
                    <a:lnTo>
                      <a:pt x="68" y="534"/>
                    </a:lnTo>
                    <a:cubicBezTo>
                      <a:pt x="50" y="555"/>
                      <a:pt x="35" y="579"/>
                      <a:pt x="21" y="606"/>
                    </a:cubicBezTo>
                    <a:cubicBezTo>
                      <a:pt x="1" y="638"/>
                      <a:pt x="30" y="672"/>
                      <a:pt x="59" y="672"/>
                    </a:cubicBezTo>
                    <a:cubicBezTo>
                      <a:pt x="70" y="672"/>
                      <a:pt x="80" y="668"/>
                      <a:pt x="88" y="658"/>
                    </a:cubicBezTo>
                    <a:cubicBezTo>
                      <a:pt x="160" y="583"/>
                      <a:pt x="246" y="549"/>
                      <a:pt x="328" y="549"/>
                    </a:cubicBezTo>
                    <a:cubicBezTo>
                      <a:pt x="510" y="549"/>
                      <a:pt x="671" y="713"/>
                      <a:pt x="610" y="945"/>
                    </a:cubicBezTo>
                    <a:cubicBezTo>
                      <a:pt x="550" y="1170"/>
                      <a:pt x="361" y="1225"/>
                      <a:pt x="167" y="1304"/>
                    </a:cubicBezTo>
                    <a:cubicBezTo>
                      <a:pt x="120" y="1321"/>
                      <a:pt x="109" y="1393"/>
                      <a:pt x="167" y="1408"/>
                    </a:cubicBezTo>
                    <a:cubicBezTo>
                      <a:pt x="204" y="1417"/>
                      <a:pt x="241" y="1421"/>
                      <a:pt x="277" y="1421"/>
                    </a:cubicBezTo>
                    <a:cubicBezTo>
                      <a:pt x="622" y="1421"/>
                      <a:pt x="913" y="1033"/>
                      <a:pt x="783" y="694"/>
                    </a:cubicBezTo>
                    <a:cubicBezTo>
                      <a:pt x="713" y="509"/>
                      <a:pt x="533" y="398"/>
                      <a:pt x="359" y="398"/>
                    </a:cubicBezTo>
                    <a:cubicBezTo>
                      <a:pt x="322" y="398"/>
                      <a:pt x="285" y="403"/>
                      <a:pt x="250" y="414"/>
                    </a:cubicBezTo>
                    <a:lnTo>
                      <a:pt x="250" y="414"/>
                    </a:lnTo>
                    <a:cubicBezTo>
                      <a:pt x="340" y="291"/>
                      <a:pt x="441" y="176"/>
                      <a:pt x="547" y="67"/>
                    </a:cubicBezTo>
                    <a:cubicBezTo>
                      <a:pt x="574" y="40"/>
                      <a:pt x="548" y="1"/>
                      <a:pt x="518"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1415;p34">
                <a:extLst>
                  <a:ext uri="{FF2B5EF4-FFF2-40B4-BE49-F238E27FC236}">
                    <a16:creationId xmlns:a16="http://schemas.microsoft.com/office/drawing/2014/main" id="{A45C3737-870E-620B-F86C-E6B662CFB58F}"/>
                  </a:ext>
                </a:extLst>
              </p:cNvPr>
              <p:cNvSpPr/>
              <p:nvPr/>
            </p:nvSpPr>
            <p:spPr>
              <a:xfrm>
                <a:off x="6347302" y="2123351"/>
                <a:ext cx="204488" cy="237718"/>
              </a:xfrm>
              <a:custGeom>
                <a:avLst/>
                <a:gdLst/>
                <a:ahLst/>
                <a:cxnLst/>
                <a:rect l="l" t="t" r="r" b="b"/>
                <a:pathLst>
                  <a:path w="8523" h="9908" extrusionOk="0">
                    <a:moveTo>
                      <a:pt x="4707" y="0"/>
                    </a:moveTo>
                    <a:cubicBezTo>
                      <a:pt x="3865" y="0"/>
                      <a:pt x="1500" y="336"/>
                      <a:pt x="841" y="4009"/>
                    </a:cubicBezTo>
                    <a:cubicBezTo>
                      <a:pt x="1" y="8688"/>
                      <a:pt x="1450" y="9896"/>
                      <a:pt x="3329" y="9908"/>
                    </a:cubicBezTo>
                    <a:cubicBezTo>
                      <a:pt x="3342" y="9908"/>
                      <a:pt x="3354" y="9908"/>
                      <a:pt x="3367" y="9908"/>
                    </a:cubicBezTo>
                    <a:cubicBezTo>
                      <a:pt x="5572" y="9908"/>
                      <a:pt x="6895" y="8848"/>
                      <a:pt x="7332" y="6483"/>
                    </a:cubicBezTo>
                    <a:cubicBezTo>
                      <a:pt x="7990" y="2925"/>
                      <a:pt x="8523" y="233"/>
                      <a:pt x="5007" y="17"/>
                    </a:cubicBezTo>
                    <a:cubicBezTo>
                      <a:pt x="5007" y="17"/>
                      <a:pt x="4895" y="0"/>
                      <a:pt x="4707"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1416;p34">
                <a:extLst>
                  <a:ext uri="{FF2B5EF4-FFF2-40B4-BE49-F238E27FC236}">
                    <a16:creationId xmlns:a16="http://schemas.microsoft.com/office/drawing/2014/main" id="{D8F4BC5A-E718-A253-C974-AD6CD434F154}"/>
                  </a:ext>
                </a:extLst>
              </p:cNvPr>
              <p:cNvSpPr/>
              <p:nvPr/>
            </p:nvSpPr>
            <p:spPr>
              <a:xfrm>
                <a:off x="6423526" y="2194345"/>
                <a:ext cx="18354" cy="82534"/>
              </a:xfrm>
              <a:custGeom>
                <a:avLst/>
                <a:gdLst/>
                <a:ahLst/>
                <a:cxnLst/>
                <a:rect l="l" t="t" r="r" b="b"/>
                <a:pathLst>
                  <a:path w="765" h="3440" extrusionOk="0">
                    <a:moveTo>
                      <a:pt x="249" y="0"/>
                    </a:moveTo>
                    <a:cubicBezTo>
                      <a:pt x="230" y="0"/>
                      <a:pt x="210" y="13"/>
                      <a:pt x="207" y="38"/>
                    </a:cubicBezTo>
                    <a:cubicBezTo>
                      <a:pt x="110" y="954"/>
                      <a:pt x="1" y="1992"/>
                      <a:pt x="99" y="2911"/>
                    </a:cubicBezTo>
                    <a:cubicBezTo>
                      <a:pt x="129" y="3203"/>
                      <a:pt x="254" y="3439"/>
                      <a:pt x="524" y="3439"/>
                    </a:cubicBezTo>
                    <a:cubicBezTo>
                      <a:pt x="568" y="3439"/>
                      <a:pt x="617" y="3433"/>
                      <a:pt x="669" y="3419"/>
                    </a:cubicBezTo>
                    <a:cubicBezTo>
                      <a:pt x="764" y="3394"/>
                      <a:pt x="732" y="3262"/>
                      <a:pt x="644" y="3262"/>
                    </a:cubicBezTo>
                    <a:cubicBezTo>
                      <a:pt x="639" y="3262"/>
                      <a:pt x="632" y="3262"/>
                      <a:pt x="626" y="3264"/>
                    </a:cubicBezTo>
                    <a:cubicBezTo>
                      <a:pt x="605" y="3268"/>
                      <a:pt x="585" y="3270"/>
                      <a:pt x="566" y="3270"/>
                    </a:cubicBezTo>
                    <a:cubicBezTo>
                      <a:pt x="72" y="3270"/>
                      <a:pt x="255" y="1889"/>
                      <a:pt x="260" y="1641"/>
                    </a:cubicBezTo>
                    <a:cubicBezTo>
                      <a:pt x="272" y="1107"/>
                      <a:pt x="293" y="573"/>
                      <a:pt x="285" y="38"/>
                    </a:cubicBezTo>
                    <a:cubicBezTo>
                      <a:pt x="285" y="12"/>
                      <a:pt x="267" y="0"/>
                      <a:pt x="249"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 name="Google Shape;1417;p34">
                <a:extLst>
                  <a:ext uri="{FF2B5EF4-FFF2-40B4-BE49-F238E27FC236}">
                    <a16:creationId xmlns:a16="http://schemas.microsoft.com/office/drawing/2014/main" id="{E9F36C4F-4AEC-E703-3D88-296769044213}"/>
                  </a:ext>
                </a:extLst>
              </p:cNvPr>
              <p:cNvSpPr/>
              <p:nvPr/>
            </p:nvSpPr>
            <p:spPr>
              <a:xfrm>
                <a:off x="6447806" y="2227287"/>
                <a:ext cx="16891" cy="14467"/>
              </a:xfrm>
              <a:custGeom>
                <a:avLst/>
                <a:gdLst/>
                <a:ahLst/>
                <a:cxnLst/>
                <a:rect l="l" t="t" r="r" b="b"/>
                <a:pathLst>
                  <a:path w="704" h="603" extrusionOk="0">
                    <a:moveTo>
                      <a:pt x="403" y="1"/>
                    </a:moveTo>
                    <a:cubicBezTo>
                      <a:pt x="135" y="1"/>
                      <a:pt x="1" y="324"/>
                      <a:pt x="190" y="514"/>
                    </a:cubicBezTo>
                    <a:cubicBezTo>
                      <a:pt x="252" y="575"/>
                      <a:pt x="327" y="602"/>
                      <a:pt x="401" y="602"/>
                    </a:cubicBezTo>
                    <a:cubicBezTo>
                      <a:pt x="555" y="602"/>
                      <a:pt x="704" y="483"/>
                      <a:pt x="704" y="301"/>
                    </a:cubicBezTo>
                    <a:cubicBezTo>
                      <a:pt x="704" y="135"/>
                      <a:pt x="569" y="1"/>
                      <a:pt x="4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1418;p34">
                <a:extLst>
                  <a:ext uri="{FF2B5EF4-FFF2-40B4-BE49-F238E27FC236}">
                    <a16:creationId xmlns:a16="http://schemas.microsoft.com/office/drawing/2014/main" id="{2C58E775-DEB2-842F-4798-5C0AA48A3FC5}"/>
                  </a:ext>
                </a:extLst>
              </p:cNvPr>
              <p:cNvSpPr/>
              <p:nvPr/>
            </p:nvSpPr>
            <p:spPr>
              <a:xfrm>
                <a:off x="6395551" y="2227287"/>
                <a:ext cx="14443" cy="14419"/>
              </a:xfrm>
              <a:custGeom>
                <a:avLst/>
                <a:gdLst/>
                <a:ahLst/>
                <a:cxnLst/>
                <a:rect l="l" t="t" r="r" b="b"/>
                <a:pathLst>
                  <a:path w="602" h="601" extrusionOk="0">
                    <a:moveTo>
                      <a:pt x="301" y="1"/>
                    </a:moveTo>
                    <a:cubicBezTo>
                      <a:pt x="135" y="1"/>
                      <a:pt x="1" y="135"/>
                      <a:pt x="1" y="300"/>
                    </a:cubicBezTo>
                    <a:cubicBezTo>
                      <a:pt x="1" y="466"/>
                      <a:pt x="135" y="600"/>
                      <a:pt x="301" y="600"/>
                    </a:cubicBezTo>
                    <a:cubicBezTo>
                      <a:pt x="467" y="600"/>
                      <a:pt x="602" y="466"/>
                      <a:pt x="602" y="300"/>
                    </a:cubicBezTo>
                    <a:cubicBezTo>
                      <a:pt x="602" y="135"/>
                      <a:pt x="467" y="1"/>
                      <a:pt x="301"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1419;p34">
                <a:extLst>
                  <a:ext uri="{FF2B5EF4-FFF2-40B4-BE49-F238E27FC236}">
                    <a16:creationId xmlns:a16="http://schemas.microsoft.com/office/drawing/2014/main" id="{1ECBBA38-EFE0-B8A2-891E-74CCD0D6C94F}"/>
                  </a:ext>
                </a:extLst>
              </p:cNvPr>
              <p:cNvSpPr/>
              <p:nvPr/>
            </p:nvSpPr>
            <p:spPr>
              <a:xfrm>
                <a:off x="6387561" y="2200391"/>
                <a:ext cx="31070" cy="9117"/>
              </a:xfrm>
              <a:custGeom>
                <a:avLst/>
                <a:gdLst/>
                <a:ahLst/>
                <a:cxnLst/>
                <a:rect l="l" t="t" r="r" b="b"/>
                <a:pathLst>
                  <a:path w="1295" h="380" extrusionOk="0">
                    <a:moveTo>
                      <a:pt x="711" y="0"/>
                    </a:moveTo>
                    <a:cubicBezTo>
                      <a:pt x="437" y="0"/>
                      <a:pt x="156" y="98"/>
                      <a:pt x="21" y="301"/>
                    </a:cubicBezTo>
                    <a:cubicBezTo>
                      <a:pt x="0" y="332"/>
                      <a:pt x="28" y="379"/>
                      <a:pt x="64" y="379"/>
                    </a:cubicBezTo>
                    <a:cubicBezTo>
                      <a:pt x="69" y="379"/>
                      <a:pt x="74" y="378"/>
                      <a:pt x="79" y="376"/>
                    </a:cubicBezTo>
                    <a:cubicBezTo>
                      <a:pt x="255" y="307"/>
                      <a:pt x="402" y="206"/>
                      <a:pt x="596" y="182"/>
                    </a:cubicBezTo>
                    <a:cubicBezTo>
                      <a:pt x="631" y="178"/>
                      <a:pt x="665" y="176"/>
                      <a:pt x="698" y="176"/>
                    </a:cubicBezTo>
                    <a:cubicBezTo>
                      <a:pt x="869" y="176"/>
                      <a:pt x="1016" y="229"/>
                      <a:pt x="1183" y="286"/>
                    </a:cubicBezTo>
                    <a:cubicBezTo>
                      <a:pt x="1192" y="289"/>
                      <a:pt x="1201" y="291"/>
                      <a:pt x="1209" y="291"/>
                    </a:cubicBezTo>
                    <a:cubicBezTo>
                      <a:pt x="1275" y="291"/>
                      <a:pt x="1295" y="192"/>
                      <a:pt x="1240" y="151"/>
                    </a:cubicBezTo>
                    <a:cubicBezTo>
                      <a:pt x="1106" y="52"/>
                      <a:pt x="910" y="0"/>
                      <a:pt x="711" y="0"/>
                    </a:cubicBezTo>
                    <a:close/>
                  </a:path>
                </a:pathLst>
              </a:custGeom>
              <a:solidFill>
                <a:srgbClr val="B2704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1420;p34">
                <a:extLst>
                  <a:ext uri="{FF2B5EF4-FFF2-40B4-BE49-F238E27FC236}">
                    <a16:creationId xmlns:a16="http://schemas.microsoft.com/office/drawing/2014/main" id="{07615B82-B24D-82FD-C813-F931E78F03E2}"/>
                  </a:ext>
                </a:extLst>
              </p:cNvPr>
              <p:cNvSpPr/>
              <p:nvPr/>
            </p:nvSpPr>
            <p:spPr>
              <a:xfrm>
                <a:off x="6449270" y="2198160"/>
                <a:ext cx="31094" cy="9117"/>
              </a:xfrm>
              <a:custGeom>
                <a:avLst/>
                <a:gdLst/>
                <a:ahLst/>
                <a:cxnLst/>
                <a:rect l="l" t="t" r="r" b="b"/>
                <a:pathLst>
                  <a:path w="1296" h="380" extrusionOk="0">
                    <a:moveTo>
                      <a:pt x="711" y="0"/>
                    </a:moveTo>
                    <a:cubicBezTo>
                      <a:pt x="437" y="0"/>
                      <a:pt x="156" y="98"/>
                      <a:pt x="22" y="301"/>
                    </a:cubicBezTo>
                    <a:cubicBezTo>
                      <a:pt x="0" y="332"/>
                      <a:pt x="29" y="379"/>
                      <a:pt x="64" y="379"/>
                    </a:cubicBezTo>
                    <a:cubicBezTo>
                      <a:pt x="69" y="379"/>
                      <a:pt x="74" y="378"/>
                      <a:pt x="80" y="376"/>
                    </a:cubicBezTo>
                    <a:cubicBezTo>
                      <a:pt x="256" y="307"/>
                      <a:pt x="403" y="206"/>
                      <a:pt x="597" y="182"/>
                    </a:cubicBezTo>
                    <a:cubicBezTo>
                      <a:pt x="632" y="177"/>
                      <a:pt x="666" y="175"/>
                      <a:pt x="699" y="175"/>
                    </a:cubicBezTo>
                    <a:cubicBezTo>
                      <a:pt x="870" y="175"/>
                      <a:pt x="1017" y="228"/>
                      <a:pt x="1183" y="285"/>
                    </a:cubicBezTo>
                    <a:cubicBezTo>
                      <a:pt x="1193" y="288"/>
                      <a:pt x="1202" y="290"/>
                      <a:pt x="1210" y="290"/>
                    </a:cubicBezTo>
                    <a:cubicBezTo>
                      <a:pt x="1275" y="290"/>
                      <a:pt x="1295" y="191"/>
                      <a:pt x="1240" y="151"/>
                    </a:cubicBezTo>
                    <a:cubicBezTo>
                      <a:pt x="1106" y="51"/>
                      <a:pt x="910" y="0"/>
                      <a:pt x="711" y="0"/>
                    </a:cubicBezTo>
                    <a:close/>
                  </a:path>
                </a:pathLst>
              </a:custGeom>
              <a:solidFill>
                <a:srgbClr val="B2704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1421;p34">
                <a:extLst>
                  <a:ext uri="{FF2B5EF4-FFF2-40B4-BE49-F238E27FC236}">
                    <a16:creationId xmlns:a16="http://schemas.microsoft.com/office/drawing/2014/main" id="{2CF3AA0E-CFF9-F6D7-BE65-3B72BA44D88A}"/>
                  </a:ext>
                </a:extLst>
              </p:cNvPr>
              <p:cNvSpPr/>
              <p:nvPr/>
            </p:nvSpPr>
            <p:spPr>
              <a:xfrm>
                <a:off x="6425877" y="2281318"/>
                <a:ext cx="26680" cy="13628"/>
              </a:xfrm>
              <a:custGeom>
                <a:avLst/>
                <a:gdLst/>
                <a:ahLst/>
                <a:cxnLst/>
                <a:rect l="l" t="t" r="r" b="b"/>
                <a:pathLst>
                  <a:path w="1112" h="568" extrusionOk="0">
                    <a:moveTo>
                      <a:pt x="1044" y="0"/>
                    </a:moveTo>
                    <a:cubicBezTo>
                      <a:pt x="1026" y="0"/>
                      <a:pt x="1007" y="9"/>
                      <a:pt x="995" y="28"/>
                    </a:cubicBezTo>
                    <a:cubicBezTo>
                      <a:pt x="893" y="194"/>
                      <a:pt x="835" y="351"/>
                      <a:pt x="624" y="405"/>
                    </a:cubicBezTo>
                    <a:cubicBezTo>
                      <a:pt x="585" y="415"/>
                      <a:pt x="547" y="420"/>
                      <a:pt x="512" y="420"/>
                    </a:cubicBezTo>
                    <a:cubicBezTo>
                      <a:pt x="348" y="420"/>
                      <a:pt x="218" y="323"/>
                      <a:pt x="77" y="230"/>
                    </a:cubicBezTo>
                    <a:cubicBezTo>
                      <a:pt x="69" y="224"/>
                      <a:pt x="60" y="221"/>
                      <a:pt x="53" y="221"/>
                    </a:cubicBezTo>
                    <a:cubicBezTo>
                      <a:pt x="22" y="221"/>
                      <a:pt x="0" y="263"/>
                      <a:pt x="13" y="294"/>
                    </a:cubicBezTo>
                    <a:cubicBezTo>
                      <a:pt x="93" y="484"/>
                      <a:pt x="283" y="568"/>
                      <a:pt x="482" y="568"/>
                    </a:cubicBezTo>
                    <a:cubicBezTo>
                      <a:pt x="786" y="568"/>
                      <a:pt x="1112" y="372"/>
                      <a:pt x="1106" y="58"/>
                    </a:cubicBezTo>
                    <a:cubicBezTo>
                      <a:pt x="1104" y="22"/>
                      <a:pt x="1074" y="0"/>
                      <a:pt x="104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1422;p34">
                <a:extLst>
                  <a:ext uri="{FF2B5EF4-FFF2-40B4-BE49-F238E27FC236}">
                    <a16:creationId xmlns:a16="http://schemas.microsoft.com/office/drawing/2014/main" id="{2EFCD418-C3F5-FD66-29F5-75F53ECEAFED}"/>
                  </a:ext>
                </a:extLst>
              </p:cNvPr>
              <p:cNvSpPr/>
              <p:nvPr/>
            </p:nvSpPr>
            <p:spPr>
              <a:xfrm>
                <a:off x="6402509" y="2120376"/>
                <a:ext cx="135126" cy="108590"/>
              </a:xfrm>
              <a:custGeom>
                <a:avLst/>
                <a:gdLst/>
                <a:ahLst/>
                <a:cxnLst/>
                <a:rect l="l" t="t" r="r" b="b"/>
                <a:pathLst>
                  <a:path w="5632" h="4526" extrusionOk="0">
                    <a:moveTo>
                      <a:pt x="2358" y="0"/>
                    </a:moveTo>
                    <a:cubicBezTo>
                      <a:pt x="1928" y="0"/>
                      <a:pt x="1498" y="61"/>
                      <a:pt x="1087" y="185"/>
                    </a:cubicBezTo>
                    <a:cubicBezTo>
                      <a:pt x="727" y="294"/>
                      <a:pt x="369" y="456"/>
                      <a:pt x="117" y="735"/>
                    </a:cubicBezTo>
                    <a:cubicBezTo>
                      <a:pt x="57" y="802"/>
                      <a:pt x="1" y="892"/>
                      <a:pt x="35" y="975"/>
                    </a:cubicBezTo>
                    <a:cubicBezTo>
                      <a:pt x="65" y="1046"/>
                      <a:pt x="147" y="1073"/>
                      <a:pt x="228" y="1073"/>
                    </a:cubicBezTo>
                    <a:cubicBezTo>
                      <a:pt x="250" y="1073"/>
                      <a:pt x="272" y="1071"/>
                      <a:pt x="293" y="1067"/>
                    </a:cubicBezTo>
                    <a:cubicBezTo>
                      <a:pt x="362" y="1055"/>
                      <a:pt x="433" y="1033"/>
                      <a:pt x="502" y="1033"/>
                    </a:cubicBezTo>
                    <a:cubicBezTo>
                      <a:pt x="530" y="1033"/>
                      <a:pt x="558" y="1036"/>
                      <a:pt x="585" y="1046"/>
                    </a:cubicBezTo>
                    <a:cubicBezTo>
                      <a:pt x="687" y="1082"/>
                      <a:pt x="745" y="1189"/>
                      <a:pt x="778" y="1294"/>
                    </a:cubicBezTo>
                    <a:cubicBezTo>
                      <a:pt x="811" y="1397"/>
                      <a:pt x="832" y="1508"/>
                      <a:pt x="901" y="1592"/>
                    </a:cubicBezTo>
                    <a:cubicBezTo>
                      <a:pt x="920" y="1615"/>
                      <a:pt x="943" y="1634"/>
                      <a:pt x="969" y="1649"/>
                    </a:cubicBezTo>
                    <a:lnTo>
                      <a:pt x="969" y="1649"/>
                    </a:lnTo>
                    <a:cubicBezTo>
                      <a:pt x="1030" y="1684"/>
                      <a:pt x="1096" y="1700"/>
                      <a:pt x="1164" y="1700"/>
                    </a:cubicBezTo>
                    <a:cubicBezTo>
                      <a:pt x="1326" y="1700"/>
                      <a:pt x="1495" y="1611"/>
                      <a:pt x="1613" y="1492"/>
                    </a:cubicBezTo>
                    <a:cubicBezTo>
                      <a:pt x="1781" y="1323"/>
                      <a:pt x="2013" y="1132"/>
                      <a:pt x="2224" y="1020"/>
                    </a:cubicBezTo>
                    <a:cubicBezTo>
                      <a:pt x="2517" y="866"/>
                      <a:pt x="2797" y="793"/>
                      <a:pt x="3071" y="793"/>
                    </a:cubicBezTo>
                    <a:cubicBezTo>
                      <a:pt x="3356" y="793"/>
                      <a:pt x="3636" y="872"/>
                      <a:pt x="3919" y="1020"/>
                    </a:cubicBezTo>
                    <a:cubicBezTo>
                      <a:pt x="4474" y="1310"/>
                      <a:pt x="4697" y="1552"/>
                      <a:pt x="4859" y="2159"/>
                    </a:cubicBezTo>
                    <a:cubicBezTo>
                      <a:pt x="5023" y="2764"/>
                      <a:pt x="5008" y="3402"/>
                      <a:pt x="4966" y="4028"/>
                    </a:cubicBezTo>
                    <a:cubicBezTo>
                      <a:pt x="4957" y="4148"/>
                      <a:pt x="4949" y="4274"/>
                      <a:pt x="5004" y="4382"/>
                    </a:cubicBezTo>
                    <a:cubicBezTo>
                      <a:pt x="5045" y="4463"/>
                      <a:pt x="5134" y="4525"/>
                      <a:pt x="5220" y="4525"/>
                    </a:cubicBezTo>
                    <a:cubicBezTo>
                      <a:pt x="5248" y="4525"/>
                      <a:pt x="5276" y="4518"/>
                      <a:pt x="5302" y="4503"/>
                    </a:cubicBezTo>
                    <a:cubicBezTo>
                      <a:pt x="5360" y="4470"/>
                      <a:pt x="5392" y="4404"/>
                      <a:pt x="5418" y="4342"/>
                    </a:cubicBezTo>
                    <a:cubicBezTo>
                      <a:pt x="5631" y="3816"/>
                      <a:pt x="5623" y="3229"/>
                      <a:pt x="5612" y="2662"/>
                    </a:cubicBezTo>
                    <a:cubicBezTo>
                      <a:pt x="5603" y="2195"/>
                      <a:pt x="5588" y="1706"/>
                      <a:pt x="5356" y="1301"/>
                    </a:cubicBezTo>
                    <a:cubicBezTo>
                      <a:pt x="5162" y="967"/>
                      <a:pt x="4838" y="726"/>
                      <a:pt x="4499" y="541"/>
                    </a:cubicBezTo>
                    <a:cubicBezTo>
                      <a:pt x="3846" y="183"/>
                      <a:pt x="3102" y="0"/>
                      <a:pt x="2358" y="0"/>
                    </a:cubicBez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1423;p34">
                <a:extLst>
                  <a:ext uri="{FF2B5EF4-FFF2-40B4-BE49-F238E27FC236}">
                    <a16:creationId xmlns:a16="http://schemas.microsoft.com/office/drawing/2014/main" id="{76E038EF-8568-4D63-8314-37E8CC047CAE}"/>
                  </a:ext>
                </a:extLst>
              </p:cNvPr>
              <p:cNvSpPr/>
              <p:nvPr/>
            </p:nvSpPr>
            <p:spPr>
              <a:xfrm>
                <a:off x="6376381" y="2092449"/>
                <a:ext cx="165236" cy="70898"/>
              </a:xfrm>
              <a:custGeom>
                <a:avLst/>
                <a:gdLst/>
                <a:ahLst/>
                <a:cxnLst/>
                <a:rect l="l" t="t" r="r" b="b"/>
                <a:pathLst>
                  <a:path w="6887" h="2955" extrusionOk="0">
                    <a:moveTo>
                      <a:pt x="1328" y="1"/>
                    </a:moveTo>
                    <a:cubicBezTo>
                      <a:pt x="1129" y="1"/>
                      <a:pt x="922" y="65"/>
                      <a:pt x="750" y="169"/>
                    </a:cubicBezTo>
                    <a:cubicBezTo>
                      <a:pt x="289" y="446"/>
                      <a:pt x="0" y="985"/>
                      <a:pt x="24" y="1523"/>
                    </a:cubicBezTo>
                    <a:cubicBezTo>
                      <a:pt x="46" y="2059"/>
                      <a:pt x="382" y="2571"/>
                      <a:pt x="865" y="2806"/>
                    </a:cubicBezTo>
                    <a:cubicBezTo>
                      <a:pt x="1068" y="2906"/>
                      <a:pt x="1293" y="2954"/>
                      <a:pt x="1518" y="2954"/>
                    </a:cubicBezTo>
                    <a:cubicBezTo>
                      <a:pt x="1830" y="2954"/>
                      <a:pt x="2142" y="2861"/>
                      <a:pt x="2396" y="2681"/>
                    </a:cubicBezTo>
                    <a:cubicBezTo>
                      <a:pt x="2396" y="2681"/>
                      <a:pt x="2583" y="1752"/>
                      <a:pt x="3971" y="1752"/>
                    </a:cubicBezTo>
                    <a:cubicBezTo>
                      <a:pt x="4185" y="1752"/>
                      <a:pt x="4426" y="1774"/>
                      <a:pt x="4700" y="1825"/>
                    </a:cubicBezTo>
                    <a:cubicBezTo>
                      <a:pt x="6757" y="2206"/>
                      <a:pt x="6283" y="2951"/>
                      <a:pt x="6283" y="2951"/>
                    </a:cubicBezTo>
                    <a:cubicBezTo>
                      <a:pt x="6727" y="2714"/>
                      <a:pt x="6887" y="2093"/>
                      <a:pt x="6668" y="1641"/>
                    </a:cubicBezTo>
                    <a:cubicBezTo>
                      <a:pt x="6462" y="1213"/>
                      <a:pt x="5980" y="957"/>
                      <a:pt x="5505" y="957"/>
                    </a:cubicBezTo>
                    <a:cubicBezTo>
                      <a:pt x="5478" y="957"/>
                      <a:pt x="5450" y="958"/>
                      <a:pt x="5422" y="960"/>
                    </a:cubicBezTo>
                    <a:cubicBezTo>
                      <a:pt x="5303" y="967"/>
                      <a:pt x="5180" y="988"/>
                      <a:pt x="5062" y="988"/>
                    </a:cubicBezTo>
                    <a:cubicBezTo>
                      <a:pt x="4971" y="988"/>
                      <a:pt x="4883" y="976"/>
                      <a:pt x="4801" y="936"/>
                    </a:cubicBezTo>
                    <a:cubicBezTo>
                      <a:pt x="4587" y="834"/>
                      <a:pt x="4497" y="584"/>
                      <a:pt x="4348" y="399"/>
                    </a:cubicBezTo>
                    <a:cubicBezTo>
                      <a:pt x="4167" y="173"/>
                      <a:pt x="3877" y="52"/>
                      <a:pt x="3588" y="52"/>
                    </a:cubicBezTo>
                    <a:cubicBezTo>
                      <a:pt x="3396" y="52"/>
                      <a:pt x="3205" y="105"/>
                      <a:pt x="3048" y="217"/>
                    </a:cubicBezTo>
                    <a:cubicBezTo>
                      <a:pt x="2840" y="364"/>
                      <a:pt x="2650" y="608"/>
                      <a:pt x="2406" y="608"/>
                    </a:cubicBezTo>
                    <a:cubicBezTo>
                      <a:pt x="2388" y="608"/>
                      <a:pt x="2369" y="607"/>
                      <a:pt x="2350" y="604"/>
                    </a:cubicBezTo>
                    <a:cubicBezTo>
                      <a:pt x="2107" y="568"/>
                      <a:pt x="1980" y="299"/>
                      <a:pt x="1786" y="148"/>
                    </a:cubicBezTo>
                    <a:cubicBezTo>
                      <a:pt x="1655" y="45"/>
                      <a:pt x="1494" y="1"/>
                      <a:pt x="1328" y="1"/>
                    </a:cubicBez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1424;p34">
                <a:extLst>
                  <a:ext uri="{FF2B5EF4-FFF2-40B4-BE49-F238E27FC236}">
                    <a16:creationId xmlns:a16="http://schemas.microsoft.com/office/drawing/2014/main" id="{DD5E6BFF-444A-17D9-0935-D36AA5744A00}"/>
                  </a:ext>
                </a:extLst>
              </p:cNvPr>
              <p:cNvSpPr/>
              <p:nvPr/>
            </p:nvSpPr>
            <p:spPr>
              <a:xfrm>
                <a:off x="6282762" y="2416948"/>
                <a:ext cx="340766" cy="495061"/>
              </a:xfrm>
              <a:custGeom>
                <a:avLst/>
                <a:gdLst/>
                <a:ahLst/>
                <a:cxnLst/>
                <a:rect l="l" t="t" r="r" b="b"/>
                <a:pathLst>
                  <a:path w="14203" h="20634" extrusionOk="0">
                    <a:moveTo>
                      <a:pt x="5257" y="1"/>
                    </a:moveTo>
                    <a:cubicBezTo>
                      <a:pt x="4571" y="1"/>
                      <a:pt x="3997" y="15"/>
                      <a:pt x="3821" y="59"/>
                    </a:cubicBezTo>
                    <a:cubicBezTo>
                      <a:pt x="3429" y="157"/>
                      <a:pt x="1249" y="2734"/>
                      <a:pt x="324" y="6296"/>
                    </a:cubicBezTo>
                    <a:cubicBezTo>
                      <a:pt x="1" y="7538"/>
                      <a:pt x="90" y="8934"/>
                      <a:pt x="90" y="10357"/>
                    </a:cubicBezTo>
                    <a:cubicBezTo>
                      <a:pt x="90" y="16096"/>
                      <a:pt x="492" y="20245"/>
                      <a:pt x="492" y="20245"/>
                    </a:cubicBezTo>
                    <a:lnTo>
                      <a:pt x="14203" y="20633"/>
                    </a:lnTo>
                    <a:lnTo>
                      <a:pt x="12700" y="549"/>
                    </a:lnTo>
                    <a:cubicBezTo>
                      <a:pt x="12700" y="549"/>
                      <a:pt x="10965" y="115"/>
                      <a:pt x="8452" y="59"/>
                    </a:cubicBezTo>
                    <a:cubicBezTo>
                      <a:pt x="8452" y="59"/>
                      <a:pt x="6629" y="1"/>
                      <a:pt x="5257"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 name="Google Shape;1425;p34">
                <a:extLst>
                  <a:ext uri="{FF2B5EF4-FFF2-40B4-BE49-F238E27FC236}">
                    <a16:creationId xmlns:a16="http://schemas.microsoft.com/office/drawing/2014/main" id="{26338335-C686-4C5F-50F7-0151944AC64F}"/>
                  </a:ext>
                </a:extLst>
              </p:cNvPr>
              <p:cNvSpPr/>
              <p:nvPr/>
            </p:nvSpPr>
            <p:spPr>
              <a:xfrm>
                <a:off x="6582260" y="2428296"/>
                <a:ext cx="164157" cy="288990"/>
              </a:xfrm>
              <a:custGeom>
                <a:avLst/>
                <a:gdLst/>
                <a:ahLst/>
                <a:cxnLst/>
                <a:rect l="l" t="t" r="r" b="b"/>
                <a:pathLst>
                  <a:path w="6842" h="12045" extrusionOk="0">
                    <a:moveTo>
                      <a:pt x="0" y="1"/>
                    </a:moveTo>
                    <a:lnTo>
                      <a:pt x="657" y="12044"/>
                    </a:lnTo>
                    <a:cubicBezTo>
                      <a:pt x="6064" y="12044"/>
                      <a:pt x="6841" y="11858"/>
                      <a:pt x="6841" y="11858"/>
                    </a:cubicBezTo>
                    <a:cubicBezTo>
                      <a:pt x="6631" y="974"/>
                      <a:pt x="1" y="1"/>
                      <a:pt x="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 name="Google Shape;1426;p34">
                <a:extLst>
                  <a:ext uri="{FF2B5EF4-FFF2-40B4-BE49-F238E27FC236}">
                    <a16:creationId xmlns:a16="http://schemas.microsoft.com/office/drawing/2014/main" id="{DA527FE8-370B-FDF9-203C-D7C0D84109D8}"/>
                  </a:ext>
                </a:extLst>
              </p:cNvPr>
              <p:cNvSpPr/>
              <p:nvPr/>
            </p:nvSpPr>
            <p:spPr>
              <a:xfrm>
                <a:off x="6188471" y="2418363"/>
                <a:ext cx="185990" cy="220995"/>
              </a:xfrm>
              <a:custGeom>
                <a:avLst/>
                <a:gdLst/>
                <a:ahLst/>
                <a:cxnLst/>
                <a:rect l="l" t="t" r="r" b="b"/>
                <a:pathLst>
                  <a:path w="7752" h="9211" extrusionOk="0">
                    <a:moveTo>
                      <a:pt x="7751" y="0"/>
                    </a:moveTo>
                    <a:lnTo>
                      <a:pt x="7751" y="0"/>
                    </a:lnTo>
                    <a:cubicBezTo>
                      <a:pt x="7751" y="0"/>
                      <a:pt x="453" y="1016"/>
                      <a:pt x="1" y="9210"/>
                    </a:cubicBezTo>
                    <a:lnTo>
                      <a:pt x="5808" y="9182"/>
                    </a:lnTo>
                    <a:lnTo>
                      <a:pt x="7751"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1427;p34">
                <a:extLst>
                  <a:ext uri="{FF2B5EF4-FFF2-40B4-BE49-F238E27FC236}">
                    <a16:creationId xmlns:a16="http://schemas.microsoft.com/office/drawing/2014/main" id="{70517377-1E4A-4465-9E0A-4E86E31B152D}"/>
                  </a:ext>
                </a:extLst>
              </p:cNvPr>
              <p:cNvSpPr/>
              <p:nvPr/>
            </p:nvSpPr>
            <p:spPr>
              <a:xfrm>
                <a:off x="6282258" y="2574123"/>
                <a:ext cx="4127" cy="147434"/>
              </a:xfrm>
              <a:custGeom>
                <a:avLst/>
                <a:gdLst/>
                <a:ahLst/>
                <a:cxnLst/>
                <a:rect l="l" t="t" r="r" b="b"/>
                <a:pathLst>
                  <a:path w="172" h="6145" extrusionOk="0">
                    <a:moveTo>
                      <a:pt x="144" y="1"/>
                    </a:moveTo>
                    <a:cubicBezTo>
                      <a:pt x="135" y="1"/>
                      <a:pt x="122" y="86"/>
                      <a:pt x="106" y="240"/>
                    </a:cubicBezTo>
                    <a:cubicBezTo>
                      <a:pt x="91" y="396"/>
                      <a:pt x="74" y="620"/>
                      <a:pt x="59" y="898"/>
                    </a:cubicBezTo>
                    <a:cubicBezTo>
                      <a:pt x="26" y="1454"/>
                      <a:pt x="1" y="2223"/>
                      <a:pt x="2" y="3072"/>
                    </a:cubicBezTo>
                    <a:cubicBezTo>
                      <a:pt x="3" y="3922"/>
                      <a:pt x="31" y="4692"/>
                      <a:pt x="65" y="5247"/>
                    </a:cubicBezTo>
                    <a:cubicBezTo>
                      <a:pt x="82" y="5524"/>
                      <a:pt x="100" y="5750"/>
                      <a:pt x="115" y="5904"/>
                    </a:cubicBezTo>
                    <a:cubicBezTo>
                      <a:pt x="131" y="6060"/>
                      <a:pt x="144" y="6144"/>
                      <a:pt x="153" y="6144"/>
                    </a:cubicBezTo>
                    <a:cubicBezTo>
                      <a:pt x="172" y="6144"/>
                      <a:pt x="170" y="5800"/>
                      <a:pt x="160" y="5243"/>
                    </a:cubicBezTo>
                    <a:cubicBezTo>
                      <a:pt x="150" y="4688"/>
                      <a:pt x="137" y="3920"/>
                      <a:pt x="136" y="3072"/>
                    </a:cubicBezTo>
                    <a:cubicBezTo>
                      <a:pt x="135" y="2225"/>
                      <a:pt x="145" y="1458"/>
                      <a:pt x="153" y="901"/>
                    </a:cubicBezTo>
                    <a:cubicBezTo>
                      <a:pt x="161" y="346"/>
                      <a:pt x="163" y="2"/>
                      <a:pt x="144" y="1"/>
                    </a:cubicBezTo>
                    <a:cubicBezTo>
                      <a:pt x="144" y="1"/>
                      <a:pt x="144" y="1"/>
                      <a:pt x="14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1428;p34">
                <a:extLst>
                  <a:ext uri="{FF2B5EF4-FFF2-40B4-BE49-F238E27FC236}">
                    <a16:creationId xmlns:a16="http://schemas.microsoft.com/office/drawing/2014/main" id="{6D31C5EE-048D-FBFD-6088-15F0BC5441D8}"/>
                  </a:ext>
                </a:extLst>
              </p:cNvPr>
              <p:cNvSpPr/>
              <p:nvPr/>
            </p:nvSpPr>
            <p:spPr>
              <a:xfrm>
                <a:off x="6601022" y="2585423"/>
                <a:ext cx="14563" cy="168043"/>
              </a:xfrm>
              <a:custGeom>
                <a:avLst/>
                <a:gdLst/>
                <a:ahLst/>
                <a:cxnLst/>
                <a:rect l="l" t="t" r="r" b="b"/>
                <a:pathLst>
                  <a:path w="607" h="7004" extrusionOk="0">
                    <a:moveTo>
                      <a:pt x="37" y="0"/>
                    </a:moveTo>
                    <a:cubicBezTo>
                      <a:pt x="37" y="0"/>
                      <a:pt x="37" y="0"/>
                      <a:pt x="37" y="0"/>
                    </a:cubicBezTo>
                    <a:cubicBezTo>
                      <a:pt x="0" y="3"/>
                      <a:pt x="89" y="1574"/>
                      <a:pt x="237" y="3508"/>
                    </a:cubicBezTo>
                    <a:cubicBezTo>
                      <a:pt x="383" y="5439"/>
                      <a:pt x="532" y="7004"/>
                      <a:pt x="570" y="7004"/>
                    </a:cubicBezTo>
                    <a:cubicBezTo>
                      <a:pt x="570" y="7004"/>
                      <a:pt x="570" y="7004"/>
                      <a:pt x="570" y="7004"/>
                    </a:cubicBezTo>
                    <a:cubicBezTo>
                      <a:pt x="607" y="7001"/>
                      <a:pt x="518" y="5432"/>
                      <a:pt x="370" y="3498"/>
                    </a:cubicBezTo>
                    <a:cubicBezTo>
                      <a:pt x="224" y="1565"/>
                      <a:pt x="75" y="0"/>
                      <a:pt x="3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1429;p34">
                <a:extLst>
                  <a:ext uri="{FF2B5EF4-FFF2-40B4-BE49-F238E27FC236}">
                    <a16:creationId xmlns:a16="http://schemas.microsoft.com/office/drawing/2014/main" id="{F944D40B-8C83-8DFE-DFE4-02D23B8212B3}"/>
                  </a:ext>
                </a:extLst>
              </p:cNvPr>
              <p:cNvSpPr/>
              <p:nvPr/>
            </p:nvSpPr>
            <p:spPr>
              <a:xfrm>
                <a:off x="6389121" y="2391708"/>
                <a:ext cx="146618" cy="124833"/>
              </a:xfrm>
              <a:custGeom>
                <a:avLst/>
                <a:gdLst/>
                <a:ahLst/>
                <a:cxnLst/>
                <a:rect l="l" t="t" r="r" b="b"/>
                <a:pathLst>
                  <a:path w="6111" h="5203" extrusionOk="0">
                    <a:moveTo>
                      <a:pt x="6110" y="1"/>
                    </a:moveTo>
                    <a:cubicBezTo>
                      <a:pt x="4371" y="131"/>
                      <a:pt x="3358" y="2556"/>
                      <a:pt x="3358" y="2556"/>
                    </a:cubicBezTo>
                    <a:cubicBezTo>
                      <a:pt x="3110" y="513"/>
                      <a:pt x="420" y="277"/>
                      <a:pt x="420" y="277"/>
                    </a:cubicBezTo>
                    <a:lnTo>
                      <a:pt x="0" y="1747"/>
                    </a:lnTo>
                    <a:lnTo>
                      <a:pt x="2462" y="5203"/>
                    </a:lnTo>
                    <a:lnTo>
                      <a:pt x="4169" y="5203"/>
                    </a:lnTo>
                    <a:lnTo>
                      <a:pt x="6110" y="2753"/>
                    </a:lnTo>
                    <a:lnTo>
                      <a:pt x="6110"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1430;p34">
                <a:extLst>
                  <a:ext uri="{FF2B5EF4-FFF2-40B4-BE49-F238E27FC236}">
                    <a16:creationId xmlns:a16="http://schemas.microsoft.com/office/drawing/2014/main" id="{757D4665-CF25-210D-30DA-24BF3B70F2AC}"/>
                  </a:ext>
                </a:extLst>
              </p:cNvPr>
              <p:cNvSpPr/>
              <p:nvPr/>
            </p:nvSpPr>
            <p:spPr>
              <a:xfrm>
                <a:off x="6464841" y="2453752"/>
                <a:ext cx="3215" cy="452715"/>
              </a:xfrm>
              <a:custGeom>
                <a:avLst/>
                <a:gdLst/>
                <a:ahLst/>
                <a:cxnLst/>
                <a:rect l="l" t="t" r="r" b="b"/>
                <a:pathLst>
                  <a:path w="134" h="18869" extrusionOk="0">
                    <a:moveTo>
                      <a:pt x="67" y="0"/>
                    </a:moveTo>
                    <a:cubicBezTo>
                      <a:pt x="30" y="0"/>
                      <a:pt x="0" y="4225"/>
                      <a:pt x="0" y="9434"/>
                    </a:cubicBezTo>
                    <a:cubicBezTo>
                      <a:pt x="0" y="14644"/>
                      <a:pt x="30" y="18868"/>
                      <a:pt x="67" y="18868"/>
                    </a:cubicBezTo>
                    <a:cubicBezTo>
                      <a:pt x="104" y="18868"/>
                      <a:pt x="133" y="14646"/>
                      <a:pt x="133" y="9434"/>
                    </a:cubicBezTo>
                    <a:cubicBezTo>
                      <a:pt x="133" y="4224"/>
                      <a:pt x="104" y="0"/>
                      <a:pt x="6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1431;p34">
                <a:extLst>
                  <a:ext uri="{FF2B5EF4-FFF2-40B4-BE49-F238E27FC236}">
                    <a16:creationId xmlns:a16="http://schemas.microsoft.com/office/drawing/2014/main" id="{9CE494FC-DC64-173D-4109-687B9E652309}"/>
                  </a:ext>
                </a:extLst>
              </p:cNvPr>
              <p:cNvSpPr/>
              <p:nvPr/>
            </p:nvSpPr>
            <p:spPr>
              <a:xfrm>
                <a:off x="6478925" y="2578321"/>
                <a:ext cx="14252" cy="13364"/>
              </a:xfrm>
              <a:custGeom>
                <a:avLst/>
                <a:gdLst/>
                <a:ahLst/>
                <a:cxnLst/>
                <a:rect l="l" t="t" r="r" b="b"/>
                <a:pathLst>
                  <a:path w="594" h="557" extrusionOk="0">
                    <a:moveTo>
                      <a:pt x="296" y="1"/>
                    </a:moveTo>
                    <a:cubicBezTo>
                      <a:pt x="214" y="1"/>
                      <a:pt x="169" y="46"/>
                      <a:pt x="179" y="54"/>
                    </a:cubicBezTo>
                    <a:cubicBezTo>
                      <a:pt x="187" y="72"/>
                      <a:pt x="263" y="47"/>
                      <a:pt x="352" y="105"/>
                    </a:cubicBezTo>
                    <a:cubicBezTo>
                      <a:pt x="394" y="133"/>
                      <a:pt x="435" y="184"/>
                      <a:pt x="444" y="239"/>
                    </a:cubicBezTo>
                    <a:cubicBezTo>
                      <a:pt x="454" y="293"/>
                      <a:pt x="422" y="358"/>
                      <a:pt x="361" y="395"/>
                    </a:cubicBezTo>
                    <a:cubicBezTo>
                      <a:pt x="327" y="416"/>
                      <a:pt x="291" y="426"/>
                      <a:pt x="258" y="426"/>
                    </a:cubicBezTo>
                    <a:cubicBezTo>
                      <a:pt x="230" y="426"/>
                      <a:pt x="203" y="418"/>
                      <a:pt x="183" y="403"/>
                    </a:cubicBezTo>
                    <a:cubicBezTo>
                      <a:pt x="135" y="372"/>
                      <a:pt x="108" y="313"/>
                      <a:pt x="102" y="262"/>
                    </a:cubicBezTo>
                    <a:cubicBezTo>
                      <a:pt x="87" y="157"/>
                      <a:pt x="144" y="100"/>
                      <a:pt x="131" y="84"/>
                    </a:cubicBezTo>
                    <a:cubicBezTo>
                      <a:pt x="130" y="82"/>
                      <a:pt x="128" y="81"/>
                      <a:pt x="124" y="81"/>
                    </a:cubicBezTo>
                    <a:cubicBezTo>
                      <a:pt x="100" y="81"/>
                      <a:pt x="18" y="130"/>
                      <a:pt x="7" y="264"/>
                    </a:cubicBezTo>
                    <a:cubicBezTo>
                      <a:pt x="1" y="355"/>
                      <a:pt x="38" y="444"/>
                      <a:pt x="108" y="502"/>
                    </a:cubicBezTo>
                    <a:cubicBezTo>
                      <a:pt x="152" y="539"/>
                      <a:pt x="209" y="557"/>
                      <a:pt x="268" y="557"/>
                    </a:cubicBezTo>
                    <a:cubicBezTo>
                      <a:pt x="325" y="557"/>
                      <a:pt x="384" y="540"/>
                      <a:pt x="432" y="509"/>
                    </a:cubicBezTo>
                    <a:cubicBezTo>
                      <a:pt x="530" y="449"/>
                      <a:pt x="594" y="323"/>
                      <a:pt x="565" y="214"/>
                    </a:cubicBezTo>
                    <a:cubicBezTo>
                      <a:pt x="543" y="127"/>
                      <a:pt x="479" y="54"/>
                      <a:pt x="394" y="20"/>
                    </a:cubicBezTo>
                    <a:cubicBezTo>
                      <a:pt x="357" y="6"/>
                      <a:pt x="325" y="1"/>
                      <a:pt x="29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1432;p34">
                <a:extLst>
                  <a:ext uri="{FF2B5EF4-FFF2-40B4-BE49-F238E27FC236}">
                    <a16:creationId xmlns:a16="http://schemas.microsoft.com/office/drawing/2014/main" id="{D843001C-A16B-5EE8-7374-F8886FB22200}"/>
                  </a:ext>
                </a:extLst>
              </p:cNvPr>
              <p:cNvSpPr/>
              <p:nvPr/>
            </p:nvSpPr>
            <p:spPr>
              <a:xfrm>
                <a:off x="6478925" y="2705961"/>
                <a:ext cx="14252" cy="13364"/>
              </a:xfrm>
              <a:custGeom>
                <a:avLst/>
                <a:gdLst/>
                <a:ahLst/>
                <a:cxnLst/>
                <a:rect l="l" t="t" r="r" b="b"/>
                <a:pathLst>
                  <a:path w="594" h="557" extrusionOk="0">
                    <a:moveTo>
                      <a:pt x="295" y="1"/>
                    </a:moveTo>
                    <a:cubicBezTo>
                      <a:pt x="213" y="1"/>
                      <a:pt x="169" y="46"/>
                      <a:pt x="179" y="54"/>
                    </a:cubicBezTo>
                    <a:cubicBezTo>
                      <a:pt x="187" y="72"/>
                      <a:pt x="263" y="46"/>
                      <a:pt x="352" y="105"/>
                    </a:cubicBezTo>
                    <a:cubicBezTo>
                      <a:pt x="394" y="133"/>
                      <a:pt x="435" y="184"/>
                      <a:pt x="444" y="238"/>
                    </a:cubicBezTo>
                    <a:cubicBezTo>
                      <a:pt x="454" y="293"/>
                      <a:pt x="422" y="357"/>
                      <a:pt x="361" y="395"/>
                    </a:cubicBezTo>
                    <a:cubicBezTo>
                      <a:pt x="327" y="415"/>
                      <a:pt x="291" y="425"/>
                      <a:pt x="258" y="425"/>
                    </a:cubicBezTo>
                    <a:cubicBezTo>
                      <a:pt x="230" y="425"/>
                      <a:pt x="203" y="418"/>
                      <a:pt x="183" y="403"/>
                    </a:cubicBezTo>
                    <a:cubicBezTo>
                      <a:pt x="135" y="372"/>
                      <a:pt x="108" y="313"/>
                      <a:pt x="102" y="262"/>
                    </a:cubicBezTo>
                    <a:cubicBezTo>
                      <a:pt x="87" y="156"/>
                      <a:pt x="144" y="99"/>
                      <a:pt x="131" y="84"/>
                    </a:cubicBezTo>
                    <a:cubicBezTo>
                      <a:pt x="130" y="82"/>
                      <a:pt x="128" y="80"/>
                      <a:pt x="124" y="80"/>
                    </a:cubicBezTo>
                    <a:cubicBezTo>
                      <a:pt x="100" y="80"/>
                      <a:pt x="18" y="130"/>
                      <a:pt x="7" y="264"/>
                    </a:cubicBezTo>
                    <a:cubicBezTo>
                      <a:pt x="1" y="355"/>
                      <a:pt x="38" y="444"/>
                      <a:pt x="108" y="501"/>
                    </a:cubicBezTo>
                    <a:cubicBezTo>
                      <a:pt x="152" y="539"/>
                      <a:pt x="209" y="556"/>
                      <a:pt x="268" y="556"/>
                    </a:cubicBezTo>
                    <a:cubicBezTo>
                      <a:pt x="325" y="556"/>
                      <a:pt x="384" y="540"/>
                      <a:pt x="432" y="508"/>
                    </a:cubicBezTo>
                    <a:cubicBezTo>
                      <a:pt x="530" y="448"/>
                      <a:pt x="594" y="323"/>
                      <a:pt x="565" y="215"/>
                    </a:cubicBezTo>
                    <a:cubicBezTo>
                      <a:pt x="543" y="126"/>
                      <a:pt x="479" y="54"/>
                      <a:pt x="394" y="21"/>
                    </a:cubicBezTo>
                    <a:cubicBezTo>
                      <a:pt x="357" y="6"/>
                      <a:pt x="324" y="1"/>
                      <a:pt x="29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1433;p34">
                <a:extLst>
                  <a:ext uri="{FF2B5EF4-FFF2-40B4-BE49-F238E27FC236}">
                    <a16:creationId xmlns:a16="http://schemas.microsoft.com/office/drawing/2014/main" id="{0F02F168-FD6E-C9F2-3D44-2D06916215EF}"/>
                  </a:ext>
                </a:extLst>
              </p:cNvPr>
              <p:cNvSpPr/>
              <p:nvPr/>
            </p:nvSpPr>
            <p:spPr>
              <a:xfrm>
                <a:off x="6478925" y="2833602"/>
                <a:ext cx="14252" cy="13364"/>
              </a:xfrm>
              <a:custGeom>
                <a:avLst/>
                <a:gdLst/>
                <a:ahLst/>
                <a:cxnLst/>
                <a:rect l="l" t="t" r="r" b="b"/>
                <a:pathLst>
                  <a:path w="594" h="557" extrusionOk="0">
                    <a:moveTo>
                      <a:pt x="295" y="0"/>
                    </a:moveTo>
                    <a:cubicBezTo>
                      <a:pt x="213" y="0"/>
                      <a:pt x="169" y="45"/>
                      <a:pt x="179" y="53"/>
                    </a:cubicBezTo>
                    <a:cubicBezTo>
                      <a:pt x="187" y="71"/>
                      <a:pt x="263" y="46"/>
                      <a:pt x="352" y="105"/>
                    </a:cubicBezTo>
                    <a:cubicBezTo>
                      <a:pt x="394" y="132"/>
                      <a:pt x="435" y="183"/>
                      <a:pt x="444" y="238"/>
                    </a:cubicBezTo>
                    <a:cubicBezTo>
                      <a:pt x="454" y="292"/>
                      <a:pt x="422" y="357"/>
                      <a:pt x="361" y="394"/>
                    </a:cubicBezTo>
                    <a:cubicBezTo>
                      <a:pt x="327" y="415"/>
                      <a:pt x="291" y="425"/>
                      <a:pt x="258" y="425"/>
                    </a:cubicBezTo>
                    <a:cubicBezTo>
                      <a:pt x="229" y="425"/>
                      <a:pt x="203" y="418"/>
                      <a:pt x="183" y="402"/>
                    </a:cubicBezTo>
                    <a:cubicBezTo>
                      <a:pt x="135" y="371"/>
                      <a:pt x="108" y="312"/>
                      <a:pt x="102" y="261"/>
                    </a:cubicBezTo>
                    <a:cubicBezTo>
                      <a:pt x="87" y="156"/>
                      <a:pt x="144" y="99"/>
                      <a:pt x="131" y="85"/>
                    </a:cubicBezTo>
                    <a:cubicBezTo>
                      <a:pt x="130" y="82"/>
                      <a:pt x="128" y="81"/>
                      <a:pt x="124" y="81"/>
                    </a:cubicBezTo>
                    <a:cubicBezTo>
                      <a:pt x="99" y="81"/>
                      <a:pt x="18" y="131"/>
                      <a:pt x="7" y="263"/>
                    </a:cubicBezTo>
                    <a:cubicBezTo>
                      <a:pt x="1" y="354"/>
                      <a:pt x="38" y="443"/>
                      <a:pt x="108" y="502"/>
                    </a:cubicBezTo>
                    <a:cubicBezTo>
                      <a:pt x="152" y="539"/>
                      <a:pt x="209" y="556"/>
                      <a:pt x="268" y="556"/>
                    </a:cubicBezTo>
                    <a:cubicBezTo>
                      <a:pt x="325" y="556"/>
                      <a:pt x="383" y="539"/>
                      <a:pt x="432" y="508"/>
                    </a:cubicBezTo>
                    <a:cubicBezTo>
                      <a:pt x="530" y="448"/>
                      <a:pt x="594" y="322"/>
                      <a:pt x="565" y="214"/>
                    </a:cubicBezTo>
                    <a:cubicBezTo>
                      <a:pt x="543" y="126"/>
                      <a:pt x="479" y="53"/>
                      <a:pt x="394" y="20"/>
                    </a:cubicBezTo>
                    <a:cubicBezTo>
                      <a:pt x="357" y="6"/>
                      <a:pt x="324" y="0"/>
                      <a:pt x="295"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1434;p34">
                <a:extLst>
                  <a:ext uri="{FF2B5EF4-FFF2-40B4-BE49-F238E27FC236}">
                    <a16:creationId xmlns:a16="http://schemas.microsoft.com/office/drawing/2014/main" id="{30BCA488-B0B4-5B6F-4335-D4E4795CFFDE}"/>
                  </a:ext>
                </a:extLst>
              </p:cNvPr>
              <p:cNvSpPr/>
              <p:nvPr/>
            </p:nvSpPr>
            <p:spPr>
              <a:xfrm>
                <a:off x="6490345" y="2421338"/>
                <a:ext cx="51728" cy="43115"/>
              </a:xfrm>
              <a:custGeom>
                <a:avLst/>
                <a:gdLst/>
                <a:ahLst/>
                <a:cxnLst/>
                <a:rect l="l" t="t" r="r" b="b"/>
                <a:pathLst>
                  <a:path w="2156" h="1797" extrusionOk="0">
                    <a:moveTo>
                      <a:pt x="16" y="1"/>
                    </a:moveTo>
                    <a:cubicBezTo>
                      <a:pt x="16" y="1"/>
                      <a:pt x="16" y="1"/>
                      <a:pt x="16" y="1"/>
                    </a:cubicBezTo>
                    <a:cubicBezTo>
                      <a:pt x="0" y="5"/>
                      <a:pt x="41" y="201"/>
                      <a:pt x="141" y="513"/>
                    </a:cubicBezTo>
                    <a:cubicBezTo>
                      <a:pt x="274" y="924"/>
                      <a:pt x="438" y="1324"/>
                      <a:pt x="629" y="1712"/>
                    </a:cubicBezTo>
                    <a:lnTo>
                      <a:pt x="670" y="1796"/>
                    </a:lnTo>
                    <a:lnTo>
                      <a:pt x="735" y="1730"/>
                    </a:lnTo>
                    <a:lnTo>
                      <a:pt x="872" y="1592"/>
                    </a:lnTo>
                    <a:cubicBezTo>
                      <a:pt x="1204" y="1252"/>
                      <a:pt x="1517" y="896"/>
                      <a:pt x="1810" y="522"/>
                    </a:cubicBezTo>
                    <a:cubicBezTo>
                      <a:pt x="2033" y="234"/>
                      <a:pt x="2156" y="45"/>
                      <a:pt x="2142" y="34"/>
                    </a:cubicBezTo>
                    <a:cubicBezTo>
                      <a:pt x="2142" y="34"/>
                      <a:pt x="2141" y="33"/>
                      <a:pt x="2140" y="33"/>
                    </a:cubicBezTo>
                    <a:cubicBezTo>
                      <a:pt x="2116" y="33"/>
                      <a:pt x="1969" y="200"/>
                      <a:pt x="1737" y="462"/>
                    </a:cubicBezTo>
                    <a:cubicBezTo>
                      <a:pt x="1496" y="733"/>
                      <a:pt x="1161" y="1103"/>
                      <a:pt x="775" y="1499"/>
                    </a:cubicBezTo>
                    <a:lnTo>
                      <a:pt x="706" y="1570"/>
                    </a:lnTo>
                    <a:lnTo>
                      <a:pt x="706" y="1570"/>
                    </a:lnTo>
                    <a:cubicBezTo>
                      <a:pt x="283" y="707"/>
                      <a:pt x="55" y="1"/>
                      <a:pt x="1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1435;p34">
                <a:extLst>
                  <a:ext uri="{FF2B5EF4-FFF2-40B4-BE49-F238E27FC236}">
                    <a16:creationId xmlns:a16="http://schemas.microsoft.com/office/drawing/2014/main" id="{ABFA29DE-51B2-2394-C649-364BDD9EBCE7}"/>
                  </a:ext>
                </a:extLst>
              </p:cNvPr>
              <p:cNvSpPr/>
              <p:nvPr/>
            </p:nvSpPr>
            <p:spPr>
              <a:xfrm>
                <a:off x="6391688" y="2422346"/>
                <a:ext cx="61661" cy="46809"/>
              </a:xfrm>
              <a:custGeom>
                <a:avLst/>
                <a:gdLst/>
                <a:ahLst/>
                <a:cxnLst/>
                <a:rect l="l" t="t" r="r" b="b"/>
                <a:pathLst>
                  <a:path w="2570" h="1951" extrusionOk="0">
                    <a:moveTo>
                      <a:pt x="2552" y="0"/>
                    </a:moveTo>
                    <a:cubicBezTo>
                      <a:pt x="2530" y="0"/>
                      <a:pt x="2385" y="197"/>
                      <a:pt x="2165" y="515"/>
                    </a:cubicBezTo>
                    <a:cubicBezTo>
                      <a:pt x="1950" y="828"/>
                      <a:pt x="1662" y="1261"/>
                      <a:pt x="1349" y="1744"/>
                    </a:cubicBezTo>
                    <a:lnTo>
                      <a:pt x="1349" y="1744"/>
                    </a:lnTo>
                    <a:cubicBezTo>
                      <a:pt x="997" y="1408"/>
                      <a:pt x="677" y="1040"/>
                      <a:pt x="392" y="645"/>
                    </a:cubicBezTo>
                    <a:cubicBezTo>
                      <a:pt x="166" y="332"/>
                      <a:pt x="40" y="125"/>
                      <a:pt x="17" y="125"/>
                    </a:cubicBezTo>
                    <a:cubicBezTo>
                      <a:pt x="16" y="125"/>
                      <a:pt x="16" y="125"/>
                      <a:pt x="15" y="125"/>
                    </a:cubicBezTo>
                    <a:cubicBezTo>
                      <a:pt x="1" y="132"/>
                      <a:pt x="100" y="361"/>
                      <a:pt x="314" y="698"/>
                    </a:cubicBezTo>
                    <a:cubicBezTo>
                      <a:pt x="527" y="1036"/>
                      <a:pt x="867" y="1479"/>
                      <a:pt x="1316" y="1897"/>
                    </a:cubicBezTo>
                    <a:lnTo>
                      <a:pt x="1375" y="1951"/>
                    </a:lnTo>
                    <a:lnTo>
                      <a:pt x="1418" y="1884"/>
                    </a:lnTo>
                    <a:lnTo>
                      <a:pt x="1419" y="1882"/>
                    </a:lnTo>
                    <a:cubicBezTo>
                      <a:pt x="1748" y="1372"/>
                      <a:pt x="2040" y="907"/>
                      <a:pt x="2245" y="566"/>
                    </a:cubicBezTo>
                    <a:cubicBezTo>
                      <a:pt x="2451" y="226"/>
                      <a:pt x="2569" y="11"/>
                      <a:pt x="2554" y="1"/>
                    </a:cubicBezTo>
                    <a:cubicBezTo>
                      <a:pt x="2554" y="1"/>
                      <a:pt x="2553" y="0"/>
                      <a:pt x="2552"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1436;p34">
                <a:extLst>
                  <a:ext uri="{FF2B5EF4-FFF2-40B4-BE49-F238E27FC236}">
                    <a16:creationId xmlns:a16="http://schemas.microsoft.com/office/drawing/2014/main" id="{980C0CA5-64A5-CC33-0D18-6FE8DD06A3B5}"/>
                  </a:ext>
                </a:extLst>
              </p:cNvPr>
              <p:cNvSpPr/>
              <p:nvPr/>
            </p:nvSpPr>
            <p:spPr>
              <a:xfrm>
                <a:off x="6428852" y="2446818"/>
                <a:ext cx="37596" cy="38700"/>
              </a:xfrm>
              <a:custGeom>
                <a:avLst/>
                <a:gdLst/>
                <a:ahLst/>
                <a:cxnLst/>
                <a:rect l="l" t="t" r="r" b="b"/>
                <a:pathLst>
                  <a:path w="1567" h="1613" extrusionOk="0">
                    <a:moveTo>
                      <a:pt x="346" y="0"/>
                    </a:moveTo>
                    <a:lnTo>
                      <a:pt x="1" y="535"/>
                    </a:lnTo>
                    <a:lnTo>
                      <a:pt x="1197" y="1613"/>
                    </a:lnTo>
                    <a:lnTo>
                      <a:pt x="1567" y="963"/>
                    </a:lnTo>
                    <a:lnTo>
                      <a:pt x="346" y="0"/>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1437;p34">
                <a:extLst>
                  <a:ext uri="{FF2B5EF4-FFF2-40B4-BE49-F238E27FC236}">
                    <a16:creationId xmlns:a16="http://schemas.microsoft.com/office/drawing/2014/main" id="{D9CBE238-329C-798F-A257-923245F71AD9}"/>
                  </a:ext>
                </a:extLst>
              </p:cNvPr>
              <p:cNvSpPr/>
              <p:nvPr/>
            </p:nvSpPr>
            <p:spPr>
              <a:xfrm>
                <a:off x="6450374" y="2463949"/>
                <a:ext cx="35317" cy="39372"/>
              </a:xfrm>
              <a:custGeom>
                <a:avLst/>
                <a:gdLst/>
                <a:ahLst/>
                <a:cxnLst/>
                <a:rect l="l" t="t" r="r" b="b"/>
                <a:pathLst>
                  <a:path w="1472" h="1641" extrusionOk="0">
                    <a:moveTo>
                      <a:pt x="353" y="0"/>
                    </a:moveTo>
                    <a:lnTo>
                      <a:pt x="0" y="701"/>
                    </a:lnTo>
                    <a:lnTo>
                      <a:pt x="353" y="1641"/>
                    </a:lnTo>
                    <a:lnTo>
                      <a:pt x="1049" y="1641"/>
                    </a:lnTo>
                    <a:lnTo>
                      <a:pt x="1472" y="810"/>
                    </a:lnTo>
                    <a:lnTo>
                      <a:pt x="1103" y="0"/>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1438;p34">
                <a:extLst>
                  <a:ext uri="{FF2B5EF4-FFF2-40B4-BE49-F238E27FC236}">
                    <a16:creationId xmlns:a16="http://schemas.microsoft.com/office/drawing/2014/main" id="{AEC305ED-E389-70C3-7E0E-ED004ACB2063}"/>
                  </a:ext>
                </a:extLst>
              </p:cNvPr>
              <p:cNvSpPr/>
              <p:nvPr/>
            </p:nvSpPr>
            <p:spPr>
              <a:xfrm>
                <a:off x="6476813" y="2444491"/>
                <a:ext cx="27160" cy="30806"/>
              </a:xfrm>
              <a:custGeom>
                <a:avLst/>
                <a:gdLst/>
                <a:ahLst/>
                <a:cxnLst/>
                <a:rect l="l" t="t" r="r" b="b"/>
                <a:pathLst>
                  <a:path w="1132" h="1284" extrusionOk="0">
                    <a:moveTo>
                      <a:pt x="928" y="1"/>
                    </a:moveTo>
                    <a:lnTo>
                      <a:pt x="1" y="811"/>
                    </a:lnTo>
                    <a:lnTo>
                      <a:pt x="216" y="1283"/>
                    </a:lnTo>
                    <a:lnTo>
                      <a:pt x="1132" y="465"/>
                    </a:lnTo>
                    <a:lnTo>
                      <a:pt x="928" y="1"/>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1439;p34">
                <a:extLst>
                  <a:ext uri="{FF2B5EF4-FFF2-40B4-BE49-F238E27FC236}">
                    <a16:creationId xmlns:a16="http://schemas.microsoft.com/office/drawing/2014/main" id="{0B06846A-F0C6-80A7-3F8F-245C035F02B1}"/>
                  </a:ext>
                </a:extLst>
              </p:cNvPr>
              <p:cNvSpPr/>
              <p:nvPr/>
            </p:nvSpPr>
            <p:spPr>
              <a:xfrm>
                <a:off x="6422494" y="2503297"/>
                <a:ext cx="81479" cy="328241"/>
              </a:xfrm>
              <a:custGeom>
                <a:avLst/>
                <a:gdLst/>
                <a:ahLst/>
                <a:cxnLst/>
                <a:rect l="l" t="t" r="r" b="b"/>
                <a:pathLst>
                  <a:path w="3396" h="13681" extrusionOk="0">
                    <a:moveTo>
                      <a:pt x="1515" y="1"/>
                    </a:moveTo>
                    <a:lnTo>
                      <a:pt x="1" y="10427"/>
                    </a:lnTo>
                    <a:lnTo>
                      <a:pt x="1515" y="13681"/>
                    </a:lnTo>
                    <a:lnTo>
                      <a:pt x="3396" y="10207"/>
                    </a:lnTo>
                    <a:lnTo>
                      <a:pt x="2211" y="1"/>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1440;p34">
                <a:extLst>
                  <a:ext uri="{FF2B5EF4-FFF2-40B4-BE49-F238E27FC236}">
                    <a16:creationId xmlns:a16="http://schemas.microsoft.com/office/drawing/2014/main" id="{87710BE0-1157-4CD2-C270-667D9BEE6459}"/>
                  </a:ext>
                </a:extLst>
              </p:cNvPr>
              <p:cNvSpPr/>
              <p:nvPr/>
            </p:nvSpPr>
            <p:spPr>
              <a:xfrm>
                <a:off x="6459107" y="2503537"/>
                <a:ext cx="16387" cy="3263"/>
              </a:xfrm>
              <a:custGeom>
                <a:avLst/>
                <a:gdLst/>
                <a:ahLst/>
                <a:cxnLst/>
                <a:rect l="l" t="t" r="r" b="b"/>
                <a:pathLst>
                  <a:path w="683" h="136" extrusionOk="0">
                    <a:moveTo>
                      <a:pt x="341" y="1"/>
                    </a:moveTo>
                    <a:cubicBezTo>
                      <a:pt x="153" y="1"/>
                      <a:pt x="0" y="31"/>
                      <a:pt x="0" y="68"/>
                    </a:cubicBezTo>
                    <a:cubicBezTo>
                      <a:pt x="0" y="105"/>
                      <a:pt x="153" y="135"/>
                      <a:pt x="341" y="135"/>
                    </a:cubicBezTo>
                    <a:cubicBezTo>
                      <a:pt x="530" y="135"/>
                      <a:pt x="682" y="105"/>
                      <a:pt x="682" y="68"/>
                    </a:cubicBezTo>
                    <a:cubicBezTo>
                      <a:pt x="682" y="32"/>
                      <a:pt x="530" y="1"/>
                      <a:pt x="341"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1441;p34">
                <a:extLst>
                  <a:ext uri="{FF2B5EF4-FFF2-40B4-BE49-F238E27FC236}">
                    <a16:creationId xmlns:a16="http://schemas.microsoft.com/office/drawing/2014/main" id="{01F2F500-A1F0-5BD1-4D23-AFDF5B193F45}"/>
                  </a:ext>
                </a:extLst>
              </p:cNvPr>
              <p:cNvSpPr/>
              <p:nvPr/>
            </p:nvSpPr>
            <p:spPr>
              <a:xfrm>
                <a:off x="6449798" y="2464501"/>
                <a:ext cx="10653" cy="16579"/>
              </a:xfrm>
              <a:custGeom>
                <a:avLst/>
                <a:gdLst/>
                <a:ahLst/>
                <a:cxnLst/>
                <a:rect l="l" t="t" r="r" b="b"/>
                <a:pathLst>
                  <a:path w="444" h="691" extrusionOk="0">
                    <a:moveTo>
                      <a:pt x="407" y="0"/>
                    </a:moveTo>
                    <a:cubicBezTo>
                      <a:pt x="366" y="0"/>
                      <a:pt x="243" y="121"/>
                      <a:pt x="143" y="301"/>
                    </a:cubicBezTo>
                    <a:cubicBezTo>
                      <a:pt x="35" y="496"/>
                      <a:pt x="1" y="677"/>
                      <a:pt x="35" y="689"/>
                    </a:cubicBezTo>
                    <a:cubicBezTo>
                      <a:pt x="37" y="690"/>
                      <a:pt x="38" y="690"/>
                      <a:pt x="40" y="690"/>
                    </a:cubicBezTo>
                    <a:cubicBezTo>
                      <a:pt x="78" y="690"/>
                      <a:pt x="162" y="544"/>
                      <a:pt x="261" y="366"/>
                    </a:cubicBezTo>
                    <a:cubicBezTo>
                      <a:pt x="363" y="180"/>
                      <a:pt x="444" y="25"/>
                      <a:pt x="416" y="3"/>
                    </a:cubicBezTo>
                    <a:cubicBezTo>
                      <a:pt x="414" y="1"/>
                      <a:pt x="411" y="0"/>
                      <a:pt x="407"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1442;p34">
                <a:extLst>
                  <a:ext uri="{FF2B5EF4-FFF2-40B4-BE49-F238E27FC236}">
                    <a16:creationId xmlns:a16="http://schemas.microsoft.com/office/drawing/2014/main" id="{0BDC2F87-7781-328D-2FD8-93C9B23FBEF1}"/>
                  </a:ext>
                </a:extLst>
              </p:cNvPr>
              <p:cNvSpPr/>
              <p:nvPr/>
            </p:nvSpPr>
            <p:spPr>
              <a:xfrm>
                <a:off x="6475950" y="2464093"/>
                <a:ext cx="10269" cy="18330"/>
              </a:xfrm>
              <a:custGeom>
                <a:avLst/>
                <a:gdLst/>
                <a:ahLst/>
                <a:cxnLst/>
                <a:rect l="l" t="t" r="r" b="b"/>
                <a:pathLst>
                  <a:path w="428" h="764" extrusionOk="0">
                    <a:moveTo>
                      <a:pt x="39" y="0"/>
                    </a:moveTo>
                    <a:cubicBezTo>
                      <a:pt x="38" y="0"/>
                      <a:pt x="36" y="0"/>
                      <a:pt x="35" y="1"/>
                    </a:cubicBezTo>
                    <a:cubicBezTo>
                      <a:pt x="0" y="14"/>
                      <a:pt x="54" y="199"/>
                      <a:pt x="154" y="410"/>
                    </a:cubicBezTo>
                    <a:cubicBezTo>
                      <a:pt x="250" y="612"/>
                      <a:pt x="352" y="763"/>
                      <a:pt x="389" y="763"/>
                    </a:cubicBezTo>
                    <a:cubicBezTo>
                      <a:pt x="391" y="763"/>
                      <a:pt x="393" y="763"/>
                      <a:pt x="395" y="762"/>
                    </a:cubicBezTo>
                    <a:cubicBezTo>
                      <a:pt x="428" y="744"/>
                      <a:pt x="373" y="561"/>
                      <a:pt x="275" y="352"/>
                    </a:cubicBezTo>
                    <a:cubicBezTo>
                      <a:pt x="180" y="152"/>
                      <a:pt x="77" y="0"/>
                      <a:pt x="39"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1443;p34">
                <a:extLst>
                  <a:ext uri="{FF2B5EF4-FFF2-40B4-BE49-F238E27FC236}">
                    <a16:creationId xmlns:a16="http://schemas.microsoft.com/office/drawing/2014/main" id="{F2A4E4AB-8B73-5007-1E48-7912E1363EAA}"/>
                  </a:ext>
                </a:extLst>
              </p:cNvPr>
              <p:cNvSpPr/>
              <p:nvPr/>
            </p:nvSpPr>
            <p:spPr>
              <a:xfrm>
                <a:off x="6455004" y="2469851"/>
                <a:ext cx="24928" cy="24832"/>
              </a:xfrm>
              <a:custGeom>
                <a:avLst/>
                <a:gdLst/>
                <a:ahLst/>
                <a:cxnLst/>
                <a:rect l="l" t="t" r="r" b="b"/>
                <a:pathLst>
                  <a:path w="1039" h="1035" extrusionOk="0">
                    <a:moveTo>
                      <a:pt x="1007" y="1"/>
                    </a:moveTo>
                    <a:cubicBezTo>
                      <a:pt x="959" y="1"/>
                      <a:pt x="730" y="203"/>
                      <a:pt x="472" y="472"/>
                    </a:cubicBezTo>
                    <a:cubicBezTo>
                      <a:pt x="199" y="756"/>
                      <a:pt x="0" y="1008"/>
                      <a:pt x="28" y="1033"/>
                    </a:cubicBezTo>
                    <a:cubicBezTo>
                      <a:pt x="30" y="1034"/>
                      <a:pt x="32" y="1035"/>
                      <a:pt x="34" y="1035"/>
                    </a:cubicBezTo>
                    <a:cubicBezTo>
                      <a:pt x="82" y="1035"/>
                      <a:pt x="311" y="832"/>
                      <a:pt x="569" y="564"/>
                    </a:cubicBezTo>
                    <a:cubicBezTo>
                      <a:pt x="840" y="281"/>
                      <a:pt x="1039" y="30"/>
                      <a:pt x="1013" y="3"/>
                    </a:cubicBezTo>
                    <a:cubicBezTo>
                      <a:pt x="1012" y="2"/>
                      <a:pt x="1009" y="1"/>
                      <a:pt x="1007"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1444;p34">
                <a:extLst>
                  <a:ext uri="{FF2B5EF4-FFF2-40B4-BE49-F238E27FC236}">
                    <a16:creationId xmlns:a16="http://schemas.microsoft.com/office/drawing/2014/main" id="{E71AFF8A-8343-2DCE-AB4D-E623E5F0A406}"/>
                  </a:ext>
                </a:extLst>
              </p:cNvPr>
              <p:cNvSpPr/>
              <p:nvPr/>
            </p:nvSpPr>
            <p:spPr>
              <a:xfrm>
                <a:off x="6442576" y="2533623"/>
                <a:ext cx="31022" cy="74449"/>
              </a:xfrm>
              <a:custGeom>
                <a:avLst/>
                <a:gdLst/>
                <a:ahLst/>
                <a:cxnLst/>
                <a:rect l="l" t="t" r="r" b="b"/>
                <a:pathLst>
                  <a:path w="1293" h="3103" extrusionOk="0">
                    <a:moveTo>
                      <a:pt x="538" y="1"/>
                    </a:moveTo>
                    <a:cubicBezTo>
                      <a:pt x="537" y="1"/>
                      <a:pt x="536" y="1"/>
                      <a:pt x="536" y="2"/>
                    </a:cubicBezTo>
                    <a:cubicBezTo>
                      <a:pt x="520" y="19"/>
                      <a:pt x="683" y="158"/>
                      <a:pt x="845" y="448"/>
                    </a:cubicBezTo>
                    <a:cubicBezTo>
                      <a:pt x="1008" y="731"/>
                      <a:pt x="1154" y="1190"/>
                      <a:pt x="1070" y="1686"/>
                    </a:cubicBezTo>
                    <a:cubicBezTo>
                      <a:pt x="986" y="2182"/>
                      <a:pt x="696" y="2567"/>
                      <a:pt x="450" y="2781"/>
                    </a:cubicBezTo>
                    <a:cubicBezTo>
                      <a:pt x="200" y="3001"/>
                      <a:pt x="1" y="3079"/>
                      <a:pt x="11" y="3100"/>
                    </a:cubicBezTo>
                    <a:cubicBezTo>
                      <a:pt x="11" y="3101"/>
                      <a:pt x="14" y="3102"/>
                      <a:pt x="18" y="3102"/>
                    </a:cubicBezTo>
                    <a:cubicBezTo>
                      <a:pt x="58" y="3102"/>
                      <a:pt x="259" y="3045"/>
                      <a:pt x="510" y="2854"/>
                    </a:cubicBezTo>
                    <a:cubicBezTo>
                      <a:pt x="785" y="2648"/>
                      <a:pt x="1110" y="2245"/>
                      <a:pt x="1203" y="1709"/>
                    </a:cubicBezTo>
                    <a:cubicBezTo>
                      <a:pt x="1292" y="1171"/>
                      <a:pt x="1118" y="684"/>
                      <a:pt x="926" y="398"/>
                    </a:cubicBezTo>
                    <a:cubicBezTo>
                      <a:pt x="741" y="119"/>
                      <a:pt x="559" y="1"/>
                      <a:pt x="538"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1445;p34">
                <a:extLst>
                  <a:ext uri="{FF2B5EF4-FFF2-40B4-BE49-F238E27FC236}">
                    <a16:creationId xmlns:a16="http://schemas.microsoft.com/office/drawing/2014/main" id="{7319C050-06E1-6D7F-9715-19CF5292398C}"/>
                  </a:ext>
                </a:extLst>
              </p:cNvPr>
              <p:cNvSpPr/>
              <p:nvPr/>
            </p:nvSpPr>
            <p:spPr>
              <a:xfrm>
                <a:off x="6445719" y="2593772"/>
                <a:ext cx="51680" cy="107438"/>
              </a:xfrm>
              <a:custGeom>
                <a:avLst/>
                <a:gdLst/>
                <a:ahLst/>
                <a:cxnLst/>
                <a:rect l="l" t="t" r="r" b="b"/>
                <a:pathLst>
                  <a:path w="2154" h="4478" extrusionOk="0">
                    <a:moveTo>
                      <a:pt x="1510" y="0"/>
                    </a:moveTo>
                    <a:cubicBezTo>
                      <a:pt x="1494" y="0"/>
                      <a:pt x="1412" y="26"/>
                      <a:pt x="1286" y="94"/>
                    </a:cubicBezTo>
                    <a:cubicBezTo>
                      <a:pt x="1088" y="202"/>
                      <a:pt x="908" y="338"/>
                      <a:pt x="751" y="499"/>
                    </a:cubicBezTo>
                    <a:cubicBezTo>
                      <a:pt x="515" y="737"/>
                      <a:pt x="331" y="1021"/>
                      <a:pt x="206" y="1333"/>
                    </a:cubicBezTo>
                    <a:cubicBezTo>
                      <a:pt x="52" y="1717"/>
                      <a:pt x="1" y="2136"/>
                      <a:pt x="60" y="2545"/>
                    </a:cubicBezTo>
                    <a:cubicBezTo>
                      <a:pt x="182" y="3425"/>
                      <a:pt x="751" y="4087"/>
                      <a:pt x="1261" y="4342"/>
                    </a:cubicBezTo>
                    <a:cubicBezTo>
                      <a:pt x="1451" y="4438"/>
                      <a:pt x="1635" y="4478"/>
                      <a:pt x="1781" y="4478"/>
                    </a:cubicBezTo>
                    <a:cubicBezTo>
                      <a:pt x="1834" y="4478"/>
                      <a:pt x="1882" y="4473"/>
                      <a:pt x="1923" y="4463"/>
                    </a:cubicBezTo>
                    <a:cubicBezTo>
                      <a:pt x="2083" y="4432"/>
                      <a:pt x="2153" y="4370"/>
                      <a:pt x="2150" y="4366"/>
                    </a:cubicBezTo>
                    <a:cubicBezTo>
                      <a:pt x="2149" y="4364"/>
                      <a:pt x="2148" y="4364"/>
                      <a:pt x="2145" y="4364"/>
                    </a:cubicBezTo>
                    <a:cubicBezTo>
                      <a:pt x="2126" y="4364"/>
                      <a:pt x="2050" y="4400"/>
                      <a:pt x="1916" y="4411"/>
                    </a:cubicBezTo>
                    <a:cubicBezTo>
                      <a:pt x="1893" y="4414"/>
                      <a:pt x="1869" y="4415"/>
                      <a:pt x="1843" y="4415"/>
                    </a:cubicBezTo>
                    <a:cubicBezTo>
                      <a:pt x="1698" y="4415"/>
                      <a:pt x="1506" y="4371"/>
                      <a:pt x="1305" y="4259"/>
                    </a:cubicBezTo>
                    <a:cubicBezTo>
                      <a:pt x="836" y="3999"/>
                      <a:pt x="306" y="3358"/>
                      <a:pt x="192" y="2528"/>
                    </a:cubicBezTo>
                    <a:cubicBezTo>
                      <a:pt x="138" y="2139"/>
                      <a:pt x="181" y="1744"/>
                      <a:pt x="321" y="1377"/>
                    </a:cubicBezTo>
                    <a:cubicBezTo>
                      <a:pt x="435" y="1077"/>
                      <a:pt x="604" y="801"/>
                      <a:pt x="819" y="563"/>
                    </a:cubicBezTo>
                    <a:cubicBezTo>
                      <a:pt x="1194" y="157"/>
                      <a:pt x="1527" y="26"/>
                      <a:pt x="1512" y="1"/>
                    </a:cubicBezTo>
                    <a:cubicBezTo>
                      <a:pt x="1512" y="1"/>
                      <a:pt x="1511" y="0"/>
                      <a:pt x="1510"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1446;p34">
                <a:extLst>
                  <a:ext uri="{FF2B5EF4-FFF2-40B4-BE49-F238E27FC236}">
                    <a16:creationId xmlns:a16="http://schemas.microsoft.com/office/drawing/2014/main" id="{7E1F95A4-C104-14C0-ECBC-1B79B8F85085}"/>
                  </a:ext>
                </a:extLst>
              </p:cNvPr>
              <p:cNvSpPr/>
              <p:nvPr/>
            </p:nvSpPr>
            <p:spPr>
              <a:xfrm>
                <a:off x="6430100" y="2697924"/>
                <a:ext cx="54847" cy="92779"/>
              </a:xfrm>
              <a:custGeom>
                <a:avLst/>
                <a:gdLst/>
                <a:ahLst/>
                <a:cxnLst/>
                <a:rect l="l" t="t" r="r" b="b"/>
                <a:pathLst>
                  <a:path w="2286" h="3867" extrusionOk="0">
                    <a:moveTo>
                      <a:pt x="23" y="0"/>
                    </a:moveTo>
                    <a:cubicBezTo>
                      <a:pt x="13" y="0"/>
                      <a:pt x="8" y="1"/>
                      <a:pt x="8" y="4"/>
                    </a:cubicBezTo>
                    <a:cubicBezTo>
                      <a:pt x="0" y="27"/>
                      <a:pt x="275" y="83"/>
                      <a:pt x="660" y="298"/>
                    </a:cubicBezTo>
                    <a:cubicBezTo>
                      <a:pt x="1042" y="507"/>
                      <a:pt x="1529" y="909"/>
                      <a:pt x="1831" y="1506"/>
                    </a:cubicBezTo>
                    <a:cubicBezTo>
                      <a:pt x="2132" y="2105"/>
                      <a:pt x="2167" y="2734"/>
                      <a:pt x="2109" y="3166"/>
                    </a:cubicBezTo>
                    <a:cubicBezTo>
                      <a:pt x="2053" y="3603"/>
                      <a:pt x="1935" y="3857"/>
                      <a:pt x="1958" y="3866"/>
                    </a:cubicBezTo>
                    <a:cubicBezTo>
                      <a:pt x="1958" y="3866"/>
                      <a:pt x="1958" y="3866"/>
                      <a:pt x="1959" y="3866"/>
                    </a:cubicBezTo>
                    <a:cubicBezTo>
                      <a:pt x="1967" y="3866"/>
                      <a:pt x="2004" y="3807"/>
                      <a:pt x="2052" y="3694"/>
                    </a:cubicBezTo>
                    <a:cubicBezTo>
                      <a:pt x="2121" y="3528"/>
                      <a:pt x="2171" y="3356"/>
                      <a:pt x="2201" y="3181"/>
                    </a:cubicBezTo>
                    <a:cubicBezTo>
                      <a:pt x="2286" y="2739"/>
                      <a:pt x="2269" y="2075"/>
                      <a:pt x="1950" y="1446"/>
                    </a:cubicBezTo>
                    <a:cubicBezTo>
                      <a:pt x="1631" y="818"/>
                      <a:pt x="1110" y="409"/>
                      <a:pt x="704" y="215"/>
                    </a:cubicBezTo>
                    <a:cubicBezTo>
                      <a:pt x="544" y="133"/>
                      <a:pt x="375" y="71"/>
                      <a:pt x="202" y="29"/>
                    </a:cubicBezTo>
                    <a:cubicBezTo>
                      <a:pt x="112" y="9"/>
                      <a:pt x="50" y="0"/>
                      <a:pt x="23"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 name="Google Shape;1537;p34">
              <a:extLst>
                <a:ext uri="{FF2B5EF4-FFF2-40B4-BE49-F238E27FC236}">
                  <a16:creationId xmlns:a16="http://schemas.microsoft.com/office/drawing/2014/main" id="{DE851684-96FD-5F08-3FA6-0DF726793B8B}"/>
                </a:ext>
              </a:extLst>
            </p:cNvPr>
            <p:cNvGrpSpPr/>
            <p:nvPr/>
          </p:nvGrpSpPr>
          <p:grpSpPr>
            <a:xfrm>
              <a:off x="40537" y="1200085"/>
              <a:ext cx="1161827" cy="3675065"/>
              <a:chOff x="9447275" y="4222050"/>
              <a:chExt cx="794375" cy="2187450"/>
            </a:xfrm>
          </p:grpSpPr>
          <p:sp>
            <p:nvSpPr>
              <p:cNvPr id="32" name="Google Shape;1538;p34">
                <a:extLst>
                  <a:ext uri="{FF2B5EF4-FFF2-40B4-BE49-F238E27FC236}">
                    <a16:creationId xmlns:a16="http://schemas.microsoft.com/office/drawing/2014/main" id="{A834EC2C-A1B4-023D-65A1-595884AEF12F}"/>
                  </a:ext>
                </a:extLst>
              </p:cNvPr>
              <p:cNvSpPr/>
              <p:nvPr/>
            </p:nvSpPr>
            <p:spPr>
              <a:xfrm>
                <a:off x="10012825" y="4694675"/>
                <a:ext cx="209450" cy="394650"/>
              </a:xfrm>
              <a:custGeom>
                <a:avLst/>
                <a:gdLst/>
                <a:ahLst/>
                <a:cxnLst/>
                <a:rect l="l" t="t" r="r" b="b"/>
                <a:pathLst>
                  <a:path w="8378" h="15786" extrusionOk="0">
                    <a:moveTo>
                      <a:pt x="3149" y="1"/>
                    </a:moveTo>
                    <a:lnTo>
                      <a:pt x="1" y="10699"/>
                    </a:lnTo>
                    <a:lnTo>
                      <a:pt x="1628" y="15542"/>
                    </a:lnTo>
                    <a:cubicBezTo>
                      <a:pt x="1620" y="15653"/>
                      <a:pt x="2193" y="15786"/>
                      <a:pt x="2984" y="15786"/>
                    </a:cubicBezTo>
                    <a:cubicBezTo>
                      <a:pt x="4451" y="15786"/>
                      <a:pt x="6668" y="15329"/>
                      <a:pt x="7341" y="13432"/>
                    </a:cubicBezTo>
                    <a:cubicBezTo>
                      <a:pt x="8377" y="10510"/>
                      <a:pt x="3149" y="1"/>
                      <a:pt x="3149" y="1"/>
                    </a:cubicBez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39;p34">
                <a:extLst>
                  <a:ext uri="{FF2B5EF4-FFF2-40B4-BE49-F238E27FC236}">
                    <a16:creationId xmlns:a16="http://schemas.microsoft.com/office/drawing/2014/main" id="{004BBA5D-701B-077C-F083-3334CBE9A61E}"/>
                  </a:ext>
                </a:extLst>
              </p:cNvPr>
              <p:cNvSpPr/>
              <p:nvPr/>
            </p:nvSpPr>
            <p:spPr>
              <a:xfrm>
                <a:off x="9668000" y="4589700"/>
                <a:ext cx="395000" cy="575775"/>
              </a:xfrm>
              <a:custGeom>
                <a:avLst/>
                <a:gdLst/>
                <a:ahLst/>
                <a:cxnLst/>
                <a:rect l="l" t="t" r="r" b="b"/>
                <a:pathLst>
                  <a:path w="15800" h="23031" extrusionOk="0">
                    <a:moveTo>
                      <a:pt x="9733" y="0"/>
                    </a:moveTo>
                    <a:cubicBezTo>
                      <a:pt x="8159" y="0"/>
                      <a:pt x="6068" y="67"/>
                      <a:pt x="6068" y="67"/>
                    </a:cubicBezTo>
                    <a:cubicBezTo>
                      <a:pt x="3185" y="131"/>
                      <a:pt x="708" y="687"/>
                      <a:pt x="708" y="687"/>
                    </a:cubicBezTo>
                    <a:lnTo>
                      <a:pt x="702" y="10761"/>
                    </a:lnTo>
                    <a:lnTo>
                      <a:pt x="2387" y="16522"/>
                    </a:lnTo>
                    <a:lnTo>
                      <a:pt x="1" y="22370"/>
                    </a:lnTo>
                    <a:lnTo>
                      <a:pt x="15164" y="23030"/>
                    </a:lnTo>
                    <a:cubicBezTo>
                      <a:pt x="15164" y="23030"/>
                      <a:pt x="15799" y="16537"/>
                      <a:pt x="15633" y="11062"/>
                    </a:cubicBezTo>
                    <a:cubicBezTo>
                      <a:pt x="15442" y="4748"/>
                      <a:pt x="11987" y="219"/>
                      <a:pt x="11380" y="67"/>
                    </a:cubicBezTo>
                    <a:cubicBezTo>
                      <a:pt x="11178" y="17"/>
                      <a:pt x="10520" y="0"/>
                      <a:pt x="9733" y="0"/>
                    </a:cubicBez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40;p34">
                <a:extLst>
                  <a:ext uri="{FF2B5EF4-FFF2-40B4-BE49-F238E27FC236}">
                    <a16:creationId xmlns:a16="http://schemas.microsoft.com/office/drawing/2014/main" id="{82433CE7-0D53-E283-BA21-1A237D1DB395}"/>
                  </a:ext>
                </a:extLst>
              </p:cNvPr>
              <p:cNvSpPr/>
              <p:nvPr/>
            </p:nvSpPr>
            <p:spPr>
              <a:xfrm>
                <a:off x="9447275" y="4592475"/>
                <a:ext cx="367950" cy="398800"/>
              </a:xfrm>
              <a:custGeom>
                <a:avLst/>
                <a:gdLst/>
                <a:ahLst/>
                <a:cxnLst/>
                <a:rect l="l" t="t" r="r" b="b"/>
                <a:pathLst>
                  <a:path w="14718" h="15952" extrusionOk="0">
                    <a:moveTo>
                      <a:pt x="10743" y="1"/>
                    </a:moveTo>
                    <a:cubicBezTo>
                      <a:pt x="10743" y="1"/>
                      <a:pt x="1" y="3277"/>
                      <a:pt x="9985" y="15951"/>
                    </a:cubicBezTo>
                    <a:cubicBezTo>
                      <a:pt x="9985" y="15951"/>
                      <a:pt x="13224" y="14227"/>
                      <a:pt x="14718" y="12036"/>
                    </a:cubicBezTo>
                    <a:lnTo>
                      <a:pt x="10743" y="1"/>
                    </a:ln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41;p34">
                <a:extLst>
                  <a:ext uri="{FF2B5EF4-FFF2-40B4-BE49-F238E27FC236}">
                    <a16:creationId xmlns:a16="http://schemas.microsoft.com/office/drawing/2014/main" id="{D62377AC-27FA-1B4D-51BB-ADD3888D4DEF}"/>
                  </a:ext>
                </a:extLst>
              </p:cNvPr>
              <p:cNvSpPr/>
              <p:nvPr/>
            </p:nvSpPr>
            <p:spPr>
              <a:xfrm>
                <a:off x="9998125" y="4589700"/>
                <a:ext cx="147075" cy="355300"/>
              </a:xfrm>
              <a:custGeom>
                <a:avLst/>
                <a:gdLst/>
                <a:ahLst/>
                <a:cxnLst/>
                <a:rect l="l" t="t" r="r" b="b"/>
                <a:pathLst>
                  <a:path w="5883" h="14212" extrusionOk="0">
                    <a:moveTo>
                      <a:pt x="0" y="1"/>
                    </a:moveTo>
                    <a:lnTo>
                      <a:pt x="606" y="14211"/>
                    </a:lnTo>
                    <a:lnTo>
                      <a:pt x="5883" y="13938"/>
                    </a:lnTo>
                    <a:cubicBezTo>
                      <a:pt x="5632" y="1775"/>
                      <a:pt x="0" y="1"/>
                      <a:pt x="0" y="1"/>
                    </a:cubicBez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542;p34">
                <a:extLst>
                  <a:ext uri="{FF2B5EF4-FFF2-40B4-BE49-F238E27FC236}">
                    <a16:creationId xmlns:a16="http://schemas.microsoft.com/office/drawing/2014/main" id="{09F40077-6324-F31A-C145-81FA1332D82A}"/>
                  </a:ext>
                </a:extLst>
              </p:cNvPr>
              <p:cNvSpPr/>
              <p:nvPr/>
            </p:nvSpPr>
            <p:spPr>
              <a:xfrm>
                <a:off x="9778675" y="6318625"/>
                <a:ext cx="232825" cy="90875"/>
              </a:xfrm>
              <a:custGeom>
                <a:avLst/>
                <a:gdLst/>
                <a:ahLst/>
                <a:cxnLst/>
                <a:rect l="l" t="t" r="r" b="b"/>
                <a:pathLst>
                  <a:path w="9313" h="3635" extrusionOk="0">
                    <a:moveTo>
                      <a:pt x="367" y="1"/>
                    </a:moveTo>
                    <a:lnTo>
                      <a:pt x="0" y="3635"/>
                    </a:lnTo>
                    <a:lnTo>
                      <a:pt x="9312" y="3635"/>
                    </a:lnTo>
                    <a:cubicBezTo>
                      <a:pt x="9165" y="2474"/>
                      <a:pt x="8150" y="1817"/>
                      <a:pt x="6004" y="1817"/>
                    </a:cubicBezTo>
                    <a:cubicBezTo>
                      <a:pt x="5950" y="1817"/>
                      <a:pt x="5895" y="1817"/>
                      <a:pt x="5838" y="1818"/>
                    </a:cubicBezTo>
                    <a:lnTo>
                      <a:pt x="6012" y="1"/>
                    </a:lnTo>
                    <a:close/>
                  </a:path>
                </a:pathLst>
              </a:custGeom>
              <a:solidFill>
                <a:srgbClr val="CE88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543;p34">
                <a:extLst>
                  <a:ext uri="{FF2B5EF4-FFF2-40B4-BE49-F238E27FC236}">
                    <a16:creationId xmlns:a16="http://schemas.microsoft.com/office/drawing/2014/main" id="{8BEC80B3-AA09-8F5A-1101-7A2B9DA4B4F7}"/>
                  </a:ext>
                </a:extLst>
              </p:cNvPr>
              <p:cNvSpPr/>
              <p:nvPr/>
            </p:nvSpPr>
            <p:spPr>
              <a:xfrm>
                <a:off x="9933200" y="6365525"/>
                <a:ext cx="15275" cy="22450"/>
              </a:xfrm>
              <a:custGeom>
                <a:avLst/>
                <a:gdLst/>
                <a:ahLst/>
                <a:cxnLst/>
                <a:rect l="l" t="t" r="r" b="b"/>
                <a:pathLst>
                  <a:path w="611" h="898" extrusionOk="0">
                    <a:moveTo>
                      <a:pt x="570" y="0"/>
                    </a:moveTo>
                    <a:cubicBezTo>
                      <a:pt x="517" y="0"/>
                      <a:pt x="326" y="133"/>
                      <a:pt x="179" y="372"/>
                    </a:cubicBezTo>
                    <a:cubicBezTo>
                      <a:pt x="18" y="635"/>
                      <a:pt x="1" y="891"/>
                      <a:pt x="41" y="897"/>
                    </a:cubicBezTo>
                    <a:cubicBezTo>
                      <a:pt x="41" y="897"/>
                      <a:pt x="42" y="897"/>
                      <a:pt x="43" y="897"/>
                    </a:cubicBezTo>
                    <a:cubicBezTo>
                      <a:pt x="86" y="897"/>
                      <a:pt x="166" y="683"/>
                      <a:pt x="308" y="449"/>
                    </a:cubicBezTo>
                    <a:cubicBezTo>
                      <a:pt x="453" y="209"/>
                      <a:pt x="610" y="38"/>
                      <a:pt x="582" y="5"/>
                    </a:cubicBezTo>
                    <a:cubicBezTo>
                      <a:pt x="580" y="2"/>
                      <a:pt x="576" y="0"/>
                      <a:pt x="570"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44;p34">
                <a:extLst>
                  <a:ext uri="{FF2B5EF4-FFF2-40B4-BE49-F238E27FC236}">
                    <a16:creationId xmlns:a16="http://schemas.microsoft.com/office/drawing/2014/main" id="{B52747DC-A565-9DBC-376F-CD3E0B3B38E5}"/>
                  </a:ext>
                </a:extLst>
              </p:cNvPr>
              <p:cNvSpPr/>
              <p:nvPr/>
            </p:nvSpPr>
            <p:spPr>
              <a:xfrm>
                <a:off x="9908750" y="6362475"/>
                <a:ext cx="17000" cy="21100"/>
              </a:xfrm>
              <a:custGeom>
                <a:avLst/>
                <a:gdLst/>
                <a:ahLst/>
                <a:cxnLst/>
                <a:rect l="l" t="t" r="r" b="b"/>
                <a:pathLst>
                  <a:path w="680" h="844" extrusionOk="0">
                    <a:moveTo>
                      <a:pt x="640" y="0"/>
                    </a:moveTo>
                    <a:cubicBezTo>
                      <a:pt x="579" y="0"/>
                      <a:pt x="376" y="107"/>
                      <a:pt x="215" y="326"/>
                    </a:cubicBezTo>
                    <a:cubicBezTo>
                      <a:pt x="28" y="577"/>
                      <a:pt x="0" y="837"/>
                      <a:pt x="40" y="843"/>
                    </a:cubicBezTo>
                    <a:cubicBezTo>
                      <a:pt x="41" y="844"/>
                      <a:pt x="42" y="844"/>
                      <a:pt x="43" y="844"/>
                    </a:cubicBezTo>
                    <a:cubicBezTo>
                      <a:pt x="87" y="844"/>
                      <a:pt x="173" y="634"/>
                      <a:pt x="336" y="416"/>
                    </a:cubicBezTo>
                    <a:cubicBezTo>
                      <a:pt x="500" y="190"/>
                      <a:pt x="680" y="44"/>
                      <a:pt x="657" y="7"/>
                    </a:cubicBezTo>
                    <a:cubicBezTo>
                      <a:pt x="654" y="3"/>
                      <a:pt x="648" y="0"/>
                      <a:pt x="640"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45;p34">
                <a:extLst>
                  <a:ext uri="{FF2B5EF4-FFF2-40B4-BE49-F238E27FC236}">
                    <a16:creationId xmlns:a16="http://schemas.microsoft.com/office/drawing/2014/main" id="{B35C1E16-C98F-922D-3C6E-19C27349C81B}"/>
                  </a:ext>
                </a:extLst>
              </p:cNvPr>
              <p:cNvSpPr/>
              <p:nvPr/>
            </p:nvSpPr>
            <p:spPr>
              <a:xfrm>
                <a:off x="9891925" y="6350300"/>
                <a:ext cx="31975" cy="8200"/>
              </a:xfrm>
              <a:custGeom>
                <a:avLst/>
                <a:gdLst/>
                <a:ahLst/>
                <a:cxnLst/>
                <a:rect l="l" t="t" r="r" b="b"/>
                <a:pathLst>
                  <a:path w="1279" h="328" extrusionOk="0">
                    <a:moveTo>
                      <a:pt x="795" y="0"/>
                    </a:moveTo>
                    <a:cubicBezTo>
                      <a:pt x="738" y="0"/>
                      <a:pt x="677" y="4"/>
                      <a:pt x="613" y="14"/>
                    </a:cubicBezTo>
                    <a:cubicBezTo>
                      <a:pt x="233" y="70"/>
                      <a:pt x="0" y="294"/>
                      <a:pt x="28" y="322"/>
                    </a:cubicBezTo>
                    <a:cubicBezTo>
                      <a:pt x="31" y="326"/>
                      <a:pt x="36" y="328"/>
                      <a:pt x="44" y="328"/>
                    </a:cubicBezTo>
                    <a:cubicBezTo>
                      <a:pt x="107" y="328"/>
                      <a:pt x="336" y="207"/>
                      <a:pt x="635" y="163"/>
                    </a:cubicBezTo>
                    <a:cubicBezTo>
                      <a:pt x="743" y="146"/>
                      <a:pt x="845" y="141"/>
                      <a:pt x="933" y="141"/>
                    </a:cubicBezTo>
                    <a:cubicBezTo>
                      <a:pt x="1047" y="141"/>
                      <a:pt x="1140" y="149"/>
                      <a:pt x="1198" y="149"/>
                    </a:cubicBezTo>
                    <a:cubicBezTo>
                      <a:pt x="1237" y="149"/>
                      <a:pt x="1260" y="146"/>
                      <a:pt x="1264" y="134"/>
                    </a:cubicBezTo>
                    <a:cubicBezTo>
                      <a:pt x="1279" y="106"/>
                      <a:pt x="1080" y="0"/>
                      <a:pt x="795"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46;p34">
                <a:extLst>
                  <a:ext uri="{FF2B5EF4-FFF2-40B4-BE49-F238E27FC236}">
                    <a16:creationId xmlns:a16="http://schemas.microsoft.com/office/drawing/2014/main" id="{DC8E650E-1A31-802E-5047-57FFAAF5E4A9}"/>
                  </a:ext>
                </a:extLst>
              </p:cNvPr>
              <p:cNvSpPr/>
              <p:nvPr/>
            </p:nvSpPr>
            <p:spPr>
              <a:xfrm>
                <a:off x="9782750" y="6396525"/>
                <a:ext cx="224225" cy="3800"/>
              </a:xfrm>
              <a:custGeom>
                <a:avLst/>
                <a:gdLst/>
                <a:ahLst/>
                <a:cxnLst/>
                <a:rect l="l" t="t" r="r" b="b"/>
                <a:pathLst>
                  <a:path w="8969" h="152" extrusionOk="0">
                    <a:moveTo>
                      <a:pt x="4484" y="0"/>
                    </a:moveTo>
                    <a:cubicBezTo>
                      <a:pt x="2008" y="0"/>
                      <a:pt x="1" y="33"/>
                      <a:pt x="1" y="76"/>
                    </a:cubicBezTo>
                    <a:cubicBezTo>
                      <a:pt x="1" y="117"/>
                      <a:pt x="2007" y="151"/>
                      <a:pt x="4484" y="151"/>
                    </a:cubicBezTo>
                    <a:cubicBezTo>
                      <a:pt x="6960" y="151"/>
                      <a:pt x="8968" y="118"/>
                      <a:pt x="8968" y="76"/>
                    </a:cubicBezTo>
                    <a:cubicBezTo>
                      <a:pt x="8968" y="33"/>
                      <a:pt x="6960" y="0"/>
                      <a:pt x="4484"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47;p34">
                <a:extLst>
                  <a:ext uri="{FF2B5EF4-FFF2-40B4-BE49-F238E27FC236}">
                    <a16:creationId xmlns:a16="http://schemas.microsoft.com/office/drawing/2014/main" id="{342D5CBD-8FD2-15C1-24AD-84CA940D6135}"/>
                  </a:ext>
                </a:extLst>
              </p:cNvPr>
              <p:cNvSpPr/>
              <p:nvPr/>
            </p:nvSpPr>
            <p:spPr>
              <a:xfrm>
                <a:off x="9781725" y="6350750"/>
                <a:ext cx="76825" cy="48225"/>
              </a:xfrm>
              <a:custGeom>
                <a:avLst/>
                <a:gdLst/>
                <a:ahLst/>
                <a:cxnLst/>
                <a:rect l="l" t="t" r="r" b="b"/>
                <a:pathLst>
                  <a:path w="3073" h="1929" extrusionOk="0">
                    <a:moveTo>
                      <a:pt x="331" y="0"/>
                    </a:moveTo>
                    <a:cubicBezTo>
                      <a:pt x="122" y="0"/>
                      <a:pt x="1" y="28"/>
                      <a:pt x="2" y="40"/>
                    </a:cubicBezTo>
                    <a:cubicBezTo>
                      <a:pt x="3" y="66"/>
                      <a:pt x="217" y="62"/>
                      <a:pt x="551" y="117"/>
                    </a:cubicBezTo>
                    <a:cubicBezTo>
                      <a:pt x="886" y="173"/>
                      <a:pt x="1338" y="312"/>
                      <a:pt x="1777" y="583"/>
                    </a:cubicBezTo>
                    <a:cubicBezTo>
                      <a:pt x="2216" y="855"/>
                      <a:pt x="2541" y="1197"/>
                      <a:pt x="2742" y="1471"/>
                    </a:cubicBezTo>
                    <a:cubicBezTo>
                      <a:pt x="2938" y="1737"/>
                      <a:pt x="3029" y="1928"/>
                      <a:pt x="3056" y="1928"/>
                    </a:cubicBezTo>
                    <a:cubicBezTo>
                      <a:pt x="3056" y="1928"/>
                      <a:pt x="3057" y="1928"/>
                      <a:pt x="3058" y="1928"/>
                    </a:cubicBezTo>
                    <a:cubicBezTo>
                      <a:pt x="3072" y="1922"/>
                      <a:pt x="3017" y="1710"/>
                      <a:pt x="2831" y="1410"/>
                    </a:cubicBezTo>
                    <a:cubicBezTo>
                      <a:pt x="2648" y="1111"/>
                      <a:pt x="2317" y="737"/>
                      <a:pt x="1857" y="454"/>
                    </a:cubicBezTo>
                    <a:cubicBezTo>
                      <a:pt x="1397" y="171"/>
                      <a:pt x="917" y="43"/>
                      <a:pt x="566" y="11"/>
                    </a:cubicBezTo>
                    <a:cubicBezTo>
                      <a:pt x="478" y="3"/>
                      <a:pt x="400" y="0"/>
                      <a:pt x="331"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48;p34">
                <a:extLst>
                  <a:ext uri="{FF2B5EF4-FFF2-40B4-BE49-F238E27FC236}">
                    <a16:creationId xmlns:a16="http://schemas.microsoft.com/office/drawing/2014/main" id="{BBCF1932-EB3C-8409-CD8F-002D2C95B8DA}"/>
                  </a:ext>
                </a:extLst>
              </p:cNvPr>
              <p:cNvSpPr/>
              <p:nvPr/>
            </p:nvSpPr>
            <p:spPr>
              <a:xfrm>
                <a:off x="9799825" y="6320075"/>
                <a:ext cx="9250" cy="33325"/>
              </a:xfrm>
              <a:custGeom>
                <a:avLst/>
                <a:gdLst/>
                <a:ahLst/>
                <a:cxnLst/>
                <a:rect l="l" t="t" r="r" b="b"/>
                <a:pathLst>
                  <a:path w="370" h="1333" extrusionOk="0">
                    <a:moveTo>
                      <a:pt x="321" y="1"/>
                    </a:moveTo>
                    <a:cubicBezTo>
                      <a:pt x="279" y="1"/>
                      <a:pt x="218" y="296"/>
                      <a:pt x="142" y="658"/>
                    </a:cubicBezTo>
                    <a:cubicBezTo>
                      <a:pt x="66" y="1021"/>
                      <a:pt x="1" y="1318"/>
                      <a:pt x="42" y="1332"/>
                    </a:cubicBezTo>
                    <a:cubicBezTo>
                      <a:pt x="42" y="1333"/>
                      <a:pt x="43" y="1333"/>
                      <a:pt x="44" y="1333"/>
                    </a:cubicBezTo>
                    <a:cubicBezTo>
                      <a:pt x="86" y="1333"/>
                      <a:pt x="212" y="1054"/>
                      <a:pt x="290" y="689"/>
                    </a:cubicBezTo>
                    <a:cubicBezTo>
                      <a:pt x="369" y="316"/>
                      <a:pt x="364" y="5"/>
                      <a:pt x="321" y="1"/>
                    </a:cubicBezTo>
                    <a:cubicBezTo>
                      <a:pt x="321" y="1"/>
                      <a:pt x="321" y="1"/>
                      <a:pt x="321"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49;p34">
                <a:extLst>
                  <a:ext uri="{FF2B5EF4-FFF2-40B4-BE49-F238E27FC236}">
                    <a16:creationId xmlns:a16="http://schemas.microsoft.com/office/drawing/2014/main" id="{23C673AC-66BF-F9B3-40DD-7AA3F18E5EBD}"/>
                  </a:ext>
                </a:extLst>
              </p:cNvPr>
              <p:cNvSpPr/>
              <p:nvPr/>
            </p:nvSpPr>
            <p:spPr>
              <a:xfrm>
                <a:off x="9954425" y="6370600"/>
                <a:ext cx="22000" cy="27750"/>
              </a:xfrm>
              <a:custGeom>
                <a:avLst/>
                <a:gdLst/>
                <a:ahLst/>
                <a:cxnLst/>
                <a:rect l="l" t="t" r="r" b="b"/>
                <a:pathLst>
                  <a:path w="880" h="1110" extrusionOk="0">
                    <a:moveTo>
                      <a:pt x="812" y="1"/>
                    </a:moveTo>
                    <a:cubicBezTo>
                      <a:pt x="771" y="1"/>
                      <a:pt x="711" y="9"/>
                      <a:pt x="637" y="32"/>
                    </a:cubicBezTo>
                    <a:cubicBezTo>
                      <a:pt x="502" y="75"/>
                      <a:pt x="322" y="181"/>
                      <a:pt x="189" y="360"/>
                    </a:cubicBezTo>
                    <a:cubicBezTo>
                      <a:pt x="54" y="540"/>
                      <a:pt x="7" y="741"/>
                      <a:pt x="3" y="885"/>
                    </a:cubicBezTo>
                    <a:cubicBezTo>
                      <a:pt x="0" y="1025"/>
                      <a:pt x="33" y="1109"/>
                      <a:pt x="52" y="1109"/>
                    </a:cubicBezTo>
                    <a:cubicBezTo>
                      <a:pt x="53" y="1109"/>
                      <a:pt x="53" y="1109"/>
                      <a:pt x="53" y="1109"/>
                    </a:cubicBezTo>
                    <a:cubicBezTo>
                      <a:pt x="97" y="1109"/>
                      <a:pt x="76" y="763"/>
                      <a:pt x="310" y="451"/>
                    </a:cubicBezTo>
                    <a:cubicBezTo>
                      <a:pt x="542" y="136"/>
                      <a:pt x="880" y="58"/>
                      <a:pt x="867" y="15"/>
                    </a:cubicBezTo>
                    <a:cubicBezTo>
                      <a:pt x="866" y="7"/>
                      <a:pt x="846" y="1"/>
                      <a:pt x="812"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550;p34">
                <a:extLst>
                  <a:ext uri="{FF2B5EF4-FFF2-40B4-BE49-F238E27FC236}">
                    <a16:creationId xmlns:a16="http://schemas.microsoft.com/office/drawing/2014/main" id="{65534705-A58F-EFE7-3649-275C937705C7}"/>
                  </a:ext>
                </a:extLst>
              </p:cNvPr>
              <p:cNvSpPr/>
              <p:nvPr/>
            </p:nvSpPr>
            <p:spPr>
              <a:xfrm>
                <a:off x="9601975" y="6318625"/>
                <a:ext cx="232825" cy="90875"/>
              </a:xfrm>
              <a:custGeom>
                <a:avLst/>
                <a:gdLst/>
                <a:ahLst/>
                <a:cxnLst/>
                <a:rect l="l" t="t" r="r" b="b"/>
                <a:pathLst>
                  <a:path w="9313" h="3635" extrusionOk="0">
                    <a:moveTo>
                      <a:pt x="367" y="1"/>
                    </a:moveTo>
                    <a:lnTo>
                      <a:pt x="1" y="3635"/>
                    </a:lnTo>
                    <a:lnTo>
                      <a:pt x="9313" y="3635"/>
                    </a:lnTo>
                    <a:cubicBezTo>
                      <a:pt x="9165" y="2474"/>
                      <a:pt x="8150" y="1817"/>
                      <a:pt x="6005" y="1817"/>
                    </a:cubicBezTo>
                    <a:cubicBezTo>
                      <a:pt x="5950" y="1817"/>
                      <a:pt x="5895" y="1817"/>
                      <a:pt x="5839" y="1818"/>
                    </a:cubicBezTo>
                    <a:lnTo>
                      <a:pt x="6012" y="1"/>
                    </a:lnTo>
                    <a:close/>
                  </a:path>
                </a:pathLst>
              </a:custGeom>
              <a:solidFill>
                <a:srgbClr val="B771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51;p34">
                <a:extLst>
                  <a:ext uri="{FF2B5EF4-FFF2-40B4-BE49-F238E27FC236}">
                    <a16:creationId xmlns:a16="http://schemas.microsoft.com/office/drawing/2014/main" id="{C200B89C-CAC6-C807-2759-4A0F3BB878A0}"/>
                  </a:ext>
                </a:extLst>
              </p:cNvPr>
              <p:cNvSpPr/>
              <p:nvPr/>
            </p:nvSpPr>
            <p:spPr>
              <a:xfrm>
                <a:off x="9756525" y="6365525"/>
                <a:ext cx="15250" cy="22450"/>
              </a:xfrm>
              <a:custGeom>
                <a:avLst/>
                <a:gdLst/>
                <a:ahLst/>
                <a:cxnLst/>
                <a:rect l="l" t="t" r="r" b="b"/>
                <a:pathLst>
                  <a:path w="610" h="898" extrusionOk="0">
                    <a:moveTo>
                      <a:pt x="570" y="0"/>
                    </a:moveTo>
                    <a:cubicBezTo>
                      <a:pt x="517" y="0"/>
                      <a:pt x="325" y="133"/>
                      <a:pt x="179" y="372"/>
                    </a:cubicBezTo>
                    <a:cubicBezTo>
                      <a:pt x="18" y="635"/>
                      <a:pt x="0" y="891"/>
                      <a:pt x="40" y="897"/>
                    </a:cubicBezTo>
                    <a:cubicBezTo>
                      <a:pt x="41" y="897"/>
                      <a:pt x="42" y="897"/>
                      <a:pt x="43" y="897"/>
                    </a:cubicBezTo>
                    <a:cubicBezTo>
                      <a:pt x="86" y="897"/>
                      <a:pt x="165" y="683"/>
                      <a:pt x="308" y="449"/>
                    </a:cubicBezTo>
                    <a:cubicBezTo>
                      <a:pt x="452" y="209"/>
                      <a:pt x="610" y="38"/>
                      <a:pt x="582" y="5"/>
                    </a:cubicBezTo>
                    <a:cubicBezTo>
                      <a:pt x="580" y="2"/>
                      <a:pt x="576" y="0"/>
                      <a:pt x="570"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52;p34">
                <a:extLst>
                  <a:ext uri="{FF2B5EF4-FFF2-40B4-BE49-F238E27FC236}">
                    <a16:creationId xmlns:a16="http://schemas.microsoft.com/office/drawing/2014/main" id="{DFF47EC4-FF35-4FE7-9BCE-6F25D9351A84}"/>
                  </a:ext>
                </a:extLst>
              </p:cNvPr>
              <p:cNvSpPr/>
              <p:nvPr/>
            </p:nvSpPr>
            <p:spPr>
              <a:xfrm>
                <a:off x="9732075" y="6362475"/>
                <a:ext cx="17000" cy="21100"/>
              </a:xfrm>
              <a:custGeom>
                <a:avLst/>
                <a:gdLst/>
                <a:ahLst/>
                <a:cxnLst/>
                <a:rect l="l" t="t" r="r" b="b"/>
                <a:pathLst>
                  <a:path w="680" h="844" extrusionOk="0">
                    <a:moveTo>
                      <a:pt x="639" y="0"/>
                    </a:moveTo>
                    <a:cubicBezTo>
                      <a:pt x="578" y="0"/>
                      <a:pt x="376" y="107"/>
                      <a:pt x="214" y="326"/>
                    </a:cubicBezTo>
                    <a:cubicBezTo>
                      <a:pt x="27" y="577"/>
                      <a:pt x="1" y="837"/>
                      <a:pt x="40" y="843"/>
                    </a:cubicBezTo>
                    <a:cubicBezTo>
                      <a:pt x="41" y="844"/>
                      <a:pt x="42" y="844"/>
                      <a:pt x="43" y="844"/>
                    </a:cubicBezTo>
                    <a:cubicBezTo>
                      <a:pt x="86" y="844"/>
                      <a:pt x="173" y="634"/>
                      <a:pt x="335" y="416"/>
                    </a:cubicBezTo>
                    <a:cubicBezTo>
                      <a:pt x="499" y="190"/>
                      <a:pt x="679" y="44"/>
                      <a:pt x="656" y="7"/>
                    </a:cubicBezTo>
                    <a:cubicBezTo>
                      <a:pt x="654" y="3"/>
                      <a:pt x="648" y="0"/>
                      <a:pt x="639"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53;p34">
                <a:extLst>
                  <a:ext uri="{FF2B5EF4-FFF2-40B4-BE49-F238E27FC236}">
                    <a16:creationId xmlns:a16="http://schemas.microsoft.com/office/drawing/2014/main" id="{9B558778-0F30-7E72-FDC4-F36C012C46A9}"/>
                  </a:ext>
                </a:extLst>
              </p:cNvPr>
              <p:cNvSpPr/>
              <p:nvPr/>
            </p:nvSpPr>
            <p:spPr>
              <a:xfrm>
                <a:off x="9715225" y="6350300"/>
                <a:ext cx="32000" cy="8200"/>
              </a:xfrm>
              <a:custGeom>
                <a:avLst/>
                <a:gdLst/>
                <a:ahLst/>
                <a:cxnLst/>
                <a:rect l="l" t="t" r="r" b="b"/>
                <a:pathLst>
                  <a:path w="1280" h="328" extrusionOk="0">
                    <a:moveTo>
                      <a:pt x="796" y="0"/>
                    </a:moveTo>
                    <a:cubicBezTo>
                      <a:pt x="738" y="0"/>
                      <a:pt x="677" y="4"/>
                      <a:pt x="614" y="14"/>
                    </a:cubicBezTo>
                    <a:cubicBezTo>
                      <a:pt x="234" y="70"/>
                      <a:pt x="1" y="294"/>
                      <a:pt x="28" y="322"/>
                    </a:cubicBezTo>
                    <a:cubicBezTo>
                      <a:pt x="31" y="326"/>
                      <a:pt x="37" y="328"/>
                      <a:pt x="44" y="328"/>
                    </a:cubicBezTo>
                    <a:cubicBezTo>
                      <a:pt x="109" y="328"/>
                      <a:pt x="336" y="207"/>
                      <a:pt x="636" y="163"/>
                    </a:cubicBezTo>
                    <a:cubicBezTo>
                      <a:pt x="743" y="146"/>
                      <a:pt x="845" y="141"/>
                      <a:pt x="934" y="141"/>
                    </a:cubicBezTo>
                    <a:cubicBezTo>
                      <a:pt x="1048" y="141"/>
                      <a:pt x="1141" y="149"/>
                      <a:pt x="1199" y="149"/>
                    </a:cubicBezTo>
                    <a:cubicBezTo>
                      <a:pt x="1237" y="149"/>
                      <a:pt x="1261" y="146"/>
                      <a:pt x="1264" y="134"/>
                    </a:cubicBezTo>
                    <a:cubicBezTo>
                      <a:pt x="1279" y="106"/>
                      <a:pt x="1081" y="0"/>
                      <a:pt x="796"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54;p34">
                <a:extLst>
                  <a:ext uri="{FF2B5EF4-FFF2-40B4-BE49-F238E27FC236}">
                    <a16:creationId xmlns:a16="http://schemas.microsoft.com/office/drawing/2014/main" id="{D235B678-E81D-AB05-6A1C-9141642ED4CD}"/>
                  </a:ext>
                </a:extLst>
              </p:cNvPr>
              <p:cNvSpPr/>
              <p:nvPr/>
            </p:nvSpPr>
            <p:spPr>
              <a:xfrm>
                <a:off x="9606075" y="6396525"/>
                <a:ext cx="224200" cy="3800"/>
              </a:xfrm>
              <a:custGeom>
                <a:avLst/>
                <a:gdLst/>
                <a:ahLst/>
                <a:cxnLst/>
                <a:rect l="l" t="t" r="r" b="b"/>
                <a:pathLst>
                  <a:path w="8968" h="152" extrusionOk="0">
                    <a:moveTo>
                      <a:pt x="4484" y="0"/>
                    </a:moveTo>
                    <a:cubicBezTo>
                      <a:pt x="2008" y="0"/>
                      <a:pt x="0" y="33"/>
                      <a:pt x="0" y="76"/>
                    </a:cubicBezTo>
                    <a:cubicBezTo>
                      <a:pt x="0" y="117"/>
                      <a:pt x="2007" y="151"/>
                      <a:pt x="4484" y="151"/>
                    </a:cubicBezTo>
                    <a:cubicBezTo>
                      <a:pt x="6961" y="151"/>
                      <a:pt x="8968" y="118"/>
                      <a:pt x="8968" y="76"/>
                    </a:cubicBezTo>
                    <a:cubicBezTo>
                      <a:pt x="8968" y="33"/>
                      <a:pt x="6960" y="0"/>
                      <a:pt x="4484"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5;p34">
                <a:extLst>
                  <a:ext uri="{FF2B5EF4-FFF2-40B4-BE49-F238E27FC236}">
                    <a16:creationId xmlns:a16="http://schemas.microsoft.com/office/drawing/2014/main" id="{57CDAB8E-16DD-E243-3C3A-89E06BFE3DD1}"/>
                  </a:ext>
                </a:extLst>
              </p:cNvPr>
              <p:cNvSpPr/>
              <p:nvPr/>
            </p:nvSpPr>
            <p:spPr>
              <a:xfrm>
                <a:off x="9605050" y="6350750"/>
                <a:ext cx="76825" cy="48225"/>
              </a:xfrm>
              <a:custGeom>
                <a:avLst/>
                <a:gdLst/>
                <a:ahLst/>
                <a:cxnLst/>
                <a:rect l="l" t="t" r="r" b="b"/>
                <a:pathLst>
                  <a:path w="3073" h="1929" extrusionOk="0">
                    <a:moveTo>
                      <a:pt x="330" y="0"/>
                    </a:moveTo>
                    <a:cubicBezTo>
                      <a:pt x="121" y="0"/>
                      <a:pt x="0" y="28"/>
                      <a:pt x="2" y="40"/>
                    </a:cubicBezTo>
                    <a:cubicBezTo>
                      <a:pt x="3" y="66"/>
                      <a:pt x="218" y="62"/>
                      <a:pt x="552" y="117"/>
                    </a:cubicBezTo>
                    <a:cubicBezTo>
                      <a:pt x="885" y="173"/>
                      <a:pt x="1338" y="312"/>
                      <a:pt x="1778" y="583"/>
                    </a:cubicBezTo>
                    <a:cubicBezTo>
                      <a:pt x="2217" y="855"/>
                      <a:pt x="2542" y="1197"/>
                      <a:pt x="2743" y="1471"/>
                    </a:cubicBezTo>
                    <a:cubicBezTo>
                      <a:pt x="2938" y="1737"/>
                      <a:pt x="3030" y="1928"/>
                      <a:pt x="3056" y="1928"/>
                    </a:cubicBezTo>
                    <a:cubicBezTo>
                      <a:pt x="3057" y="1928"/>
                      <a:pt x="3058" y="1928"/>
                      <a:pt x="3058" y="1928"/>
                    </a:cubicBezTo>
                    <a:cubicBezTo>
                      <a:pt x="3073" y="1922"/>
                      <a:pt x="3016" y="1710"/>
                      <a:pt x="2832" y="1410"/>
                    </a:cubicBezTo>
                    <a:cubicBezTo>
                      <a:pt x="2649" y="1111"/>
                      <a:pt x="2318" y="737"/>
                      <a:pt x="1858" y="454"/>
                    </a:cubicBezTo>
                    <a:cubicBezTo>
                      <a:pt x="1397" y="171"/>
                      <a:pt x="917" y="43"/>
                      <a:pt x="566" y="11"/>
                    </a:cubicBezTo>
                    <a:cubicBezTo>
                      <a:pt x="479" y="3"/>
                      <a:pt x="400" y="0"/>
                      <a:pt x="330"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6;p34">
                <a:extLst>
                  <a:ext uri="{FF2B5EF4-FFF2-40B4-BE49-F238E27FC236}">
                    <a16:creationId xmlns:a16="http://schemas.microsoft.com/office/drawing/2014/main" id="{0CF15260-DACB-0951-B608-11CD447730DA}"/>
                  </a:ext>
                </a:extLst>
              </p:cNvPr>
              <p:cNvSpPr/>
              <p:nvPr/>
            </p:nvSpPr>
            <p:spPr>
              <a:xfrm>
                <a:off x="9623175" y="6320075"/>
                <a:ext cx="9200" cy="33325"/>
              </a:xfrm>
              <a:custGeom>
                <a:avLst/>
                <a:gdLst/>
                <a:ahLst/>
                <a:cxnLst/>
                <a:rect l="l" t="t" r="r" b="b"/>
                <a:pathLst>
                  <a:path w="368" h="1333" extrusionOk="0">
                    <a:moveTo>
                      <a:pt x="319" y="1"/>
                    </a:moveTo>
                    <a:cubicBezTo>
                      <a:pt x="277" y="1"/>
                      <a:pt x="216" y="296"/>
                      <a:pt x="140" y="658"/>
                    </a:cubicBezTo>
                    <a:cubicBezTo>
                      <a:pt x="65" y="1021"/>
                      <a:pt x="0" y="1318"/>
                      <a:pt x="40" y="1332"/>
                    </a:cubicBezTo>
                    <a:cubicBezTo>
                      <a:pt x="41" y="1333"/>
                      <a:pt x="42" y="1333"/>
                      <a:pt x="43" y="1333"/>
                    </a:cubicBezTo>
                    <a:cubicBezTo>
                      <a:pt x="85" y="1333"/>
                      <a:pt x="212" y="1054"/>
                      <a:pt x="289" y="689"/>
                    </a:cubicBezTo>
                    <a:cubicBezTo>
                      <a:pt x="368" y="316"/>
                      <a:pt x="362" y="5"/>
                      <a:pt x="320" y="1"/>
                    </a:cubicBezTo>
                    <a:cubicBezTo>
                      <a:pt x="320" y="1"/>
                      <a:pt x="319" y="1"/>
                      <a:pt x="319"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7;p34">
                <a:extLst>
                  <a:ext uri="{FF2B5EF4-FFF2-40B4-BE49-F238E27FC236}">
                    <a16:creationId xmlns:a16="http://schemas.microsoft.com/office/drawing/2014/main" id="{865F4B75-4F6B-4744-D2D1-8B4B6F6281DC}"/>
                  </a:ext>
                </a:extLst>
              </p:cNvPr>
              <p:cNvSpPr/>
              <p:nvPr/>
            </p:nvSpPr>
            <p:spPr>
              <a:xfrm>
                <a:off x="9777750" y="6370600"/>
                <a:ext cx="22000" cy="27750"/>
              </a:xfrm>
              <a:custGeom>
                <a:avLst/>
                <a:gdLst/>
                <a:ahLst/>
                <a:cxnLst/>
                <a:rect l="l" t="t" r="r" b="b"/>
                <a:pathLst>
                  <a:path w="880" h="1110" extrusionOk="0">
                    <a:moveTo>
                      <a:pt x="812" y="1"/>
                    </a:moveTo>
                    <a:cubicBezTo>
                      <a:pt x="771" y="1"/>
                      <a:pt x="710" y="9"/>
                      <a:pt x="637" y="32"/>
                    </a:cubicBezTo>
                    <a:cubicBezTo>
                      <a:pt x="501" y="75"/>
                      <a:pt x="322" y="181"/>
                      <a:pt x="188" y="360"/>
                    </a:cubicBezTo>
                    <a:cubicBezTo>
                      <a:pt x="54" y="540"/>
                      <a:pt x="6" y="741"/>
                      <a:pt x="3" y="885"/>
                    </a:cubicBezTo>
                    <a:cubicBezTo>
                      <a:pt x="1" y="1025"/>
                      <a:pt x="33" y="1109"/>
                      <a:pt x="52" y="1109"/>
                    </a:cubicBezTo>
                    <a:cubicBezTo>
                      <a:pt x="52" y="1109"/>
                      <a:pt x="52" y="1109"/>
                      <a:pt x="53" y="1109"/>
                    </a:cubicBezTo>
                    <a:cubicBezTo>
                      <a:pt x="96" y="1109"/>
                      <a:pt x="75" y="763"/>
                      <a:pt x="309" y="451"/>
                    </a:cubicBezTo>
                    <a:cubicBezTo>
                      <a:pt x="541" y="136"/>
                      <a:pt x="879" y="58"/>
                      <a:pt x="867" y="15"/>
                    </a:cubicBezTo>
                    <a:cubicBezTo>
                      <a:pt x="866" y="7"/>
                      <a:pt x="846" y="1"/>
                      <a:pt x="812"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8;p34">
                <a:extLst>
                  <a:ext uri="{FF2B5EF4-FFF2-40B4-BE49-F238E27FC236}">
                    <a16:creationId xmlns:a16="http://schemas.microsoft.com/office/drawing/2014/main" id="{3CF9E7AC-E814-6D3D-35F2-4B3B7B77BE3C}"/>
                  </a:ext>
                </a:extLst>
              </p:cNvPr>
              <p:cNvSpPr/>
              <p:nvPr/>
            </p:nvSpPr>
            <p:spPr>
              <a:xfrm>
                <a:off x="9695125" y="4579025"/>
                <a:ext cx="337200" cy="231325"/>
              </a:xfrm>
              <a:custGeom>
                <a:avLst/>
                <a:gdLst/>
                <a:ahLst/>
                <a:cxnLst/>
                <a:rect l="l" t="t" r="r" b="b"/>
                <a:pathLst>
                  <a:path w="13488" h="9253" extrusionOk="0">
                    <a:moveTo>
                      <a:pt x="8391" y="1"/>
                    </a:moveTo>
                    <a:cubicBezTo>
                      <a:pt x="5579" y="1"/>
                      <a:pt x="1324" y="205"/>
                      <a:pt x="238" y="713"/>
                    </a:cubicBezTo>
                    <a:cubicBezTo>
                      <a:pt x="0" y="824"/>
                      <a:pt x="7389" y="9253"/>
                      <a:pt x="8178" y="9253"/>
                    </a:cubicBezTo>
                    <a:cubicBezTo>
                      <a:pt x="8202" y="9253"/>
                      <a:pt x="8221" y="9244"/>
                      <a:pt x="8232" y="9228"/>
                    </a:cubicBezTo>
                    <a:cubicBezTo>
                      <a:pt x="8608" y="8668"/>
                      <a:pt x="13487" y="1276"/>
                      <a:pt x="13487" y="1276"/>
                    </a:cubicBezTo>
                    <a:cubicBezTo>
                      <a:pt x="13487" y="1276"/>
                      <a:pt x="12272" y="103"/>
                      <a:pt x="9746" y="20"/>
                    </a:cubicBezTo>
                    <a:cubicBezTo>
                      <a:pt x="9359" y="7"/>
                      <a:pt x="8899" y="1"/>
                      <a:pt x="8391" y="1"/>
                    </a:cubicBez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9;p34">
                <a:extLst>
                  <a:ext uri="{FF2B5EF4-FFF2-40B4-BE49-F238E27FC236}">
                    <a16:creationId xmlns:a16="http://schemas.microsoft.com/office/drawing/2014/main" id="{B3F6B2F6-848F-E226-C004-0DB03B3D4BF7}"/>
                  </a:ext>
                </a:extLst>
              </p:cNvPr>
              <p:cNvSpPr/>
              <p:nvPr/>
            </p:nvSpPr>
            <p:spPr>
              <a:xfrm>
                <a:off x="9577100" y="5148950"/>
                <a:ext cx="474050" cy="1178575"/>
              </a:xfrm>
              <a:custGeom>
                <a:avLst/>
                <a:gdLst/>
                <a:ahLst/>
                <a:cxnLst/>
                <a:rect l="l" t="t" r="r" b="b"/>
                <a:pathLst>
                  <a:path w="18962" h="47143" extrusionOk="0">
                    <a:moveTo>
                      <a:pt x="3637" y="0"/>
                    </a:moveTo>
                    <a:lnTo>
                      <a:pt x="1" y="47142"/>
                    </a:lnTo>
                    <a:lnTo>
                      <a:pt x="16373" y="47142"/>
                    </a:lnTo>
                    <a:lnTo>
                      <a:pt x="18961" y="0"/>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60;p34">
                <a:extLst>
                  <a:ext uri="{FF2B5EF4-FFF2-40B4-BE49-F238E27FC236}">
                    <a16:creationId xmlns:a16="http://schemas.microsoft.com/office/drawing/2014/main" id="{AB3205B0-7FB0-D070-9212-F101A7EBC6BC}"/>
                  </a:ext>
                </a:extLst>
              </p:cNvPr>
              <p:cNvSpPr/>
              <p:nvPr/>
            </p:nvSpPr>
            <p:spPr>
              <a:xfrm>
                <a:off x="9792400" y="5295475"/>
                <a:ext cx="79225" cy="1035200"/>
              </a:xfrm>
              <a:custGeom>
                <a:avLst/>
                <a:gdLst/>
                <a:ahLst/>
                <a:cxnLst/>
                <a:rect l="l" t="t" r="r" b="b"/>
                <a:pathLst>
                  <a:path w="3169" h="41408" extrusionOk="0">
                    <a:moveTo>
                      <a:pt x="3165" y="1"/>
                    </a:moveTo>
                    <a:cubicBezTo>
                      <a:pt x="3163" y="1"/>
                      <a:pt x="3158" y="36"/>
                      <a:pt x="3153" y="108"/>
                    </a:cubicBezTo>
                    <a:cubicBezTo>
                      <a:pt x="3148" y="186"/>
                      <a:pt x="3142" y="291"/>
                      <a:pt x="3133" y="422"/>
                    </a:cubicBezTo>
                    <a:cubicBezTo>
                      <a:pt x="3118" y="707"/>
                      <a:pt x="3098" y="1113"/>
                      <a:pt x="3072" y="1631"/>
                    </a:cubicBezTo>
                    <a:cubicBezTo>
                      <a:pt x="3025" y="2681"/>
                      <a:pt x="2943" y="4199"/>
                      <a:pt x="2837" y="6075"/>
                    </a:cubicBezTo>
                    <a:cubicBezTo>
                      <a:pt x="2621" y="9826"/>
                      <a:pt x="2240" y="15002"/>
                      <a:pt x="1718" y="20712"/>
                    </a:cubicBezTo>
                    <a:cubicBezTo>
                      <a:pt x="1200" y="26423"/>
                      <a:pt x="706" y="31593"/>
                      <a:pt x="413" y="35340"/>
                    </a:cubicBezTo>
                    <a:cubicBezTo>
                      <a:pt x="264" y="37213"/>
                      <a:pt x="153" y="38729"/>
                      <a:pt x="90" y="39779"/>
                    </a:cubicBezTo>
                    <a:cubicBezTo>
                      <a:pt x="60" y="40296"/>
                      <a:pt x="35" y="40702"/>
                      <a:pt x="18" y="40986"/>
                    </a:cubicBezTo>
                    <a:cubicBezTo>
                      <a:pt x="12" y="41118"/>
                      <a:pt x="7" y="41222"/>
                      <a:pt x="3" y="41300"/>
                    </a:cubicBezTo>
                    <a:cubicBezTo>
                      <a:pt x="1" y="41371"/>
                      <a:pt x="1" y="41408"/>
                      <a:pt x="3" y="41408"/>
                    </a:cubicBezTo>
                    <a:cubicBezTo>
                      <a:pt x="5" y="41408"/>
                      <a:pt x="11" y="41372"/>
                      <a:pt x="19" y="41301"/>
                    </a:cubicBezTo>
                    <a:cubicBezTo>
                      <a:pt x="25" y="41223"/>
                      <a:pt x="35" y="41120"/>
                      <a:pt x="49" y="40988"/>
                    </a:cubicBezTo>
                    <a:cubicBezTo>
                      <a:pt x="72" y="40704"/>
                      <a:pt x="105" y="40300"/>
                      <a:pt x="149" y="39782"/>
                    </a:cubicBezTo>
                    <a:cubicBezTo>
                      <a:pt x="236" y="38727"/>
                      <a:pt x="363" y="37214"/>
                      <a:pt x="520" y="35349"/>
                    </a:cubicBezTo>
                    <a:cubicBezTo>
                      <a:pt x="839" y="31604"/>
                      <a:pt x="1350" y="26438"/>
                      <a:pt x="1869" y="20725"/>
                    </a:cubicBezTo>
                    <a:cubicBezTo>
                      <a:pt x="2391" y="15014"/>
                      <a:pt x="2754" y="9834"/>
                      <a:pt x="2945" y="6080"/>
                    </a:cubicBezTo>
                    <a:cubicBezTo>
                      <a:pt x="3036" y="4202"/>
                      <a:pt x="3103" y="2683"/>
                      <a:pt x="3131" y="1632"/>
                    </a:cubicBezTo>
                    <a:cubicBezTo>
                      <a:pt x="3145" y="1114"/>
                      <a:pt x="3156" y="708"/>
                      <a:pt x="3164" y="423"/>
                    </a:cubicBezTo>
                    <a:cubicBezTo>
                      <a:pt x="3166" y="291"/>
                      <a:pt x="3167" y="186"/>
                      <a:pt x="3168" y="108"/>
                    </a:cubicBezTo>
                    <a:cubicBezTo>
                      <a:pt x="3168" y="36"/>
                      <a:pt x="3167" y="1"/>
                      <a:pt x="3165" y="1"/>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61;p34">
                <a:extLst>
                  <a:ext uri="{FF2B5EF4-FFF2-40B4-BE49-F238E27FC236}">
                    <a16:creationId xmlns:a16="http://schemas.microsoft.com/office/drawing/2014/main" id="{FCACFF12-DD7B-C136-B207-C580B9957FAB}"/>
                  </a:ext>
                </a:extLst>
              </p:cNvPr>
              <p:cNvSpPr/>
              <p:nvPr/>
            </p:nvSpPr>
            <p:spPr>
              <a:xfrm>
                <a:off x="10049725" y="4643000"/>
                <a:ext cx="163075" cy="186575"/>
              </a:xfrm>
              <a:custGeom>
                <a:avLst/>
                <a:gdLst/>
                <a:ahLst/>
                <a:cxnLst/>
                <a:rect l="l" t="t" r="r" b="b"/>
                <a:pathLst>
                  <a:path w="6523" h="7463" extrusionOk="0">
                    <a:moveTo>
                      <a:pt x="3683" y="1"/>
                    </a:moveTo>
                    <a:cubicBezTo>
                      <a:pt x="3000" y="1"/>
                      <a:pt x="573" y="2172"/>
                      <a:pt x="289" y="3295"/>
                    </a:cubicBezTo>
                    <a:cubicBezTo>
                      <a:pt x="1" y="4439"/>
                      <a:pt x="648" y="7438"/>
                      <a:pt x="648" y="7438"/>
                    </a:cubicBezTo>
                    <a:lnTo>
                      <a:pt x="4746" y="7463"/>
                    </a:lnTo>
                    <a:lnTo>
                      <a:pt x="4482" y="5607"/>
                    </a:lnTo>
                    <a:lnTo>
                      <a:pt x="4482" y="5607"/>
                    </a:lnTo>
                    <a:cubicBezTo>
                      <a:pt x="4508" y="5616"/>
                      <a:pt x="4539" y="5620"/>
                      <a:pt x="4573" y="5620"/>
                    </a:cubicBezTo>
                    <a:cubicBezTo>
                      <a:pt x="4997" y="5620"/>
                      <a:pt x="5937" y="4978"/>
                      <a:pt x="6218" y="4499"/>
                    </a:cubicBezTo>
                    <a:cubicBezTo>
                      <a:pt x="6523" y="3979"/>
                      <a:pt x="5432" y="3797"/>
                      <a:pt x="5432" y="3797"/>
                    </a:cubicBezTo>
                    <a:cubicBezTo>
                      <a:pt x="5432" y="3797"/>
                      <a:pt x="5776" y="3424"/>
                      <a:pt x="5643" y="3158"/>
                    </a:cubicBezTo>
                    <a:cubicBezTo>
                      <a:pt x="5509" y="2893"/>
                      <a:pt x="4738" y="2816"/>
                      <a:pt x="4738" y="2816"/>
                    </a:cubicBezTo>
                    <a:lnTo>
                      <a:pt x="4592" y="2457"/>
                    </a:lnTo>
                    <a:cubicBezTo>
                      <a:pt x="4444" y="2100"/>
                      <a:pt x="2810" y="2091"/>
                      <a:pt x="2810" y="2091"/>
                    </a:cubicBezTo>
                    <a:cubicBezTo>
                      <a:pt x="2810" y="2091"/>
                      <a:pt x="3661" y="1372"/>
                      <a:pt x="3993" y="1039"/>
                    </a:cubicBezTo>
                    <a:cubicBezTo>
                      <a:pt x="4324" y="706"/>
                      <a:pt x="4175" y="64"/>
                      <a:pt x="3720" y="3"/>
                    </a:cubicBezTo>
                    <a:cubicBezTo>
                      <a:pt x="3708" y="1"/>
                      <a:pt x="3696" y="1"/>
                      <a:pt x="3683" y="1"/>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2;p34">
                <a:extLst>
                  <a:ext uri="{FF2B5EF4-FFF2-40B4-BE49-F238E27FC236}">
                    <a16:creationId xmlns:a16="http://schemas.microsoft.com/office/drawing/2014/main" id="{534AA110-3F8A-BA5F-3BBA-DDB8714FC15B}"/>
                  </a:ext>
                </a:extLst>
              </p:cNvPr>
              <p:cNvSpPr/>
              <p:nvPr/>
            </p:nvSpPr>
            <p:spPr>
              <a:xfrm>
                <a:off x="10088300" y="4717100"/>
                <a:ext cx="69025" cy="69325"/>
              </a:xfrm>
              <a:custGeom>
                <a:avLst/>
                <a:gdLst/>
                <a:ahLst/>
                <a:cxnLst/>
                <a:rect l="l" t="t" r="r" b="b"/>
                <a:pathLst>
                  <a:path w="2761" h="2773" extrusionOk="0">
                    <a:moveTo>
                      <a:pt x="1893" y="0"/>
                    </a:moveTo>
                    <a:cubicBezTo>
                      <a:pt x="1738" y="0"/>
                      <a:pt x="1583" y="24"/>
                      <a:pt x="1434" y="71"/>
                    </a:cubicBezTo>
                    <a:cubicBezTo>
                      <a:pt x="986" y="210"/>
                      <a:pt x="635" y="514"/>
                      <a:pt x="414" y="846"/>
                    </a:cubicBezTo>
                    <a:cubicBezTo>
                      <a:pt x="193" y="1179"/>
                      <a:pt x="94" y="1530"/>
                      <a:pt x="47" y="1822"/>
                    </a:cubicBezTo>
                    <a:cubicBezTo>
                      <a:pt x="10" y="2053"/>
                      <a:pt x="0" y="2286"/>
                      <a:pt x="17" y="2520"/>
                    </a:cubicBezTo>
                    <a:cubicBezTo>
                      <a:pt x="29" y="2683"/>
                      <a:pt x="49" y="2773"/>
                      <a:pt x="58" y="2773"/>
                    </a:cubicBezTo>
                    <a:cubicBezTo>
                      <a:pt x="58" y="2773"/>
                      <a:pt x="58" y="2773"/>
                      <a:pt x="58" y="2773"/>
                    </a:cubicBezTo>
                    <a:cubicBezTo>
                      <a:pt x="87" y="2773"/>
                      <a:pt x="42" y="2406"/>
                      <a:pt x="151" y="1841"/>
                    </a:cubicBezTo>
                    <a:cubicBezTo>
                      <a:pt x="210" y="1562"/>
                      <a:pt x="317" y="1231"/>
                      <a:pt x="530" y="924"/>
                    </a:cubicBezTo>
                    <a:cubicBezTo>
                      <a:pt x="740" y="621"/>
                      <a:pt x="1070" y="342"/>
                      <a:pt x="1478" y="215"/>
                    </a:cubicBezTo>
                    <a:cubicBezTo>
                      <a:pt x="1615" y="172"/>
                      <a:pt x="1762" y="149"/>
                      <a:pt x="1905" y="149"/>
                    </a:cubicBezTo>
                    <a:cubicBezTo>
                      <a:pt x="2172" y="149"/>
                      <a:pt x="2421" y="230"/>
                      <a:pt x="2555" y="413"/>
                    </a:cubicBezTo>
                    <a:cubicBezTo>
                      <a:pt x="2655" y="548"/>
                      <a:pt x="2620" y="718"/>
                      <a:pt x="2544" y="864"/>
                    </a:cubicBezTo>
                    <a:cubicBezTo>
                      <a:pt x="2474" y="1004"/>
                      <a:pt x="2394" y="1137"/>
                      <a:pt x="2304" y="1266"/>
                    </a:cubicBezTo>
                    <a:cubicBezTo>
                      <a:pt x="1972" y="1737"/>
                      <a:pt x="1671" y="1949"/>
                      <a:pt x="1689" y="1970"/>
                    </a:cubicBezTo>
                    <a:cubicBezTo>
                      <a:pt x="1690" y="1970"/>
                      <a:pt x="1690" y="1971"/>
                      <a:pt x="1692" y="1971"/>
                    </a:cubicBezTo>
                    <a:cubicBezTo>
                      <a:pt x="1707" y="1971"/>
                      <a:pt x="1784" y="1925"/>
                      <a:pt x="1905" y="1830"/>
                    </a:cubicBezTo>
                    <a:cubicBezTo>
                      <a:pt x="2086" y="1682"/>
                      <a:pt x="2250" y="1515"/>
                      <a:pt x="2392" y="1328"/>
                    </a:cubicBezTo>
                    <a:cubicBezTo>
                      <a:pt x="2490" y="1199"/>
                      <a:pt x="2579" y="1064"/>
                      <a:pt x="2657" y="920"/>
                    </a:cubicBezTo>
                    <a:cubicBezTo>
                      <a:pt x="2698" y="842"/>
                      <a:pt x="2738" y="752"/>
                      <a:pt x="2749" y="647"/>
                    </a:cubicBezTo>
                    <a:cubicBezTo>
                      <a:pt x="2761" y="537"/>
                      <a:pt x="2733" y="426"/>
                      <a:pt x="2672" y="335"/>
                    </a:cubicBezTo>
                    <a:cubicBezTo>
                      <a:pt x="2543" y="150"/>
                      <a:pt x="2330" y="52"/>
                      <a:pt x="2109" y="15"/>
                    </a:cubicBezTo>
                    <a:cubicBezTo>
                      <a:pt x="2037" y="5"/>
                      <a:pt x="1965" y="0"/>
                      <a:pt x="1893"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3;p34">
                <a:extLst>
                  <a:ext uri="{FF2B5EF4-FFF2-40B4-BE49-F238E27FC236}">
                    <a16:creationId xmlns:a16="http://schemas.microsoft.com/office/drawing/2014/main" id="{EA914BEC-6D24-596C-D88B-448E385C55B7}"/>
                  </a:ext>
                </a:extLst>
              </p:cNvPr>
              <p:cNvSpPr/>
              <p:nvPr/>
            </p:nvSpPr>
            <p:spPr>
              <a:xfrm>
                <a:off x="10113275" y="4704600"/>
                <a:ext cx="16300" cy="24350"/>
              </a:xfrm>
              <a:custGeom>
                <a:avLst/>
                <a:gdLst/>
                <a:ahLst/>
                <a:cxnLst/>
                <a:rect l="l" t="t" r="r" b="b"/>
                <a:pathLst>
                  <a:path w="652" h="974" extrusionOk="0">
                    <a:moveTo>
                      <a:pt x="611" y="1"/>
                    </a:moveTo>
                    <a:cubicBezTo>
                      <a:pt x="560" y="1"/>
                      <a:pt x="365" y="158"/>
                      <a:pt x="208" y="415"/>
                    </a:cubicBezTo>
                    <a:cubicBezTo>
                      <a:pt x="39" y="695"/>
                      <a:pt x="1" y="964"/>
                      <a:pt x="41" y="973"/>
                    </a:cubicBezTo>
                    <a:cubicBezTo>
                      <a:pt x="42" y="973"/>
                      <a:pt x="43" y="973"/>
                      <a:pt x="44" y="973"/>
                    </a:cubicBezTo>
                    <a:cubicBezTo>
                      <a:pt x="87" y="973"/>
                      <a:pt x="184" y="747"/>
                      <a:pt x="338" y="493"/>
                    </a:cubicBezTo>
                    <a:cubicBezTo>
                      <a:pt x="494" y="231"/>
                      <a:pt x="651" y="36"/>
                      <a:pt x="621" y="4"/>
                    </a:cubicBezTo>
                    <a:cubicBezTo>
                      <a:pt x="619" y="2"/>
                      <a:pt x="616" y="1"/>
                      <a:pt x="611"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4;p34">
                <a:extLst>
                  <a:ext uri="{FF2B5EF4-FFF2-40B4-BE49-F238E27FC236}">
                    <a16:creationId xmlns:a16="http://schemas.microsoft.com/office/drawing/2014/main" id="{57320B26-4227-FB32-9230-0C617D12D262}"/>
                  </a:ext>
                </a:extLst>
              </p:cNvPr>
              <p:cNvSpPr/>
              <p:nvPr/>
            </p:nvSpPr>
            <p:spPr>
              <a:xfrm>
                <a:off x="10080825" y="4736275"/>
                <a:ext cx="160825" cy="205600"/>
              </a:xfrm>
              <a:custGeom>
                <a:avLst/>
                <a:gdLst/>
                <a:ahLst/>
                <a:cxnLst/>
                <a:rect l="l" t="t" r="r" b="b"/>
                <a:pathLst>
                  <a:path w="6433" h="8224" extrusionOk="0">
                    <a:moveTo>
                      <a:pt x="1301" y="0"/>
                    </a:moveTo>
                    <a:lnTo>
                      <a:pt x="618" y="2763"/>
                    </a:lnTo>
                    <a:lnTo>
                      <a:pt x="0" y="5199"/>
                    </a:lnTo>
                    <a:lnTo>
                      <a:pt x="4079" y="8224"/>
                    </a:lnTo>
                    <a:lnTo>
                      <a:pt x="6433" y="251"/>
                    </a:lnTo>
                    <a:lnTo>
                      <a:pt x="130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5;p34">
                <a:extLst>
                  <a:ext uri="{FF2B5EF4-FFF2-40B4-BE49-F238E27FC236}">
                    <a16:creationId xmlns:a16="http://schemas.microsoft.com/office/drawing/2014/main" id="{14C54852-7FAE-0A19-7AF6-7C7E0883262C}"/>
                  </a:ext>
                </a:extLst>
              </p:cNvPr>
              <p:cNvSpPr/>
              <p:nvPr/>
            </p:nvSpPr>
            <p:spPr>
              <a:xfrm>
                <a:off x="9998125" y="4805250"/>
                <a:ext cx="226725" cy="176575"/>
              </a:xfrm>
              <a:custGeom>
                <a:avLst/>
                <a:gdLst/>
                <a:ahLst/>
                <a:cxnLst/>
                <a:rect l="l" t="t" r="r" b="b"/>
                <a:pathLst>
                  <a:path w="9069" h="7063" extrusionOk="0">
                    <a:moveTo>
                      <a:pt x="3832" y="0"/>
                    </a:moveTo>
                    <a:cubicBezTo>
                      <a:pt x="3646" y="0"/>
                      <a:pt x="3222" y="28"/>
                      <a:pt x="2909" y="257"/>
                    </a:cubicBezTo>
                    <a:cubicBezTo>
                      <a:pt x="2047" y="888"/>
                      <a:pt x="2297" y="2395"/>
                      <a:pt x="2297" y="2395"/>
                    </a:cubicBezTo>
                    <a:lnTo>
                      <a:pt x="0" y="3994"/>
                    </a:lnTo>
                    <a:lnTo>
                      <a:pt x="2120" y="7063"/>
                    </a:lnTo>
                    <a:cubicBezTo>
                      <a:pt x="5407" y="6864"/>
                      <a:pt x="7282" y="5566"/>
                      <a:pt x="7607" y="5305"/>
                    </a:cubicBezTo>
                    <a:cubicBezTo>
                      <a:pt x="7995" y="4996"/>
                      <a:pt x="7924" y="4218"/>
                      <a:pt x="7924" y="4218"/>
                    </a:cubicBezTo>
                    <a:cubicBezTo>
                      <a:pt x="8406" y="3877"/>
                      <a:pt x="8058" y="3309"/>
                      <a:pt x="8058" y="3309"/>
                    </a:cubicBezTo>
                    <a:cubicBezTo>
                      <a:pt x="8698" y="3018"/>
                      <a:pt x="9069" y="2667"/>
                      <a:pt x="8828" y="2130"/>
                    </a:cubicBezTo>
                    <a:cubicBezTo>
                      <a:pt x="8698" y="1840"/>
                      <a:pt x="7463" y="1842"/>
                      <a:pt x="6483" y="1766"/>
                    </a:cubicBezTo>
                    <a:lnTo>
                      <a:pt x="6455" y="1763"/>
                    </a:lnTo>
                    <a:cubicBezTo>
                      <a:pt x="5409" y="1676"/>
                      <a:pt x="4489" y="1041"/>
                      <a:pt x="3989" y="120"/>
                    </a:cubicBezTo>
                    <a:lnTo>
                      <a:pt x="3926" y="3"/>
                    </a:lnTo>
                    <a:cubicBezTo>
                      <a:pt x="3926" y="3"/>
                      <a:pt x="3891" y="0"/>
                      <a:pt x="3832"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6;p34">
                <a:extLst>
                  <a:ext uri="{FF2B5EF4-FFF2-40B4-BE49-F238E27FC236}">
                    <a16:creationId xmlns:a16="http://schemas.microsoft.com/office/drawing/2014/main" id="{F7071B9B-BB94-7650-D880-C3CD0B919F70}"/>
                  </a:ext>
                </a:extLst>
              </p:cNvPr>
              <p:cNvSpPr/>
              <p:nvPr/>
            </p:nvSpPr>
            <p:spPr>
              <a:xfrm>
                <a:off x="10119750" y="4886875"/>
                <a:ext cx="83375" cy="9775"/>
              </a:xfrm>
              <a:custGeom>
                <a:avLst/>
                <a:gdLst/>
                <a:ahLst/>
                <a:cxnLst/>
                <a:rect l="l" t="t" r="r" b="b"/>
                <a:pathLst>
                  <a:path w="3335" h="391" extrusionOk="0">
                    <a:moveTo>
                      <a:pt x="92" y="0"/>
                    </a:moveTo>
                    <a:cubicBezTo>
                      <a:pt x="23" y="0"/>
                      <a:pt x="1" y="104"/>
                      <a:pt x="74" y="129"/>
                    </a:cubicBezTo>
                    <a:cubicBezTo>
                      <a:pt x="557" y="297"/>
                      <a:pt x="1115" y="390"/>
                      <a:pt x="1671" y="390"/>
                    </a:cubicBezTo>
                    <a:cubicBezTo>
                      <a:pt x="2242" y="390"/>
                      <a:pt x="2812" y="292"/>
                      <a:pt x="3299" y="78"/>
                    </a:cubicBezTo>
                    <a:cubicBezTo>
                      <a:pt x="3335" y="61"/>
                      <a:pt x="3309" y="14"/>
                      <a:pt x="3276" y="14"/>
                    </a:cubicBezTo>
                    <a:cubicBezTo>
                      <a:pt x="3275" y="14"/>
                      <a:pt x="3273" y="14"/>
                      <a:pt x="3272" y="14"/>
                    </a:cubicBezTo>
                    <a:cubicBezTo>
                      <a:pt x="2743" y="92"/>
                      <a:pt x="2225" y="215"/>
                      <a:pt x="1687" y="222"/>
                    </a:cubicBezTo>
                    <a:cubicBezTo>
                      <a:pt x="1673" y="222"/>
                      <a:pt x="1658" y="222"/>
                      <a:pt x="1644" y="222"/>
                    </a:cubicBezTo>
                    <a:cubicBezTo>
                      <a:pt x="1119" y="222"/>
                      <a:pt x="620" y="107"/>
                      <a:pt x="109" y="2"/>
                    </a:cubicBezTo>
                    <a:cubicBezTo>
                      <a:pt x="103" y="1"/>
                      <a:pt x="97" y="0"/>
                      <a:pt x="92"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567;p34">
                <a:extLst>
                  <a:ext uri="{FF2B5EF4-FFF2-40B4-BE49-F238E27FC236}">
                    <a16:creationId xmlns:a16="http://schemas.microsoft.com/office/drawing/2014/main" id="{45554147-0977-59FD-D6E6-FEE14B116403}"/>
                  </a:ext>
                </a:extLst>
              </p:cNvPr>
              <p:cNvSpPr/>
              <p:nvPr/>
            </p:nvSpPr>
            <p:spPr>
              <a:xfrm>
                <a:off x="10117250" y="4911425"/>
                <a:ext cx="80975" cy="17425"/>
              </a:xfrm>
              <a:custGeom>
                <a:avLst/>
                <a:gdLst/>
                <a:ahLst/>
                <a:cxnLst/>
                <a:rect l="l" t="t" r="r" b="b"/>
                <a:pathLst>
                  <a:path w="3239" h="697" extrusionOk="0">
                    <a:moveTo>
                      <a:pt x="3163" y="0"/>
                    </a:moveTo>
                    <a:cubicBezTo>
                      <a:pt x="3154" y="0"/>
                      <a:pt x="3146" y="2"/>
                      <a:pt x="3138" y="7"/>
                    </a:cubicBezTo>
                    <a:cubicBezTo>
                      <a:pt x="2576" y="342"/>
                      <a:pt x="2015" y="499"/>
                      <a:pt x="1438" y="499"/>
                    </a:cubicBezTo>
                    <a:cubicBezTo>
                      <a:pt x="1016" y="499"/>
                      <a:pt x="586" y="415"/>
                      <a:pt x="140" y="255"/>
                    </a:cubicBezTo>
                    <a:cubicBezTo>
                      <a:pt x="132" y="252"/>
                      <a:pt x="124" y="251"/>
                      <a:pt x="116" y="251"/>
                    </a:cubicBezTo>
                    <a:cubicBezTo>
                      <a:pt x="43" y="251"/>
                      <a:pt x="1" y="371"/>
                      <a:pt x="77" y="404"/>
                    </a:cubicBezTo>
                    <a:cubicBezTo>
                      <a:pt x="507" y="591"/>
                      <a:pt x="989" y="696"/>
                      <a:pt x="1466" y="696"/>
                    </a:cubicBezTo>
                    <a:cubicBezTo>
                      <a:pt x="2095" y="696"/>
                      <a:pt x="2716" y="512"/>
                      <a:pt x="3201" y="88"/>
                    </a:cubicBezTo>
                    <a:cubicBezTo>
                      <a:pt x="3238" y="56"/>
                      <a:pt x="3204" y="0"/>
                      <a:pt x="3163"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568;p34">
                <a:extLst>
                  <a:ext uri="{FF2B5EF4-FFF2-40B4-BE49-F238E27FC236}">
                    <a16:creationId xmlns:a16="http://schemas.microsoft.com/office/drawing/2014/main" id="{6B06ECB8-BFF6-8815-E059-A0A77A59BB3E}"/>
                  </a:ext>
                </a:extLst>
              </p:cNvPr>
              <p:cNvSpPr/>
              <p:nvPr/>
            </p:nvSpPr>
            <p:spPr>
              <a:xfrm>
                <a:off x="9696875" y="4866225"/>
                <a:ext cx="394725" cy="273625"/>
              </a:xfrm>
              <a:custGeom>
                <a:avLst/>
                <a:gdLst/>
                <a:ahLst/>
                <a:cxnLst/>
                <a:rect l="l" t="t" r="r" b="b"/>
                <a:pathLst>
                  <a:path w="15789" h="10945" extrusionOk="0">
                    <a:moveTo>
                      <a:pt x="12905" y="1"/>
                    </a:moveTo>
                    <a:lnTo>
                      <a:pt x="6695" y="3730"/>
                    </a:lnTo>
                    <a:lnTo>
                      <a:pt x="4438" y="1008"/>
                    </a:lnTo>
                    <a:cubicBezTo>
                      <a:pt x="4438" y="1008"/>
                      <a:pt x="1243" y="2313"/>
                      <a:pt x="1" y="5001"/>
                    </a:cubicBezTo>
                    <a:cubicBezTo>
                      <a:pt x="1" y="5001"/>
                      <a:pt x="4107" y="10944"/>
                      <a:pt x="7491" y="10944"/>
                    </a:cubicBezTo>
                    <a:cubicBezTo>
                      <a:pt x="7827" y="10944"/>
                      <a:pt x="8155" y="10886"/>
                      <a:pt x="8472" y="10757"/>
                    </a:cubicBezTo>
                    <a:cubicBezTo>
                      <a:pt x="11982" y="9333"/>
                      <a:pt x="15788" y="4451"/>
                      <a:pt x="15788" y="4451"/>
                    </a:cubicBezTo>
                    <a:lnTo>
                      <a:pt x="12905" y="1"/>
                    </a:ln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569;p34">
                <a:extLst>
                  <a:ext uri="{FF2B5EF4-FFF2-40B4-BE49-F238E27FC236}">
                    <a16:creationId xmlns:a16="http://schemas.microsoft.com/office/drawing/2014/main" id="{7C5A7A6A-943F-4272-EC3C-665823FE67FD}"/>
                  </a:ext>
                </a:extLst>
              </p:cNvPr>
              <p:cNvSpPr/>
              <p:nvPr/>
            </p:nvSpPr>
            <p:spPr>
              <a:xfrm>
                <a:off x="9712250" y="4766925"/>
                <a:ext cx="378975" cy="355000"/>
              </a:xfrm>
              <a:custGeom>
                <a:avLst/>
                <a:gdLst/>
                <a:ahLst/>
                <a:cxnLst/>
                <a:rect l="l" t="t" r="r" b="b"/>
                <a:pathLst>
                  <a:path w="15159" h="14200" extrusionOk="0">
                    <a:moveTo>
                      <a:pt x="1421" y="0"/>
                    </a:moveTo>
                    <a:cubicBezTo>
                      <a:pt x="1421" y="0"/>
                      <a:pt x="1421" y="0"/>
                      <a:pt x="1421" y="0"/>
                    </a:cubicBezTo>
                    <a:cubicBezTo>
                      <a:pt x="1420" y="1"/>
                      <a:pt x="1432" y="22"/>
                      <a:pt x="1459" y="61"/>
                    </a:cubicBezTo>
                    <a:lnTo>
                      <a:pt x="1578" y="236"/>
                    </a:lnTo>
                    <a:cubicBezTo>
                      <a:pt x="1691" y="394"/>
                      <a:pt x="1849" y="615"/>
                      <a:pt x="2051" y="900"/>
                    </a:cubicBezTo>
                    <a:cubicBezTo>
                      <a:pt x="2474" y="1483"/>
                      <a:pt x="3080" y="2319"/>
                      <a:pt x="3838" y="3365"/>
                    </a:cubicBezTo>
                    <a:lnTo>
                      <a:pt x="5096" y="5091"/>
                    </a:lnTo>
                    <a:lnTo>
                      <a:pt x="5805" y="6061"/>
                    </a:lnTo>
                    <a:cubicBezTo>
                      <a:pt x="5928" y="6226"/>
                      <a:pt x="6044" y="6405"/>
                      <a:pt x="6205" y="6560"/>
                    </a:cubicBezTo>
                    <a:cubicBezTo>
                      <a:pt x="6347" y="6704"/>
                      <a:pt x="6554" y="6816"/>
                      <a:pt x="6773" y="6816"/>
                    </a:cubicBezTo>
                    <a:cubicBezTo>
                      <a:pt x="6795" y="6816"/>
                      <a:pt x="6816" y="6815"/>
                      <a:pt x="6838" y="6812"/>
                    </a:cubicBezTo>
                    <a:cubicBezTo>
                      <a:pt x="7077" y="6793"/>
                      <a:pt x="7288" y="6686"/>
                      <a:pt x="7489" y="6581"/>
                    </a:cubicBezTo>
                    <a:lnTo>
                      <a:pt x="8099" y="6264"/>
                    </a:lnTo>
                    <a:lnTo>
                      <a:pt x="9365" y="5603"/>
                    </a:lnTo>
                    <a:lnTo>
                      <a:pt x="12054" y="4198"/>
                    </a:lnTo>
                    <a:lnTo>
                      <a:pt x="12054" y="4198"/>
                    </a:lnTo>
                    <a:lnTo>
                      <a:pt x="12471" y="4061"/>
                    </a:lnTo>
                    <a:lnTo>
                      <a:pt x="12471" y="4061"/>
                    </a:lnTo>
                    <a:cubicBezTo>
                      <a:pt x="13156" y="5243"/>
                      <a:pt x="13879" y="6491"/>
                      <a:pt x="14621" y="7772"/>
                    </a:cubicBezTo>
                    <a:lnTo>
                      <a:pt x="14976" y="8383"/>
                    </a:lnTo>
                    <a:lnTo>
                      <a:pt x="14976" y="8383"/>
                    </a:lnTo>
                    <a:cubicBezTo>
                      <a:pt x="14197" y="9399"/>
                      <a:pt x="13431" y="10386"/>
                      <a:pt x="12589" y="11242"/>
                    </a:cubicBezTo>
                    <a:cubicBezTo>
                      <a:pt x="11742" y="12112"/>
                      <a:pt x="10808" y="12839"/>
                      <a:pt x="9815" y="13337"/>
                    </a:cubicBezTo>
                    <a:cubicBezTo>
                      <a:pt x="8867" y="13811"/>
                      <a:pt x="7867" y="14075"/>
                      <a:pt x="6921" y="14075"/>
                    </a:cubicBezTo>
                    <a:cubicBezTo>
                      <a:pt x="6878" y="14075"/>
                      <a:pt x="6834" y="14074"/>
                      <a:pt x="6791" y="14073"/>
                    </a:cubicBezTo>
                    <a:cubicBezTo>
                      <a:pt x="6770" y="14073"/>
                      <a:pt x="6749" y="14074"/>
                      <a:pt x="6729" y="14074"/>
                    </a:cubicBezTo>
                    <a:cubicBezTo>
                      <a:pt x="6258" y="14074"/>
                      <a:pt x="5809" y="13991"/>
                      <a:pt x="5380" y="13905"/>
                    </a:cubicBezTo>
                    <a:cubicBezTo>
                      <a:pt x="4939" y="13789"/>
                      <a:pt x="4520" y="13658"/>
                      <a:pt x="4138" y="13485"/>
                    </a:cubicBezTo>
                    <a:cubicBezTo>
                      <a:pt x="3369" y="13150"/>
                      <a:pt x="2729" y="12734"/>
                      <a:pt x="2203" y="12328"/>
                    </a:cubicBezTo>
                    <a:cubicBezTo>
                      <a:pt x="1752" y="11981"/>
                      <a:pt x="1330" y="11597"/>
                      <a:pt x="941" y="11180"/>
                    </a:cubicBezTo>
                    <a:cubicBezTo>
                      <a:pt x="779" y="11012"/>
                      <a:pt x="642" y="10856"/>
                      <a:pt x="527" y="10717"/>
                    </a:cubicBezTo>
                    <a:cubicBezTo>
                      <a:pt x="408" y="10580"/>
                      <a:pt x="312" y="10463"/>
                      <a:pt x="237" y="10364"/>
                    </a:cubicBezTo>
                    <a:cubicBezTo>
                      <a:pt x="165" y="10272"/>
                      <a:pt x="107" y="10200"/>
                      <a:pt x="64" y="10144"/>
                    </a:cubicBezTo>
                    <a:cubicBezTo>
                      <a:pt x="26" y="10096"/>
                      <a:pt x="4" y="10072"/>
                      <a:pt x="1" y="10072"/>
                    </a:cubicBezTo>
                    <a:cubicBezTo>
                      <a:pt x="1" y="10072"/>
                      <a:pt x="1" y="10072"/>
                      <a:pt x="1" y="10072"/>
                    </a:cubicBezTo>
                    <a:cubicBezTo>
                      <a:pt x="1" y="10072"/>
                      <a:pt x="271" y="10518"/>
                      <a:pt x="899" y="11219"/>
                    </a:cubicBezTo>
                    <a:cubicBezTo>
                      <a:pt x="1282" y="11645"/>
                      <a:pt x="1702" y="12039"/>
                      <a:pt x="2153" y="12393"/>
                    </a:cubicBezTo>
                    <a:cubicBezTo>
                      <a:pt x="2678" y="12808"/>
                      <a:pt x="3321" y="13236"/>
                      <a:pt x="4097" y="13581"/>
                    </a:cubicBezTo>
                    <a:cubicBezTo>
                      <a:pt x="4482" y="13759"/>
                      <a:pt x="4906" y="13895"/>
                      <a:pt x="5355" y="14017"/>
                    </a:cubicBezTo>
                    <a:cubicBezTo>
                      <a:pt x="5798" y="14109"/>
                      <a:pt x="6264" y="14198"/>
                      <a:pt x="6754" y="14198"/>
                    </a:cubicBezTo>
                    <a:cubicBezTo>
                      <a:pt x="6766" y="14198"/>
                      <a:pt x="6778" y="14198"/>
                      <a:pt x="6790" y="14198"/>
                    </a:cubicBezTo>
                    <a:cubicBezTo>
                      <a:pt x="6842" y="14199"/>
                      <a:pt x="6895" y="14200"/>
                      <a:pt x="6949" y="14200"/>
                    </a:cubicBezTo>
                    <a:cubicBezTo>
                      <a:pt x="7907" y="14200"/>
                      <a:pt x="8920" y="13936"/>
                      <a:pt x="9877" y="13460"/>
                    </a:cubicBezTo>
                    <a:cubicBezTo>
                      <a:pt x="10889" y="12957"/>
                      <a:pt x="11837" y="12222"/>
                      <a:pt x="12694" y="11346"/>
                    </a:cubicBezTo>
                    <a:cubicBezTo>
                      <a:pt x="13557" y="10471"/>
                      <a:pt x="14337" y="9465"/>
                      <a:pt x="15128" y="8436"/>
                    </a:cubicBezTo>
                    <a:lnTo>
                      <a:pt x="15159" y="8395"/>
                    </a:lnTo>
                    <a:lnTo>
                      <a:pt x="15133" y="8352"/>
                    </a:lnTo>
                    <a:cubicBezTo>
                      <a:pt x="15012" y="8144"/>
                      <a:pt x="14883" y="7921"/>
                      <a:pt x="14752" y="7695"/>
                    </a:cubicBezTo>
                    <a:lnTo>
                      <a:pt x="12569" y="3936"/>
                    </a:lnTo>
                    <a:lnTo>
                      <a:pt x="12539" y="3885"/>
                    </a:lnTo>
                    <a:lnTo>
                      <a:pt x="12482" y="3903"/>
                    </a:lnTo>
                    <a:lnTo>
                      <a:pt x="12001" y="4062"/>
                    </a:lnTo>
                    <a:lnTo>
                      <a:pt x="11995" y="4064"/>
                    </a:lnTo>
                    <a:lnTo>
                      <a:pt x="11989" y="4066"/>
                    </a:lnTo>
                    <a:lnTo>
                      <a:pt x="9301" y="5482"/>
                    </a:lnTo>
                    <a:lnTo>
                      <a:pt x="8038" y="6147"/>
                    </a:lnTo>
                    <a:lnTo>
                      <a:pt x="7429" y="6467"/>
                    </a:lnTo>
                    <a:cubicBezTo>
                      <a:pt x="7232" y="6571"/>
                      <a:pt x="7033" y="6670"/>
                      <a:pt x="6828" y="6688"/>
                    </a:cubicBezTo>
                    <a:cubicBezTo>
                      <a:pt x="6810" y="6690"/>
                      <a:pt x="6792" y="6691"/>
                      <a:pt x="6774" y="6691"/>
                    </a:cubicBezTo>
                    <a:cubicBezTo>
                      <a:pt x="6591" y="6691"/>
                      <a:pt x="6423" y="6602"/>
                      <a:pt x="6291" y="6473"/>
                    </a:cubicBezTo>
                    <a:cubicBezTo>
                      <a:pt x="6143" y="6331"/>
                      <a:pt x="6026" y="6156"/>
                      <a:pt x="5901" y="5991"/>
                    </a:cubicBezTo>
                    <a:lnTo>
                      <a:pt x="5186" y="5025"/>
                    </a:lnTo>
                    <a:lnTo>
                      <a:pt x="3913" y="3310"/>
                    </a:lnTo>
                    <a:cubicBezTo>
                      <a:pt x="3140" y="2275"/>
                      <a:pt x="2523" y="1447"/>
                      <a:pt x="2092" y="870"/>
                    </a:cubicBezTo>
                    <a:lnTo>
                      <a:pt x="1599" y="220"/>
                    </a:lnTo>
                    <a:lnTo>
                      <a:pt x="1469" y="54"/>
                    </a:lnTo>
                    <a:cubicBezTo>
                      <a:pt x="1440" y="18"/>
                      <a:pt x="1424" y="0"/>
                      <a:pt x="1421"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570;p34">
                <a:extLst>
                  <a:ext uri="{FF2B5EF4-FFF2-40B4-BE49-F238E27FC236}">
                    <a16:creationId xmlns:a16="http://schemas.microsoft.com/office/drawing/2014/main" id="{593B1037-98ED-5018-A9A0-7D4A25BFDC87}"/>
                  </a:ext>
                </a:extLst>
              </p:cNvPr>
              <p:cNvSpPr/>
              <p:nvPr/>
            </p:nvSpPr>
            <p:spPr>
              <a:xfrm>
                <a:off x="10030400" y="4762800"/>
                <a:ext cx="3800" cy="122300"/>
              </a:xfrm>
              <a:custGeom>
                <a:avLst/>
                <a:gdLst/>
                <a:ahLst/>
                <a:cxnLst/>
                <a:rect l="l" t="t" r="r" b="b"/>
                <a:pathLst>
                  <a:path w="152" h="4892" extrusionOk="0">
                    <a:moveTo>
                      <a:pt x="76" y="1"/>
                    </a:moveTo>
                    <a:cubicBezTo>
                      <a:pt x="34" y="1"/>
                      <a:pt x="1" y="1096"/>
                      <a:pt x="1" y="2446"/>
                    </a:cubicBezTo>
                    <a:cubicBezTo>
                      <a:pt x="1" y="3797"/>
                      <a:pt x="34" y="4892"/>
                      <a:pt x="76" y="4892"/>
                    </a:cubicBezTo>
                    <a:cubicBezTo>
                      <a:pt x="118" y="4892"/>
                      <a:pt x="152" y="3798"/>
                      <a:pt x="152" y="2446"/>
                    </a:cubicBezTo>
                    <a:cubicBezTo>
                      <a:pt x="152" y="1096"/>
                      <a:pt x="118" y="1"/>
                      <a:pt x="76"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571;p34">
                <a:extLst>
                  <a:ext uri="{FF2B5EF4-FFF2-40B4-BE49-F238E27FC236}">
                    <a16:creationId xmlns:a16="http://schemas.microsoft.com/office/drawing/2014/main" id="{C34F1A33-AE57-82FA-6761-E1F738356797}"/>
                  </a:ext>
                </a:extLst>
              </p:cNvPr>
              <p:cNvSpPr/>
              <p:nvPr/>
            </p:nvSpPr>
            <p:spPr>
              <a:xfrm>
                <a:off x="9941000" y="4289750"/>
                <a:ext cx="108050" cy="195650"/>
              </a:xfrm>
              <a:custGeom>
                <a:avLst/>
                <a:gdLst/>
                <a:ahLst/>
                <a:cxnLst/>
                <a:rect l="l" t="t" r="r" b="b"/>
                <a:pathLst>
                  <a:path w="4322" h="7826" extrusionOk="0">
                    <a:moveTo>
                      <a:pt x="1409" y="0"/>
                    </a:moveTo>
                    <a:lnTo>
                      <a:pt x="1" y="274"/>
                    </a:lnTo>
                    <a:lnTo>
                      <a:pt x="684" y="7793"/>
                    </a:lnTo>
                    <a:cubicBezTo>
                      <a:pt x="781" y="7815"/>
                      <a:pt x="880" y="7826"/>
                      <a:pt x="979" y="7826"/>
                    </a:cubicBezTo>
                    <a:cubicBezTo>
                      <a:pt x="1731" y="7826"/>
                      <a:pt x="2468" y="7210"/>
                      <a:pt x="2538" y="6449"/>
                    </a:cubicBezTo>
                    <a:cubicBezTo>
                      <a:pt x="3006" y="6004"/>
                      <a:pt x="3285" y="5396"/>
                      <a:pt x="3318" y="4751"/>
                    </a:cubicBezTo>
                    <a:cubicBezTo>
                      <a:pt x="3820" y="4739"/>
                      <a:pt x="4274" y="4295"/>
                      <a:pt x="4298" y="3792"/>
                    </a:cubicBezTo>
                    <a:cubicBezTo>
                      <a:pt x="4322" y="3290"/>
                      <a:pt x="3912" y="2804"/>
                      <a:pt x="3412" y="2743"/>
                    </a:cubicBezTo>
                    <a:cubicBezTo>
                      <a:pt x="3597" y="2383"/>
                      <a:pt x="3552" y="1919"/>
                      <a:pt x="3305" y="1600"/>
                    </a:cubicBezTo>
                    <a:cubicBezTo>
                      <a:pt x="3103" y="1341"/>
                      <a:pt x="2774" y="1187"/>
                      <a:pt x="2446" y="1187"/>
                    </a:cubicBezTo>
                    <a:cubicBezTo>
                      <a:pt x="2372" y="1187"/>
                      <a:pt x="2297" y="1195"/>
                      <a:pt x="2224" y="1212"/>
                    </a:cubicBezTo>
                    <a:cubicBezTo>
                      <a:pt x="2315" y="682"/>
                      <a:pt x="1934" y="115"/>
                      <a:pt x="1409"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572;p34">
                <a:extLst>
                  <a:ext uri="{FF2B5EF4-FFF2-40B4-BE49-F238E27FC236}">
                    <a16:creationId xmlns:a16="http://schemas.microsoft.com/office/drawing/2014/main" id="{DAA023F1-7803-44EC-C6B4-95BB99DB7942}"/>
                  </a:ext>
                </a:extLst>
              </p:cNvPr>
              <p:cNvSpPr/>
              <p:nvPr/>
            </p:nvSpPr>
            <p:spPr>
              <a:xfrm>
                <a:off x="9638750" y="4222050"/>
                <a:ext cx="240625" cy="289100"/>
              </a:xfrm>
              <a:custGeom>
                <a:avLst/>
                <a:gdLst/>
                <a:ahLst/>
                <a:cxnLst/>
                <a:rect l="l" t="t" r="r" b="b"/>
                <a:pathLst>
                  <a:path w="9625" h="11564" extrusionOk="0">
                    <a:moveTo>
                      <a:pt x="8248" y="0"/>
                    </a:moveTo>
                    <a:cubicBezTo>
                      <a:pt x="8185" y="0"/>
                      <a:pt x="8123" y="4"/>
                      <a:pt x="8060" y="11"/>
                    </a:cubicBezTo>
                    <a:cubicBezTo>
                      <a:pt x="7483" y="73"/>
                      <a:pt x="6944" y="433"/>
                      <a:pt x="6665" y="942"/>
                    </a:cubicBezTo>
                    <a:cubicBezTo>
                      <a:pt x="6349" y="715"/>
                      <a:pt x="5960" y="598"/>
                      <a:pt x="5572" y="598"/>
                    </a:cubicBezTo>
                    <a:cubicBezTo>
                      <a:pt x="5283" y="598"/>
                      <a:pt x="4994" y="663"/>
                      <a:pt x="4737" y="795"/>
                    </a:cubicBezTo>
                    <a:cubicBezTo>
                      <a:pt x="4132" y="1102"/>
                      <a:pt x="3726" y="1764"/>
                      <a:pt x="3725" y="2442"/>
                    </a:cubicBezTo>
                    <a:cubicBezTo>
                      <a:pt x="3543" y="2390"/>
                      <a:pt x="3355" y="2365"/>
                      <a:pt x="3166" y="2365"/>
                    </a:cubicBezTo>
                    <a:cubicBezTo>
                      <a:pt x="2572" y="2365"/>
                      <a:pt x="1975" y="2614"/>
                      <a:pt x="1575" y="3057"/>
                    </a:cubicBezTo>
                    <a:cubicBezTo>
                      <a:pt x="1048" y="3640"/>
                      <a:pt x="890" y="4528"/>
                      <a:pt x="1181" y="5259"/>
                    </a:cubicBezTo>
                    <a:cubicBezTo>
                      <a:pt x="475" y="5479"/>
                      <a:pt x="0" y="6272"/>
                      <a:pt x="141" y="6998"/>
                    </a:cubicBezTo>
                    <a:cubicBezTo>
                      <a:pt x="274" y="7689"/>
                      <a:pt x="947" y="8230"/>
                      <a:pt x="1648" y="8230"/>
                    </a:cubicBezTo>
                    <a:cubicBezTo>
                      <a:pt x="1683" y="8230"/>
                      <a:pt x="1719" y="8228"/>
                      <a:pt x="1755" y="8225"/>
                    </a:cubicBezTo>
                    <a:cubicBezTo>
                      <a:pt x="2037" y="8757"/>
                      <a:pt x="2330" y="9303"/>
                      <a:pt x="2792" y="9689"/>
                    </a:cubicBezTo>
                    <a:cubicBezTo>
                      <a:pt x="3105" y="9950"/>
                      <a:pt x="3516" y="10122"/>
                      <a:pt x="3916" y="10122"/>
                    </a:cubicBezTo>
                    <a:cubicBezTo>
                      <a:pt x="4107" y="10122"/>
                      <a:pt x="4296" y="10082"/>
                      <a:pt x="4470" y="9995"/>
                    </a:cubicBezTo>
                    <a:cubicBezTo>
                      <a:pt x="4508" y="10526"/>
                      <a:pt x="4815" y="11034"/>
                      <a:pt x="5270" y="11314"/>
                    </a:cubicBezTo>
                    <a:cubicBezTo>
                      <a:pt x="5537" y="11479"/>
                      <a:pt x="5851" y="11564"/>
                      <a:pt x="6166" y="11564"/>
                    </a:cubicBezTo>
                    <a:cubicBezTo>
                      <a:pt x="6385" y="11564"/>
                      <a:pt x="6605" y="11522"/>
                      <a:pt x="6808" y="11438"/>
                    </a:cubicBezTo>
                    <a:lnTo>
                      <a:pt x="9624" y="620"/>
                    </a:lnTo>
                    <a:cubicBezTo>
                      <a:pt x="9282" y="230"/>
                      <a:pt x="8765" y="0"/>
                      <a:pt x="8248"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573;p34">
                <a:extLst>
                  <a:ext uri="{FF2B5EF4-FFF2-40B4-BE49-F238E27FC236}">
                    <a16:creationId xmlns:a16="http://schemas.microsoft.com/office/drawing/2014/main" id="{D6E4C210-F223-115F-CF8D-3035521F1DB6}"/>
                  </a:ext>
                </a:extLst>
              </p:cNvPr>
              <p:cNvSpPr/>
              <p:nvPr/>
            </p:nvSpPr>
            <p:spPr>
              <a:xfrm>
                <a:off x="9789875" y="4409600"/>
                <a:ext cx="148900" cy="285325"/>
              </a:xfrm>
              <a:custGeom>
                <a:avLst/>
                <a:gdLst/>
                <a:ahLst/>
                <a:cxnLst/>
                <a:rect l="l" t="t" r="r" b="b"/>
                <a:pathLst>
                  <a:path w="5956" h="11413" extrusionOk="0">
                    <a:moveTo>
                      <a:pt x="1" y="0"/>
                    </a:moveTo>
                    <a:lnTo>
                      <a:pt x="1" y="8444"/>
                    </a:lnTo>
                    <a:cubicBezTo>
                      <a:pt x="1" y="8444"/>
                      <a:pt x="271" y="11412"/>
                      <a:pt x="2921" y="11412"/>
                    </a:cubicBezTo>
                    <a:cubicBezTo>
                      <a:pt x="5834" y="11412"/>
                      <a:pt x="5956" y="8253"/>
                      <a:pt x="5956" y="8253"/>
                    </a:cubicBezTo>
                    <a:lnTo>
                      <a:pt x="5956" y="3951"/>
                    </a:lnTo>
                    <a:lnTo>
                      <a:pt x="1" y="0"/>
                    </a:ln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574;p34">
                <a:extLst>
                  <a:ext uri="{FF2B5EF4-FFF2-40B4-BE49-F238E27FC236}">
                    <a16:creationId xmlns:a16="http://schemas.microsoft.com/office/drawing/2014/main" id="{434EF3A6-F7D2-3895-0CD9-BF5F4E272057}"/>
                  </a:ext>
                </a:extLst>
              </p:cNvPr>
              <p:cNvSpPr/>
              <p:nvPr/>
            </p:nvSpPr>
            <p:spPr>
              <a:xfrm>
                <a:off x="9804275" y="4442000"/>
                <a:ext cx="134500" cy="130450"/>
              </a:xfrm>
              <a:custGeom>
                <a:avLst/>
                <a:gdLst/>
                <a:ahLst/>
                <a:cxnLst/>
                <a:rect l="l" t="t" r="r" b="b"/>
                <a:pathLst>
                  <a:path w="5380" h="5218" extrusionOk="0">
                    <a:moveTo>
                      <a:pt x="0" y="0"/>
                    </a:moveTo>
                    <a:lnTo>
                      <a:pt x="0" y="0"/>
                    </a:lnTo>
                    <a:cubicBezTo>
                      <a:pt x="140" y="4531"/>
                      <a:pt x="2699" y="5218"/>
                      <a:pt x="4236" y="5218"/>
                    </a:cubicBezTo>
                    <a:cubicBezTo>
                      <a:pt x="4904" y="5218"/>
                      <a:pt x="5380" y="5088"/>
                      <a:pt x="5380" y="5088"/>
                    </a:cubicBezTo>
                    <a:lnTo>
                      <a:pt x="5380" y="2941"/>
                    </a:lnTo>
                    <a:lnTo>
                      <a:pt x="0" y="0"/>
                    </a:ln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1575;p34">
                <a:extLst>
                  <a:ext uri="{FF2B5EF4-FFF2-40B4-BE49-F238E27FC236}">
                    <a16:creationId xmlns:a16="http://schemas.microsoft.com/office/drawing/2014/main" id="{E2A150B2-DD92-A561-60A1-45222AAF16A1}"/>
                  </a:ext>
                </a:extLst>
              </p:cNvPr>
              <p:cNvSpPr/>
              <p:nvPr/>
            </p:nvSpPr>
            <p:spPr>
              <a:xfrm>
                <a:off x="9750325" y="4355175"/>
                <a:ext cx="50425" cy="63050"/>
              </a:xfrm>
              <a:custGeom>
                <a:avLst/>
                <a:gdLst/>
                <a:ahLst/>
                <a:cxnLst/>
                <a:rect l="l" t="t" r="r" b="b"/>
                <a:pathLst>
                  <a:path w="2017" h="2522" extrusionOk="0">
                    <a:moveTo>
                      <a:pt x="995" y="0"/>
                    </a:moveTo>
                    <a:cubicBezTo>
                      <a:pt x="814" y="0"/>
                      <a:pt x="633" y="43"/>
                      <a:pt x="487" y="148"/>
                    </a:cubicBezTo>
                    <a:cubicBezTo>
                      <a:pt x="312" y="273"/>
                      <a:pt x="206" y="474"/>
                      <a:pt x="147" y="682"/>
                    </a:cubicBezTo>
                    <a:cubicBezTo>
                      <a:pt x="0" y="1196"/>
                      <a:pt x="141" y="1792"/>
                      <a:pt x="529" y="2161"/>
                    </a:cubicBezTo>
                    <a:cubicBezTo>
                      <a:pt x="774" y="2394"/>
                      <a:pt x="1114" y="2522"/>
                      <a:pt x="1450" y="2522"/>
                    </a:cubicBezTo>
                    <a:cubicBezTo>
                      <a:pt x="1647" y="2522"/>
                      <a:pt x="1842" y="2478"/>
                      <a:pt x="2016" y="2386"/>
                    </a:cubicBezTo>
                    <a:lnTo>
                      <a:pt x="1814" y="216"/>
                    </a:lnTo>
                    <a:cubicBezTo>
                      <a:pt x="1598" y="130"/>
                      <a:pt x="1381" y="42"/>
                      <a:pt x="1151" y="11"/>
                    </a:cubicBezTo>
                    <a:cubicBezTo>
                      <a:pt x="1100" y="4"/>
                      <a:pt x="1047" y="0"/>
                      <a:pt x="995"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576;p34">
                <a:extLst>
                  <a:ext uri="{FF2B5EF4-FFF2-40B4-BE49-F238E27FC236}">
                    <a16:creationId xmlns:a16="http://schemas.microsoft.com/office/drawing/2014/main" id="{95E37469-0CC9-7E4A-DC62-BC1F82EDAB65}"/>
                  </a:ext>
                </a:extLst>
              </p:cNvPr>
              <p:cNvSpPr/>
              <p:nvPr/>
            </p:nvSpPr>
            <p:spPr>
              <a:xfrm>
                <a:off x="9760950" y="4363900"/>
                <a:ext cx="26075" cy="40675"/>
              </a:xfrm>
              <a:custGeom>
                <a:avLst/>
                <a:gdLst/>
                <a:ahLst/>
                <a:cxnLst/>
                <a:rect l="l" t="t" r="r" b="b"/>
                <a:pathLst>
                  <a:path w="1043" h="1627" extrusionOk="0">
                    <a:moveTo>
                      <a:pt x="449" y="1"/>
                    </a:moveTo>
                    <a:cubicBezTo>
                      <a:pt x="415" y="1"/>
                      <a:pt x="385" y="44"/>
                      <a:pt x="416" y="76"/>
                    </a:cubicBezTo>
                    <a:lnTo>
                      <a:pt x="417" y="76"/>
                    </a:lnTo>
                    <a:cubicBezTo>
                      <a:pt x="540" y="202"/>
                      <a:pt x="657" y="334"/>
                      <a:pt x="761" y="476"/>
                    </a:cubicBezTo>
                    <a:lnTo>
                      <a:pt x="761" y="476"/>
                    </a:lnTo>
                    <a:cubicBezTo>
                      <a:pt x="719" y="463"/>
                      <a:pt x="676" y="457"/>
                      <a:pt x="632" y="457"/>
                    </a:cubicBezTo>
                    <a:cubicBezTo>
                      <a:pt x="433" y="457"/>
                      <a:pt x="227" y="583"/>
                      <a:pt x="147" y="796"/>
                    </a:cubicBezTo>
                    <a:cubicBezTo>
                      <a:pt x="0" y="1185"/>
                      <a:pt x="332" y="1627"/>
                      <a:pt x="728" y="1627"/>
                    </a:cubicBezTo>
                    <a:cubicBezTo>
                      <a:pt x="769" y="1627"/>
                      <a:pt x="811" y="1622"/>
                      <a:pt x="854" y="1612"/>
                    </a:cubicBezTo>
                    <a:cubicBezTo>
                      <a:pt x="918" y="1597"/>
                      <a:pt x="905" y="1515"/>
                      <a:pt x="854" y="1494"/>
                    </a:cubicBezTo>
                    <a:cubicBezTo>
                      <a:pt x="635" y="1406"/>
                      <a:pt x="403" y="1346"/>
                      <a:pt x="344" y="1082"/>
                    </a:cubicBezTo>
                    <a:cubicBezTo>
                      <a:pt x="287" y="826"/>
                      <a:pt x="465" y="624"/>
                      <a:pt x="671" y="624"/>
                    </a:cubicBezTo>
                    <a:cubicBezTo>
                      <a:pt x="762" y="624"/>
                      <a:pt x="859" y="663"/>
                      <a:pt x="944" y="753"/>
                    </a:cubicBezTo>
                    <a:cubicBezTo>
                      <a:pt x="953" y="763"/>
                      <a:pt x="964" y="768"/>
                      <a:pt x="976" y="768"/>
                    </a:cubicBezTo>
                    <a:cubicBezTo>
                      <a:pt x="1010" y="768"/>
                      <a:pt x="1043" y="730"/>
                      <a:pt x="1020" y="695"/>
                    </a:cubicBezTo>
                    <a:cubicBezTo>
                      <a:pt x="1005" y="666"/>
                      <a:pt x="989" y="641"/>
                      <a:pt x="971" y="618"/>
                    </a:cubicBezTo>
                    <a:lnTo>
                      <a:pt x="971" y="618"/>
                    </a:lnTo>
                    <a:cubicBezTo>
                      <a:pt x="825" y="399"/>
                      <a:pt x="672" y="200"/>
                      <a:pt x="479" y="14"/>
                    </a:cubicBezTo>
                    <a:cubicBezTo>
                      <a:pt x="470" y="5"/>
                      <a:pt x="459" y="1"/>
                      <a:pt x="449"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1577;p34">
                <a:extLst>
                  <a:ext uri="{FF2B5EF4-FFF2-40B4-BE49-F238E27FC236}">
                    <a16:creationId xmlns:a16="http://schemas.microsoft.com/office/drawing/2014/main" id="{224A0291-5CCA-CA55-9282-6B37B224F01E}"/>
                  </a:ext>
                </a:extLst>
              </p:cNvPr>
              <p:cNvSpPr/>
              <p:nvPr/>
            </p:nvSpPr>
            <p:spPr>
              <a:xfrm>
                <a:off x="9766200" y="4238950"/>
                <a:ext cx="244400" cy="284175"/>
              </a:xfrm>
              <a:custGeom>
                <a:avLst/>
                <a:gdLst/>
                <a:ahLst/>
                <a:cxnLst/>
                <a:rect l="l" t="t" r="r" b="b"/>
                <a:pathLst>
                  <a:path w="9776" h="11367" extrusionOk="0">
                    <a:moveTo>
                      <a:pt x="4377" y="1"/>
                    </a:moveTo>
                    <a:cubicBezTo>
                      <a:pt x="4161" y="1"/>
                      <a:pt x="4033" y="20"/>
                      <a:pt x="4033" y="20"/>
                    </a:cubicBezTo>
                    <a:cubicBezTo>
                      <a:pt x="1" y="269"/>
                      <a:pt x="611" y="3356"/>
                      <a:pt x="1367" y="7437"/>
                    </a:cubicBezTo>
                    <a:cubicBezTo>
                      <a:pt x="1868" y="10151"/>
                      <a:pt x="3387" y="11366"/>
                      <a:pt x="5917" y="11366"/>
                    </a:cubicBezTo>
                    <a:cubicBezTo>
                      <a:pt x="5931" y="11366"/>
                      <a:pt x="5945" y="11366"/>
                      <a:pt x="5959" y="11366"/>
                    </a:cubicBezTo>
                    <a:cubicBezTo>
                      <a:pt x="8113" y="11354"/>
                      <a:pt x="9776" y="9967"/>
                      <a:pt x="8813" y="4601"/>
                    </a:cubicBezTo>
                    <a:cubicBezTo>
                      <a:pt x="8056" y="385"/>
                      <a:pt x="5342" y="1"/>
                      <a:pt x="4377" y="1"/>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578;p34">
                <a:extLst>
                  <a:ext uri="{FF2B5EF4-FFF2-40B4-BE49-F238E27FC236}">
                    <a16:creationId xmlns:a16="http://schemas.microsoft.com/office/drawing/2014/main" id="{F34E819C-70E2-210B-2B5D-ED80D80FE9C4}"/>
                  </a:ext>
                </a:extLst>
              </p:cNvPr>
              <p:cNvSpPr/>
              <p:nvPr/>
            </p:nvSpPr>
            <p:spPr>
              <a:xfrm>
                <a:off x="9897650" y="4323825"/>
                <a:ext cx="22300" cy="98600"/>
              </a:xfrm>
              <a:custGeom>
                <a:avLst/>
                <a:gdLst/>
                <a:ahLst/>
                <a:cxnLst/>
                <a:rect l="l" t="t" r="r" b="b"/>
                <a:pathLst>
                  <a:path w="892" h="3944" extrusionOk="0">
                    <a:moveTo>
                      <a:pt x="589" y="1"/>
                    </a:moveTo>
                    <a:cubicBezTo>
                      <a:pt x="568" y="1"/>
                      <a:pt x="547" y="15"/>
                      <a:pt x="547" y="43"/>
                    </a:cubicBezTo>
                    <a:cubicBezTo>
                      <a:pt x="540" y="657"/>
                      <a:pt x="564" y="1270"/>
                      <a:pt x="577" y="1883"/>
                    </a:cubicBezTo>
                    <a:cubicBezTo>
                      <a:pt x="584" y="2202"/>
                      <a:pt x="791" y="3753"/>
                      <a:pt x="226" y="3753"/>
                    </a:cubicBezTo>
                    <a:cubicBezTo>
                      <a:pt x="203" y="3753"/>
                      <a:pt x="180" y="3751"/>
                      <a:pt x="155" y="3746"/>
                    </a:cubicBezTo>
                    <a:cubicBezTo>
                      <a:pt x="148" y="3744"/>
                      <a:pt x="141" y="3744"/>
                      <a:pt x="134" y="3744"/>
                    </a:cubicBezTo>
                    <a:cubicBezTo>
                      <a:pt x="37" y="3744"/>
                      <a:pt x="1" y="3892"/>
                      <a:pt x="108" y="3920"/>
                    </a:cubicBezTo>
                    <a:cubicBezTo>
                      <a:pt x="169" y="3936"/>
                      <a:pt x="224" y="3943"/>
                      <a:pt x="275" y="3943"/>
                    </a:cubicBezTo>
                    <a:cubicBezTo>
                      <a:pt x="584" y="3943"/>
                      <a:pt x="718" y="3670"/>
                      <a:pt x="760" y="3338"/>
                    </a:cubicBezTo>
                    <a:cubicBezTo>
                      <a:pt x="892" y="2303"/>
                      <a:pt x="744" y="1078"/>
                      <a:pt x="635" y="43"/>
                    </a:cubicBezTo>
                    <a:cubicBezTo>
                      <a:pt x="632" y="15"/>
                      <a:pt x="610" y="1"/>
                      <a:pt x="589"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579;p34">
                <a:extLst>
                  <a:ext uri="{FF2B5EF4-FFF2-40B4-BE49-F238E27FC236}">
                    <a16:creationId xmlns:a16="http://schemas.microsoft.com/office/drawing/2014/main" id="{79DE3E47-4DB6-CE73-CFF1-AE923FF24D0D}"/>
                  </a:ext>
                </a:extLst>
              </p:cNvPr>
              <p:cNvSpPr/>
              <p:nvPr/>
            </p:nvSpPr>
            <p:spPr>
              <a:xfrm>
                <a:off x="9870325" y="4363175"/>
                <a:ext cx="17225" cy="17275"/>
              </a:xfrm>
              <a:custGeom>
                <a:avLst/>
                <a:gdLst/>
                <a:ahLst/>
                <a:cxnLst/>
                <a:rect l="l" t="t" r="r" b="b"/>
                <a:pathLst>
                  <a:path w="689" h="691" extrusionOk="0">
                    <a:moveTo>
                      <a:pt x="344" y="1"/>
                    </a:moveTo>
                    <a:cubicBezTo>
                      <a:pt x="155" y="1"/>
                      <a:pt x="0" y="155"/>
                      <a:pt x="0" y="346"/>
                    </a:cubicBezTo>
                    <a:cubicBezTo>
                      <a:pt x="0" y="536"/>
                      <a:pt x="155" y="690"/>
                      <a:pt x="344" y="690"/>
                    </a:cubicBezTo>
                    <a:cubicBezTo>
                      <a:pt x="534" y="690"/>
                      <a:pt x="689" y="536"/>
                      <a:pt x="689" y="346"/>
                    </a:cubicBezTo>
                    <a:cubicBezTo>
                      <a:pt x="689" y="155"/>
                      <a:pt x="534" y="1"/>
                      <a:pt x="344"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580;p34">
                <a:extLst>
                  <a:ext uri="{FF2B5EF4-FFF2-40B4-BE49-F238E27FC236}">
                    <a16:creationId xmlns:a16="http://schemas.microsoft.com/office/drawing/2014/main" id="{5AE60FC3-7EC8-676E-C064-8F5A411D1453}"/>
                  </a:ext>
                </a:extLst>
              </p:cNvPr>
              <p:cNvSpPr/>
              <p:nvPr/>
            </p:nvSpPr>
            <p:spPr>
              <a:xfrm>
                <a:off x="9935675" y="4363175"/>
                <a:ext cx="17275" cy="17275"/>
              </a:xfrm>
              <a:custGeom>
                <a:avLst/>
                <a:gdLst/>
                <a:ahLst/>
                <a:cxnLst/>
                <a:rect l="l" t="t" r="r" b="b"/>
                <a:pathLst>
                  <a:path w="691" h="691" extrusionOk="0">
                    <a:moveTo>
                      <a:pt x="346" y="1"/>
                    </a:moveTo>
                    <a:cubicBezTo>
                      <a:pt x="155" y="1"/>
                      <a:pt x="0" y="155"/>
                      <a:pt x="0" y="346"/>
                    </a:cubicBezTo>
                    <a:cubicBezTo>
                      <a:pt x="0" y="536"/>
                      <a:pt x="155" y="690"/>
                      <a:pt x="346" y="690"/>
                    </a:cubicBezTo>
                    <a:cubicBezTo>
                      <a:pt x="536" y="690"/>
                      <a:pt x="690" y="536"/>
                      <a:pt x="690" y="346"/>
                    </a:cubicBezTo>
                    <a:cubicBezTo>
                      <a:pt x="690" y="155"/>
                      <a:pt x="536" y="1"/>
                      <a:pt x="346"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581;p34">
                <a:extLst>
                  <a:ext uri="{FF2B5EF4-FFF2-40B4-BE49-F238E27FC236}">
                    <a16:creationId xmlns:a16="http://schemas.microsoft.com/office/drawing/2014/main" id="{E01EA953-5BC5-B855-DFE8-36207ECC5244}"/>
                  </a:ext>
                </a:extLst>
              </p:cNvPr>
              <p:cNvSpPr/>
              <p:nvPr/>
            </p:nvSpPr>
            <p:spPr>
              <a:xfrm>
                <a:off x="9923375" y="4329700"/>
                <a:ext cx="39950" cy="13025"/>
              </a:xfrm>
              <a:custGeom>
                <a:avLst/>
                <a:gdLst/>
                <a:ahLst/>
                <a:cxnLst/>
                <a:rect l="l" t="t" r="r" b="b"/>
                <a:pathLst>
                  <a:path w="1598" h="521" extrusionOk="0">
                    <a:moveTo>
                      <a:pt x="774" y="1"/>
                    </a:moveTo>
                    <a:cubicBezTo>
                      <a:pt x="506" y="1"/>
                      <a:pt x="240" y="75"/>
                      <a:pt x="93" y="208"/>
                    </a:cubicBezTo>
                    <a:cubicBezTo>
                      <a:pt x="1" y="293"/>
                      <a:pt x="83" y="430"/>
                      <a:pt x="191" y="430"/>
                    </a:cubicBezTo>
                    <a:cubicBezTo>
                      <a:pt x="201" y="430"/>
                      <a:pt x="211" y="429"/>
                      <a:pt x="220" y="427"/>
                    </a:cubicBezTo>
                    <a:cubicBezTo>
                      <a:pt x="417" y="380"/>
                      <a:pt x="577" y="310"/>
                      <a:pt x="774" y="310"/>
                    </a:cubicBezTo>
                    <a:cubicBezTo>
                      <a:pt x="806" y="310"/>
                      <a:pt x="840" y="311"/>
                      <a:pt x="874" y="316"/>
                    </a:cubicBezTo>
                    <a:cubicBezTo>
                      <a:pt x="1091" y="341"/>
                      <a:pt x="1259" y="477"/>
                      <a:pt x="1465" y="518"/>
                    </a:cubicBezTo>
                    <a:cubicBezTo>
                      <a:pt x="1473" y="519"/>
                      <a:pt x="1480" y="520"/>
                      <a:pt x="1488" y="520"/>
                    </a:cubicBezTo>
                    <a:cubicBezTo>
                      <a:pt x="1557" y="520"/>
                      <a:pt x="1598" y="450"/>
                      <a:pt x="1569" y="382"/>
                    </a:cubicBezTo>
                    <a:cubicBezTo>
                      <a:pt x="1456" y="119"/>
                      <a:pt x="1113" y="1"/>
                      <a:pt x="774"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582;p34">
                <a:extLst>
                  <a:ext uri="{FF2B5EF4-FFF2-40B4-BE49-F238E27FC236}">
                    <a16:creationId xmlns:a16="http://schemas.microsoft.com/office/drawing/2014/main" id="{B9FFCDD1-EF49-DEAF-145C-DEE91818A630}"/>
                  </a:ext>
                </a:extLst>
              </p:cNvPr>
              <p:cNvSpPr/>
              <p:nvPr/>
            </p:nvSpPr>
            <p:spPr>
              <a:xfrm>
                <a:off x="9849600" y="4327050"/>
                <a:ext cx="39950" cy="12975"/>
              </a:xfrm>
              <a:custGeom>
                <a:avLst/>
                <a:gdLst/>
                <a:ahLst/>
                <a:cxnLst/>
                <a:rect l="l" t="t" r="r" b="b"/>
                <a:pathLst>
                  <a:path w="1598" h="519" extrusionOk="0">
                    <a:moveTo>
                      <a:pt x="773" y="0"/>
                    </a:moveTo>
                    <a:cubicBezTo>
                      <a:pt x="505" y="0"/>
                      <a:pt x="240" y="74"/>
                      <a:pt x="93" y="207"/>
                    </a:cubicBezTo>
                    <a:cubicBezTo>
                      <a:pt x="0" y="291"/>
                      <a:pt x="83" y="429"/>
                      <a:pt x="190" y="429"/>
                    </a:cubicBezTo>
                    <a:cubicBezTo>
                      <a:pt x="200" y="429"/>
                      <a:pt x="210" y="427"/>
                      <a:pt x="219" y="425"/>
                    </a:cubicBezTo>
                    <a:cubicBezTo>
                      <a:pt x="418" y="378"/>
                      <a:pt x="578" y="308"/>
                      <a:pt x="775" y="308"/>
                    </a:cubicBezTo>
                    <a:cubicBezTo>
                      <a:pt x="807" y="308"/>
                      <a:pt x="840" y="310"/>
                      <a:pt x="874" y="314"/>
                    </a:cubicBezTo>
                    <a:cubicBezTo>
                      <a:pt x="1091" y="341"/>
                      <a:pt x="1259" y="476"/>
                      <a:pt x="1466" y="516"/>
                    </a:cubicBezTo>
                    <a:cubicBezTo>
                      <a:pt x="1473" y="518"/>
                      <a:pt x="1481" y="518"/>
                      <a:pt x="1488" y="518"/>
                    </a:cubicBezTo>
                    <a:cubicBezTo>
                      <a:pt x="1558" y="518"/>
                      <a:pt x="1598" y="449"/>
                      <a:pt x="1569" y="382"/>
                    </a:cubicBezTo>
                    <a:cubicBezTo>
                      <a:pt x="1455" y="118"/>
                      <a:pt x="1112" y="0"/>
                      <a:pt x="773"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583;p34">
                <a:extLst>
                  <a:ext uri="{FF2B5EF4-FFF2-40B4-BE49-F238E27FC236}">
                    <a16:creationId xmlns:a16="http://schemas.microsoft.com/office/drawing/2014/main" id="{AD024868-AF54-99C4-626C-C1DE20293FA7}"/>
                  </a:ext>
                </a:extLst>
              </p:cNvPr>
              <p:cNvSpPr/>
              <p:nvPr/>
            </p:nvSpPr>
            <p:spPr>
              <a:xfrm>
                <a:off x="9884875" y="4427800"/>
                <a:ext cx="31825" cy="16250"/>
              </a:xfrm>
              <a:custGeom>
                <a:avLst/>
                <a:gdLst/>
                <a:ahLst/>
                <a:cxnLst/>
                <a:rect l="l" t="t" r="r" b="b"/>
                <a:pathLst>
                  <a:path w="1273" h="650" extrusionOk="0">
                    <a:moveTo>
                      <a:pt x="75" y="1"/>
                    </a:moveTo>
                    <a:cubicBezTo>
                      <a:pt x="41" y="1"/>
                      <a:pt x="7" y="26"/>
                      <a:pt x="7" y="66"/>
                    </a:cubicBezTo>
                    <a:cubicBezTo>
                      <a:pt x="1" y="426"/>
                      <a:pt x="373" y="650"/>
                      <a:pt x="720" y="650"/>
                    </a:cubicBezTo>
                    <a:cubicBezTo>
                      <a:pt x="947" y="650"/>
                      <a:pt x="1164" y="554"/>
                      <a:pt x="1257" y="336"/>
                    </a:cubicBezTo>
                    <a:cubicBezTo>
                      <a:pt x="1272" y="301"/>
                      <a:pt x="1248" y="254"/>
                      <a:pt x="1213" y="254"/>
                    </a:cubicBezTo>
                    <a:cubicBezTo>
                      <a:pt x="1204" y="254"/>
                      <a:pt x="1195" y="257"/>
                      <a:pt x="1185" y="263"/>
                    </a:cubicBezTo>
                    <a:cubicBezTo>
                      <a:pt x="1025" y="371"/>
                      <a:pt x="876" y="482"/>
                      <a:pt x="688" y="482"/>
                    </a:cubicBezTo>
                    <a:cubicBezTo>
                      <a:pt x="646" y="482"/>
                      <a:pt x="603" y="477"/>
                      <a:pt x="558" y="465"/>
                    </a:cubicBezTo>
                    <a:cubicBezTo>
                      <a:pt x="319" y="404"/>
                      <a:pt x="247" y="222"/>
                      <a:pt x="132" y="33"/>
                    </a:cubicBezTo>
                    <a:cubicBezTo>
                      <a:pt x="118" y="11"/>
                      <a:pt x="97" y="1"/>
                      <a:pt x="75"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584;p34">
                <a:extLst>
                  <a:ext uri="{FF2B5EF4-FFF2-40B4-BE49-F238E27FC236}">
                    <a16:creationId xmlns:a16="http://schemas.microsoft.com/office/drawing/2014/main" id="{FCBCC845-407B-F7A5-44B6-C1BB9B2202B7}"/>
                  </a:ext>
                </a:extLst>
              </p:cNvPr>
              <p:cNvSpPr/>
              <p:nvPr/>
            </p:nvSpPr>
            <p:spPr>
              <a:xfrm>
                <a:off x="9828975" y="4490975"/>
                <a:ext cx="112800" cy="36900"/>
              </a:xfrm>
              <a:custGeom>
                <a:avLst/>
                <a:gdLst/>
                <a:ahLst/>
                <a:cxnLst/>
                <a:rect l="l" t="t" r="r" b="b"/>
                <a:pathLst>
                  <a:path w="4512" h="1476" extrusionOk="0">
                    <a:moveTo>
                      <a:pt x="68" y="1"/>
                    </a:moveTo>
                    <a:cubicBezTo>
                      <a:pt x="32" y="1"/>
                      <a:pt x="1" y="47"/>
                      <a:pt x="33" y="82"/>
                    </a:cubicBezTo>
                    <a:cubicBezTo>
                      <a:pt x="785" y="937"/>
                      <a:pt x="1980" y="1475"/>
                      <a:pt x="3148" y="1475"/>
                    </a:cubicBezTo>
                    <a:cubicBezTo>
                      <a:pt x="3610" y="1475"/>
                      <a:pt x="4068" y="1391"/>
                      <a:pt x="4492" y="1209"/>
                    </a:cubicBezTo>
                    <a:cubicBezTo>
                      <a:pt x="4512" y="1200"/>
                      <a:pt x="4498" y="1174"/>
                      <a:pt x="4480" y="1174"/>
                    </a:cubicBezTo>
                    <a:cubicBezTo>
                      <a:pt x="4479" y="1174"/>
                      <a:pt x="4478" y="1174"/>
                      <a:pt x="4477" y="1174"/>
                    </a:cubicBezTo>
                    <a:cubicBezTo>
                      <a:pt x="4048" y="1247"/>
                      <a:pt x="3645" y="1286"/>
                      <a:pt x="3262" y="1286"/>
                    </a:cubicBezTo>
                    <a:cubicBezTo>
                      <a:pt x="2093" y="1286"/>
                      <a:pt x="1106" y="920"/>
                      <a:pt x="99" y="14"/>
                    </a:cubicBezTo>
                    <a:cubicBezTo>
                      <a:pt x="89" y="5"/>
                      <a:pt x="78" y="1"/>
                      <a:pt x="68"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1585;p34">
                <a:extLst>
                  <a:ext uri="{FF2B5EF4-FFF2-40B4-BE49-F238E27FC236}">
                    <a16:creationId xmlns:a16="http://schemas.microsoft.com/office/drawing/2014/main" id="{40E3B358-FE60-8E7C-9D47-4C540CD4D85A}"/>
                  </a:ext>
                </a:extLst>
              </p:cNvPr>
              <p:cNvSpPr/>
              <p:nvPr/>
            </p:nvSpPr>
            <p:spPr>
              <a:xfrm>
                <a:off x="9774650" y="4222050"/>
                <a:ext cx="210150" cy="101900"/>
              </a:xfrm>
              <a:custGeom>
                <a:avLst/>
                <a:gdLst/>
                <a:ahLst/>
                <a:cxnLst/>
                <a:rect l="l" t="t" r="r" b="b"/>
                <a:pathLst>
                  <a:path w="8406" h="4076" extrusionOk="0">
                    <a:moveTo>
                      <a:pt x="6267" y="1"/>
                    </a:moveTo>
                    <a:cubicBezTo>
                      <a:pt x="5908" y="1"/>
                      <a:pt x="5545" y="174"/>
                      <a:pt x="5350" y="478"/>
                    </a:cubicBezTo>
                    <a:cubicBezTo>
                      <a:pt x="5088" y="227"/>
                      <a:pt x="4731" y="107"/>
                      <a:pt x="4370" y="107"/>
                    </a:cubicBezTo>
                    <a:cubicBezTo>
                      <a:pt x="3893" y="107"/>
                      <a:pt x="3412" y="318"/>
                      <a:pt x="3144" y="716"/>
                    </a:cubicBezTo>
                    <a:cubicBezTo>
                      <a:pt x="2990" y="636"/>
                      <a:pt x="2829" y="603"/>
                      <a:pt x="2666" y="603"/>
                    </a:cubicBezTo>
                    <a:cubicBezTo>
                      <a:pt x="2152" y="603"/>
                      <a:pt x="1612" y="938"/>
                      <a:pt x="1151" y="1236"/>
                    </a:cubicBezTo>
                    <a:cubicBezTo>
                      <a:pt x="879" y="1411"/>
                      <a:pt x="597" y="1579"/>
                      <a:pt x="377" y="1815"/>
                    </a:cubicBezTo>
                    <a:cubicBezTo>
                      <a:pt x="156" y="2052"/>
                      <a:pt x="0" y="2373"/>
                      <a:pt x="45" y="2693"/>
                    </a:cubicBezTo>
                    <a:cubicBezTo>
                      <a:pt x="86" y="2998"/>
                      <a:pt x="351" y="3278"/>
                      <a:pt x="654" y="3278"/>
                    </a:cubicBezTo>
                    <a:cubicBezTo>
                      <a:pt x="669" y="3278"/>
                      <a:pt x="685" y="3277"/>
                      <a:pt x="701" y="3276"/>
                    </a:cubicBezTo>
                    <a:lnTo>
                      <a:pt x="850" y="2712"/>
                    </a:lnTo>
                    <a:lnTo>
                      <a:pt x="850" y="2712"/>
                    </a:lnTo>
                    <a:cubicBezTo>
                      <a:pt x="754" y="3299"/>
                      <a:pt x="1180" y="3924"/>
                      <a:pt x="1762" y="4051"/>
                    </a:cubicBezTo>
                    <a:cubicBezTo>
                      <a:pt x="1836" y="4067"/>
                      <a:pt x="1912" y="4075"/>
                      <a:pt x="1988" y="4075"/>
                    </a:cubicBezTo>
                    <a:cubicBezTo>
                      <a:pt x="2501" y="4075"/>
                      <a:pt x="3010" y="3714"/>
                      <a:pt x="3149" y="3215"/>
                    </a:cubicBezTo>
                    <a:cubicBezTo>
                      <a:pt x="3238" y="3668"/>
                      <a:pt x="3681" y="4021"/>
                      <a:pt x="4140" y="4021"/>
                    </a:cubicBezTo>
                    <a:cubicBezTo>
                      <a:pt x="4165" y="4021"/>
                      <a:pt x="4190" y="4020"/>
                      <a:pt x="4215" y="4018"/>
                    </a:cubicBezTo>
                    <a:cubicBezTo>
                      <a:pt x="4700" y="3976"/>
                      <a:pt x="5118" y="3533"/>
                      <a:pt x="5131" y="3047"/>
                    </a:cubicBezTo>
                    <a:cubicBezTo>
                      <a:pt x="5186" y="3456"/>
                      <a:pt x="5577" y="3789"/>
                      <a:pt x="5989" y="3789"/>
                    </a:cubicBezTo>
                    <a:cubicBezTo>
                      <a:pt x="6010" y="3789"/>
                      <a:pt x="6032" y="3788"/>
                      <a:pt x="6054" y="3787"/>
                    </a:cubicBezTo>
                    <a:cubicBezTo>
                      <a:pt x="6487" y="3749"/>
                      <a:pt x="6852" y="3333"/>
                      <a:pt x="6836" y="2899"/>
                    </a:cubicBezTo>
                    <a:lnTo>
                      <a:pt x="6836" y="2899"/>
                    </a:lnTo>
                    <a:cubicBezTo>
                      <a:pt x="6995" y="3079"/>
                      <a:pt x="7236" y="3173"/>
                      <a:pt x="7476" y="3173"/>
                    </a:cubicBezTo>
                    <a:cubicBezTo>
                      <a:pt x="7642" y="3173"/>
                      <a:pt x="7807" y="3128"/>
                      <a:pt x="7944" y="3035"/>
                    </a:cubicBezTo>
                    <a:cubicBezTo>
                      <a:pt x="8279" y="2806"/>
                      <a:pt x="8406" y="2316"/>
                      <a:pt x="8223" y="1953"/>
                    </a:cubicBezTo>
                    <a:cubicBezTo>
                      <a:pt x="8079" y="1670"/>
                      <a:pt x="7761" y="1493"/>
                      <a:pt x="7447" y="1493"/>
                    </a:cubicBezTo>
                    <a:cubicBezTo>
                      <a:pt x="7359" y="1493"/>
                      <a:pt x="7271" y="1507"/>
                      <a:pt x="7187" y="1537"/>
                    </a:cubicBezTo>
                    <a:cubicBezTo>
                      <a:pt x="7433" y="1058"/>
                      <a:pt x="7240" y="400"/>
                      <a:pt x="6772" y="132"/>
                    </a:cubicBezTo>
                    <a:cubicBezTo>
                      <a:pt x="6619" y="43"/>
                      <a:pt x="6443" y="1"/>
                      <a:pt x="6267"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586;p34">
                <a:extLst>
                  <a:ext uri="{FF2B5EF4-FFF2-40B4-BE49-F238E27FC236}">
                    <a16:creationId xmlns:a16="http://schemas.microsoft.com/office/drawing/2014/main" id="{36B10101-D46A-FECD-D664-34F872A8B6D7}"/>
                  </a:ext>
                </a:extLst>
              </p:cNvPr>
              <p:cNvSpPr/>
              <p:nvPr/>
            </p:nvSpPr>
            <p:spPr>
              <a:xfrm>
                <a:off x="9760550" y="4280800"/>
                <a:ext cx="51750" cy="80800"/>
              </a:xfrm>
              <a:custGeom>
                <a:avLst/>
                <a:gdLst/>
                <a:ahLst/>
                <a:cxnLst/>
                <a:rect l="l" t="t" r="r" b="b"/>
                <a:pathLst>
                  <a:path w="2070" h="3232" extrusionOk="0">
                    <a:moveTo>
                      <a:pt x="1381" y="0"/>
                    </a:moveTo>
                    <a:cubicBezTo>
                      <a:pt x="1164" y="0"/>
                      <a:pt x="942" y="122"/>
                      <a:pt x="779" y="276"/>
                    </a:cubicBezTo>
                    <a:cubicBezTo>
                      <a:pt x="0" y="1008"/>
                      <a:pt x="106" y="2273"/>
                      <a:pt x="993" y="2868"/>
                    </a:cubicBezTo>
                    <a:lnTo>
                      <a:pt x="1199" y="2958"/>
                    </a:lnTo>
                    <a:cubicBezTo>
                      <a:pt x="1127" y="3086"/>
                      <a:pt x="1279" y="3232"/>
                      <a:pt x="1425" y="3232"/>
                    </a:cubicBezTo>
                    <a:cubicBezTo>
                      <a:pt x="1447" y="3232"/>
                      <a:pt x="1469" y="3229"/>
                      <a:pt x="1490" y="3221"/>
                    </a:cubicBezTo>
                    <a:cubicBezTo>
                      <a:pt x="1650" y="3167"/>
                      <a:pt x="1736" y="2996"/>
                      <a:pt x="1794" y="2836"/>
                    </a:cubicBezTo>
                    <a:cubicBezTo>
                      <a:pt x="2018" y="2214"/>
                      <a:pt x="2069" y="1538"/>
                      <a:pt x="2011" y="878"/>
                    </a:cubicBezTo>
                    <a:cubicBezTo>
                      <a:pt x="1984" y="553"/>
                      <a:pt x="1891" y="176"/>
                      <a:pt x="1593" y="44"/>
                    </a:cubicBezTo>
                    <a:cubicBezTo>
                      <a:pt x="1524" y="14"/>
                      <a:pt x="1453" y="0"/>
                      <a:pt x="1381"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rupo 11">
              <a:extLst>
                <a:ext uri="{FF2B5EF4-FFF2-40B4-BE49-F238E27FC236}">
                  <a16:creationId xmlns:a16="http://schemas.microsoft.com/office/drawing/2014/main" id="{07407234-B3E4-B92A-00C8-534F5D884821}"/>
                </a:ext>
              </a:extLst>
            </p:cNvPr>
            <p:cNvGrpSpPr/>
            <p:nvPr/>
          </p:nvGrpSpPr>
          <p:grpSpPr>
            <a:xfrm>
              <a:off x="1367541" y="486411"/>
              <a:ext cx="676933" cy="854195"/>
              <a:chOff x="5920157" y="1085736"/>
              <a:chExt cx="294027" cy="374344"/>
            </a:xfrm>
          </p:grpSpPr>
          <p:sp>
            <p:nvSpPr>
              <p:cNvPr id="28" name="Google Shape;3999;p60">
                <a:extLst>
                  <a:ext uri="{FF2B5EF4-FFF2-40B4-BE49-F238E27FC236}">
                    <a16:creationId xmlns:a16="http://schemas.microsoft.com/office/drawing/2014/main" id="{25DDCC89-1B00-4054-9529-667F86A5269D}"/>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000;p60">
                <a:extLst>
                  <a:ext uri="{FF2B5EF4-FFF2-40B4-BE49-F238E27FC236}">
                    <a16:creationId xmlns:a16="http://schemas.microsoft.com/office/drawing/2014/main" id="{8B4D60FB-479F-0722-E486-C8B8F0612875}"/>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01;p60">
                <a:extLst>
                  <a:ext uri="{FF2B5EF4-FFF2-40B4-BE49-F238E27FC236}">
                    <a16:creationId xmlns:a16="http://schemas.microsoft.com/office/drawing/2014/main" id="{F0AD5C66-F028-304B-F04C-FF5192FCBAF4}"/>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02;p60">
                <a:extLst>
                  <a:ext uri="{FF2B5EF4-FFF2-40B4-BE49-F238E27FC236}">
                    <a16:creationId xmlns:a16="http://schemas.microsoft.com/office/drawing/2014/main" id="{F8F12C81-53F2-3ED2-C23E-FF109BFEF242}"/>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rupo 12">
              <a:extLst>
                <a:ext uri="{FF2B5EF4-FFF2-40B4-BE49-F238E27FC236}">
                  <a16:creationId xmlns:a16="http://schemas.microsoft.com/office/drawing/2014/main" id="{041F2359-8D15-3DB9-FD99-C093A122DD15}"/>
                </a:ext>
              </a:extLst>
            </p:cNvPr>
            <p:cNvGrpSpPr/>
            <p:nvPr/>
          </p:nvGrpSpPr>
          <p:grpSpPr>
            <a:xfrm rot="16200000">
              <a:off x="867153" y="469865"/>
              <a:ext cx="313460" cy="430581"/>
              <a:chOff x="5920157" y="1085736"/>
              <a:chExt cx="294027" cy="374344"/>
            </a:xfrm>
          </p:grpSpPr>
          <p:sp>
            <p:nvSpPr>
              <p:cNvPr id="24" name="Google Shape;3999;p60">
                <a:extLst>
                  <a:ext uri="{FF2B5EF4-FFF2-40B4-BE49-F238E27FC236}">
                    <a16:creationId xmlns:a16="http://schemas.microsoft.com/office/drawing/2014/main" id="{EB9C8871-4672-521F-EC9B-924EFE832094}"/>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00;p60">
                <a:extLst>
                  <a:ext uri="{FF2B5EF4-FFF2-40B4-BE49-F238E27FC236}">
                    <a16:creationId xmlns:a16="http://schemas.microsoft.com/office/drawing/2014/main" id="{B36C136C-694D-B27E-FF48-302D7CBFB89D}"/>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001;p60">
                <a:extLst>
                  <a:ext uri="{FF2B5EF4-FFF2-40B4-BE49-F238E27FC236}">
                    <a16:creationId xmlns:a16="http://schemas.microsoft.com/office/drawing/2014/main" id="{E3ECB32B-1F50-91CC-BF23-4128E6A9DDAC}"/>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002;p60">
                <a:extLst>
                  <a:ext uri="{FF2B5EF4-FFF2-40B4-BE49-F238E27FC236}">
                    <a16:creationId xmlns:a16="http://schemas.microsoft.com/office/drawing/2014/main" id="{5C03CE74-03C2-E5AC-80C7-771060E37772}"/>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rupo 13">
              <a:extLst>
                <a:ext uri="{FF2B5EF4-FFF2-40B4-BE49-F238E27FC236}">
                  <a16:creationId xmlns:a16="http://schemas.microsoft.com/office/drawing/2014/main" id="{9B620B6D-4FEA-22FE-1FFB-0908DC9294ED}"/>
                </a:ext>
              </a:extLst>
            </p:cNvPr>
            <p:cNvGrpSpPr/>
            <p:nvPr/>
          </p:nvGrpSpPr>
          <p:grpSpPr>
            <a:xfrm rot="16200000">
              <a:off x="7448075" y="715755"/>
              <a:ext cx="676933" cy="854195"/>
              <a:chOff x="5920157" y="1085736"/>
              <a:chExt cx="294027" cy="374344"/>
            </a:xfrm>
          </p:grpSpPr>
          <p:sp>
            <p:nvSpPr>
              <p:cNvPr id="20" name="Google Shape;3999;p60">
                <a:extLst>
                  <a:ext uri="{FF2B5EF4-FFF2-40B4-BE49-F238E27FC236}">
                    <a16:creationId xmlns:a16="http://schemas.microsoft.com/office/drawing/2014/main" id="{BCC20DBC-3611-80CC-C2B2-5ACB68647D7C}"/>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00;p60">
                <a:extLst>
                  <a:ext uri="{FF2B5EF4-FFF2-40B4-BE49-F238E27FC236}">
                    <a16:creationId xmlns:a16="http://schemas.microsoft.com/office/drawing/2014/main" id="{8CE805E8-E9E2-38B1-2A00-65C830A2FE68}"/>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001;p60">
                <a:extLst>
                  <a:ext uri="{FF2B5EF4-FFF2-40B4-BE49-F238E27FC236}">
                    <a16:creationId xmlns:a16="http://schemas.microsoft.com/office/drawing/2014/main" id="{346D6CF3-DFD9-9540-56EA-17B5E4ED84EB}"/>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002;p60">
                <a:extLst>
                  <a:ext uri="{FF2B5EF4-FFF2-40B4-BE49-F238E27FC236}">
                    <a16:creationId xmlns:a16="http://schemas.microsoft.com/office/drawing/2014/main" id="{97E416A2-9A1E-931F-C626-BCFF2E14939A}"/>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425;p24">
              <a:extLst>
                <a:ext uri="{FF2B5EF4-FFF2-40B4-BE49-F238E27FC236}">
                  <a16:creationId xmlns:a16="http://schemas.microsoft.com/office/drawing/2014/main" id="{E4EEF38B-87E2-AB5B-4FD7-A1A736958B36}"/>
                </a:ext>
              </a:extLst>
            </p:cNvPr>
            <p:cNvSpPr txBox="1">
              <a:spLocks/>
            </p:cNvSpPr>
            <p:nvPr/>
          </p:nvSpPr>
          <p:spPr>
            <a:xfrm>
              <a:off x="2375697" y="107298"/>
              <a:ext cx="4587221"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36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OBLIGACIONES DEL CONTRATO DE APRENDIZAJE</a:t>
              </a:r>
            </a:p>
          </p:txBody>
        </p:sp>
        <p:sp>
          <p:nvSpPr>
            <p:cNvPr id="16" name="8 CuadroTexto">
              <a:extLst>
                <a:ext uri="{FF2B5EF4-FFF2-40B4-BE49-F238E27FC236}">
                  <a16:creationId xmlns:a16="http://schemas.microsoft.com/office/drawing/2014/main" id="{51B8B58F-0FF1-5EE2-1827-B7E48F425A49}"/>
                </a:ext>
              </a:extLst>
            </p:cNvPr>
            <p:cNvSpPr txBox="1"/>
            <p:nvPr/>
          </p:nvSpPr>
          <p:spPr>
            <a:xfrm>
              <a:off x="1316520" y="3293901"/>
              <a:ext cx="3039357" cy="558631"/>
            </a:xfrm>
            <a:prstGeom prst="rect">
              <a:avLst/>
            </a:prstGeom>
          </p:spPr>
          <p:txBody>
            <a:bodyPr vert="horz" wrap="square" lIns="91440" tIns="45720" rIns="91440" bIns="45720" rtlCol="0" anchor="ctr">
              <a:noAutofit/>
            </a:bodyPr>
            <a:lstStyle/>
            <a:p>
              <a:pPr algn="l"/>
              <a:r>
                <a:rPr lang="es-CO" sz="1400" dirty="0">
                  <a:latin typeface="Roboto Light"/>
                </a:rPr>
                <a:t>Cumplir con las obligaciones previstas en el contrato de aprendizaje.</a:t>
              </a:r>
            </a:p>
            <a:p>
              <a:pPr algn="l"/>
              <a:endParaRPr lang="es-CO" sz="1100" dirty="0">
                <a:latin typeface="Roboto Light"/>
              </a:endParaRPr>
            </a:p>
            <a:p>
              <a:r>
                <a:rPr lang="es-CO" sz="1400" dirty="0">
                  <a:latin typeface="Roboto Light"/>
                </a:rPr>
                <a:t>Pagar cumplidamente la cuota de apoyo de sostenimiento.</a:t>
              </a:r>
            </a:p>
            <a:p>
              <a:endParaRPr lang="es-CO" sz="1100" dirty="0">
                <a:latin typeface="Roboto Light"/>
              </a:endParaRPr>
            </a:p>
            <a:p>
              <a:r>
                <a:rPr lang="es-CO" sz="1400" dirty="0">
                  <a:latin typeface="Roboto Light"/>
                </a:rPr>
                <a:t>Afiliar al aprendiz y pagar a tiempo el valor correspondiente a EPS y ARL</a:t>
              </a:r>
              <a:r>
                <a:rPr lang="es-CO" sz="1100" dirty="0">
                  <a:latin typeface="Roboto Light"/>
                </a:rPr>
                <a:t>.</a:t>
              </a:r>
            </a:p>
            <a:p>
              <a:endParaRPr lang="es-CO" sz="1100" dirty="0">
                <a:latin typeface="Roboto Light"/>
              </a:endParaRPr>
            </a:p>
            <a:p>
              <a:r>
                <a:rPr lang="es-CO" sz="1400" dirty="0">
                  <a:latin typeface="Roboto Light"/>
                </a:rPr>
                <a:t>Permitir al aprendiz realizar las practicas en la actividad objeto del contrato.</a:t>
              </a:r>
            </a:p>
            <a:p>
              <a:endParaRPr lang="es-CO" sz="1100" dirty="0">
                <a:latin typeface="Roboto Light"/>
              </a:endParaRPr>
            </a:p>
            <a:p>
              <a:r>
                <a:rPr lang="es-CO" sz="1400" dirty="0">
                  <a:latin typeface="Roboto Light"/>
                </a:rPr>
                <a:t>Reportar precisa y cumplidamente la información al SENA</a:t>
              </a:r>
            </a:p>
            <a:p>
              <a:endParaRPr lang="es-CO" sz="1400" dirty="0">
                <a:latin typeface="Roboto Light"/>
              </a:endParaRPr>
            </a:p>
            <a:p>
              <a:r>
                <a:rPr lang="es-CO" sz="1400" dirty="0">
                  <a:latin typeface="Roboto Light"/>
                </a:rPr>
                <a:t>Cumplir con la contratación de aprendices o pago de la monetización.</a:t>
              </a:r>
            </a:p>
            <a:p>
              <a:endParaRPr lang="es-CO" sz="1100" dirty="0">
                <a:latin typeface="Roboto Light"/>
              </a:endParaRPr>
            </a:p>
            <a:p>
              <a:endParaRPr lang="es-CO" sz="1100" dirty="0">
                <a:latin typeface="Roboto Light"/>
              </a:endParaRPr>
            </a:p>
            <a:p>
              <a:endParaRPr lang="es-CO" sz="1100" dirty="0">
                <a:latin typeface="Roboto Light"/>
              </a:endParaRPr>
            </a:p>
            <a:p>
              <a:pPr algn="l"/>
              <a:endParaRPr lang="es-CO" sz="1100" dirty="0">
                <a:latin typeface="Roboto Light"/>
              </a:endParaRPr>
            </a:p>
          </p:txBody>
        </p:sp>
        <p:sp>
          <p:nvSpPr>
            <p:cNvPr id="17" name="8 CuadroTexto">
              <a:extLst>
                <a:ext uri="{FF2B5EF4-FFF2-40B4-BE49-F238E27FC236}">
                  <a16:creationId xmlns:a16="http://schemas.microsoft.com/office/drawing/2014/main" id="{8B3AEB22-153B-0DF4-794F-60162C614566}"/>
                </a:ext>
              </a:extLst>
            </p:cNvPr>
            <p:cNvSpPr txBox="1"/>
            <p:nvPr/>
          </p:nvSpPr>
          <p:spPr>
            <a:xfrm>
              <a:off x="4733579" y="3222669"/>
              <a:ext cx="2793715" cy="558631"/>
            </a:xfrm>
            <a:prstGeom prst="rect">
              <a:avLst/>
            </a:prstGeom>
          </p:spPr>
          <p:txBody>
            <a:bodyPr vert="horz" wrap="square" lIns="91440" tIns="45720" rIns="91440" bIns="45720" rtlCol="0" anchor="ctr">
              <a:noAutofit/>
            </a:bodyPr>
            <a:lstStyle/>
            <a:p>
              <a:r>
                <a:rPr lang="es-ES" sz="1400" dirty="0">
                  <a:latin typeface="Roboto Light"/>
                </a:rPr>
                <a:t>Concurrir puntalmente al lugar asignado por la empresa.</a:t>
              </a:r>
            </a:p>
            <a:p>
              <a:endParaRPr lang="es-CO" sz="1100" dirty="0">
                <a:latin typeface="Roboto Light"/>
              </a:endParaRPr>
            </a:p>
            <a:p>
              <a:r>
                <a:rPr lang="es-ES" sz="1400" dirty="0">
                  <a:latin typeface="Roboto Light"/>
                </a:rPr>
                <a:t>Exigir a la empresa patrocinadora la afiliación al sistema de Seguridad Social en salud y ARL durante la etapa productiva.</a:t>
              </a:r>
            </a:p>
            <a:p>
              <a:endParaRPr lang="es-ES" sz="1100" dirty="0">
                <a:latin typeface="Roboto Light"/>
              </a:endParaRPr>
            </a:p>
            <a:p>
              <a:r>
                <a:rPr lang="es-ES" sz="1400" dirty="0">
                  <a:latin typeface="Roboto Light"/>
                </a:rPr>
                <a:t>Reportar precisa y cumplidamente información al SENA y a la empresa</a:t>
              </a:r>
              <a:r>
                <a:rPr lang="es-ES" sz="1100" dirty="0">
                  <a:latin typeface="Roboto Light"/>
                </a:rPr>
                <a:t>.</a:t>
              </a:r>
            </a:p>
            <a:p>
              <a:endParaRPr lang="es-ES" sz="1100" dirty="0">
                <a:latin typeface="Roboto Light"/>
              </a:endParaRPr>
            </a:p>
            <a:p>
              <a:r>
                <a:rPr lang="es-ES" sz="1400" dirty="0">
                  <a:latin typeface="Roboto Light"/>
                </a:rPr>
                <a:t>Presentar incapacidades cuando haya lugar.</a:t>
              </a:r>
            </a:p>
            <a:p>
              <a:endParaRPr lang="es-ES" sz="1100" dirty="0">
                <a:latin typeface="Roboto Light"/>
              </a:endParaRPr>
            </a:p>
            <a:p>
              <a:endParaRPr lang="es-ES" sz="1100" dirty="0">
                <a:latin typeface="Roboto Light"/>
              </a:endParaRPr>
            </a:p>
            <a:p>
              <a:endParaRPr lang="es-CO" sz="1100" dirty="0">
                <a:latin typeface="Roboto Light"/>
              </a:endParaRPr>
            </a:p>
            <a:p>
              <a:endParaRPr lang="es-CO" sz="1100" dirty="0">
                <a:latin typeface="Roboto Light"/>
              </a:endParaRPr>
            </a:p>
            <a:p>
              <a:endParaRPr lang="es-CO" sz="1100" dirty="0">
                <a:latin typeface="Roboto Light"/>
              </a:endParaRPr>
            </a:p>
            <a:p>
              <a:endParaRPr lang="es-CO" sz="1100" dirty="0">
                <a:latin typeface="Roboto Light"/>
              </a:endParaRPr>
            </a:p>
            <a:p>
              <a:endParaRPr lang="es-CO" sz="1100" dirty="0">
                <a:latin typeface="Roboto Light"/>
              </a:endParaRPr>
            </a:p>
          </p:txBody>
        </p:sp>
        <p:sp>
          <p:nvSpPr>
            <p:cNvPr id="18" name="Google Shape;1451;p65">
              <a:extLst>
                <a:ext uri="{FF2B5EF4-FFF2-40B4-BE49-F238E27FC236}">
                  <a16:creationId xmlns:a16="http://schemas.microsoft.com/office/drawing/2014/main" id="{9B2AA1A9-8ED5-15D5-B07F-FC2AC5FCDD2C}"/>
                </a:ext>
              </a:extLst>
            </p:cNvPr>
            <p:cNvSpPr txBox="1">
              <a:spLocks/>
            </p:cNvSpPr>
            <p:nvPr/>
          </p:nvSpPr>
          <p:spPr>
            <a:xfrm>
              <a:off x="1347160" y="1268408"/>
              <a:ext cx="3032740" cy="5315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9pPr>
            </a:lstStyle>
            <a:p>
              <a:pPr marL="0" marR="0" lvl="0" indent="0" algn="ctr" defTabSz="914400" rtl="0" eaLnBrk="1" fontAlgn="auto" latinLnBrk="0" hangingPunct="1">
                <a:lnSpc>
                  <a:spcPct val="100000"/>
                </a:lnSpc>
                <a:spcBef>
                  <a:spcPts val="0"/>
                </a:spcBef>
                <a:spcAft>
                  <a:spcPts val="0"/>
                </a:spcAft>
                <a:buClr>
                  <a:srgbClr val="02546A"/>
                </a:buClr>
                <a:buSzPts val="2800"/>
                <a:buFont typeface="Poppins"/>
                <a:buNone/>
                <a:tabLst/>
                <a:defRPr/>
              </a:pPr>
              <a:r>
                <a:rPr kumimoji="0" lang="es-CO" sz="2000" b="1" i="0" u="none" strike="noStrike" kern="0" cap="none" spc="0" normalizeH="0" baseline="0" noProof="0" dirty="0">
                  <a:ln>
                    <a:noFill/>
                  </a:ln>
                  <a:solidFill>
                    <a:srgbClr val="02546A"/>
                  </a:solidFill>
                  <a:effectLst/>
                  <a:uLnTx/>
                  <a:uFillTx/>
                  <a:latin typeface="Poppins"/>
                  <a:sym typeface="Poppins"/>
                </a:rPr>
                <a:t>EMPRESA</a:t>
              </a:r>
            </a:p>
          </p:txBody>
        </p:sp>
        <p:sp>
          <p:nvSpPr>
            <p:cNvPr id="19" name="Google Shape;1451;p65">
              <a:extLst>
                <a:ext uri="{FF2B5EF4-FFF2-40B4-BE49-F238E27FC236}">
                  <a16:creationId xmlns:a16="http://schemas.microsoft.com/office/drawing/2014/main" id="{0061B17F-1398-6554-24EE-D95650A02E51}"/>
                </a:ext>
              </a:extLst>
            </p:cNvPr>
            <p:cNvSpPr txBox="1">
              <a:spLocks/>
            </p:cNvSpPr>
            <p:nvPr/>
          </p:nvSpPr>
          <p:spPr>
            <a:xfrm>
              <a:off x="4606099" y="1359333"/>
              <a:ext cx="3020387" cy="4319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9pPr>
            </a:lstStyle>
            <a:p>
              <a:pPr marL="0" marR="0" lvl="0" indent="0" algn="ctr" defTabSz="914400" rtl="0" eaLnBrk="1" fontAlgn="auto" latinLnBrk="0" hangingPunct="1">
                <a:lnSpc>
                  <a:spcPct val="100000"/>
                </a:lnSpc>
                <a:spcBef>
                  <a:spcPts val="0"/>
                </a:spcBef>
                <a:spcAft>
                  <a:spcPts val="0"/>
                </a:spcAft>
                <a:buClr>
                  <a:srgbClr val="02546A"/>
                </a:buClr>
                <a:buSzPts val="2800"/>
                <a:buFont typeface="Poppins"/>
                <a:buNone/>
                <a:tabLst/>
                <a:defRPr/>
              </a:pPr>
              <a:r>
                <a:rPr kumimoji="0" lang="es-CO" sz="2000" b="1" i="0" u="none" strike="noStrike" kern="0" cap="none" spc="0" normalizeH="0" baseline="0" noProof="0" dirty="0">
                  <a:ln>
                    <a:noFill/>
                  </a:ln>
                  <a:solidFill>
                    <a:srgbClr val="02546A"/>
                  </a:solidFill>
                  <a:effectLst/>
                  <a:uLnTx/>
                  <a:uFillTx/>
                  <a:latin typeface="Poppins"/>
                  <a:sym typeface="Poppins"/>
                </a:rPr>
                <a:t>APRENDIZ</a:t>
              </a:r>
            </a:p>
          </p:txBody>
        </p:sp>
      </p:grpSp>
      <p:sp>
        <p:nvSpPr>
          <p:cNvPr id="339" name="Google Shape;294;p21">
            <a:extLst>
              <a:ext uri="{FF2B5EF4-FFF2-40B4-BE49-F238E27FC236}">
                <a16:creationId xmlns:a16="http://schemas.microsoft.com/office/drawing/2014/main" id="{B37618EF-A50F-7D68-57CA-AEC1D2ACED5F}"/>
              </a:ext>
            </a:extLst>
          </p:cNvPr>
          <p:cNvSpPr/>
          <p:nvPr/>
        </p:nvSpPr>
        <p:spPr>
          <a:xfrm>
            <a:off x="649130" y="6357277"/>
            <a:ext cx="11433957" cy="356497"/>
          </a:xfrm>
          <a:custGeom>
            <a:avLst/>
            <a:gdLst/>
            <a:ahLst/>
            <a:cxnLst/>
            <a:rect l="l" t="t" r="r" b="b"/>
            <a:pathLst>
              <a:path w="191462" h="8416" extrusionOk="0">
                <a:moveTo>
                  <a:pt x="191462" y="1"/>
                </a:moveTo>
                <a:lnTo>
                  <a:pt x="0" y="218"/>
                </a:lnTo>
                <a:lnTo>
                  <a:pt x="0" y="5936"/>
                </a:lnTo>
                <a:lnTo>
                  <a:pt x="189692" y="8415"/>
                </a:lnTo>
                <a:lnTo>
                  <a:pt x="191462" y="1"/>
                </a:ln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Tree>
    <p:extLst>
      <p:ext uri="{BB962C8B-B14F-4D97-AF65-F5344CB8AC3E}">
        <p14:creationId xmlns:p14="http://schemas.microsoft.com/office/powerpoint/2010/main" val="2640150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C1B3EC4-DE33-B6EE-2EE3-AE905A6AE157}"/>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F83442A3-FBEF-9CB2-503C-BCA87ECD1869}"/>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C0220DE3-B241-5C22-ED7E-A410A632F0E7}"/>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1051EC25-CDFB-6F76-ECAB-736A312D38DE}"/>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96298A92-F7D0-0FF2-64ED-A42CFA55174F}"/>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FBD8D4DB-44A8-77F1-FC5D-D09F9EAE36A7}"/>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7FBC7229-B43E-627A-FE74-1332041B2E8D}"/>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28AC945C-6E2C-13AB-981E-2A967730097E}"/>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2BF929D7-2BD0-354C-047F-FEE098884BA7}"/>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6EC50F5E-D44A-D459-0DEF-41B4EC605835}"/>
              </a:ext>
            </a:extLst>
          </p:cNvPr>
          <p:cNvGrpSpPr/>
          <p:nvPr/>
        </p:nvGrpSpPr>
        <p:grpSpPr>
          <a:xfrm>
            <a:off x="753398" y="144226"/>
            <a:ext cx="10789472" cy="6213051"/>
            <a:chOff x="108649" y="62787"/>
            <a:chExt cx="9192078" cy="5425003"/>
          </a:xfrm>
        </p:grpSpPr>
        <p:sp>
          <p:nvSpPr>
            <p:cNvPr id="3" name="Google Shape;336;p22">
              <a:extLst>
                <a:ext uri="{FF2B5EF4-FFF2-40B4-BE49-F238E27FC236}">
                  <a16:creationId xmlns:a16="http://schemas.microsoft.com/office/drawing/2014/main" id="{5B1D2407-68B3-A494-5401-E1E92E9D8AD4}"/>
                </a:ext>
              </a:extLst>
            </p:cNvPr>
            <p:cNvSpPr/>
            <p:nvPr/>
          </p:nvSpPr>
          <p:spPr>
            <a:xfrm>
              <a:off x="108649" y="842156"/>
              <a:ext cx="8886824" cy="3907516"/>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 name="Google Shape;706;p30">
              <a:extLst>
                <a:ext uri="{FF2B5EF4-FFF2-40B4-BE49-F238E27FC236}">
                  <a16:creationId xmlns:a16="http://schemas.microsoft.com/office/drawing/2014/main" id="{80A876DB-DFD1-7CB5-09C6-D20D2D607BC8}"/>
                </a:ext>
              </a:extLst>
            </p:cNvPr>
            <p:cNvGrpSpPr/>
            <p:nvPr/>
          </p:nvGrpSpPr>
          <p:grpSpPr>
            <a:xfrm rot="222939">
              <a:off x="2081045" y="2783672"/>
              <a:ext cx="7219682" cy="2704118"/>
              <a:chOff x="238125" y="1519675"/>
              <a:chExt cx="7143075" cy="2675425"/>
            </a:xfrm>
          </p:grpSpPr>
          <p:sp>
            <p:nvSpPr>
              <p:cNvPr id="16" name="Google Shape;707;p30">
                <a:extLst>
                  <a:ext uri="{FF2B5EF4-FFF2-40B4-BE49-F238E27FC236}">
                    <a16:creationId xmlns:a16="http://schemas.microsoft.com/office/drawing/2014/main" id="{D4716EDC-96FA-9F3F-AA74-376907DEA272}"/>
                  </a:ext>
                </a:extLst>
              </p:cNvPr>
              <p:cNvSpPr/>
              <p:nvPr/>
            </p:nvSpPr>
            <p:spPr>
              <a:xfrm>
                <a:off x="1177575" y="3188825"/>
                <a:ext cx="1560100" cy="1006275"/>
              </a:xfrm>
              <a:custGeom>
                <a:avLst/>
                <a:gdLst/>
                <a:ahLst/>
                <a:cxnLst/>
                <a:rect l="l" t="t" r="r" b="b"/>
                <a:pathLst>
                  <a:path w="62404" h="40251" extrusionOk="0">
                    <a:moveTo>
                      <a:pt x="39113" y="0"/>
                    </a:moveTo>
                    <a:lnTo>
                      <a:pt x="34383" y="19271"/>
                    </a:lnTo>
                    <a:lnTo>
                      <a:pt x="6918" y="6818"/>
                    </a:lnTo>
                    <a:lnTo>
                      <a:pt x="1" y="21861"/>
                    </a:lnTo>
                    <a:cubicBezTo>
                      <a:pt x="1" y="21861"/>
                      <a:pt x="23600" y="40250"/>
                      <a:pt x="40043" y="40250"/>
                    </a:cubicBezTo>
                    <a:cubicBezTo>
                      <a:pt x="44650" y="40250"/>
                      <a:pt x="48696" y="38806"/>
                      <a:pt x="51503" y="35109"/>
                    </a:cubicBezTo>
                    <a:cubicBezTo>
                      <a:pt x="58579" y="25789"/>
                      <a:pt x="62404" y="5119"/>
                      <a:pt x="62404" y="5119"/>
                    </a:cubicBezTo>
                    <a:lnTo>
                      <a:pt x="39113" y="0"/>
                    </a:lnTo>
                    <a:close/>
                  </a:path>
                </a:pathLst>
              </a:custGeom>
              <a:solidFill>
                <a:srgbClr val="C7714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708;p30">
                <a:extLst>
                  <a:ext uri="{FF2B5EF4-FFF2-40B4-BE49-F238E27FC236}">
                    <a16:creationId xmlns:a16="http://schemas.microsoft.com/office/drawing/2014/main" id="{F585C57E-3849-C683-765D-7D38E86B2A3D}"/>
                  </a:ext>
                </a:extLst>
              </p:cNvPr>
              <p:cNvSpPr/>
              <p:nvPr/>
            </p:nvSpPr>
            <p:spPr>
              <a:xfrm>
                <a:off x="913900" y="3241050"/>
                <a:ext cx="466700" cy="494850"/>
              </a:xfrm>
              <a:custGeom>
                <a:avLst/>
                <a:gdLst/>
                <a:ahLst/>
                <a:cxnLst/>
                <a:rect l="l" t="t" r="r" b="b"/>
                <a:pathLst>
                  <a:path w="18668" h="19794" extrusionOk="0">
                    <a:moveTo>
                      <a:pt x="2062" y="1"/>
                    </a:moveTo>
                    <a:cubicBezTo>
                      <a:pt x="1895" y="1"/>
                      <a:pt x="1762" y="33"/>
                      <a:pt x="1672" y="104"/>
                    </a:cubicBezTo>
                    <a:cubicBezTo>
                      <a:pt x="454" y="1062"/>
                      <a:pt x="860" y="2333"/>
                      <a:pt x="1956" y="3792"/>
                    </a:cubicBezTo>
                    <a:cubicBezTo>
                      <a:pt x="1956" y="3792"/>
                      <a:pt x="458" y="4690"/>
                      <a:pt x="1131" y="6071"/>
                    </a:cubicBezTo>
                    <a:cubicBezTo>
                      <a:pt x="1131" y="6071"/>
                      <a:pt x="0" y="7798"/>
                      <a:pt x="496" y="8991"/>
                    </a:cubicBezTo>
                    <a:cubicBezTo>
                      <a:pt x="915" y="9996"/>
                      <a:pt x="3568" y="15311"/>
                      <a:pt x="10808" y="19794"/>
                    </a:cubicBezTo>
                    <a:lnTo>
                      <a:pt x="16221" y="8707"/>
                    </a:lnTo>
                    <a:cubicBezTo>
                      <a:pt x="16221" y="8707"/>
                      <a:pt x="18668" y="5506"/>
                      <a:pt x="17488" y="2980"/>
                    </a:cubicBezTo>
                    <a:cubicBezTo>
                      <a:pt x="16924" y="1776"/>
                      <a:pt x="15485" y="1147"/>
                      <a:pt x="15485" y="1147"/>
                    </a:cubicBezTo>
                    <a:lnTo>
                      <a:pt x="15198" y="1341"/>
                    </a:lnTo>
                    <a:cubicBezTo>
                      <a:pt x="13802" y="2279"/>
                      <a:pt x="12182" y="2774"/>
                      <a:pt x="10565" y="2774"/>
                    </a:cubicBezTo>
                    <a:cubicBezTo>
                      <a:pt x="9533" y="2774"/>
                      <a:pt x="8503" y="2573"/>
                      <a:pt x="7533" y="2155"/>
                    </a:cubicBezTo>
                    <a:lnTo>
                      <a:pt x="7463" y="2123"/>
                    </a:lnTo>
                    <a:cubicBezTo>
                      <a:pt x="5460" y="1245"/>
                      <a:pt x="3097" y="1"/>
                      <a:pt x="2062" y="1"/>
                    </a:cubicBezTo>
                    <a:close/>
                  </a:path>
                </a:pathLst>
              </a:custGeom>
              <a:solidFill>
                <a:srgbClr val="C7714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709;p30">
                <a:extLst>
                  <a:ext uri="{FF2B5EF4-FFF2-40B4-BE49-F238E27FC236}">
                    <a16:creationId xmlns:a16="http://schemas.microsoft.com/office/drawing/2014/main" id="{2A3E2182-A2B4-2D12-3D27-B76BEA51CDAA}"/>
                  </a:ext>
                </a:extLst>
              </p:cNvPr>
              <p:cNvSpPr/>
              <p:nvPr/>
            </p:nvSpPr>
            <p:spPr>
              <a:xfrm>
                <a:off x="954150" y="3330625"/>
                <a:ext cx="191125" cy="106475"/>
              </a:xfrm>
              <a:custGeom>
                <a:avLst/>
                <a:gdLst/>
                <a:ahLst/>
                <a:cxnLst/>
                <a:rect l="l" t="t" r="r" b="b"/>
                <a:pathLst>
                  <a:path w="7645" h="4259" extrusionOk="0">
                    <a:moveTo>
                      <a:pt x="145" y="1"/>
                    </a:moveTo>
                    <a:cubicBezTo>
                      <a:pt x="70" y="1"/>
                      <a:pt x="0" y="92"/>
                      <a:pt x="48" y="164"/>
                    </a:cubicBezTo>
                    <a:cubicBezTo>
                      <a:pt x="1550" y="2307"/>
                      <a:pt x="4812" y="3980"/>
                      <a:pt x="7387" y="4258"/>
                    </a:cubicBezTo>
                    <a:cubicBezTo>
                      <a:pt x="7395" y="4259"/>
                      <a:pt x="7403" y="4259"/>
                      <a:pt x="7411" y="4259"/>
                    </a:cubicBezTo>
                    <a:cubicBezTo>
                      <a:pt x="7630" y="4259"/>
                      <a:pt x="7644" y="3918"/>
                      <a:pt x="7441" y="3851"/>
                    </a:cubicBezTo>
                    <a:cubicBezTo>
                      <a:pt x="6042" y="3387"/>
                      <a:pt x="4677" y="3068"/>
                      <a:pt x="3379" y="2319"/>
                    </a:cubicBezTo>
                    <a:cubicBezTo>
                      <a:pt x="2236" y="1658"/>
                      <a:pt x="1275" y="764"/>
                      <a:pt x="196" y="17"/>
                    </a:cubicBezTo>
                    <a:cubicBezTo>
                      <a:pt x="180" y="6"/>
                      <a:pt x="162" y="1"/>
                      <a:pt x="145"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710;p30">
                <a:extLst>
                  <a:ext uri="{FF2B5EF4-FFF2-40B4-BE49-F238E27FC236}">
                    <a16:creationId xmlns:a16="http://schemas.microsoft.com/office/drawing/2014/main" id="{BB99D513-2A31-F249-BF04-6433C7FF1B56}"/>
                  </a:ext>
                </a:extLst>
              </p:cNvPr>
              <p:cNvSpPr/>
              <p:nvPr/>
            </p:nvSpPr>
            <p:spPr>
              <a:xfrm>
                <a:off x="934400" y="3393450"/>
                <a:ext cx="178525" cy="119950"/>
              </a:xfrm>
              <a:custGeom>
                <a:avLst/>
                <a:gdLst/>
                <a:ahLst/>
                <a:cxnLst/>
                <a:rect l="l" t="t" r="r" b="b"/>
                <a:pathLst>
                  <a:path w="7141" h="4798" extrusionOk="0">
                    <a:moveTo>
                      <a:pt x="201" y="1"/>
                    </a:moveTo>
                    <a:cubicBezTo>
                      <a:pt x="100" y="1"/>
                      <a:pt x="1" y="83"/>
                      <a:pt x="40" y="203"/>
                    </a:cubicBezTo>
                    <a:cubicBezTo>
                      <a:pt x="945" y="2963"/>
                      <a:pt x="4012" y="4639"/>
                      <a:pt x="6785" y="4797"/>
                    </a:cubicBezTo>
                    <a:cubicBezTo>
                      <a:pt x="6790" y="4798"/>
                      <a:pt x="6794" y="4798"/>
                      <a:pt x="6798" y="4798"/>
                    </a:cubicBezTo>
                    <a:cubicBezTo>
                      <a:pt x="7073" y="4798"/>
                      <a:pt x="7140" y="4333"/>
                      <a:pt x="6855" y="4290"/>
                    </a:cubicBezTo>
                    <a:cubicBezTo>
                      <a:pt x="3968" y="3854"/>
                      <a:pt x="1878" y="2574"/>
                      <a:pt x="339" y="76"/>
                    </a:cubicBezTo>
                    <a:cubicBezTo>
                      <a:pt x="307" y="24"/>
                      <a:pt x="254" y="1"/>
                      <a:pt x="201"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711;p30">
                <a:extLst>
                  <a:ext uri="{FF2B5EF4-FFF2-40B4-BE49-F238E27FC236}">
                    <a16:creationId xmlns:a16="http://schemas.microsoft.com/office/drawing/2014/main" id="{5E6FC06D-6024-09E1-99AF-7A0E25E253B9}"/>
                  </a:ext>
                </a:extLst>
              </p:cNvPr>
              <p:cNvSpPr/>
              <p:nvPr/>
            </p:nvSpPr>
            <p:spPr>
              <a:xfrm>
                <a:off x="5468275" y="1519675"/>
                <a:ext cx="759025" cy="301925"/>
              </a:xfrm>
              <a:custGeom>
                <a:avLst/>
                <a:gdLst/>
                <a:ahLst/>
                <a:cxnLst/>
                <a:rect l="l" t="t" r="r" b="b"/>
                <a:pathLst>
                  <a:path w="30361" h="12077" extrusionOk="0">
                    <a:moveTo>
                      <a:pt x="30360" y="0"/>
                    </a:moveTo>
                    <a:lnTo>
                      <a:pt x="1" y="239"/>
                    </a:lnTo>
                    <a:lnTo>
                      <a:pt x="1289" y="12077"/>
                    </a:lnTo>
                    <a:lnTo>
                      <a:pt x="19693" y="11932"/>
                    </a:lnTo>
                    <a:lnTo>
                      <a:pt x="19080" y="6012"/>
                    </a:lnTo>
                    <a:lnTo>
                      <a:pt x="19080" y="6012"/>
                    </a:lnTo>
                    <a:cubicBezTo>
                      <a:pt x="19172" y="6013"/>
                      <a:pt x="19263" y="6013"/>
                      <a:pt x="19354" y="6013"/>
                    </a:cubicBezTo>
                    <a:cubicBezTo>
                      <a:pt x="26532" y="6013"/>
                      <a:pt x="29902" y="3838"/>
                      <a:pt x="30360" y="0"/>
                    </a:cubicBez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712;p30">
                <a:extLst>
                  <a:ext uri="{FF2B5EF4-FFF2-40B4-BE49-F238E27FC236}">
                    <a16:creationId xmlns:a16="http://schemas.microsoft.com/office/drawing/2014/main" id="{1456A028-5A18-46CA-BD51-EEB1829C6E69}"/>
                  </a:ext>
                </a:extLst>
              </p:cNvPr>
              <p:cNvSpPr/>
              <p:nvPr/>
            </p:nvSpPr>
            <p:spPr>
              <a:xfrm>
                <a:off x="5972750" y="1591850"/>
                <a:ext cx="50125" cy="72800"/>
              </a:xfrm>
              <a:custGeom>
                <a:avLst/>
                <a:gdLst/>
                <a:ahLst/>
                <a:cxnLst/>
                <a:rect l="l" t="t" r="r" b="b"/>
                <a:pathLst>
                  <a:path w="2005" h="2912" extrusionOk="0">
                    <a:moveTo>
                      <a:pt x="135" y="0"/>
                    </a:moveTo>
                    <a:cubicBezTo>
                      <a:pt x="132" y="0"/>
                      <a:pt x="129" y="0"/>
                      <a:pt x="126" y="1"/>
                    </a:cubicBezTo>
                    <a:cubicBezTo>
                      <a:pt x="1" y="22"/>
                      <a:pt x="67" y="855"/>
                      <a:pt x="601" y="1709"/>
                    </a:cubicBezTo>
                    <a:cubicBezTo>
                      <a:pt x="1077" y="2484"/>
                      <a:pt x="1706" y="2912"/>
                      <a:pt x="1878" y="2912"/>
                    </a:cubicBezTo>
                    <a:cubicBezTo>
                      <a:pt x="1897" y="2912"/>
                      <a:pt x="1910" y="2907"/>
                      <a:pt x="1917" y="2897"/>
                    </a:cubicBezTo>
                    <a:cubicBezTo>
                      <a:pt x="2005" y="2789"/>
                      <a:pt x="1485" y="2238"/>
                      <a:pt x="1007" y="1458"/>
                    </a:cubicBezTo>
                    <a:cubicBezTo>
                      <a:pt x="532" y="699"/>
                      <a:pt x="270" y="0"/>
                      <a:pt x="135"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713;p30">
                <a:extLst>
                  <a:ext uri="{FF2B5EF4-FFF2-40B4-BE49-F238E27FC236}">
                    <a16:creationId xmlns:a16="http://schemas.microsoft.com/office/drawing/2014/main" id="{51D4352F-964F-A737-483E-80B2C9277D20}"/>
                  </a:ext>
                </a:extLst>
              </p:cNvPr>
              <p:cNvSpPr/>
              <p:nvPr/>
            </p:nvSpPr>
            <p:spPr>
              <a:xfrm>
                <a:off x="5893150" y="1606825"/>
                <a:ext cx="55750" cy="68350"/>
              </a:xfrm>
              <a:custGeom>
                <a:avLst/>
                <a:gdLst/>
                <a:ahLst/>
                <a:cxnLst/>
                <a:rect l="l" t="t" r="r" b="b"/>
                <a:pathLst>
                  <a:path w="2230" h="2734" extrusionOk="0">
                    <a:moveTo>
                      <a:pt x="136" y="1"/>
                    </a:moveTo>
                    <a:cubicBezTo>
                      <a:pt x="133" y="1"/>
                      <a:pt x="129" y="1"/>
                      <a:pt x="126" y="2"/>
                    </a:cubicBezTo>
                    <a:cubicBezTo>
                      <a:pt x="1" y="25"/>
                      <a:pt x="99" y="868"/>
                      <a:pt x="712" y="1680"/>
                    </a:cubicBezTo>
                    <a:cubicBezTo>
                      <a:pt x="1241" y="2392"/>
                      <a:pt x="1905" y="2734"/>
                      <a:pt x="2102" y="2734"/>
                    </a:cubicBezTo>
                    <a:cubicBezTo>
                      <a:pt x="2131" y="2734"/>
                      <a:pt x="2150" y="2726"/>
                      <a:pt x="2157" y="2712"/>
                    </a:cubicBezTo>
                    <a:cubicBezTo>
                      <a:pt x="2230" y="2594"/>
                      <a:pt x="1636" y="2124"/>
                      <a:pt x="1095" y="1392"/>
                    </a:cubicBezTo>
                    <a:cubicBezTo>
                      <a:pt x="558" y="687"/>
                      <a:pt x="273" y="1"/>
                      <a:pt x="136"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714;p30">
                <a:extLst>
                  <a:ext uri="{FF2B5EF4-FFF2-40B4-BE49-F238E27FC236}">
                    <a16:creationId xmlns:a16="http://schemas.microsoft.com/office/drawing/2014/main" id="{91067DDA-256F-EE0C-704E-399B3FE59B2F}"/>
                  </a:ext>
                </a:extLst>
              </p:cNvPr>
              <p:cNvSpPr/>
              <p:nvPr/>
            </p:nvSpPr>
            <p:spPr>
              <a:xfrm>
                <a:off x="5838850" y="1688975"/>
                <a:ext cx="104325" cy="26125"/>
              </a:xfrm>
              <a:custGeom>
                <a:avLst/>
                <a:gdLst/>
                <a:ahLst/>
                <a:cxnLst/>
                <a:rect l="l" t="t" r="r" b="b"/>
                <a:pathLst>
                  <a:path w="4173" h="1045" extrusionOk="0">
                    <a:moveTo>
                      <a:pt x="137" y="1"/>
                    </a:moveTo>
                    <a:cubicBezTo>
                      <a:pt x="113" y="1"/>
                      <a:pt x="97" y="6"/>
                      <a:pt x="88" y="18"/>
                    </a:cubicBezTo>
                    <a:cubicBezTo>
                      <a:pt x="1" y="107"/>
                      <a:pt x="769" y="830"/>
                      <a:pt x="2006" y="1002"/>
                    </a:cubicBezTo>
                    <a:cubicBezTo>
                      <a:pt x="2203" y="1032"/>
                      <a:pt x="2392" y="1044"/>
                      <a:pt x="2571" y="1044"/>
                    </a:cubicBezTo>
                    <a:cubicBezTo>
                      <a:pt x="3516" y="1044"/>
                      <a:pt x="4173" y="693"/>
                      <a:pt x="4122" y="600"/>
                    </a:cubicBezTo>
                    <a:cubicBezTo>
                      <a:pt x="4111" y="567"/>
                      <a:pt x="4047" y="556"/>
                      <a:pt x="3940" y="556"/>
                    </a:cubicBezTo>
                    <a:cubicBezTo>
                      <a:pt x="3742" y="556"/>
                      <a:pt x="3397" y="593"/>
                      <a:pt x="2970" y="593"/>
                    </a:cubicBezTo>
                    <a:cubicBezTo>
                      <a:pt x="2699" y="593"/>
                      <a:pt x="2395" y="578"/>
                      <a:pt x="2074" y="529"/>
                    </a:cubicBezTo>
                    <a:cubicBezTo>
                      <a:pt x="1088" y="395"/>
                      <a:pt x="341" y="1"/>
                      <a:pt x="13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715;p30">
                <a:extLst>
                  <a:ext uri="{FF2B5EF4-FFF2-40B4-BE49-F238E27FC236}">
                    <a16:creationId xmlns:a16="http://schemas.microsoft.com/office/drawing/2014/main" id="{42C1AE64-2DDC-9235-8159-FE83C8CCB3FE}"/>
                  </a:ext>
                </a:extLst>
              </p:cNvPr>
              <p:cNvSpPr/>
              <p:nvPr/>
            </p:nvSpPr>
            <p:spPr>
              <a:xfrm>
                <a:off x="5481900" y="1552175"/>
                <a:ext cx="730925" cy="13325"/>
              </a:xfrm>
              <a:custGeom>
                <a:avLst/>
                <a:gdLst/>
                <a:ahLst/>
                <a:cxnLst/>
                <a:rect l="l" t="t" r="r" b="b"/>
                <a:pathLst>
                  <a:path w="29237" h="533" extrusionOk="0">
                    <a:moveTo>
                      <a:pt x="20932" y="1"/>
                    </a:moveTo>
                    <a:cubicBezTo>
                      <a:pt x="19020" y="1"/>
                      <a:pt x="16878" y="9"/>
                      <a:pt x="14616" y="27"/>
                    </a:cubicBezTo>
                    <a:cubicBezTo>
                      <a:pt x="6544" y="90"/>
                      <a:pt x="0" y="249"/>
                      <a:pt x="2" y="382"/>
                    </a:cubicBezTo>
                    <a:cubicBezTo>
                      <a:pt x="3" y="477"/>
                      <a:pt x="3386" y="533"/>
                      <a:pt x="8287" y="533"/>
                    </a:cubicBezTo>
                    <a:cubicBezTo>
                      <a:pt x="10203" y="533"/>
                      <a:pt x="12351" y="524"/>
                      <a:pt x="14619" y="506"/>
                    </a:cubicBezTo>
                    <a:cubicBezTo>
                      <a:pt x="22694" y="443"/>
                      <a:pt x="29236" y="284"/>
                      <a:pt x="29235" y="151"/>
                    </a:cubicBezTo>
                    <a:cubicBezTo>
                      <a:pt x="29234" y="56"/>
                      <a:pt x="25842" y="1"/>
                      <a:pt x="20932"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716;p30">
                <a:extLst>
                  <a:ext uri="{FF2B5EF4-FFF2-40B4-BE49-F238E27FC236}">
                    <a16:creationId xmlns:a16="http://schemas.microsoft.com/office/drawing/2014/main" id="{14360E97-C151-1457-0711-9F1B2F01E491}"/>
                  </a:ext>
                </a:extLst>
              </p:cNvPr>
              <p:cNvSpPr/>
              <p:nvPr/>
            </p:nvSpPr>
            <p:spPr>
              <a:xfrm>
                <a:off x="5479800" y="1557975"/>
                <a:ext cx="249175" cy="158800"/>
              </a:xfrm>
              <a:custGeom>
                <a:avLst/>
                <a:gdLst/>
                <a:ahLst/>
                <a:cxnLst/>
                <a:rect l="l" t="t" r="r" b="b"/>
                <a:pathLst>
                  <a:path w="9967" h="6352" extrusionOk="0">
                    <a:moveTo>
                      <a:pt x="9914" y="1"/>
                    </a:moveTo>
                    <a:cubicBezTo>
                      <a:pt x="9829" y="1"/>
                      <a:pt x="9538" y="627"/>
                      <a:pt x="8909" y="1503"/>
                    </a:cubicBezTo>
                    <a:cubicBezTo>
                      <a:pt x="8266" y="2402"/>
                      <a:pt x="7208" y="3528"/>
                      <a:pt x="5785" y="4427"/>
                    </a:cubicBezTo>
                    <a:cubicBezTo>
                      <a:pt x="4356" y="5320"/>
                      <a:pt x="2883" y="5784"/>
                      <a:pt x="1796" y="5973"/>
                    </a:cubicBezTo>
                    <a:cubicBezTo>
                      <a:pt x="707" y="6167"/>
                      <a:pt x="7" y="6151"/>
                      <a:pt x="4" y="6233"/>
                    </a:cubicBezTo>
                    <a:cubicBezTo>
                      <a:pt x="1" y="6269"/>
                      <a:pt x="367" y="6352"/>
                      <a:pt x="1003" y="6352"/>
                    </a:cubicBezTo>
                    <a:cubicBezTo>
                      <a:pt x="1246" y="6352"/>
                      <a:pt x="1528" y="6340"/>
                      <a:pt x="1843" y="6309"/>
                    </a:cubicBezTo>
                    <a:cubicBezTo>
                      <a:pt x="2981" y="6201"/>
                      <a:pt x="4547" y="5768"/>
                      <a:pt x="6040" y="4834"/>
                    </a:cubicBezTo>
                    <a:cubicBezTo>
                      <a:pt x="7529" y="3892"/>
                      <a:pt x="8600" y="2669"/>
                      <a:pt x="9190" y="1692"/>
                    </a:cubicBezTo>
                    <a:cubicBezTo>
                      <a:pt x="9785" y="711"/>
                      <a:pt x="9966" y="19"/>
                      <a:pt x="9920" y="2"/>
                    </a:cubicBezTo>
                    <a:cubicBezTo>
                      <a:pt x="9918" y="1"/>
                      <a:pt x="9916" y="1"/>
                      <a:pt x="9914"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717;p30">
                <a:extLst>
                  <a:ext uri="{FF2B5EF4-FFF2-40B4-BE49-F238E27FC236}">
                    <a16:creationId xmlns:a16="http://schemas.microsoft.com/office/drawing/2014/main" id="{17C8370B-CE83-F9F3-5557-AC72DA4ED7DF}"/>
                  </a:ext>
                </a:extLst>
              </p:cNvPr>
              <p:cNvSpPr/>
              <p:nvPr/>
            </p:nvSpPr>
            <p:spPr>
              <a:xfrm>
                <a:off x="5538900" y="1708000"/>
                <a:ext cx="30375" cy="108350"/>
              </a:xfrm>
              <a:custGeom>
                <a:avLst/>
                <a:gdLst/>
                <a:ahLst/>
                <a:cxnLst/>
                <a:rect l="l" t="t" r="r" b="b"/>
                <a:pathLst>
                  <a:path w="1215" h="4334" extrusionOk="0">
                    <a:moveTo>
                      <a:pt x="136" y="1"/>
                    </a:moveTo>
                    <a:cubicBezTo>
                      <a:pt x="133" y="1"/>
                      <a:pt x="130" y="1"/>
                      <a:pt x="128" y="2"/>
                    </a:cubicBezTo>
                    <a:cubicBezTo>
                      <a:pt x="1" y="46"/>
                      <a:pt x="223" y="1010"/>
                      <a:pt x="480" y="2194"/>
                    </a:cubicBezTo>
                    <a:cubicBezTo>
                      <a:pt x="739" y="3369"/>
                      <a:pt x="938" y="4334"/>
                      <a:pt x="1072" y="4334"/>
                    </a:cubicBezTo>
                    <a:cubicBezTo>
                      <a:pt x="1073" y="4334"/>
                      <a:pt x="1074" y="4334"/>
                      <a:pt x="1075" y="4334"/>
                    </a:cubicBezTo>
                    <a:cubicBezTo>
                      <a:pt x="1204" y="4322"/>
                      <a:pt x="1214" y="3306"/>
                      <a:pt x="947" y="2092"/>
                    </a:cubicBezTo>
                    <a:cubicBezTo>
                      <a:pt x="690" y="904"/>
                      <a:pt x="269" y="1"/>
                      <a:pt x="136"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718;p30">
                <a:extLst>
                  <a:ext uri="{FF2B5EF4-FFF2-40B4-BE49-F238E27FC236}">
                    <a16:creationId xmlns:a16="http://schemas.microsoft.com/office/drawing/2014/main" id="{91DB4E43-F4AD-8BA0-CBF3-E5991D1D7508}"/>
                  </a:ext>
                </a:extLst>
              </p:cNvPr>
              <p:cNvSpPr/>
              <p:nvPr/>
            </p:nvSpPr>
            <p:spPr>
              <a:xfrm>
                <a:off x="6041725" y="1557475"/>
                <a:ext cx="72175" cy="89925"/>
              </a:xfrm>
              <a:custGeom>
                <a:avLst/>
                <a:gdLst/>
                <a:ahLst/>
                <a:cxnLst/>
                <a:rect l="l" t="t" r="r" b="b"/>
                <a:pathLst>
                  <a:path w="2887" h="3597" extrusionOk="0">
                    <a:moveTo>
                      <a:pt x="164" y="1"/>
                    </a:moveTo>
                    <a:cubicBezTo>
                      <a:pt x="104" y="1"/>
                      <a:pt x="0" y="273"/>
                      <a:pt x="14" y="734"/>
                    </a:cubicBezTo>
                    <a:cubicBezTo>
                      <a:pt x="26" y="1196"/>
                      <a:pt x="192" y="1854"/>
                      <a:pt x="632" y="2436"/>
                    </a:cubicBezTo>
                    <a:cubicBezTo>
                      <a:pt x="1072" y="3017"/>
                      <a:pt x="1659" y="3356"/>
                      <a:pt x="2101" y="3493"/>
                    </a:cubicBezTo>
                    <a:cubicBezTo>
                      <a:pt x="2337" y="3569"/>
                      <a:pt x="2531" y="3596"/>
                      <a:pt x="2662" y="3596"/>
                    </a:cubicBezTo>
                    <a:cubicBezTo>
                      <a:pt x="2778" y="3596"/>
                      <a:pt x="2845" y="3575"/>
                      <a:pt x="2849" y="3546"/>
                    </a:cubicBezTo>
                    <a:cubicBezTo>
                      <a:pt x="2887" y="3415"/>
                      <a:pt x="1779" y="3167"/>
                      <a:pt x="1014" y="2147"/>
                    </a:cubicBezTo>
                    <a:cubicBezTo>
                      <a:pt x="240" y="1133"/>
                      <a:pt x="304" y="1"/>
                      <a:pt x="166" y="1"/>
                    </a:cubicBezTo>
                    <a:cubicBezTo>
                      <a:pt x="165" y="1"/>
                      <a:pt x="165" y="1"/>
                      <a:pt x="164"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719;p30">
                <a:extLst>
                  <a:ext uri="{FF2B5EF4-FFF2-40B4-BE49-F238E27FC236}">
                    <a16:creationId xmlns:a16="http://schemas.microsoft.com/office/drawing/2014/main" id="{8543C16E-21A1-9CD2-382A-29E8623E45BB}"/>
                  </a:ext>
                </a:extLst>
              </p:cNvPr>
              <p:cNvSpPr/>
              <p:nvPr/>
            </p:nvSpPr>
            <p:spPr>
              <a:xfrm>
                <a:off x="7048425" y="3208575"/>
                <a:ext cx="332775" cy="758075"/>
              </a:xfrm>
              <a:custGeom>
                <a:avLst/>
                <a:gdLst/>
                <a:ahLst/>
                <a:cxnLst/>
                <a:rect l="l" t="t" r="r" b="b"/>
                <a:pathLst>
                  <a:path w="13311" h="30323" extrusionOk="0">
                    <a:moveTo>
                      <a:pt x="11772" y="1"/>
                    </a:moveTo>
                    <a:lnTo>
                      <a:pt x="1" y="1795"/>
                    </a:lnTo>
                    <a:lnTo>
                      <a:pt x="933" y="20175"/>
                    </a:lnTo>
                    <a:lnTo>
                      <a:pt x="6821" y="19309"/>
                    </a:lnTo>
                    <a:cubicBezTo>
                      <a:pt x="7080" y="26671"/>
                      <a:pt x="9407" y="30024"/>
                      <a:pt x="13311" y="30322"/>
                    </a:cubicBezTo>
                    <a:lnTo>
                      <a:pt x="11772"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720;p30">
                <a:extLst>
                  <a:ext uri="{FF2B5EF4-FFF2-40B4-BE49-F238E27FC236}">
                    <a16:creationId xmlns:a16="http://schemas.microsoft.com/office/drawing/2014/main" id="{7B02A687-C4C2-6BAE-5FAD-6DEBBD671C64}"/>
                  </a:ext>
                </a:extLst>
              </p:cNvPr>
              <p:cNvSpPr/>
              <p:nvPr/>
            </p:nvSpPr>
            <p:spPr>
              <a:xfrm>
                <a:off x="7225250" y="3717375"/>
                <a:ext cx="74000" cy="49250"/>
              </a:xfrm>
              <a:custGeom>
                <a:avLst/>
                <a:gdLst/>
                <a:ahLst/>
                <a:cxnLst/>
                <a:rect l="l" t="t" r="r" b="b"/>
                <a:pathLst>
                  <a:path w="2960" h="1970" extrusionOk="0">
                    <a:moveTo>
                      <a:pt x="2772" y="0"/>
                    </a:moveTo>
                    <a:cubicBezTo>
                      <a:pt x="2493" y="0"/>
                      <a:pt x="1864" y="163"/>
                      <a:pt x="1235" y="594"/>
                    </a:cubicBezTo>
                    <a:cubicBezTo>
                      <a:pt x="401" y="1158"/>
                      <a:pt x="1" y="1891"/>
                      <a:pt x="106" y="1962"/>
                    </a:cubicBezTo>
                    <a:cubicBezTo>
                      <a:pt x="114" y="1967"/>
                      <a:pt x="123" y="1970"/>
                      <a:pt x="135" y="1970"/>
                    </a:cubicBezTo>
                    <a:cubicBezTo>
                      <a:pt x="290" y="1970"/>
                      <a:pt x="797" y="1466"/>
                      <a:pt x="1504" y="990"/>
                    </a:cubicBezTo>
                    <a:cubicBezTo>
                      <a:pt x="2257" y="472"/>
                      <a:pt x="2960" y="178"/>
                      <a:pt x="2922" y="47"/>
                    </a:cubicBezTo>
                    <a:cubicBezTo>
                      <a:pt x="2915" y="17"/>
                      <a:pt x="2862" y="0"/>
                      <a:pt x="2772"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721;p30">
                <a:extLst>
                  <a:ext uri="{FF2B5EF4-FFF2-40B4-BE49-F238E27FC236}">
                    <a16:creationId xmlns:a16="http://schemas.microsoft.com/office/drawing/2014/main" id="{FC56181A-A18A-8224-8A57-EA1BD0A2E8AE}"/>
                  </a:ext>
                </a:extLst>
              </p:cNvPr>
              <p:cNvSpPr/>
              <p:nvPr/>
            </p:nvSpPr>
            <p:spPr>
              <a:xfrm>
                <a:off x="7211500" y="3638625"/>
                <a:ext cx="69475" cy="54825"/>
              </a:xfrm>
              <a:custGeom>
                <a:avLst/>
                <a:gdLst/>
                <a:ahLst/>
                <a:cxnLst/>
                <a:rect l="l" t="t" r="r" b="b"/>
                <a:pathLst>
                  <a:path w="2779" h="2193" extrusionOk="0">
                    <a:moveTo>
                      <a:pt x="2613" y="0"/>
                    </a:moveTo>
                    <a:cubicBezTo>
                      <a:pt x="2348" y="0"/>
                      <a:pt x="1699" y="192"/>
                      <a:pt x="1086" y="699"/>
                    </a:cubicBezTo>
                    <a:cubicBezTo>
                      <a:pt x="297" y="1341"/>
                      <a:pt x="1" y="2137"/>
                      <a:pt x="115" y="2187"/>
                    </a:cubicBezTo>
                    <a:cubicBezTo>
                      <a:pt x="122" y="2191"/>
                      <a:pt x="129" y="2192"/>
                      <a:pt x="136" y="2192"/>
                    </a:cubicBezTo>
                    <a:cubicBezTo>
                      <a:pt x="282" y="2192"/>
                      <a:pt x="717" y="1611"/>
                      <a:pt x="1388" y="1069"/>
                    </a:cubicBezTo>
                    <a:cubicBezTo>
                      <a:pt x="2088" y="489"/>
                      <a:pt x="2778" y="174"/>
                      <a:pt x="2736" y="41"/>
                    </a:cubicBezTo>
                    <a:cubicBezTo>
                      <a:pt x="2730" y="15"/>
                      <a:pt x="2686" y="0"/>
                      <a:pt x="2613"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722;p30">
                <a:extLst>
                  <a:ext uri="{FF2B5EF4-FFF2-40B4-BE49-F238E27FC236}">
                    <a16:creationId xmlns:a16="http://schemas.microsoft.com/office/drawing/2014/main" id="{CB3BE8D5-5FF0-2675-F69B-E60B2C1640A0}"/>
                  </a:ext>
                </a:extLst>
              </p:cNvPr>
              <p:cNvSpPr/>
              <p:nvPr/>
            </p:nvSpPr>
            <p:spPr>
              <a:xfrm>
                <a:off x="7169375" y="3587850"/>
                <a:ext cx="28650" cy="101650"/>
              </a:xfrm>
              <a:custGeom>
                <a:avLst/>
                <a:gdLst/>
                <a:ahLst/>
                <a:cxnLst/>
                <a:rect l="l" t="t" r="r" b="b"/>
                <a:pathLst>
                  <a:path w="1146" h="4066" extrusionOk="0">
                    <a:moveTo>
                      <a:pt x="1009" y="0"/>
                    </a:moveTo>
                    <a:cubicBezTo>
                      <a:pt x="869" y="0"/>
                      <a:pt x="240" y="781"/>
                      <a:pt x="126" y="1965"/>
                    </a:cubicBezTo>
                    <a:cubicBezTo>
                      <a:pt x="0" y="3167"/>
                      <a:pt x="478" y="4066"/>
                      <a:pt x="608" y="4066"/>
                    </a:cubicBezTo>
                    <a:cubicBezTo>
                      <a:pt x="613" y="4066"/>
                      <a:pt x="617" y="4065"/>
                      <a:pt x="620" y="4063"/>
                    </a:cubicBezTo>
                    <a:cubicBezTo>
                      <a:pt x="752" y="4013"/>
                      <a:pt x="481" y="3118"/>
                      <a:pt x="602" y="2012"/>
                    </a:cubicBezTo>
                    <a:cubicBezTo>
                      <a:pt x="703" y="906"/>
                      <a:pt x="1146" y="82"/>
                      <a:pt x="1027" y="6"/>
                    </a:cubicBezTo>
                    <a:cubicBezTo>
                      <a:pt x="1022" y="2"/>
                      <a:pt x="1016" y="0"/>
                      <a:pt x="1009"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723;p30">
                <a:extLst>
                  <a:ext uri="{FF2B5EF4-FFF2-40B4-BE49-F238E27FC236}">
                    <a16:creationId xmlns:a16="http://schemas.microsoft.com/office/drawing/2014/main" id="{4A05996F-2792-6F33-CA5E-D90FC0D2DD4C}"/>
                  </a:ext>
                </a:extLst>
              </p:cNvPr>
              <p:cNvSpPr/>
              <p:nvPr/>
            </p:nvSpPr>
            <p:spPr>
              <a:xfrm>
                <a:off x="7303950" y="3223725"/>
                <a:ext cx="43675" cy="729950"/>
              </a:xfrm>
              <a:custGeom>
                <a:avLst/>
                <a:gdLst/>
                <a:ahLst/>
                <a:cxnLst/>
                <a:rect l="l" t="t" r="r" b="b"/>
                <a:pathLst>
                  <a:path w="1747" h="29198" extrusionOk="0">
                    <a:moveTo>
                      <a:pt x="132" y="1"/>
                    </a:moveTo>
                    <a:cubicBezTo>
                      <a:pt x="132" y="1"/>
                      <a:pt x="132" y="1"/>
                      <a:pt x="132" y="1"/>
                    </a:cubicBezTo>
                    <a:cubicBezTo>
                      <a:pt x="1" y="8"/>
                      <a:pt x="224" y="6548"/>
                      <a:pt x="634" y="14611"/>
                    </a:cubicBezTo>
                    <a:cubicBezTo>
                      <a:pt x="1043" y="22670"/>
                      <a:pt x="1481" y="29198"/>
                      <a:pt x="1613" y="29198"/>
                    </a:cubicBezTo>
                    <a:cubicBezTo>
                      <a:pt x="1613" y="29198"/>
                      <a:pt x="1613" y="29198"/>
                      <a:pt x="1613" y="29198"/>
                    </a:cubicBezTo>
                    <a:cubicBezTo>
                      <a:pt x="1746" y="29192"/>
                      <a:pt x="1521" y="22648"/>
                      <a:pt x="1112" y="14586"/>
                    </a:cubicBezTo>
                    <a:cubicBezTo>
                      <a:pt x="704" y="6529"/>
                      <a:pt x="266" y="1"/>
                      <a:pt x="132"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724;p30">
                <a:extLst>
                  <a:ext uri="{FF2B5EF4-FFF2-40B4-BE49-F238E27FC236}">
                    <a16:creationId xmlns:a16="http://schemas.microsoft.com/office/drawing/2014/main" id="{F2F581F8-0AD4-04F5-0178-CDB11625FEDC}"/>
                  </a:ext>
                </a:extLst>
              </p:cNvPr>
              <p:cNvSpPr/>
              <p:nvPr/>
            </p:nvSpPr>
            <p:spPr>
              <a:xfrm>
                <a:off x="7151275" y="3228225"/>
                <a:ext cx="170950" cy="241225"/>
              </a:xfrm>
              <a:custGeom>
                <a:avLst/>
                <a:gdLst/>
                <a:ahLst/>
                <a:cxnLst/>
                <a:rect l="l" t="t" r="r" b="b"/>
                <a:pathLst>
                  <a:path w="6838" h="9649" extrusionOk="0">
                    <a:moveTo>
                      <a:pt x="157" y="1"/>
                    </a:moveTo>
                    <a:lnTo>
                      <a:pt x="157" y="1"/>
                    </a:lnTo>
                    <a:cubicBezTo>
                      <a:pt x="107" y="1"/>
                      <a:pt x="1" y="709"/>
                      <a:pt x="162" y="1841"/>
                    </a:cubicBezTo>
                    <a:cubicBezTo>
                      <a:pt x="318" y="2973"/>
                      <a:pt x="818" y="4519"/>
                      <a:pt x="1816" y="5970"/>
                    </a:cubicBezTo>
                    <a:cubicBezTo>
                      <a:pt x="2819" y="7418"/>
                      <a:pt x="4087" y="8435"/>
                      <a:pt x="5089" y="8982"/>
                    </a:cubicBezTo>
                    <a:cubicBezTo>
                      <a:pt x="5979" y="9473"/>
                      <a:pt x="6630" y="9648"/>
                      <a:pt x="6777" y="9648"/>
                    </a:cubicBezTo>
                    <a:cubicBezTo>
                      <a:pt x="6797" y="9648"/>
                      <a:pt x="6807" y="9645"/>
                      <a:pt x="6809" y="9640"/>
                    </a:cubicBezTo>
                    <a:cubicBezTo>
                      <a:pt x="6838" y="9564"/>
                      <a:pt x="6191" y="9301"/>
                      <a:pt x="5266" y="8694"/>
                    </a:cubicBezTo>
                    <a:cubicBezTo>
                      <a:pt x="4341" y="8091"/>
                      <a:pt x="3170" y="7083"/>
                      <a:pt x="2210" y="5698"/>
                    </a:cubicBezTo>
                    <a:cubicBezTo>
                      <a:pt x="1258" y="4311"/>
                      <a:pt x="730" y="2859"/>
                      <a:pt x="495" y="1779"/>
                    </a:cubicBezTo>
                    <a:cubicBezTo>
                      <a:pt x="256" y="700"/>
                      <a:pt x="239" y="1"/>
                      <a:pt x="158" y="1"/>
                    </a:cubicBezTo>
                    <a:cubicBezTo>
                      <a:pt x="158" y="1"/>
                      <a:pt x="157" y="1"/>
                      <a:pt x="15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725;p30">
                <a:extLst>
                  <a:ext uri="{FF2B5EF4-FFF2-40B4-BE49-F238E27FC236}">
                    <a16:creationId xmlns:a16="http://schemas.microsoft.com/office/drawing/2014/main" id="{08EC5749-5DEA-C495-5FA7-B4385D3CB105}"/>
                  </a:ext>
                </a:extLst>
              </p:cNvPr>
              <p:cNvSpPr/>
              <p:nvPr/>
            </p:nvSpPr>
            <p:spPr>
              <a:xfrm>
                <a:off x="7056000" y="3289325"/>
                <a:ext cx="108875" cy="30875"/>
              </a:xfrm>
              <a:custGeom>
                <a:avLst/>
                <a:gdLst/>
                <a:ahLst/>
                <a:cxnLst/>
                <a:rect l="l" t="t" r="r" b="b"/>
                <a:pathLst>
                  <a:path w="4355" h="1235" extrusionOk="0">
                    <a:moveTo>
                      <a:pt x="4200" y="0"/>
                    </a:moveTo>
                    <a:cubicBezTo>
                      <a:pt x="3915" y="0"/>
                      <a:pt x="3097" y="224"/>
                      <a:pt x="2131" y="478"/>
                    </a:cubicBezTo>
                    <a:cubicBezTo>
                      <a:pt x="960" y="789"/>
                      <a:pt x="0" y="1031"/>
                      <a:pt x="20" y="1164"/>
                    </a:cubicBezTo>
                    <a:cubicBezTo>
                      <a:pt x="25" y="1209"/>
                      <a:pt x="154" y="1234"/>
                      <a:pt x="369" y="1234"/>
                    </a:cubicBezTo>
                    <a:cubicBezTo>
                      <a:pt x="770" y="1234"/>
                      <a:pt x="1472" y="1148"/>
                      <a:pt x="2253" y="940"/>
                    </a:cubicBezTo>
                    <a:cubicBezTo>
                      <a:pt x="3455" y="625"/>
                      <a:pt x="4354" y="152"/>
                      <a:pt x="4306" y="32"/>
                    </a:cubicBezTo>
                    <a:cubicBezTo>
                      <a:pt x="4297" y="10"/>
                      <a:pt x="4261" y="0"/>
                      <a:pt x="420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726;p30">
                <a:extLst>
                  <a:ext uri="{FF2B5EF4-FFF2-40B4-BE49-F238E27FC236}">
                    <a16:creationId xmlns:a16="http://schemas.microsoft.com/office/drawing/2014/main" id="{A3D0FC3E-54EC-CB43-5011-D53E06F88BCC}"/>
                  </a:ext>
                </a:extLst>
              </p:cNvPr>
              <p:cNvSpPr/>
              <p:nvPr/>
            </p:nvSpPr>
            <p:spPr>
              <a:xfrm>
                <a:off x="7247400" y="3783800"/>
                <a:ext cx="88400" cy="74050"/>
              </a:xfrm>
              <a:custGeom>
                <a:avLst/>
                <a:gdLst/>
                <a:ahLst/>
                <a:cxnLst/>
                <a:rect l="l" t="t" r="r" b="b"/>
                <a:pathLst>
                  <a:path w="3536" h="2962" extrusionOk="0">
                    <a:moveTo>
                      <a:pt x="2977" y="1"/>
                    </a:moveTo>
                    <a:cubicBezTo>
                      <a:pt x="2919" y="1"/>
                      <a:pt x="2856" y="3"/>
                      <a:pt x="2790" y="7"/>
                    </a:cubicBezTo>
                    <a:cubicBezTo>
                      <a:pt x="2329" y="39"/>
                      <a:pt x="1678" y="234"/>
                      <a:pt x="1116" y="698"/>
                    </a:cubicBezTo>
                    <a:cubicBezTo>
                      <a:pt x="555" y="1162"/>
                      <a:pt x="241" y="1764"/>
                      <a:pt x="123" y="2211"/>
                    </a:cubicBezTo>
                    <a:cubicBezTo>
                      <a:pt x="0" y="2663"/>
                      <a:pt x="41" y="2953"/>
                      <a:pt x="102" y="2961"/>
                    </a:cubicBezTo>
                    <a:cubicBezTo>
                      <a:pt x="103" y="2961"/>
                      <a:pt x="105" y="2961"/>
                      <a:pt x="107" y="2961"/>
                    </a:cubicBezTo>
                    <a:cubicBezTo>
                      <a:pt x="240" y="2961"/>
                      <a:pt x="448" y="1864"/>
                      <a:pt x="1421" y="1067"/>
                    </a:cubicBezTo>
                    <a:cubicBezTo>
                      <a:pt x="2402" y="251"/>
                      <a:pt x="3535" y="266"/>
                      <a:pt x="3529" y="128"/>
                    </a:cubicBezTo>
                    <a:cubicBezTo>
                      <a:pt x="3533" y="78"/>
                      <a:pt x="3329" y="1"/>
                      <a:pt x="297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727;p30">
                <a:extLst>
                  <a:ext uri="{FF2B5EF4-FFF2-40B4-BE49-F238E27FC236}">
                    <a16:creationId xmlns:a16="http://schemas.microsoft.com/office/drawing/2014/main" id="{8F05563B-AF83-78EA-6E94-397E99D6E9D9}"/>
                  </a:ext>
                </a:extLst>
              </p:cNvPr>
              <p:cNvSpPr/>
              <p:nvPr/>
            </p:nvSpPr>
            <p:spPr>
              <a:xfrm>
                <a:off x="3358000" y="1787200"/>
                <a:ext cx="2681282" cy="2036025"/>
              </a:xfrm>
              <a:custGeom>
                <a:avLst/>
                <a:gdLst/>
                <a:ahLst/>
                <a:cxnLst/>
                <a:rect l="l" t="t" r="r" b="b"/>
                <a:pathLst>
                  <a:path w="105854" h="81441" extrusionOk="0">
                    <a:moveTo>
                      <a:pt x="105853" y="1"/>
                    </a:moveTo>
                    <a:lnTo>
                      <a:pt x="79170" y="1810"/>
                    </a:lnTo>
                    <a:lnTo>
                      <a:pt x="72865" y="44339"/>
                    </a:lnTo>
                    <a:cubicBezTo>
                      <a:pt x="72440" y="47211"/>
                      <a:pt x="69975" y="49323"/>
                      <a:pt x="67092" y="49323"/>
                    </a:cubicBezTo>
                    <a:cubicBezTo>
                      <a:pt x="67029" y="49323"/>
                      <a:pt x="66966" y="49322"/>
                      <a:pt x="66902" y="49320"/>
                    </a:cubicBezTo>
                    <a:lnTo>
                      <a:pt x="0" y="50263"/>
                    </a:lnTo>
                    <a:lnTo>
                      <a:pt x="899" y="61654"/>
                    </a:lnTo>
                    <a:lnTo>
                      <a:pt x="13094" y="81440"/>
                    </a:lnTo>
                    <a:lnTo>
                      <a:pt x="77864" y="78143"/>
                    </a:lnTo>
                    <a:cubicBezTo>
                      <a:pt x="89660" y="77541"/>
                      <a:pt x="99261" y="68441"/>
                      <a:pt x="100496" y="56694"/>
                    </a:cubicBezTo>
                    <a:lnTo>
                      <a:pt x="105853"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728;p30">
                <a:extLst>
                  <a:ext uri="{FF2B5EF4-FFF2-40B4-BE49-F238E27FC236}">
                    <a16:creationId xmlns:a16="http://schemas.microsoft.com/office/drawing/2014/main" id="{80A143DC-19A2-DADB-FAF4-09F19DAF1208}"/>
                  </a:ext>
                </a:extLst>
              </p:cNvPr>
              <p:cNvSpPr/>
              <p:nvPr/>
            </p:nvSpPr>
            <p:spPr>
              <a:xfrm>
                <a:off x="3394775" y="3206875"/>
                <a:ext cx="3753350" cy="767800"/>
              </a:xfrm>
              <a:custGeom>
                <a:avLst/>
                <a:gdLst/>
                <a:ahLst/>
                <a:cxnLst/>
                <a:rect l="l" t="t" r="r" b="b"/>
                <a:pathLst>
                  <a:path w="150134" h="30712" extrusionOk="0">
                    <a:moveTo>
                      <a:pt x="150134" y="1"/>
                    </a:moveTo>
                    <a:lnTo>
                      <a:pt x="1" y="289"/>
                    </a:lnTo>
                    <a:lnTo>
                      <a:pt x="755" y="30712"/>
                    </a:lnTo>
                    <a:lnTo>
                      <a:pt x="148408" y="27426"/>
                    </a:lnTo>
                    <a:lnTo>
                      <a:pt x="150134"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729;p30">
                <a:extLst>
                  <a:ext uri="{FF2B5EF4-FFF2-40B4-BE49-F238E27FC236}">
                    <a16:creationId xmlns:a16="http://schemas.microsoft.com/office/drawing/2014/main" id="{E43661EA-F373-7E82-2EFB-B7D5B10229EA}"/>
                  </a:ext>
                </a:extLst>
              </p:cNvPr>
              <p:cNvSpPr/>
              <p:nvPr/>
            </p:nvSpPr>
            <p:spPr>
              <a:xfrm>
                <a:off x="652975" y="3118800"/>
                <a:ext cx="1560100" cy="1006250"/>
              </a:xfrm>
              <a:custGeom>
                <a:avLst/>
                <a:gdLst/>
                <a:ahLst/>
                <a:cxnLst/>
                <a:rect l="l" t="t" r="r" b="b"/>
                <a:pathLst>
                  <a:path w="62404" h="40250" extrusionOk="0">
                    <a:moveTo>
                      <a:pt x="39111" y="1"/>
                    </a:moveTo>
                    <a:lnTo>
                      <a:pt x="34381" y="19272"/>
                    </a:lnTo>
                    <a:lnTo>
                      <a:pt x="6917" y="6818"/>
                    </a:lnTo>
                    <a:lnTo>
                      <a:pt x="0" y="21862"/>
                    </a:lnTo>
                    <a:cubicBezTo>
                      <a:pt x="0" y="21862"/>
                      <a:pt x="23599" y="40250"/>
                      <a:pt x="40041" y="40250"/>
                    </a:cubicBezTo>
                    <a:cubicBezTo>
                      <a:pt x="44648" y="40250"/>
                      <a:pt x="48694" y="38806"/>
                      <a:pt x="51501" y="35109"/>
                    </a:cubicBezTo>
                    <a:cubicBezTo>
                      <a:pt x="58577" y="25790"/>
                      <a:pt x="62403" y="5120"/>
                      <a:pt x="62403" y="5120"/>
                    </a:cubicBezTo>
                    <a:lnTo>
                      <a:pt x="39111" y="1"/>
                    </a:ln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730;p30">
                <a:extLst>
                  <a:ext uri="{FF2B5EF4-FFF2-40B4-BE49-F238E27FC236}">
                    <a16:creationId xmlns:a16="http://schemas.microsoft.com/office/drawing/2014/main" id="{13FDF6D5-AC98-2307-21B7-9527C2C222DE}"/>
                  </a:ext>
                </a:extLst>
              </p:cNvPr>
              <p:cNvSpPr/>
              <p:nvPr/>
            </p:nvSpPr>
            <p:spPr>
              <a:xfrm>
                <a:off x="389250" y="3171050"/>
                <a:ext cx="466700" cy="494850"/>
              </a:xfrm>
              <a:custGeom>
                <a:avLst/>
                <a:gdLst/>
                <a:ahLst/>
                <a:cxnLst/>
                <a:rect l="l" t="t" r="r" b="b"/>
                <a:pathLst>
                  <a:path w="18668" h="19794" extrusionOk="0">
                    <a:moveTo>
                      <a:pt x="2062" y="0"/>
                    </a:moveTo>
                    <a:cubicBezTo>
                      <a:pt x="1895" y="0"/>
                      <a:pt x="1763" y="33"/>
                      <a:pt x="1672" y="104"/>
                    </a:cubicBezTo>
                    <a:cubicBezTo>
                      <a:pt x="454" y="1060"/>
                      <a:pt x="860" y="2333"/>
                      <a:pt x="1956" y="3790"/>
                    </a:cubicBezTo>
                    <a:cubicBezTo>
                      <a:pt x="1956" y="3790"/>
                      <a:pt x="458" y="4689"/>
                      <a:pt x="1132" y="6069"/>
                    </a:cubicBezTo>
                    <a:cubicBezTo>
                      <a:pt x="1132" y="6069"/>
                      <a:pt x="0" y="7796"/>
                      <a:pt x="496" y="8990"/>
                    </a:cubicBezTo>
                    <a:cubicBezTo>
                      <a:pt x="915" y="9995"/>
                      <a:pt x="3568" y="15309"/>
                      <a:pt x="10809" y="19793"/>
                    </a:cubicBezTo>
                    <a:lnTo>
                      <a:pt x="16221" y="8706"/>
                    </a:lnTo>
                    <a:cubicBezTo>
                      <a:pt x="16221" y="8706"/>
                      <a:pt x="18668" y="5504"/>
                      <a:pt x="17488" y="2980"/>
                    </a:cubicBezTo>
                    <a:cubicBezTo>
                      <a:pt x="16924" y="1774"/>
                      <a:pt x="15485" y="1145"/>
                      <a:pt x="15485" y="1145"/>
                    </a:cubicBezTo>
                    <a:lnTo>
                      <a:pt x="15198" y="1339"/>
                    </a:lnTo>
                    <a:cubicBezTo>
                      <a:pt x="13802" y="2277"/>
                      <a:pt x="12182" y="2772"/>
                      <a:pt x="10565" y="2772"/>
                    </a:cubicBezTo>
                    <a:cubicBezTo>
                      <a:pt x="9533" y="2772"/>
                      <a:pt x="8503" y="2571"/>
                      <a:pt x="7533" y="2153"/>
                    </a:cubicBezTo>
                    <a:lnTo>
                      <a:pt x="7463" y="2123"/>
                    </a:lnTo>
                    <a:cubicBezTo>
                      <a:pt x="5460" y="1244"/>
                      <a:pt x="3097" y="0"/>
                      <a:pt x="2062" y="0"/>
                    </a:cubicBez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731;p30">
                <a:extLst>
                  <a:ext uri="{FF2B5EF4-FFF2-40B4-BE49-F238E27FC236}">
                    <a16:creationId xmlns:a16="http://schemas.microsoft.com/office/drawing/2014/main" id="{0ACB7944-EC51-4B91-66AF-BFE1495C9E3E}"/>
                  </a:ext>
                </a:extLst>
              </p:cNvPr>
              <p:cNvSpPr/>
              <p:nvPr/>
            </p:nvSpPr>
            <p:spPr>
              <a:xfrm>
                <a:off x="433025" y="3263325"/>
                <a:ext cx="181175" cy="98575"/>
              </a:xfrm>
              <a:custGeom>
                <a:avLst/>
                <a:gdLst/>
                <a:ahLst/>
                <a:cxnLst/>
                <a:rect l="l" t="t" r="r" b="b"/>
                <a:pathLst>
                  <a:path w="7247" h="3943" extrusionOk="0">
                    <a:moveTo>
                      <a:pt x="1" y="1"/>
                    </a:moveTo>
                    <a:lnTo>
                      <a:pt x="1" y="1"/>
                    </a:lnTo>
                    <a:cubicBezTo>
                      <a:pt x="1949" y="2008"/>
                      <a:pt x="4506" y="3398"/>
                      <a:pt x="7246" y="3942"/>
                    </a:cubicBezTo>
                    <a:lnTo>
                      <a:pt x="1" y="1"/>
                    </a:ln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732;p30">
                <a:extLst>
                  <a:ext uri="{FF2B5EF4-FFF2-40B4-BE49-F238E27FC236}">
                    <a16:creationId xmlns:a16="http://schemas.microsoft.com/office/drawing/2014/main" id="{EB318CF5-2298-1819-2CC6-73A1C66FCDDC}"/>
                  </a:ext>
                </a:extLst>
              </p:cNvPr>
              <p:cNvSpPr/>
              <p:nvPr/>
            </p:nvSpPr>
            <p:spPr>
              <a:xfrm>
                <a:off x="414675" y="3327400"/>
                <a:ext cx="164725" cy="109500"/>
              </a:xfrm>
              <a:custGeom>
                <a:avLst/>
                <a:gdLst/>
                <a:ahLst/>
                <a:cxnLst/>
                <a:rect l="l" t="t" r="r" b="b"/>
                <a:pathLst>
                  <a:path w="6589" h="4380" extrusionOk="0">
                    <a:moveTo>
                      <a:pt x="0" y="1"/>
                    </a:moveTo>
                    <a:cubicBezTo>
                      <a:pt x="1102" y="2575"/>
                      <a:pt x="3815" y="4154"/>
                      <a:pt x="6588" y="4379"/>
                    </a:cubicBezTo>
                    <a:lnTo>
                      <a:pt x="0" y="1"/>
                    </a:ln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733;p30">
                <a:extLst>
                  <a:ext uri="{FF2B5EF4-FFF2-40B4-BE49-F238E27FC236}">
                    <a16:creationId xmlns:a16="http://schemas.microsoft.com/office/drawing/2014/main" id="{A4A44CF1-8C6B-1139-EA81-25E7E6199C38}"/>
                  </a:ext>
                </a:extLst>
              </p:cNvPr>
              <p:cNvSpPr/>
              <p:nvPr/>
            </p:nvSpPr>
            <p:spPr>
              <a:xfrm>
                <a:off x="1276000" y="2604750"/>
                <a:ext cx="2137650" cy="1369900"/>
              </a:xfrm>
              <a:custGeom>
                <a:avLst/>
                <a:gdLst/>
                <a:ahLst/>
                <a:cxnLst/>
                <a:rect l="l" t="t" r="r" b="b"/>
                <a:pathLst>
                  <a:path w="85506" h="54796" extrusionOk="0">
                    <a:moveTo>
                      <a:pt x="43933" y="1"/>
                    </a:moveTo>
                    <a:cubicBezTo>
                      <a:pt x="39512" y="1"/>
                      <a:pt x="33374" y="1162"/>
                      <a:pt x="24174" y="3593"/>
                    </a:cubicBezTo>
                    <a:cubicBezTo>
                      <a:pt x="1" y="9978"/>
                      <a:pt x="12597" y="42422"/>
                      <a:pt x="12597" y="43113"/>
                    </a:cubicBezTo>
                    <a:lnTo>
                      <a:pt x="16632" y="54795"/>
                    </a:lnTo>
                    <a:lnTo>
                      <a:pt x="85506" y="54795"/>
                    </a:lnTo>
                    <a:lnTo>
                      <a:pt x="84765" y="17300"/>
                    </a:lnTo>
                    <a:lnTo>
                      <a:pt x="64338" y="20504"/>
                    </a:lnTo>
                    <a:cubicBezTo>
                      <a:pt x="64338" y="20504"/>
                      <a:pt x="62025" y="15119"/>
                      <a:pt x="57673" y="8769"/>
                    </a:cubicBezTo>
                    <a:cubicBezTo>
                      <a:pt x="53774" y="3077"/>
                      <a:pt x="51127" y="1"/>
                      <a:pt x="43933"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734;p30">
                <a:extLst>
                  <a:ext uri="{FF2B5EF4-FFF2-40B4-BE49-F238E27FC236}">
                    <a16:creationId xmlns:a16="http://schemas.microsoft.com/office/drawing/2014/main" id="{26E6E814-3BCC-4C6D-FA32-3860AF1400D4}"/>
                  </a:ext>
                </a:extLst>
              </p:cNvPr>
              <p:cNvSpPr/>
              <p:nvPr/>
            </p:nvSpPr>
            <p:spPr>
              <a:xfrm>
                <a:off x="1681900" y="2172200"/>
                <a:ext cx="542550" cy="769125"/>
              </a:xfrm>
              <a:custGeom>
                <a:avLst/>
                <a:gdLst/>
                <a:ahLst/>
                <a:cxnLst/>
                <a:rect l="l" t="t" r="r" b="b"/>
                <a:pathLst>
                  <a:path w="21702" h="30765" extrusionOk="0">
                    <a:moveTo>
                      <a:pt x="13592" y="1"/>
                    </a:moveTo>
                    <a:lnTo>
                      <a:pt x="1" y="17412"/>
                    </a:lnTo>
                    <a:lnTo>
                      <a:pt x="2633" y="24692"/>
                    </a:lnTo>
                    <a:cubicBezTo>
                      <a:pt x="3981" y="28416"/>
                      <a:pt x="7500" y="30764"/>
                      <a:pt x="11283" y="30764"/>
                    </a:cubicBezTo>
                    <a:cubicBezTo>
                      <a:pt x="12125" y="30764"/>
                      <a:pt x="12979" y="30648"/>
                      <a:pt x="13826" y="30405"/>
                    </a:cubicBezTo>
                    <a:cubicBezTo>
                      <a:pt x="18892" y="28951"/>
                      <a:pt x="21701" y="23548"/>
                      <a:pt x="19986" y="18567"/>
                    </a:cubicBezTo>
                    <a:lnTo>
                      <a:pt x="13592"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735;p30">
                <a:extLst>
                  <a:ext uri="{FF2B5EF4-FFF2-40B4-BE49-F238E27FC236}">
                    <a16:creationId xmlns:a16="http://schemas.microsoft.com/office/drawing/2014/main" id="{97AEA1EC-A226-8FD2-6DAB-CA2F2A8EEA0A}"/>
                  </a:ext>
                </a:extLst>
              </p:cNvPr>
              <p:cNvSpPr/>
              <p:nvPr/>
            </p:nvSpPr>
            <p:spPr>
              <a:xfrm>
                <a:off x="1688825" y="2282525"/>
                <a:ext cx="464050" cy="506550"/>
              </a:xfrm>
              <a:custGeom>
                <a:avLst/>
                <a:gdLst/>
                <a:ahLst/>
                <a:cxnLst/>
                <a:rect l="l" t="t" r="r" b="b"/>
                <a:pathLst>
                  <a:path w="18562" h="20262" extrusionOk="0">
                    <a:moveTo>
                      <a:pt x="12884" y="1"/>
                    </a:moveTo>
                    <a:lnTo>
                      <a:pt x="0" y="13852"/>
                    </a:lnTo>
                    <a:lnTo>
                      <a:pt x="2069" y="20261"/>
                    </a:lnTo>
                    <a:cubicBezTo>
                      <a:pt x="2069" y="20261"/>
                      <a:pt x="18562" y="19593"/>
                      <a:pt x="12884" y="1"/>
                    </a:cubicBez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736;p30">
                <a:extLst>
                  <a:ext uri="{FF2B5EF4-FFF2-40B4-BE49-F238E27FC236}">
                    <a16:creationId xmlns:a16="http://schemas.microsoft.com/office/drawing/2014/main" id="{9357D164-2729-5F1F-EB6B-902BB3034ACC}"/>
                  </a:ext>
                </a:extLst>
              </p:cNvPr>
              <p:cNvSpPr/>
              <p:nvPr/>
            </p:nvSpPr>
            <p:spPr>
              <a:xfrm>
                <a:off x="1957650" y="1992100"/>
                <a:ext cx="160125" cy="207375"/>
              </a:xfrm>
              <a:custGeom>
                <a:avLst/>
                <a:gdLst/>
                <a:ahLst/>
                <a:cxnLst/>
                <a:rect l="l" t="t" r="r" b="b"/>
                <a:pathLst>
                  <a:path w="6405" h="8295" extrusionOk="0">
                    <a:moveTo>
                      <a:pt x="3091" y="1"/>
                    </a:moveTo>
                    <a:cubicBezTo>
                      <a:pt x="2626" y="1"/>
                      <a:pt x="2157" y="129"/>
                      <a:pt x="1736" y="331"/>
                    </a:cubicBezTo>
                    <a:cubicBezTo>
                      <a:pt x="1096" y="640"/>
                      <a:pt x="544" y="1107"/>
                      <a:pt x="0" y="1568"/>
                    </a:cubicBezTo>
                    <a:lnTo>
                      <a:pt x="1499" y="8238"/>
                    </a:lnTo>
                    <a:cubicBezTo>
                      <a:pt x="1707" y="8276"/>
                      <a:pt x="1916" y="8295"/>
                      <a:pt x="2124" y="8295"/>
                    </a:cubicBezTo>
                    <a:cubicBezTo>
                      <a:pt x="3549" y="8295"/>
                      <a:pt x="4948" y="7439"/>
                      <a:pt x="5627" y="6160"/>
                    </a:cubicBezTo>
                    <a:cubicBezTo>
                      <a:pt x="6405" y="4693"/>
                      <a:pt x="6243" y="2781"/>
                      <a:pt x="5318" y="1383"/>
                    </a:cubicBezTo>
                    <a:cubicBezTo>
                      <a:pt x="4947" y="822"/>
                      <a:pt x="4440" y="324"/>
                      <a:pt x="3810" y="114"/>
                    </a:cubicBezTo>
                    <a:cubicBezTo>
                      <a:pt x="3576" y="36"/>
                      <a:pt x="3334" y="1"/>
                      <a:pt x="3091"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737;p30">
                <a:extLst>
                  <a:ext uri="{FF2B5EF4-FFF2-40B4-BE49-F238E27FC236}">
                    <a16:creationId xmlns:a16="http://schemas.microsoft.com/office/drawing/2014/main" id="{83D27735-037C-E404-09B8-2829795971A1}"/>
                  </a:ext>
                </a:extLst>
              </p:cNvPr>
              <p:cNvSpPr/>
              <p:nvPr/>
            </p:nvSpPr>
            <p:spPr>
              <a:xfrm>
                <a:off x="2003700" y="2018825"/>
                <a:ext cx="88850" cy="130175"/>
              </a:xfrm>
              <a:custGeom>
                <a:avLst/>
                <a:gdLst/>
                <a:ahLst/>
                <a:cxnLst/>
                <a:rect l="l" t="t" r="r" b="b"/>
                <a:pathLst>
                  <a:path w="3554" h="5207" extrusionOk="0">
                    <a:moveTo>
                      <a:pt x="1062" y="0"/>
                    </a:moveTo>
                    <a:cubicBezTo>
                      <a:pt x="1020" y="0"/>
                      <a:pt x="980" y="21"/>
                      <a:pt x="954" y="71"/>
                    </a:cubicBezTo>
                    <a:cubicBezTo>
                      <a:pt x="567" y="825"/>
                      <a:pt x="302" y="1583"/>
                      <a:pt x="85" y="2393"/>
                    </a:cubicBezTo>
                    <a:lnTo>
                      <a:pt x="85" y="2393"/>
                    </a:lnTo>
                    <a:cubicBezTo>
                      <a:pt x="61" y="2463"/>
                      <a:pt x="41" y="2537"/>
                      <a:pt x="26" y="2614"/>
                    </a:cubicBezTo>
                    <a:lnTo>
                      <a:pt x="27" y="2615"/>
                    </a:lnTo>
                    <a:lnTo>
                      <a:pt x="27" y="2615"/>
                    </a:lnTo>
                    <a:cubicBezTo>
                      <a:pt x="1" y="2723"/>
                      <a:pt x="100" y="2812"/>
                      <a:pt x="193" y="2812"/>
                    </a:cubicBezTo>
                    <a:cubicBezTo>
                      <a:pt x="240" y="2812"/>
                      <a:pt x="285" y="2789"/>
                      <a:pt x="310" y="2734"/>
                    </a:cubicBezTo>
                    <a:cubicBezTo>
                      <a:pt x="545" y="2232"/>
                      <a:pt x="902" y="2027"/>
                      <a:pt x="1256" y="2027"/>
                    </a:cubicBezTo>
                    <a:cubicBezTo>
                      <a:pt x="1932" y="2027"/>
                      <a:pt x="2594" y="2779"/>
                      <a:pt x="2350" y="3641"/>
                    </a:cubicBezTo>
                    <a:cubicBezTo>
                      <a:pt x="2189" y="4210"/>
                      <a:pt x="1684" y="4519"/>
                      <a:pt x="1256" y="4875"/>
                    </a:cubicBezTo>
                    <a:cubicBezTo>
                      <a:pt x="1134" y="4977"/>
                      <a:pt x="1226" y="5207"/>
                      <a:pt x="1382" y="5207"/>
                    </a:cubicBezTo>
                    <a:cubicBezTo>
                      <a:pt x="1386" y="5207"/>
                      <a:pt x="1390" y="5207"/>
                      <a:pt x="1394" y="5206"/>
                    </a:cubicBezTo>
                    <a:cubicBezTo>
                      <a:pt x="2829" y="5093"/>
                      <a:pt x="3553" y="3236"/>
                      <a:pt x="2692" y="2111"/>
                    </a:cubicBezTo>
                    <a:cubicBezTo>
                      <a:pt x="2364" y="1683"/>
                      <a:pt x="1879" y="1473"/>
                      <a:pt x="1410" y="1473"/>
                    </a:cubicBezTo>
                    <a:cubicBezTo>
                      <a:pt x="1113" y="1473"/>
                      <a:pt x="823" y="1557"/>
                      <a:pt x="583" y="1725"/>
                    </a:cubicBezTo>
                    <a:lnTo>
                      <a:pt x="583" y="1725"/>
                    </a:lnTo>
                    <a:cubicBezTo>
                      <a:pt x="750" y="1207"/>
                      <a:pt x="960" y="703"/>
                      <a:pt x="1196" y="213"/>
                    </a:cubicBezTo>
                    <a:cubicBezTo>
                      <a:pt x="1249" y="102"/>
                      <a:pt x="1154" y="0"/>
                      <a:pt x="1062"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738;p30">
                <a:extLst>
                  <a:ext uri="{FF2B5EF4-FFF2-40B4-BE49-F238E27FC236}">
                    <a16:creationId xmlns:a16="http://schemas.microsoft.com/office/drawing/2014/main" id="{D43B5EB2-3F00-3894-2A96-E7456ED24651}"/>
                  </a:ext>
                </a:extLst>
              </p:cNvPr>
              <p:cNvSpPr/>
              <p:nvPr/>
            </p:nvSpPr>
            <p:spPr>
              <a:xfrm>
                <a:off x="1336950" y="1722950"/>
                <a:ext cx="697825" cy="920650"/>
              </a:xfrm>
              <a:custGeom>
                <a:avLst/>
                <a:gdLst/>
                <a:ahLst/>
                <a:cxnLst/>
                <a:rect l="l" t="t" r="r" b="b"/>
                <a:pathLst>
                  <a:path w="27913" h="36826" extrusionOk="0">
                    <a:moveTo>
                      <a:pt x="15841" y="0"/>
                    </a:moveTo>
                    <a:cubicBezTo>
                      <a:pt x="14653" y="0"/>
                      <a:pt x="13319" y="182"/>
                      <a:pt x="11816" y="565"/>
                    </a:cubicBezTo>
                    <a:cubicBezTo>
                      <a:pt x="11816" y="565"/>
                      <a:pt x="0" y="2481"/>
                      <a:pt x="2264" y="18748"/>
                    </a:cubicBezTo>
                    <a:cubicBezTo>
                      <a:pt x="4190" y="32581"/>
                      <a:pt x="8679" y="36826"/>
                      <a:pt x="13699" y="36826"/>
                    </a:cubicBezTo>
                    <a:cubicBezTo>
                      <a:pt x="14822" y="36826"/>
                      <a:pt x="15971" y="36613"/>
                      <a:pt x="17125" y="36248"/>
                    </a:cubicBezTo>
                    <a:cubicBezTo>
                      <a:pt x="24606" y="33880"/>
                      <a:pt x="27913" y="28810"/>
                      <a:pt x="26758" y="20191"/>
                    </a:cubicBezTo>
                    <a:cubicBezTo>
                      <a:pt x="25247" y="8907"/>
                      <a:pt x="24147" y="0"/>
                      <a:pt x="15841"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739;p30">
                <a:extLst>
                  <a:ext uri="{FF2B5EF4-FFF2-40B4-BE49-F238E27FC236}">
                    <a16:creationId xmlns:a16="http://schemas.microsoft.com/office/drawing/2014/main" id="{F7CB4F72-9620-92E4-0748-5D9D14625FC6}"/>
                  </a:ext>
                </a:extLst>
              </p:cNvPr>
              <p:cNvSpPr/>
              <p:nvPr/>
            </p:nvSpPr>
            <p:spPr>
              <a:xfrm>
                <a:off x="1578025" y="2031625"/>
                <a:ext cx="138925" cy="288725"/>
              </a:xfrm>
              <a:custGeom>
                <a:avLst/>
                <a:gdLst/>
                <a:ahLst/>
                <a:cxnLst/>
                <a:rect l="l" t="t" r="r" b="b"/>
                <a:pathLst>
                  <a:path w="5557" h="11549" extrusionOk="0">
                    <a:moveTo>
                      <a:pt x="162" y="0"/>
                    </a:moveTo>
                    <a:cubicBezTo>
                      <a:pt x="81" y="0"/>
                      <a:pt x="1" y="67"/>
                      <a:pt x="24" y="172"/>
                    </a:cubicBezTo>
                    <a:lnTo>
                      <a:pt x="24" y="174"/>
                    </a:lnTo>
                    <a:cubicBezTo>
                      <a:pt x="702" y="3407"/>
                      <a:pt x="1589" y="6756"/>
                      <a:pt x="2741" y="9854"/>
                    </a:cubicBezTo>
                    <a:cubicBezTo>
                      <a:pt x="3069" y="10737"/>
                      <a:pt x="3635" y="11549"/>
                      <a:pt x="4434" y="11549"/>
                    </a:cubicBezTo>
                    <a:cubicBezTo>
                      <a:pt x="4697" y="11549"/>
                      <a:pt x="4986" y="11460"/>
                      <a:pt x="5300" y="11258"/>
                    </a:cubicBezTo>
                    <a:cubicBezTo>
                      <a:pt x="5556" y="11092"/>
                      <a:pt x="5403" y="10730"/>
                      <a:pt x="5157" y="10730"/>
                    </a:cubicBezTo>
                    <a:cubicBezTo>
                      <a:pt x="5112" y="10730"/>
                      <a:pt x="5063" y="10742"/>
                      <a:pt x="5014" y="10770"/>
                    </a:cubicBezTo>
                    <a:cubicBezTo>
                      <a:pt x="4891" y="10839"/>
                      <a:pt x="4770" y="10872"/>
                      <a:pt x="4651" y="10872"/>
                    </a:cubicBezTo>
                    <a:cubicBezTo>
                      <a:pt x="3170" y="10872"/>
                      <a:pt x="2048" y="5834"/>
                      <a:pt x="1848" y="5161"/>
                    </a:cubicBezTo>
                    <a:cubicBezTo>
                      <a:pt x="1341" y="3470"/>
                      <a:pt x="861" y="1771"/>
                      <a:pt x="294" y="98"/>
                    </a:cubicBezTo>
                    <a:cubicBezTo>
                      <a:pt x="270" y="30"/>
                      <a:pt x="216" y="0"/>
                      <a:pt x="162"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740;p30">
                <a:extLst>
                  <a:ext uri="{FF2B5EF4-FFF2-40B4-BE49-F238E27FC236}">
                    <a16:creationId xmlns:a16="http://schemas.microsoft.com/office/drawing/2014/main" id="{2E8EB630-F181-6B62-456E-336442E50986}"/>
                  </a:ext>
                </a:extLst>
              </p:cNvPr>
              <p:cNvSpPr/>
              <p:nvPr/>
            </p:nvSpPr>
            <p:spPr>
              <a:xfrm>
                <a:off x="1662900" y="2126925"/>
                <a:ext cx="59525" cy="53975"/>
              </a:xfrm>
              <a:custGeom>
                <a:avLst/>
                <a:gdLst/>
                <a:ahLst/>
                <a:cxnLst/>
                <a:rect l="l" t="t" r="r" b="b"/>
                <a:pathLst>
                  <a:path w="2381" h="2159" extrusionOk="0">
                    <a:moveTo>
                      <a:pt x="1179" y="0"/>
                    </a:moveTo>
                    <a:cubicBezTo>
                      <a:pt x="1073" y="0"/>
                      <a:pt x="965" y="17"/>
                      <a:pt x="859" y="51"/>
                    </a:cubicBezTo>
                    <a:cubicBezTo>
                      <a:pt x="303" y="231"/>
                      <a:pt x="0" y="837"/>
                      <a:pt x="185" y="1404"/>
                    </a:cubicBezTo>
                    <a:cubicBezTo>
                      <a:pt x="333" y="1864"/>
                      <a:pt x="753" y="2158"/>
                      <a:pt x="1203" y="2158"/>
                    </a:cubicBezTo>
                    <a:cubicBezTo>
                      <a:pt x="1309" y="2158"/>
                      <a:pt x="1416" y="2142"/>
                      <a:pt x="1522" y="2108"/>
                    </a:cubicBezTo>
                    <a:cubicBezTo>
                      <a:pt x="2078" y="1928"/>
                      <a:pt x="2381" y="1322"/>
                      <a:pt x="2198" y="754"/>
                    </a:cubicBezTo>
                    <a:cubicBezTo>
                      <a:pt x="2050" y="294"/>
                      <a:pt x="1629" y="0"/>
                      <a:pt x="1179"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741;p30">
                <a:extLst>
                  <a:ext uri="{FF2B5EF4-FFF2-40B4-BE49-F238E27FC236}">
                    <a16:creationId xmlns:a16="http://schemas.microsoft.com/office/drawing/2014/main" id="{C45DF915-520F-454D-9E67-0CFA0E9F62CE}"/>
                  </a:ext>
                </a:extLst>
              </p:cNvPr>
              <p:cNvSpPr/>
              <p:nvPr/>
            </p:nvSpPr>
            <p:spPr>
              <a:xfrm>
                <a:off x="1479125" y="2186250"/>
                <a:ext cx="59525" cy="53975"/>
              </a:xfrm>
              <a:custGeom>
                <a:avLst/>
                <a:gdLst/>
                <a:ahLst/>
                <a:cxnLst/>
                <a:rect l="l" t="t" r="r" b="b"/>
                <a:pathLst>
                  <a:path w="2381" h="2159" extrusionOk="0">
                    <a:moveTo>
                      <a:pt x="1177" y="1"/>
                    </a:moveTo>
                    <a:cubicBezTo>
                      <a:pt x="1071" y="1"/>
                      <a:pt x="964" y="17"/>
                      <a:pt x="859" y="51"/>
                    </a:cubicBezTo>
                    <a:cubicBezTo>
                      <a:pt x="303" y="231"/>
                      <a:pt x="0" y="837"/>
                      <a:pt x="185" y="1405"/>
                    </a:cubicBezTo>
                    <a:cubicBezTo>
                      <a:pt x="333" y="1865"/>
                      <a:pt x="754" y="2158"/>
                      <a:pt x="1204" y="2158"/>
                    </a:cubicBezTo>
                    <a:cubicBezTo>
                      <a:pt x="1310" y="2158"/>
                      <a:pt x="1418" y="2142"/>
                      <a:pt x="1524" y="2108"/>
                    </a:cubicBezTo>
                    <a:cubicBezTo>
                      <a:pt x="2080" y="1928"/>
                      <a:pt x="2381" y="1322"/>
                      <a:pt x="2198" y="755"/>
                    </a:cubicBezTo>
                    <a:cubicBezTo>
                      <a:pt x="2050" y="295"/>
                      <a:pt x="1628" y="1"/>
                      <a:pt x="117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742;p30">
                <a:extLst>
                  <a:ext uri="{FF2B5EF4-FFF2-40B4-BE49-F238E27FC236}">
                    <a16:creationId xmlns:a16="http://schemas.microsoft.com/office/drawing/2014/main" id="{5F983529-1513-5430-D6DB-1EB452EC79A6}"/>
                  </a:ext>
                </a:extLst>
              </p:cNvPr>
              <p:cNvSpPr/>
              <p:nvPr/>
            </p:nvSpPr>
            <p:spPr>
              <a:xfrm>
                <a:off x="1450700" y="2076625"/>
                <a:ext cx="106500" cy="54850"/>
              </a:xfrm>
              <a:custGeom>
                <a:avLst/>
                <a:gdLst/>
                <a:ahLst/>
                <a:cxnLst/>
                <a:rect l="l" t="t" r="r" b="b"/>
                <a:pathLst>
                  <a:path w="4260" h="2194" extrusionOk="0">
                    <a:moveTo>
                      <a:pt x="3170" y="1"/>
                    </a:moveTo>
                    <a:cubicBezTo>
                      <a:pt x="1891" y="1"/>
                      <a:pt x="301" y="775"/>
                      <a:pt x="33" y="1956"/>
                    </a:cubicBezTo>
                    <a:cubicBezTo>
                      <a:pt x="0" y="2099"/>
                      <a:pt x="103" y="2193"/>
                      <a:pt x="219" y="2193"/>
                    </a:cubicBezTo>
                    <a:cubicBezTo>
                      <a:pt x="265" y="2193"/>
                      <a:pt x="314" y="2178"/>
                      <a:pt x="356" y="2145"/>
                    </a:cubicBezTo>
                    <a:lnTo>
                      <a:pt x="356" y="2143"/>
                    </a:lnTo>
                    <a:cubicBezTo>
                      <a:pt x="883" y="1728"/>
                      <a:pt x="1239" y="1218"/>
                      <a:pt x="1873" y="925"/>
                    </a:cubicBezTo>
                    <a:cubicBezTo>
                      <a:pt x="2362" y="700"/>
                      <a:pt x="2831" y="657"/>
                      <a:pt x="3324" y="657"/>
                    </a:cubicBezTo>
                    <a:cubicBezTo>
                      <a:pt x="3514" y="657"/>
                      <a:pt x="3708" y="663"/>
                      <a:pt x="3908" y="668"/>
                    </a:cubicBezTo>
                    <a:cubicBezTo>
                      <a:pt x="3911" y="668"/>
                      <a:pt x="3914" y="668"/>
                      <a:pt x="3917" y="668"/>
                    </a:cubicBezTo>
                    <a:cubicBezTo>
                      <a:pt x="4233" y="668"/>
                      <a:pt x="4260" y="226"/>
                      <a:pt x="3980" y="127"/>
                    </a:cubicBezTo>
                    <a:cubicBezTo>
                      <a:pt x="3739" y="41"/>
                      <a:pt x="3463" y="1"/>
                      <a:pt x="317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743;p30">
                <a:extLst>
                  <a:ext uri="{FF2B5EF4-FFF2-40B4-BE49-F238E27FC236}">
                    <a16:creationId xmlns:a16="http://schemas.microsoft.com/office/drawing/2014/main" id="{F179E98C-3695-7DE2-A642-77478EBEEAD7}"/>
                  </a:ext>
                </a:extLst>
              </p:cNvPr>
              <p:cNvSpPr/>
              <p:nvPr/>
            </p:nvSpPr>
            <p:spPr>
              <a:xfrm>
                <a:off x="1663675" y="1999025"/>
                <a:ext cx="106525" cy="54850"/>
              </a:xfrm>
              <a:custGeom>
                <a:avLst/>
                <a:gdLst/>
                <a:ahLst/>
                <a:cxnLst/>
                <a:rect l="l" t="t" r="r" b="b"/>
                <a:pathLst>
                  <a:path w="4261" h="2194" extrusionOk="0">
                    <a:moveTo>
                      <a:pt x="3171" y="1"/>
                    </a:moveTo>
                    <a:cubicBezTo>
                      <a:pt x="1891" y="1"/>
                      <a:pt x="301" y="774"/>
                      <a:pt x="33" y="1956"/>
                    </a:cubicBezTo>
                    <a:cubicBezTo>
                      <a:pt x="0" y="2099"/>
                      <a:pt x="104" y="2193"/>
                      <a:pt x="220" y="2193"/>
                    </a:cubicBezTo>
                    <a:cubicBezTo>
                      <a:pt x="267" y="2193"/>
                      <a:pt x="315" y="2178"/>
                      <a:pt x="358" y="2144"/>
                    </a:cubicBezTo>
                    <a:lnTo>
                      <a:pt x="356" y="2143"/>
                    </a:lnTo>
                    <a:cubicBezTo>
                      <a:pt x="885" y="1727"/>
                      <a:pt x="1239" y="1217"/>
                      <a:pt x="1874" y="925"/>
                    </a:cubicBezTo>
                    <a:cubicBezTo>
                      <a:pt x="2363" y="700"/>
                      <a:pt x="2831" y="656"/>
                      <a:pt x="3325" y="656"/>
                    </a:cubicBezTo>
                    <a:cubicBezTo>
                      <a:pt x="3514" y="656"/>
                      <a:pt x="3708" y="663"/>
                      <a:pt x="3908" y="668"/>
                    </a:cubicBezTo>
                    <a:cubicBezTo>
                      <a:pt x="3911" y="668"/>
                      <a:pt x="3914" y="668"/>
                      <a:pt x="3917" y="668"/>
                    </a:cubicBezTo>
                    <a:cubicBezTo>
                      <a:pt x="4233" y="668"/>
                      <a:pt x="4260" y="226"/>
                      <a:pt x="3982" y="127"/>
                    </a:cubicBezTo>
                    <a:cubicBezTo>
                      <a:pt x="3741" y="41"/>
                      <a:pt x="3464" y="1"/>
                      <a:pt x="3171"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744;p30">
                <a:extLst>
                  <a:ext uri="{FF2B5EF4-FFF2-40B4-BE49-F238E27FC236}">
                    <a16:creationId xmlns:a16="http://schemas.microsoft.com/office/drawing/2014/main" id="{C5D0742B-18D9-7860-F601-A2A1863E624A}"/>
                  </a:ext>
                </a:extLst>
              </p:cNvPr>
              <p:cNvSpPr/>
              <p:nvPr/>
            </p:nvSpPr>
            <p:spPr>
              <a:xfrm>
                <a:off x="1675425" y="2317650"/>
                <a:ext cx="94950" cy="66375"/>
              </a:xfrm>
              <a:custGeom>
                <a:avLst/>
                <a:gdLst/>
                <a:ahLst/>
                <a:cxnLst/>
                <a:rect l="l" t="t" r="r" b="b"/>
                <a:pathLst>
                  <a:path w="3798" h="2655" extrusionOk="0">
                    <a:moveTo>
                      <a:pt x="3287" y="0"/>
                    </a:moveTo>
                    <a:cubicBezTo>
                      <a:pt x="3203" y="0"/>
                      <a:pt x="3124" y="47"/>
                      <a:pt x="3096" y="152"/>
                    </a:cubicBezTo>
                    <a:cubicBezTo>
                      <a:pt x="2928" y="799"/>
                      <a:pt x="2941" y="1395"/>
                      <a:pt x="2316" y="1819"/>
                    </a:cubicBezTo>
                    <a:cubicBezTo>
                      <a:pt x="2021" y="2020"/>
                      <a:pt x="1732" y="2092"/>
                      <a:pt x="1441" y="2092"/>
                    </a:cubicBezTo>
                    <a:cubicBezTo>
                      <a:pt x="1055" y="2092"/>
                      <a:pt x="666" y="1964"/>
                      <a:pt x="255" y="1844"/>
                    </a:cubicBezTo>
                    <a:cubicBezTo>
                      <a:pt x="237" y="1838"/>
                      <a:pt x="220" y="1836"/>
                      <a:pt x="204" y="1836"/>
                    </a:cubicBezTo>
                    <a:cubicBezTo>
                      <a:pt x="65" y="1836"/>
                      <a:pt x="1" y="2016"/>
                      <a:pt x="90" y="2125"/>
                    </a:cubicBezTo>
                    <a:lnTo>
                      <a:pt x="92" y="2125"/>
                    </a:lnTo>
                    <a:cubicBezTo>
                      <a:pt x="398" y="2495"/>
                      <a:pt x="872" y="2655"/>
                      <a:pt x="1355" y="2655"/>
                    </a:cubicBezTo>
                    <a:cubicBezTo>
                      <a:pt x="1782" y="2655"/>
                      <a:pt x="2215" y="2530"/>
                      <a:pt x="2548" y="2317"/>
                    </a:cubicBezTo>
                    <a:cubicBezTo>
                      <a:pt x="3176" y="1912"/>
                      <a:pt x="3797" y="916"/>
                      <a:pt x="3507" y="152"/>
                    </a:cubicBezTo>
                    <a:cubicBezTo>
                      <a:pt x="3471" y="56"/>
                      <a:pt x="3377" y="0"/>
                      <a:pt x="328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745;p30">
                <a:extLst>
                  <a:ext uri="{FF2B5EF4-FFF2-40B4-BE49-F238E27FC236}">
                    <a16:creationId xmlns:a16="http://schemas.microsoft.com/office/drawing/2014/main" id="{A8CB6B1B-35C5-9B73-FDD7-FCE5BADDFD51}"/>
                  </a:ext>
                </a:extLst>
              </p:cNvPr>
              <p:cNvSpPr/>
              <p:nvPr/>
            </p:nvSpPr>
            <p:spPr>
              <a:xfrm>
                <a:off x="1410200" y="1709125"/>
                <a:ext cx="565875" cy="374650"/>
              </a:xfrm>
              <a:custGeom>
                <a:avLst/>
                <a:gdLst/>
                <a:ahLst/>
                <a:cxnLst/>
                <a:rect l="l" t="t" r="r" b="b"/>
                <a:pathLst>
                  <a:path w="22635" h="14986" extrusionOk="0">
                    <a:moveTo>
                      <a:pt x="13835" y="0"/>
                    </a:moveTo>
                    <a:cubicBezTo>
                      <a:pt x="12938" y="0"/>
                      <a:pt x="12028" y="89"/>
                      <a:pt x="11147" y="193"/>
                    </a:cubicBezTo>
                    <a:cubicBezTo>
                      <a:pt x="8943" y="455"/>
                      <a:pt x="6709" y="787"/>
                      <a:pt x="4701" y="1729"/>
                    </a:cubicBezTo>
                    <a:cubicBezTo>
                      <a:pt x="2692" y="2672"/>
                      <a:pt x="909" y="4314"/>
                      <a:pt x="292" y="6445"/>
                    </a:cubicBezTo>
                    <a:cubicBezTo>
                      <a:pt x="55" y="7271"/>
                      <a:pt x="1" y="8171"/>
                      <a:pt x="300" y="8977"/>
                    </a:cubicBezTo>
                    <a:cubicBezTo>
                      <a:pt x="599" y="9781"/>
                      <a:pt x="1293" y="10464"/>
                      <a:pt x="2139" y="10606"/>
                    </a:cubicBezTo>
                    <a:cubicBezTo>
                      <a:pt x="2235" y="10622"/>
                      <a:pt x="2333" y="10630"/>
                      <a:pt x="2430" y="10630"/>
                    </a:cubicBezTo>
                    <a:cubicBezTo>
                      <a:pt x="3192" y="10630"/>
                      <a:pt x="3961" y="10153"/>
                      <a:pt x="4170" y="9423"/>
                    </a:cubicBezTo>
                    <a:cubicBezTo>
                      <a:pt x="4917" y="10024"/>
                      <a:pt x="5864" y="10311"/>
                      <a:pt x="6818" y="10311"/>
                    </a:cubicBezTo>
                    <a:cubicBezTo>
                      <a:pt x="8226" y="10311"/>
                      <a:pt x="9648" y="9686"/>
                      <a:pt x="10459" y="8526"/>
                    </a:cubicBezTo>
                    <a:cubicBezTo>
                      <a:pt x="10912" y="9330"/>
                      <a:pt x="11822" y="9846"/>
                      <a:pt x="12741" y="9846"/>
                    </a:cubicBezTo>
                    <a:cubicBezTo>
                      <a:pt x="12828" y="9846"/>
                      <a:pt x="12914" y="9842"/>
                      <a:pt x="13001" y="9832"/>
                    </a:cubicBezTo>
                    <a:cubicBezTo>
                      <a:pt x="14004" y="9722"/>
                      <a:pt x="14908" y="8974"/>
                      <a:pt x="15201" y="8008"/>
                    </a:cubicBezTo>
                    <a:cubicBezTo>
                      <a:pt x="16835" y="9140"/>
                      <a:pt x="18056" y="10854"/>
                      <a:pt x="18591" y="12767"/>
                    </a:cubicBezTo>
                    <a:cubicBezTo>
                      <a:pt x="18821" y="13586"/>
                      <a:pt x="19031" y="14572"/>
                      <a:pt x="19818" y="14895"/>
                    </a:cubicBezTo>
                    <a:cubicBezTo>
                      <a:pt x="19969" y="14957"/>
                      <a:pt x="20126" y="14985"/>
                      <a:pt x="20285" y="14985"/>
                    </a:cubicBezTo>
                    <a:cubicBezTo>
                      <a:pt x="20798" y="14985"/>
                      <a:pt x="21320" y="14687"/>
                      <a:pt x="21650" y="14274"/>
                    </a:cubicBezTo>
                    <a:cubicBezTo>
                      <a:pt x="22081" y="13734"/>
                      <a:pt x="22259" y="13041"/>
                      <a:pt x="22427" y="12370"/>
                    </a:cubicBezTo>
                    <a:lnTo>
                      <a:pt x="22428" y="12370"/>
                    </a:lnTo>
                    <a:cubicBezTo>
                      <a:pt x="22634" y="9728"/>
                      <a:pt x="21889" y="6876"/>
                      <a:pt x="20745" y="4487"/>
                    </a:cubicBezTo>
                    <a:cubicBezTo>
                      <a:pt x="20063" y="3065"/>
                      <a:pt x="19116" y="1710"/>
                      <a:pt x="17759" y="909"/>
                    </a:cubicBezTo>
                    <a:cubicBezTo>
                      <a:pt x="16578" y="212"/>
                      <a:pt x="15221" y="0"/>
                      <a:pt x="13835" y="0"/>
                    </a:cubicBezTo>
                    <a:close/>
                  </a:path>
                </a:pathLst>
              </a:cu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746;p30">
                <a:extLst>
                  <a:ext uri="{FF2B5EF4-FFF2-40B4-BE49-F238E27FC236}">
                    <a16:creationId xmlns:a16="http://schemas.microsoft.com/office/drawing/2014/main" id="{CF379254-FFA2-1EC6-C9CC-95B1B76AB913}"/>
                  </a:ext>
                </a:extLst>
              </p:cNvPr>
              <p:cNvSpPr/>
              <p:nvPr/>
            </p:nvSpPr>
            <p:spPr>
              <a:xfrm>
                <a:off x="264025" y="2704800"/>
                <a:ext cx="721500" cy="304175"/>
              </a:xfrm>
              <a:custGeom>
                <a:avLst/>
                <a:gdLst/>
                <a:ahLst/>
                <a:cxnLst/>
                <a:rect l="l" t="t" r="r" b="b"/>
                <a:pathLst>
                  <a:path w="28860" h="12167" extrusionOk="0">
                    <a:moveTo>
                      <a:pt x="26365" y="0"/>
                    </a:moveTo>
                    <a:lnTo>
                      <a:pt x="9765" y="8430"/>
                    </a:lnTo>
                    <a:lnTo>
                      <a:pt x="2837" y="2397"/>
                    </a:lnTo>
                    <a:lnTo>
                      <a:pt x="1" y="4519"/>
                    </a:lnTo>
                    <a:lnTo>
                      <a:pt x="7822" y="12166"/>
                    </a:lnTo>
                    <a:lnTo>
                      <a:pt x="12614" y="12166"/>
                    </a:lnTo>
                    <a:lnTo>
                      <a:pt x="28859" y="1697"/>
                    </a:lnTo>
                    <a:lnTo>
                      <a:pt x="26365" y="0"/>
                    </a:lnTo>
                    <a:close/>
                  </a:path>
                </a:pathLst>
              </a:custGeom>
              <a:solidFill>
                <a:srgbClr val="EAE3D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747;p30">
                <a:extLst>
                  <a:ext uri="{FF2B5EF4-FFF2-40B4-BE49-F238E27FC236}">
                    <a16:creationId xmlns:a16="http://schemas.microsoft.com/office/drawing/2014/main" id="{BB8202EA-88EE-C99A-6BE4-E8C1A8C86467}"/>
                  </a:ext>
                </a:extLst>
              </p:cNvPr>
              <p:cNvSpPr/>
              <p:nvPr/>
            </p:nvSpPr>
            <p:spPr>
              <a:xfrm>
                <a:off x="238125" y="2733425"/>
                <a:ext cx="1148225" cy="905500"/>
              </a:xfrm>
              <a:custGeom>
                <a:avLst/>
                <a:gdLst/>
                <a:ahLst/>
                <a:cxnLst/>
                <a:rect l="l" t="t" r="r" b="b"/>
                <a:pathLst>
                  <a:path w="45929" h="36220" extrusionOk="0">
                    <a:moveTo>
                      <a:pt x="30879" y="1"/>
                    </a:moveTo>
                    <a:lnTo>
                      <a:pt x="11419" y="10767"/>
                    </a:lnTo>
                    <a:lnTo>
                      <a:pt x="7797" y="9984"/>
                    </a:lnTo>
                    <a:lnTo>
                      <a:pt x="0" y="2597"/>
                    </a:lnTo>
                    <a:lnTo>
                      <a:pt x="24055" y="35556"/>
                    </a:lnTo>
                    <a:lnTo>
                      <a:pt x="26712" y="36219"/>
                    </a:lnTo>
                    <a:lnTo>
                      <a:pt x="45929" y="24186"/>
                    </a:lnTo>
                    <a:lnTo>
                      <a:pt x="30879"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748;p30">
                <a:extLst>
                  <a:ext uri="{FF2B5EF4-FFF2-40B4-BE49-F238E27FC236}">
                    <a16:creationId xmlns:a16="http://schemas.microsoft.com/office/drawing/2014/main" id="{56DA873B-684B-4DD5-F267-6E783DD06AFA}"/>
                  </a:ext>
                </a:extLst>
              </p:cNvPr>
              <p:cNvSpPr/>
              <p:nvPr/>
            </p:nvSpPr>
            <p:spPr>
              <a:xfrm>
                <a:off x="433025" y="2983025"/>
                <a:ext cx="472925" cy="655900"/>
              </a:xfrm>
              <a:custGeom>
                <a:avLst/>
                <a:gdLst/>
                <a:ahLst/>
                <a:cxnLst/>
                <a:rect l="l" t="t" r="r" b="b"/>
                <a:pathLst>
                  <a:path w="18917" h="26236" extrusionOk="0">
                    <a:moveTo>
                      <a:pt x="1" y="0"/>
                    </a:moveTo>
                    <a:lnTo>
                      <a:pt x="16259" y="25572"/>
                    </a:lnTo>
                    <a:lnTo>
                      <a:pt x="18916" y="26235"/>
                    </a:lnTo>
                    <a:lnTo>
                      <a:pt x="3623" y="783"/>
                    </a:lnTo>
                    <a:lnTo>
                      <a:pt x="1" y="0"/>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749;p30">
                <a:extLst>
                  <a:ext uri="{FF2B5EF4-FFF2-40B4-BE49-F238E27FC236}">
                    <a16:creationId xmlns:a16="http://schemas.microsoft.com/office/drawing/2014/main" id="{70584D0B-B126-6E79-08BB-E6678EE3BB19}"/>
                  </a:ext>
                </a:extLst>
              </p:cNvPr>
              <p:cNvSpPr/>
              <p:nvPr/>
            </p:nvSpPr>
            <p:spPr>
              <a:xfrm>
                <a:off x="578650" y="2814850"/>
                <a:ext cx="483950" cy="252950"/>
              </a:xfrm>
              <a:custGeom>
                <a:avLst/>
                <a:gdLst/>
                <a:ahLst/>
                <a:cxnLst/>
                <a:rect l="l" t="t" r="r" b="b"/>
                <a:pathLst>
                  <a:path w="19358" h="10118" extrusionOk="0">
                    <a:moveTo>
                      <a:pt x="19313" y="0"/>
                    </a:moveTo>
                    <a:cubicBezTo>
                      <a:pt x="19248" y="0"/>
                      <a:pt x="18972" y="111"/>
                      <a:pt x="18521" y="309"/>
                    </a:cubicBezTo>
                    <a:cubicBezTo>
                      <a:pt x="18015" y="529"/>
                      <a:pt x="17294" y="876"/>
                      <a:pt x="16410" y="1315"/>
                    </a:cubicBezTo>
                    <a:cubicBezTo>
                      <a:pt x="14643" y="2196"/>
                      <a:pt x="12245" y="3490"/>
                      <a:pt x="9612" y="4944"/>
                    </a:cubicBezTo>
                    <a:cubicBezTo>
                      <a:pt x="6980" y="6399"/>
                      <a:pt x="4589" y="7695"/>
                      <a:pt x="2840" y="8598"/>
                    </a:cubicBezTo>
                    <a:cubicBezTo>
                      <a:pt x="1093" y="9507"/>
                      <a:pt x="0" y="10048"/>
                      <a:pt x="31" y="10113"/>
                    </a:cubicBezTo>
                    <a:cubicBezTo>
                      <a:pt x="32" y="10116"/>
                      <a:pt x="38" y="10118"/>
                      <a:pt x="47" y="10118"/>
                    </a:cubicBezTo>
                    <a:cubicBezTo>
                      <a:pt x="115" y="10118"/>
                      <a:pt x="393" y="10019"/>
                      <a:pt x="847" y="9841"/>
                    </a:cubicBezTo>
                    <a:cubicBezTo>
                      <a:pt x="1362" y="9640"/>
                      <a:pt x="2094" y="9318"/>
                      <a:pt x="2990" y="8902"/>
                    </a:cubicBezTo>
                    <a:cubicBezTo>
                      <a:pt x="4782" y="8072"/>
                      <a:pt x="7208" y="6818"/>
                      <a:pt x="9844" y="5364"/>
                    </a:cubicBezTo>
                    <a:lnTo>
                      <a:pt x="16569" y="1615"/>
                    </a:lnTo>
                    <a:cubicBezTo>
                      <a:pt x="18290" y="658"/>
                      <a:pt x="19357" y="67"/>
                      <a:pt x="19327" y="5"/>
                    </a:cubicBezTo>
                    <a:cubicBezTo>
                      <a:pt x="19325" y="2"/>
                      <a:pt x="19321" y="0"/>
                      <a:pt x="19313" y="0"/>
                    </a:cubicBez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750;p30">
                <a:extLst>
                  <a:ext uri="{FF2B5EF4-FFF2-40B4-BE49-F238E27FC236}">
                    <a16:creationId xmlns:a16="http://schemas.microsoft.com/office/drawing/2014/main" id="{3EFC7C49-ACE5-30A5-90DC-9538C78787EC}"/>
                  </a:ext>
                </a:extLst>
              </p:cNvPr>
              <p:cNvSpPr/>
              <p:nvPr/>
            </p:nvSpPr>
            <p:spPr>
              <a:xfrm>
                <a:off x="592550" y="2836225"/>
                <a:ext cx="483950" cy="253000"/>
              </a:xfrm>
              <a:custGeom>
                <a:avLst/>
                <a:gdLst/>
                <a:ahLst/>
                <a:cxnLst/>
                <a:rect l="l" t="t" r="r" b="b"/>
                <a:pathLst>
                  <a:path w="19358" h="10120" extrusionOk="0">
                    <a:moveTo>
                      <a:pt x="19311" y="1"/>
                    </a:moveTo>
                    <a:cubicBezTo>
                      <a:pt x="19247" y="1"/>
                      <a:pt x="18972" y="111"/>
                      <a:pt x="18520" y="309"/>
                    </a:cubicBezTo>
                    <a:cubicBezTo>
                      <a:pt x="18014" y="531"/>
                      <a:pt x="17293" y="876"/>
                      <a:pt x="16410" y="1316"/>
                    </a:cubicBezTo>
                    <a:cubicBezTo>
                      <a:pt x="14644" y="2197"/>
                      <a:pt x="12245" y="3492"/>
                      <a:pt x="9611" y="4946"/>
                    </a:cubicBezTo>
                    <a:cubicBezTo>
                      <a:pt x="6978" y="6400"/>
                      <a:pt x="4587" y="7695"/>
                      <a:pt x="2839" y="8599"/>
                    </a:cubicBezTo>
                    <a:cubicBezTo>
                      <a:pt x="1093" y="9507"/>
                      <a:pt x="1" y="10050"/>
                      <a:pt x="29" y="10115"/>
                    </a:cubicBezTo>
                    <a:cubicBezTo>
                      <a:pt x="31" y="10118"/>
                      <a:pt x="36" y="10119"/>
                      <a:pt x="44" y="10119"/>
                    </a:cubicBezTo>
                    <a:cubicBezTo>
                      <a:pt x="111" y="10119"/>
                      <a:pt x="390" y="10021"/>
                      <a:pt x="847" y="9841"/>
                    </a:cubicBezTo>
                    <a:cubicBezTo>
                      <a:pt x="1361" y="9640"/>
                      <a:pt x="2094" y="9318"/>
                      <a:pt x="2988" y="8902"/>
                    </a:cubicBezTo>
                    <a:cubicBezTo>
                      <a:pt x="4782" y="8073"/>
                      <a:pt x="7208" y="6820"/>
                      <a:pt x="9842" y="5365"/>
                    </a:cubicBezTo>
                    <a:lnTo>
                      <a:pt x="16567" y="1615"/>
                    </a:lnTo>
                    <a:cubicBezTo>
                      <a:pt x="18289" y="658"/>
                      <a:pt x="19357" y="67"/>
                      <a:pt x="19326" y="5"/>
                    </a:cubicBezTo>
                    <a:cubicBezTo>
                      <a:pt x="19324" y="2"/>
                      <a:pt x="19319" y="1"/>
                      <a:pt x="19311" y="1"/>
                    </a:cubicBez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751;p30">
                <a:extLst>
                  <a:ext uri="{FF2B5EF4-FFF2-40B4-BE49-F238E27FC236}">
                    <a16:creationId xmlns:a16="http://schemas.microsoft.com/office/drawing/2014/main" id="{9AFD6512-D5E2-633E-2E4F-90B5ABB5C157}"/>
                  </a:ext>
                </a:extLst>
              </p:cNvPr>
              <p:cNvSpPr/>
              <p:nvPr/>
            </p:nvSpPr>
            <p:spPr>
              <a:xfrm>
                <a:off x="758300" y="2999350"/>
                <a:ext cx="295250" cy="206725"/>
              </a:xfrm>
              <a:custGeom>
                <a:avLst/>
                <a:gdLst/>
                <a:ahLst/>
                <a:cxnLst/>
                <a:rect l="l" t="t" r="r" b="b"/>
                <a:pathLst>
                  <a:path w="11810" h="8269" extrusionOk="0">
                    <a:moveTo>
                      <a:pt x="10557" y="0"/>
                    </a:moveTo>
                    <a:lnTo>
                      <a:pt x="1" y="6095"/>
                    </a:lnTo>
                    <a:lnTo>
                      <a:pt x="1255" y="8269"/>
                    </a:lnTo>
                    <a:lnTo>
                      <a:pt x="11810" y="2173"/>
                    </a:lnTo>
                    <a:lnTo>
                      <a:pt x="10557" y="0"/>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752;p30">
                <a:extLst>
                  <a:ext uri="{FF2B5EF4-FFF2-40B4-BE49-F238E27FC236}">
                    <a16:creationId xmlns:a16="http://schemas.microsoft.com/office/drawing/2014/main" id="{24A717DD-5231-0036-FE37-56F4DAA150EB}"/>
                  </a:ext>
                </a:extLst>
              </p:cNvPr>
              <p:cNvSpPr/>
              <p:nvPr/>
            </p:nvSpPr>
            <p:spPr>
              <a:xfrm>
                <a:off x="1177575" y="3188825"/>
                <a:ext cx="1560100" cy="1006275"/>
              </a:xfrm>
              <a:custGeom>
                <a:avLst/>
                <a:gdLst/>
                <a:ahLst/>
                <a:cxnLst/>
                <a:rect l="l" t="t" r="r" b="b"/>
                <a:pathLst>
                  <a:path w="62404" h="40251" extrusionOk="0">
                    <a:moveTo>
                      <a:pt x="39113" y="0"/>
                    </a:moveTo>
                    <a:lnTo>
                      <a:pt x="34383" y="19271"/>
                    </a:lnTo>
                    <a:lnTo>
                      <a:pt x="6918" y="6818"/>
                    </a:lnTo>
                    <a:lnTo>
                      <a:pt x="1" y="21861"/>
                    </a:lnTo>
                    <a:cubicBezTo>
                      <a:pt x="1" y="21861"/>
                      <a:pt x="23600" y="40250"/>
                      <a:pt x="40043" y="40250"/>
                    </a:cubicBezTo>
                    <a:cubicBezTo>
                      <a:pt x="44650" y="40250"/>
                      <a:pt x="48696" y="38806"/>
                      <a:pt x="51503" y="35109"/>
                    </a:cubicBezTo>
                    <a:cubicBezTo>
                      <a:pt x="58579" y="25789"/>
                      <a:pt x="62404" y="5119"/>
                      <a:pt x="62404" y="5119"/>
                    </a:cubicBezTo>
                    <a:lnTo>
                      <a:pt x="39113"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753;p30">
                <a:extLst>
                  <a:ext uri="{FF2B5EF4-FFF2-40B4-BE49-F238E27FC236}">
                    <a16:creationId xmlns:a16="http://schemas.microsoft.com/office/drawing/2014/main" id="{37C04EAF-71E1-274E-F1E7-848A9232F479}"/>
                  </a:ext>
                </a:extLst>
              </p:cNvPr>
              <p:cNvSpPr/>
              <p:nvPr/>
            </p:nvSpPr>
            <p:spPr>
              <a:xfrm>
                <a:off x="913900" y="3241050"/>
                <a:ext cx="466700" cy="494850"/>
              </a:xfrm>
              <a:custGeom>
                <a:avLst/>
                <a:gdLst/>
                <a:ahLst/>
                <a:cxnLst/>
                <a:rect l="l" t="t" r="r" b="b"/>
                <a:pathLst>
                  <a:path w="18668" h="19794" extrusionOk="0">
                    <a:moveTo>
                      <a:pt x="2062" y="1"/>
                    </a:moveTo>
                    <a:cubicBezTo>
                      <a:pt x="1895" y="1"/>
                      <a:pt x="1762" y="33"/>
                      <a:pt x="1672" y="104"/>
                    </a:cubicBezTo>
                    <a:cubicBezTo>
                      <a:pt x="454" y="1062"/>
                      <a:pt x="860" y="2333"/>
                      <a:pt x="1956" y="3792"/>
                    </a:cubicBezTo>
                    <a:cubicBezTo>
                      <a:pt x="1956" y="3792"/>
                      <a:pt x="458" y="4690"/>
                      <a:pt x="1131" y="6071"/>
                    </a:cubicBezTo>
                    <a:cubicBezTo>
                      <a:pt x="1131" y="6071"/>
                      <a:pt x="0" y="7798"/>
                      <a:pt x="496" y="8991"/>
                    </a:cubicBezTo>
                    <a:cubicBezTo>
                      <a:pt x="915" y="9996"/>
                      <a:pt x="3568" y="15311"/>
                      <a:pt x="10808" y="19794"/>
                    </a:cubicBezTo>
                    <a:lnTo>
                      <a:pt x="16221" y="8707"/>
                    </a:lnTo>
                    <a:cubicBezTo>
                      <a:pt x="16221" y="8707"/>
                      <a:pt x="18668" y="5506"/>
                      <a:pt x="17488" y="2980"/>
                    </a:cubicBezTo>
                    <a:cubicBezTo>
                      <a:pt x="16924" y="1776"/>
                      <a:pt x="15485" y="1147"/>
                      <a:pt x="15485" y="1147"/>
                    </a:cubicBezTo>
                    <a:lnTo>
                      <a:pt x="15198" y="1341"/>
                    </a:lnTo>
                    <a:cubicBezTo>
                      <a:pt x="13802" y="2279"/>
                      <a:pt x="12182" y="2774"/>
                      <a:pt x="10565" y="2774"/>
                    </a:cubicBezTo>
                    <a:cubicBezTo>
                      <a:pt x="9533" y="2774"/>
                      <a:pt x="8503" y="2573"/>
                      <a:pt x="7533" y="2155"/>
                    </a:cubicBezTo>
                    <a:lnTo>
                      <a:pt x="7463" y="2123"/>
                    </a:lnTo>
                    <a:cubicBezTo>
                      <a:pt x="5460" y="1245"/>
                      <a:pt x="3097" y="1"/>
                      <a:pt x="2062"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754;p30">
                <a:extLst>
                  <a:ext uri="{FF2B5EF4-FFF2-40B4-BE49-F238E27FC236}">
                    <a16:creationId xmlns:a16="http://schemas.microsoft.com/office/drawing/2014/main" id="{A75B386B-396C-58E0-CFB9-46C78A8DA363}"/>
                  </a:ext>
                </a:extLst>
              </p:cNvPr>
              <p:cNvSpPr/>
              <p:nvPr/>
            </p:nvSpPr>
            <p:spPr>
              <a:xfrm>
                <a:off x="954150" y="3330625"/>
                <a:ext cx="191125" cy="106475"/>
              </a:xfrm>
              <a:custGeom>
                <a:avLst/>
                <a:gdLst/>
                <a:ahLst/>
                <a:cxnLst/>
                <a:rect l="l" t="t" r="r" b="b"/>
                <a:pathLst>
                  <a:path w="7645" h="4259" extrusionOk="0">
                    <a:moveTo>
                      <a:pt x="145" y="1"/>
                    </a:moveTo>
                    <a:cubicBezTo>
                      <a:pt x="70" y="1"/>
                      <a:pt x="0" y="92"/>
                      <a:pt x="48" y="164"/>
                    </a:cubicBezTo>
                    <a:cubicBezTo>
                      <a:pt x="1550" y="2307"/>
                      <a:pt x="4812" y="3980"/>
                      <a:pt x="7387" y="4258"/>
                    </a:cubicBezTo>
                    <a:cubicBezTo>
                      <a:pt x="7395" y="4259"/>
                      <a:pt x="7403" y="4259"/>
                      <a:pt x="7411" y="4259"/>
                    </a:cubicBezTo>
                    <a:cubicBezTo>
                      <a:pt x="7630" y="4259"/>
                      <a:pt x="7644" y="3918"/>
                      <a:pt x="7441" y="3851"/>
                    </a:cubicBezTo>
                    <a:cubicBezTo>
                      <a:pt x="6042" y="3387"/>
                      <a:pt x="4677" y="3068"/>
                      <a:pt x="3379" y="2319"/>
                    </a:cubicBezTo>
                    <a:cubicBezTo>
                      <a:pt x="2236" y="1658"/>
                      <a:pt x="1275" y="764"/>
                      <a:pt x="196" y="17"/>
                    </a:cubicBezTo>
                    <a:cubicBezTo>
                      <a:pt x="180" y="6"/>
                      <a:pt x="162" y="1"/>
                      <a:pt x="145"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755;p30">
                <a:extLst>
                  <a:ext uri="{FF2B5EF4-FFF2-40B4-BE49-F238E27FC236}">
                    <a16:creationId xmlns:a16="http://schemas.microsoft.com/office/drawing/2014/main" id="{A36FB12B-241A-823B-5536-110D04B1D31F}"/>
                  </a:ext>
                </a:extLst>
              </p:cNvPr>
              <p:cNvSpPr/>
              <p:nvPr/>
            </p:nvSpPr>
            <p:spPr>
              <a:xfrm>
                <a:off x="934400" y="3393450"/>
                <a:ext cx="178525" cy="119950"/>
              </a:xfrm>
              <a:custGeom>
                <a:avLst/>
                <a:gdLst/>
                <a:ahLst/>
                <a:cxnLst/>
                <a:rect l="l" t="t" r="r" b="b"/>
                <a:pathLst>
                  <a:path w="7141" h="4798" extrusionOk="0">
                    <a:moveTo>
                      <a:pt x="201" y="1"/>
                    </a:moveTo>
                    <a:cubicBezTo>
                      <a:pt x="100" y="1"/>
                      <a:pt x="1" y="83"/>
                      <a:pt x="40" y="203"/>
                    </a:cubicBezTo>
                    <a:cubicBezTo>
                      <a:pt x="945" y="2963"/>
                      <a:pt x="4012" y="4639"/>
                      <a:pt x="6785" y="4797"/>
                    </a:cubicBezTo>
                    <a:cubicBezTo>
                      <a:pt x="6790" y="4798"/>
                      <a:pt x="6794" y="4798"/>
                      <a:pt x="6798" y="4798"/>
                    </a:cubicBezTo>
                    <a:cubicBezTo>
                      <a:pt x="7073" y="4798"/>
                      <a:pt x="7140" y="4333"/>
                      <a:pt x="6855" y="4290"/>
                    </a:cubicBezTo>
                    <a:cubicBezTo>
                      <a:pt x="3968" y="3854"/>
                      <a:pt x="1878" y="2574"/>
                      <a:pt x="339" y="76"/>
                    </a:cubicBezTo>
                    <a:cubicBezTo>
                      <a:pt x="307" y="24"/>
                      <a:pt x="254" y="1"/>
                      <a:pt x="201"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5" name="Google Shape;425;p24">
              <a:extLst>
                <a:ext uri="{FF2B5EF4-FFF2-40B4-BE49-F238E27FC236}">
                  <a16:creationId xmlns:a16="http://schemas.microsoft.com/office/drawing/2014/main" id="{9775134F-7A38-99AD-D9FC-46FFF0364490}"/>
                </a:ext>
              </a:extLst>
            </p:cNvPr>
            <p:cNvSpPr txBox="1">
              <a:spLocks/>
            </p:cNvSpPr>
            <p:nvPr/>
          </p:nvSpPr>
          <p:spPr>
            <a:xfrm>
              <a:off x="2225089" y="62787"/>
              <a:ext cx="513885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0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REGLAMENTO DEL APRENDIZ</a:t>
              </a:r>
            </a:p>
          </p:txBody>
        </p:sp>
        <p:sp>
          <p:nvSpPr>
            <p:cNvPr id="6" name="Google Shape;424;p24">
              <a:extLst>
                <a:ext uri="{FF2B5EF4-FFF2-40B4-BE49-F238E27FC236}">
                  <a16:creationId xmlns:a16="http://schemas.microsoft.com/office/drawing/2014/main" id="{D095BD02-7C66-77A8-89E4-B9D2BBD1263C}"/>
                </a:ext>
              </a:extLst>
            </p:cNvPr>
            <p:cNvSpPr txBox="1">
              <a:spLocks/>
            </p:cNvSpPr>
            <p:nvPr/>
          </p:nvSpPr>
          <p:spPr>
            <a:xfrm>
              <a:off x="180506" y="1409932"/>
              <a:ext cx="2918116"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Se considera falta grave la terminación unilateral del contrato de aprendizaje por parte del aprendiz.</a:t>
              </a:r>
            </a:p>
          </p:txBody>
        </p:sp>
        <p:sp>
          <p:nvSpPr>
            <p:cNvPr id="7" name="Google Shape;424;p24">
              <a:extLst>
                <a:ext uri="{FF2B5EF4-FFF2-40B4-BE49-F238E27FC236}">
                  <a16:creationId xmlns:a16="http://schemas.microsoft.com/office/drawing/2014/main" id="{3234EE0A-F4EA-69F1-AC42-BF0784AEEC06}"/>
                </a:ext>
              </a:extLst>
            </p:cNvPr>
            <p:cNvSpPr txBox="1">
              <a:spLocks/>
            </p:cNvSpPr>
            <p:nvPr/>
          </p:nvSpPr>
          <p:spPr>
            <a:xfrm>
              <a:off x="3127264" y="1365910"/>
              <a:ext cx="2918116"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La empresa podrá terminar el contrato de aprendizaje de forma unilateral e informar al Centro una vez agote el debido proceso  y determine que el aprendiz cometió una falta grave.</a:t>
              </a:r>
            </a:p>
          </p:txBody>
        </p:sp>
        <p:sp>
          <p:nvSpPr>
            <p:cNvPr id="8" name="Google Shape;424;p24">
              <a:extLst>
                <a:ext uri="{FF2B5EF4-FFF2-40B4-BE49-F238E27FC236}">
                  <a16:creationId xmlns:a16="http://schemas.microsoft.com/office/drawing/2014/main" id="{EEF71296-C85C-DD72-8A7B-35ABEB9D93DB}"/>
                </a:ext>
              </a:extLst>
            </p:cNvPr>
            <p:cNvSpPr txBox="1">
              <a:spLocks/>
            </p:cNvSpPr>
            <p:nvPr/>
          </p:nvSpPr>
          <p:spPr>
            <a:xfrm>
              <a:off x="6012755" y="1380021"/>
              <a:ext cx="2837702"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Hay deserción cuando el aprendiz injustificadamente no se presente por tres (3) días consecutivos al Centro de Formación o empresa en su proceso formativo.</a:t>
              </a:r>
            </a:p>
          </p:txBody>
        </p:sp>
        <p:pic>
          <p:nvPicPr>
            <p:cNvPr id="9" name="Gráfico 8" descr="Insignia con relleno sólido">
              <a:extLst>
                <a:ext uri="{FF2B5EF4-FFF2-40B4-BE49-F238E27FC236}">
                  <a16:creationId xmlns:a16="http://schemas.microsoft.com/office/drawing/2014/main" id="{44FB9AAD-CF0E-F91C-4ABE-07234B5354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5427" y="904174"/>
              <a:ext cx="515502" cy="515502"/>
            </a:xfrm>
            <a:prstGeom prst="rect">
              <a:avLst/>
            </a:prstGeom>
          </p:spPr>
        </p:pic>
        <p:pic>
          <p:nvPicPr>
            <p:cNvPr id="10" name="Gráfico 9" descr="Insignia 3 con relleno sólido">
              <a:extLst>
                <a:ext uri="{FF2B5EF4-FFF2-40B4-BE49-F238E27FC236}">
                  <a16:creationId xmlns:a16="http://schemas.microsoft.com/office/drawing/2014/main" id="{78762168-1430-4E31-9DB2-4E45C757838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3743" y="891364"/>
              <a:ext cx="515502" cy="515502"/>
            </a:xfrm>
            <a:prstGeom prst="rect">
              <a:avLst/>
            </a:prstGeom>
          </p:spPr>
        </p:pic>
        <p:pic>
          <p:nvPicPr>
            <p:cNvPr id="11" name="Gráfico 10" descr="Insignia 1 con relleno sólido">
              <a:extLst>
                <a:ext uri="{FF2B5EF4-FFF2-40B4-BE49-F238E27FC236}">
                  <a16:creationId xmlns:a16="http://schemas.microsoft.com/office/drawing/2014/main" id="{6D75F1E4-2528-D158-5BEA-61C9C31F0AA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89521" y="915641"/>
              <a:ext cx="541678" cy="541678"/>
            </a:xfrm>
            <a:prstGeom prst="rect">
              <a:avLst/>
            </a:prstGeom>
          </p:spPr>
        </p:pic>
        <p:sp>
          <p:nvSpPr>
            <p:cNvPr id="12" name="Google Shape;424;p24">
              <a:extLst>
                <a:ext uri="{FF2B5EF4-FFF2-40B4-BE49-F238E27FC236}">
                  <a16:creationId xmlns:a16="http://schemas.microsoft.com/office/drawing/2014/main" id="{BC467B73-406F-8EBE-A3E9-F6AA986BBDC1}"/>
                </a:ext>
              </a:extLst>
            </p:cNvPr>
            <p:cNvSpPr txBox="1">
              <a:spLocks/>
            </p:cNvSpPr>
            <p:nvPr/>
          </p:nvSpPr>
          <p:spPr>
            <a:xfrm>
              <a:off x="378522" y="3103056"/>
              <a:ext cx="2465814"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Es una prohibición no asistir a las entrevistas para la ejecución del contrato de aprendizaje</a:t>
              </a:r>
              <a:r>
                <a:rPr kumimoji="0" lang="es-ES" sz="1300" b="0" i="0" u="none" strike="noStrike" kern="0" cap="none" spc="0" normalizeH="0" baseline="0" noProof="0" dirty="0">
                  <a:ln>
                    <a:noFill/>
                  </a:ln>
                  <a:solidFill>
                    <a:schemeClr val="tx1"/>
                  </a:solidFill>
                  <a:effectLst/>
                  <a:uLnTx/>
                  <a:uFillTx/>
                  <a:latin typeface="Roboto Light"/>
                  <a:sym typeface="Roboto Light"/>
                </a:rPr>
                <a:t>.</a:t>
              </a:r>
            </a:p>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endParaRPr kumimoji="0" lang="es-ES" sz="1300" b="0" i="0" u="none" strike="noStrike" kern="0" cap="none" spc="0" normalizeH="0" baseline="0" noProof="0" dirty="0">
                <a:ln>
                  <a:noFill/>
                </a:ln>
                <a:solidFill>
                  <a:srgbClr val="1E2128"/>
                </a:solidFill>
                <a:effectLst/>
                <a:uLnTx/>
                <a:uFillTx/>
                <a:latin typeface="Roboto Light"/>
                <a:sym typeface="Roboto Light"/>
              </a:endParaRPr>
            </a:p>
          </p:txBody>
        </p:sp>
        <p:pic>
          <p:nvPicPr>
            <p:cNvPr id="13" name="Gráfico 12" descr="Insignia 4 con relleno sólido">
              <a:extLst>
                <a:ext uri="{FF2B5EF4-FFF2-40B4-BE49-F238E27FC236}">
                  <a16:creationId xmlns:a16="http://schemas.microsoft.com/office/drawing/2014/main" id="{FFD81FA1-9761-0824-458D-33AF780BCA7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88941" y="2653132"/>
              <a:ext cx="541678" cy="541678"/>
            </a:xfrm>
            <a:prstGeom prst="rect">
              <a:avLst/>
            </a:prstGeom>
          </p:spPr>
        </p:pic>
        <p:sp>
          <p:nvSpPr>
            <p:cNvPr id="14" name="Google Shape;424;p24">
              <a:extLst>
                <a:ext uri="{FF2B5EF4-FFF2-40B4-BE49-F238E27FC236}">
                  <a16:creationId xmlns:a16="http://schemas.microsoft.com/office/drawing/2014/main" id="{990A21D1-493B-F9A4-A8DD-5A1526DD69BB}"/>
                </a:ext>
              </a:extLst>
            </p:cNvPr>
            <p:cNvSpPr txBox="1">
              <a:spLocks/>
            </p:cNvSpPr>
            <p:nvPr/>
          </p:nvSpPr>
          <p:spPr>
            <a:xfrm>
              <a:off x="4583756" y="3200973"/>
              <a:ext cx="2506671"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Es una prohibición firmar contratos de aprendizaje sin realizar la gestión a través del aplicativo SGVA</a:t>
              </a:r>
              <a:r>
                <a:rPr kumimoji="0" lang="es-ES" sz="1300" b="0" i="0" u="none" strike="noStrike" kern="0" cap="none" spc="0" normalizeH="0" baseline="0" noProof="0" dirty="0">
                  <a:ln>
                    <a:noFill/>
                  </a:ln>
                  <a:solidFill>
                    <a:schemeClr val="tx1"/>
                  </a:solidFill>
                  <a:effectLst/>
                  <a:uLnTx/>
                  <a:uFillTx/>
                  <a:latin typeface="Roboto Light"/>
                  <a:sym typeface="Roboto Light"/>
                </a:rPr>
                <a:t>.</a:t>
              </a:r>
            </a:p>
          </p:txBody>
        </p:sp>
        <p:pic>
          <p:nvPicPr>
            <p:cNvPr id="15" name="Gráfico 14" descr="Insignia 5 con relleno sólido">
              <a:extLst>
                <a:ext uri="{FF2B5EF4-FFF2-40B4-BE49-F238E27FC236}">
                  <a16:creationId xmlns:a16="http://schemas.microsoft.com/office/drawing/2014/main" id="{D2764123-3CD3-B1AC-CB70-28DEC1312CB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555402" y="2647462"/>
              <a:ext cx="541438" cy="541438"/>
            </a:xfrm>
            <a:prstGeom prst="rect">
              <a:avLst/>
            </a:prstGeom>
          </p:spPr>
        </p:pic>
      </p:grpSp>
      <p:sp>
        <p:nvSpPr>
          <p:cNvPr id="196" name="Google Shape;294;p21">
            <a:extLst>
              <a:ext uri="{FF2B5EF4-FFF2-40B4-BE49-F238E27FC236}">
                <a16:creationId xmlns:a16="http://schemas.microsoft.com/office/drawing/2014/main" id="{D94B0C4C-2F7C-438F-5B80-5D1630C414B4}"/>
              </a:ext>
            </a:extLst>
          </p:cNvPr>
          <p:cNvSpPr/>
          <p:nvPr/>
        </p:nvSpPr>
        <p:spPr>
          <a:xfrm>
            <a:off x="649130" y="6357277"/>
            <a:ext cx="11433957" cy="356497"/>
          </a:xfrm>
          <a:custGeom>
            <a:avLst/>
            <a:gdLst/>
            <a:ahLst/>
            <a:cxnLst/>
            <a:rect l="l" t="t" r="r" b="b"/>
            <a:pathLst>
              <a:path w="191462" h="8416" extrusionOk="0">
                <a:moveTo>
                  <a:pt x="191462" y="1"/>
                </a:moveTo>
                <a:lnTo>
                  <a:pt x="0" y="218"/>
                </a:lnTo>
                <a:lnTo>
                  <a:pt x="0" y="5936"/>
                </a:lnTo>
                <a:lnTo>
                  <a:pt x="189692" y="8415"/>
                </a:lnTo>
                <a:lnTo>
                  <a:pt x="191462" y="1"/>
                </a:ln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Tree>
    <p:extLst>
      <p:ext uri="{BB962C8B-B14F-4D97-AF65-F5344CB8AC3E}">
        <p14:creationId xmlns:p14="http://schemas.microsoft.com/office/powerpoint/2010/main" val="2445899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A181EA0-2694-006B-C16E-343E5D5AD1D5}"/>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ACD40C2F-5866-9DAF-7043-9473A17B5328}"/>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268A86F9-6C2A-4A04-002D-FADA1DB84B6B}"/>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831903E-BF62-5475-5BBB-BDC4C4B7D49B}"/>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378F1CB6-434F-2CD3-BDF7-758B8540F165}"/>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3F91BACE-ECFD-558F-8754-FF85925DEDE6}"/>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33C92C9E-5196-4A36-EA6F-DC4110977576}"/>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94C6316F-5991-6EEB-8A9F-B3A58C4614D6}"/>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1EC4FB81-8858-6793-2249-617695D916E0}"/>
              </a:ext>
            </a:extLst>
          </p:cNvPr>
          <p:cNvGrpSpPr/>
          <p:nvPr/>
        </p:nvGrpSpPr>
        <p:grpSpPr>
          <a:xfrm>
            <a:off x="649129" y="-911597"/>
            <a:ext cx="11299358" cy="7157413"/>
            <a:chOff x="-166248" y="-1248467"/>
            <a:chExt cx="9270074" cy="6235674"/>
          </a:xfrm>
        </p:grpSpPr>
        <p:sp>
          <p:nvSpPr>
            <p:cNvPr id="3" name="Google Shape;447;p25">
              <a:extLst>
                <a:ext uri="{FF2B5EF4-FFF2-40B4-BE49-F238E27FC236}">
                  <a16:creationId xmlns:a16="http://schemas.microsoft.com/office/drawing/2014/main" id="{CE0FB28A-0039-AD7D-D614-225CCD06934A}"/>
                </a:ext>
              </a:extLst>
            </p:cNvPr>
            <p:cNvSpPr/>
            <p:nvPr/>
          </p:nvSpPr>
          <p:spPr>
            <a:xfrm>
              <a:off x="-154147" y="4601663"/>
              <a:ext cx="1825500" cy="262200"/>
            </a:xfrm>
            <a:prstGeom prst="ellipse">
              <a:avLst/>
            </a:prstGeom>
            <a:solidFill>
              <a:srgbClr val="E4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36;p22">
              <a:extLst>
                <a:ext uri="{FF2B5EF4-FFF2-40B4-BE49-F238E27FC236}">
                  <a16:creationId xmlns:a16="http://schemas.microsoft.com/office/drawing/2014/main" id="{3A8DC523-D287-4690-9202-6B3A0E13B235}"/>
                </a:ext>
              </a:extLst>
            </p:cNvPr>
            <p:cNvSpPr/>
            <p:nvPr/>
          </p:nvSpPr>
          <p:spPr>
            <a:xfrm>
              <a:off x="2089821" y="2407120"/>
              <a:ext cx="7014005" cy="2580087"/>
            </a:xfrm>
            <a:prstGeom prst="rect">
              <a:avLst/>
            </a:prstGeom>
            <a:solidFill>
              <a:schemeClr val="accent6">
                <a:lumMod val="40000"/>
                <a:lumOff val="60000"/>
                <a:alpha val="7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425;p24">
              <a:extLst>
                <a:ext uri="{FF2B5EF4-FFF2-40B4-BE49-F238E27FC236}">
                  <a16:creationId xmlns:a16="http://schemas.microsoft.com/office/drawing/2014/main" id="{D9B99AE5-C54A-8599-BB51-11FD465EDF4A}"/>
                </a:ext>
              </a:extLst>
            </p:cNvPr>
            <p:cNvSpPr txBox="1">
              <a:spLocks/>
            </p:cNvSpPr>
            <p:nvPr/>
          </p:nvSpPr>
          <p:spPr>
            <a:xfrm>
              <a:off x="2225089" y="62787"/>
              <a:ext cx="513885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4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REGLAMENTO DEL APRENDIZ</a:t>
              </a:r>
            </a:p>
          </p:txBody>
        </p:sp>
        <p:sp>
          <p:nvSpPr>
            <p:cNvPr id="6" name="Google Shape;424;p24">
              <a:extLst>
                <a:ext uri="{FF2B5EF4-FFF2-40B4-BE49-F238E27FC236}">
                  <a16:creationId xmlns:a16="http://schemas.microsoft.com/office/drawing/2014/main" id="{F306AD67-C871-CF24-9E6C-9705CEAED9C1}"/>
                </a:ext>
              </a:extLst>
            </p:cNvPr>
            <p:cNvSpPr txBox="1">
              <a:spLocks/>
            </p:cNvSpPr>
            <p:nvPr/>
          </p:nvSpPr>
          <p:spPr>
            <a:xfrm>
              <a:off x="2468041" y="2985992"/>
              <a:ext cx="2038385"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rgbClr val="1E2128"/>
                  </a:solidFill>
                  <a:effectLst/>
                  <a:uLnTx/>
                  <a:uFillTx/>
                  <a:latin typeface="Roboto Light"/>
                  <a:sym typeface="Roboto Light"/>
                </a:rPr>
                <a:t>Es responsabilidad del aprendiz garantizar que se encuentre registrado en el SGVA para optar por el contrato de aprendizaje</a:t>
              </a:r>
              <a:r>
                <a:rPr kumimoji="0" lang="es-ES" sz="1300" b="0" i="0" u="none" strike="noStrike" kern="0" cap="none" spc="0" normalizeH="0" baseline="0" noProof="0" dirty="0">
                  <a:ln>
                    <a:noFill/>
                  </a:ln>
                  <a:solidFill>
                    <a:srgbClr val="1E2128"/>
                  </a:solidFill>
                  <a:effectLst/>
                  <a:uLnTx/>
                  <a:uFillTx/>
                  <a:latin typeface="Roboto Light"/>
                  <a:sym typeface="Roboto Light"/>
                </a:rPr>
                <a:t>.</a:t>
              </a:r>
            </a:p>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endParaRPr kumimoji="0" lang="es-ES" sz="1300" b="0" i="0" u="none" strike="noStrike" kern="0" cap="none" spc="0" normalizeH="0" baseline="0" noProof="0" dirty="0">
                <a:ln>
                  <a:noFill/>
                </a:ln>
                <a:solidFill>
                  <a:srgbClr val="1E2128"/>
                </a:solidFill>
                <a:effectLst/>
                <a:uLnTx/>
                <a:uFillTx/>
                <a:latin typeface="Roboto Light"/>
                <a:sym typeface="Roboto Light"/>
              </a:endParaRPr>
            </a:p>
          </p:txBody>
        </p:sp>
        <p:sp>
          <p:nvSpPr>
            <p:cNvPr id="7" name="Google Shape;424;p24">
              <a:extLst>
                <a:ext uri="{FF2B5EF4-FFF2-40B4-BE49-F238E27FC236}">
                  <a16:creationId xmlns:a16="http://schemas.microsoft.com/office/drawing/2014/main" id="{CACDC146-271C-A362-1D5B-D904D50B1BEA}"/>
                </a:ext>
              </a:extLst>
            </p:cNvPr>
            <p:cNvSpPr txBox="1">
              <a:spLocks/>
            </p:cNvSpPr>
            <p:nvPr/>
          </p:nvSpPr>
          <p:spPr>
            <a:xfrm>
              <a:off x="4651327" y="2980886"/>
              <a:ext cx="2006386"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rgbClr val="1E2128"/>
                  </a:solidFill>
                  <a:effectLst/>
                  <a:uLnTx/>
                  <a:uFillTx/>
                  <a:latin typeface="Roboto Light"/>
                  <a:sym typeface="Roboto Light"/>
                </a:rPr>
                <a:t>El aprendiz tiene prohibido presentarse con cartas o documentos diferentes a los expedidos por la Oficina de Relaciones Corporativas para auto gestionar un Contrato de Aprendizaje.</a:t>
              </a:r>
            </a:p>
          </p:txBody>
        </p:sp>
        <p:grpSp>
          <p:nvGrpSpPr>
            <p:cNvPr id="8" name="Google Shape;462;p25">
              <a:extLst>
                <a:ext uri="{FF2B5EF4-FFF2-40B4-BE49-F238E27FC236}">
                  <a16:creationId xmlns:a16="http://schemas.microsoft.com/office/drawing/2014/main" id="{361920F5-8666-1E39-8417-64CC050D794E}"/>
                </a:ext>
              </a:extLst>
            </p:cNvPr>
            <p:cNvGrpSpPr/>
            <p:nvPr/>
          </p:nvGrpSpPr>
          <p:grpSpPr>
            <a:xfrm>
              <a:off x="-166248" y="753071"/>
              <a:ext cx="3793001" cy="4048179"/>
              <a:chOff x="1201350" y="238125"/>
              <a:chExt cx="5033175" cy="5837317"/>
            </a:xfrm>
          </p:grpSpPr>
          <p:sp>
            <p:nvSpPr>
              <p:cNvPr id="14" name="Google Shape;463;p25">
                <a:extLst>
                  <a:ext uri="{FF2B5EF4-FFF2-40B4-BE49-F238E27FC236}">
                    <a16:creationId xmlns:a16="http://schemas.microsoft.com/office/drawing/2014/main" id="{3829EC12-4F3F-BB2A-FB66-DF362B39B4B1}"/>
                  </a:ext>
                </a:extLst>
              </p:cNvPr>
              <p:cNvSpPr/>
              <p:nvPr/>
            </p:nvSpPr>
            <p:spPr>
              <a:xfrm>
                <a:off x="1732900" y="238125"/>
                <a:ext cx="1318225" cy="1584675"/>
              </a:xfrm>
              <a:custGeom>
                <a:avLst/>
                <a:gdLst/>
                <a:ahLst/>
                <a:cxnLst/>
                <a:rect l="l" t="t" r="r" b="b"/>
                <a:pathLst>
                  <a:path w="52729" h="63387" extrusionOk="0">
                    <a:moveTo>
                      <a:pt x="15014" y="0"/>
                    </a:moveTo>
                    <a:cubicBezTo>
                      <a:pt x="14943" y="0"/>
                      <a:pt x="14871" y="1"/>
                      <a:pt x="14800" y="2"/>
                    </a:cubicBezTo>
                    <a:cubicBezTo>
                      <a:pt x="9923" y="82"/>
                      <a:pt x="5345" y="3143"/>
                      <a:pt x="2897" y="7361"/>
                    </a:cubicBezTo>
                    <a:cubicBezTo>
                      <a:pt x="448" y="11579"/>
                      <a:pt x="0" y="16784"/>
                      <a:pt x="1105" y="21535"/>
                    </a:cubicBezTo>
                    <a:cubicBezTo>
                      <a:pt x="2207" y="26285"/>
                      <a:pt x="4766" y="30608"/>
                      <a:pt x="7938" y="34314"/>
                    </a:cubicBezTo>
                    <a:lnTo>
                      <a:pt x="7605" y="33533"/>
                    </a:lnTo>
                    <a:lnTo>
                      <a:pt x="7605" y="33533"/>
                    </a:lnTo>
                    <a:cubicBezTo>
                      <a:pt x="11001" y="37549"/>
                      <a:pt x="12813" y="42621"/>
                      <a:pt x="14868" y="47461"/>
                    </a:cubicBezTo>
                    <a:cubicBezTo>
                      <a:pt x="16924" y="52300"/>
                      <a:pt x="19450" y="57212"/>
                      <a:pt x="23735" y="60257"/>
                    </a:cubicBezTo>
                    <a:cubicBezTo>
                      <a:pt x="26785" y="62425"/>
                      <a:pt x="30444" y="63386"/>
                      <a:pt x="34179" y="63386"/>
                    </a:cubicBezTo>
                    <a:cubicBezTo>
                      <a:pt x="38176" y="63386"/>
                      <a:pt x="42261" y="62286"/>
                      <a:pt x="45784" y="60384"/>
                    </a:cubicBezTo>
                    <a:cubicBezTo>
                      <a:pt x="47594" y="59406"/>
                      <a:pt x="49326" y="58215"/>
                      <a:pt x="50617" y="56614"/>
                    </a:cubicBezTo>
                    <a:cubicBezTo>
                      <a:pt x="51910" y="55014"/>
                      <a:pt x="52728" y="52959"/>
                      <a:pt x="52535" y="50912"/>
                    </a:cubicBezTo>
                    <a:cubicBezTo>
                      <a:pt x="52342" y="48847"/>
                      <a:pt x="51149" y="46979"/>
                      <a:pt x="49634" y="45564"/>
                    </a:cubicBezTo>
                    <a:cubicBezTo>
                      <a:pt x="48120" y="44147"/>
                      <a:pt x="46290" y="43123"/>
                      <a:pt x="44480" y="42111"/>
                    </a:cubicBezTo>
                    <a:cubicBezTo>
                      <a:pt x="46179" y="41328"/>
                      <a:pt x="47463" y="39701"/>
                      <a:pt x="47829" y="37869"/>
                    </a:cubicBezTo>
                    <a:cubicBezTo>
                      <a:pt x="48197" y="36035"/>
                      <a:pt x="47638" y="34039"/>
                      <a:pt x="46372" y="32661"/>
                    </a:cubicBezTo>
                    <a:cubicBezTo>
                      <a:pt x="44618" y="30754"/>
                      <a:pt x="41881" y="30202"/>
                      <a:pt x="39362" y="29588"/>
                    </a:cubicBezTo>
                    <a:cubicBezTo>
                      <a:pt x="36842" y="28971"/>
                      <a:pt x="34114" y="27991"/>
                      <a:pt x="32906" y="25698"/>
                    </a:cubicBezTo>
                    <a:cubicBezTo>
                      <a:pt x="32030" y="24030"/>
                      <a:pt x="32167" y="22009"/>
                      <a:pt x="32606" y="20177"/>
                    </a:cubicBezTo>
                    <a:cubicBezTo>
                      <a:pt x="33048" y="18346"/>
                      <a:pt x="33768" y="16578"/>
                      <a:pt x="34001" y="14708"/>
                    </a:cubicBezTo>
                    <a:cubicBezTo>
                      <a:pt x="34445" y="11167"/>
                      <a:pt x="32979" y="7443"/>
                      <a:pt x="30242" y="5152"/>
                    </a:cubicBezTo>
                    <a:cubicBezTo>
                      <a:pt x="28146" y="3402"/>
                      <a:pt x="25480" y="2519"/>
                      <a:pt x="22883" y="1677"/>
                    </a:cubicBezTo>
                    <a:cubicBezTo>
                      <a:pt x="20321" y="843"/>
                      <a:pt x="17704" y="0"/>
                      <a:pt x="15014" y="0"/>
                    </a:cubicBezTo>
                    <a:close/>
                  </a:path>
                </a:pathLst>
              </a:custGeom>
              <a:solidFill>
                <a:srgbClr val="D36E4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464;p25">
                <a:extLst>
                  <a:ext uri="{FF2B5EF4-FFF2-40B4-BE49-F238E27FC236}">
                    <a16:creationId xmlns:a16="http://schemas.microsoft.com/office/drawing/2014/main" id="{88AD6E99-0B6B-FF91-79E8-2E644920E427}"/>
                  </a:ext>
                </a:extLst>
              </p:cNvPr>
              <p:cNvSpPr/>
              <p:nvPr/>
            </p:nvSpPr>
            <p:spPr>
              <a:xfrm>
                <a:off x="2332750" y="2023375"/>
                <a:ext cx="3591175" cy="1617250"/>
              </a:xfrm>
              <a:custGeom>
                <a:avLst/>
                <a:gdLst/>
                <a:ahLst/>
                <a:cxnLst/>
                <a:rect l="l" t="t" r="r" b="b"/>
                <a:pathLst>
                  <a:path w="143647" h="64690" extrusionOk="0">
                    <a:moveTo>
                      <a:pt x="143646" y="1"/>
                    </a:moveTo>
                    <a:lnTo>
                      <a:pt x="81480" y="7082"/>
                    </a:lnTo>
                    <a:lnTo>
                      <a:pt x="1" y="64689"/>
                    </a:lnTo>
                    <a:lnTo>
                      <a:pt x="81653" y="27264"/>
                    </a:lnTo>
                    <a:lnTo>
                      <a:pt x="143646" y="26292"/>
                    </a:lnTo>
                    <a:lnTo>
                      <a:pt x="143646"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465;p25">
                <a:extLst>
                  <a:ext uri="{FF2B5EF4-FFF2-40B4-BE49-F238E27FC236}">
                    <a16:creationId xmlns:a16="http://schemas.microsoft.com/office/drawing/2014/main" id="{7CBB4970-DB26-2B51-B7A9-BBD28A38D1E7}"/>
                  </a:ext>
                </a:extLst>
              </p:cNvPr>
              <p:cNvSpPr/>
              <p:nvPr/>
            </p:nvSpPr>
            <p:spPr>
              <a:xfrm>
                <a:off x="1795450" y="338325"/>
                <a:ext cx="774575" cy="978475"/>
              </a:xfrm>
              <a:custGeom>
                <a:avLst/>
                <a:gdLst/>
                <a:ahLst/>
                <a:cxnLst/>
                <a:rect l="l" t="t" r="r" b="b"/>
                <a:pathLst>
                  <a:path w="30983" h="39139" extrusionOk="0">
                    <a:moveTo>
                      <a:pt x="16140" y="1"/>
                    </a:moveTo>
                    <a:cubicBezTo>
                      <a:pt x="8341" y="1"/>
                      <a:pt x="8024" y="3668"/>
                      <a:pt x="8024" y="3668"/>
                    </a:cubicBezTo>
                    <a:lnTo>
                      <a:pt x="8108" y="9833"/>
                    </a:lnTo>
                    <a:cubicBezTo>
                      <a:pt x="8108" y="9833"/>
                      <a:pt x="6100" y="8450"/>
                      <a:pt x="4173" y="8450"/>
                    </a:cubicBezTo>
                    <a:cubicBezTo>
                      <a:pt x="2721" y="8450"/>
                      <a:pt x="1315" y="9235"/>
                      <a:pt x="849" y="11989"/>
                    </a:cubicBezTo>
                    <a:cubicBezTo>
                      <a:pt x="0" y="17003"/>
                      <a:pt x="4855" y="17910"/>
                      <a:pt x="4855" y="17910"/>
                    </a:cubicBezTo>
                    <a:lnTo>
                      <a:pt x="3912" y="32419"/>
                    </a:lnTo>
                    <a:cubicBezTo>
                      <a:pt x="3788" y="34320"/>
                      <a:pt x="4409" y="36245"/>
                      <a:pt x="5791" y="37556"/>
                    </a:cubicBezTo>
                    <a:cubicBezTo>
                      <a:pt x="7014" y="38713"/>
                      <a:pt x="8393" y="39139"/>
                      <a:pt x="9761" y="39139"/>
                    </a:cubicBezTo>
                    <a:cubicBezTo>
                      <a:pt x="11925" y="39139"/>
                      <a:pt x="14059" y="38073"/>
                      <a:pt x="15491" y="37159"/>
                    </a:cubicBezTo>
                    <a:cubicBezTo>
                      <a:pt x="16587" y="36458"/>
                      <a:pt x="17239" y="35240"/>
                      <a:pt x="17219" y="33941"/>
                    </a:cubicBezTo>
                    <a:lnTo>
                      <a:pt x="17168" y="30086"/>
                    </a:lnTo>
                    <a:lnTo>
                      <a:pt x="22400" y="30008"/>
                    </a:lnTo>
                    <a:cubicBezTo>
                      <a:pt x="30982" y="29461"/>
                      <a:pt x="29122" y="2257"/>
                      <a:pt x="29122" y="2257"/>
                    </a:cubicBezTo>
                    <a:cubicBezTo>
                      <a:pt x="29076" y="137"/>
                      <a:pt x="24913" y="79"/>
                      <a:pt x="24462" y="79"/>
                    </a:cubicBezTo>
                    <a:cubicBezTo>
                      <a:pt x="24436" y="79"/>
                      <a:pt x="24422" y="79"/>
                      <a:pt x="24422" y="79"/>
                    </a:cubicBezTo>
                    <a:lnTo>
                      <a:pt x="16385" y="2"/>
                    </a:lnTo>
                    <a:cubicBezTo>
                      <a:pt x="16303" y="1"/>
                      <a:pt x="16221" y="1"/>
                      <a:pt x="16140"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466;p25">
                <a:extLst>
                  <a:ext uri="{FF2B5EF4-FFF2-40B4-BE49-F238E27FC236}">
                    <a16:creationId xmlns:a16="http://schemas.microsoft.com/office/drawing/2014/main" id="{69B9E4AA-7C66-3C8F-46BA-F743019794CA}"/>
                  </a:ext>
                </a:extLst>
              </p:cNvPr>
              <p:cNvSpPr/>
              <p:nvPr/>
            </p:nvSpPr>
            <p:spPr>
              <a:xfrm>
                <a:off x="2367450" y="655175"/>
                <a:ext cx="40575" cy="202950"/>
              </a:xfrm>
              <a:custGeom>
                <a:avLst/>
                <a:gdLst/>
                <a:ahLst/>
                <a:cxnLst/>
                <a:rect l="l" t="t" r="r" b="b"/>
                <a:pathLst>
                  <a:path w="1623" h="8118" extrusionOk="0">
                    <a:moveTo>
                      <a:pt x="1175" y="0"/>
                    </a:moveTo>
                    <a:cubicBezTo>
                      <a:pt x="1174" y="0"/>
                      <a:pt x="1174" y="0"/>
                      <a:pt x="1174" y="0"/>
                    </a:cubicBezTo>
                    <a:cubicBezTo>
                      <a:pt x="1019" y="5"/>
                      <a:pt x="948" y="1983"/>
                      <a:pt x="1019" y="4420"/>
                    </a:cubicBezTo>
                    <a:cubicBezTo>
                      <a:pt x="1010" y="5629"/>
                      <a:pt x="1258" y="6796"/>
                      <a:pt x="946" y="7388"/>
                    </a:cubicBezTo>
                    <a:cubicBezTo>
                      <a:pt x="788" y="7685"/>
                      <a:pt x="527" y="7847"/>
                      <a:pt x="345" y="7898"/>
                    </a:cubicBezTo>
                    <a:cubicBezTo>
                      <a:pt x="156" y="7953"/>
                      <a:pt x="32" y="7927"/>
                      <a:pt x="16" y="7967"/>
                    </a:cubicBezTo>
                    <a:cubicBezTo>
                      <a:pt x="1" y="7995"/>
                      <a:pt x="107" y="8108"/>
                      <a:pt x="371" y="8117"/>
                    </a:cubicBezTo>
                    <a:cubicBezTo>
                      <a:pt x="379" y="8118"/>
                      <a:pt x="386" y="8118"/>
                      <a:pt x="394" y="8118"/>
                    </a:cubicBezTo>
                    <a:cubicBezTo>
                      <a:pt x="649" y="8118"/>
                      <a:pt x="1020" y="7975"/>
                      <a:pt x="1287" y="7598"/>
                    </a:cubicBezTo>
                    <a:cubicBezTo>
                      <a:pt x="1560" y="7208"/>
                      <a:pt x="1622" y="6656"/>
                      <a:pt x="1615" y="6124"/>
                    </a:cubicBezTo>
                    <a:cubicBezTo>
                      <a:pt x="1607" y="5549"/>
                      <a:pt x="1598" y="4988"/>
                      <a:pt x="1589" y="4405"/>
                    </a:cubicBezTo>
                    <a:cubicBezTo>
                      <a:pt x="1518" y="1970"/>
                      <a:pt x="1332" y="0"/>
                      <a:pt x="1175" y="0"/>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467;p25">
                <a:extLst>
                  <a:ext uri="{FF2B5EF4-FFF2-40B4-BE49-F238E27FC236}">
                    <a16:creationId xmlns:a16="http://schemas.microsoft.com/office/drawing/2014/main" id="{131B099A-8573-8055-69B1-33C209A2CC7D}"/>
                  </a:ext>
                </a:extLst>
              </p:cNvPr>
              <p:cNvSpPr/>
              <p:nvPr/>
            </p:nvSpPr>
            <p:spPr>
              <a:xfrm>
                <a:off x="2245925" y="662600"/>
                <a:ext cx="16050" cy="49475"/>
              </a:xfrm>
              <a:custGeom>
                <a:avLst/>
                <a:gdLst/>
                <a:ahLst/>
                <a:cxnLst/>
                <a:rect l="l" t="t" r="r" b="b"/>
                <a:pathLst>
                  <a:path w="642" h="1979" extrusionOk="0">
                    <a:moveTo>
                      <a:pt x="259" y="0"/>
                    </a:moveTo>
                    <a:cubicBezTo>
                      <a:pt x="257" y="0"/>
                      <a:pt x="255" y="0"/>
                      <a:pt x="253" y="0"/>
                    </a:cubicBezTo>
                    <a:cubicBezTo>
                      <a:pt x="98" y="9"/>
                      <a:pt x="1" y="462"/>
                      <a:pt x="36" y="1007"/>
                    </a:cubicBezTo>
                    <a:cubicBezTo>
                      <a:pt x="73" y="1550"/>
                      <a:pt x="226" y="1979"/>
                      <a:pt x="382" y="1979"/>
                    </a:cubicBezTo>
                    <a:cubicBezTo>
                      <a:pt x="383" y="1979"/>
                      <a:pt x="385" y="1979"/>
                      <a:pt x="386" y="1979"/>
                    </a:cubicBezTo>
                    <a:cubicBezTo>
                      <a:pt x="544" y="1968"/>
                      <a:pt x="641" y="1517"/>
                      <a:pt x="604" y="970"/>
                    </a:cubicBezTo>
                    <a:cubicBezTo>
                      <a:pt x="569" y="431"/>
                      <a:pt x="415" y="0"/>
                      <a:pt x="259" y="0"/>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468;p25">
                <a:extLst>
                  <a:ext uri="{FF2B5EF4-FFF2-40B4-BE49-F238E27FC236}">
                    <a16:creationId xmlns:a16="http://schemas.microsoft.com/office/drawing/2014/main" id="{635814F9-2743-4ED3-D985-1EBFC82D6A0C}"/>
                  </a:ext>
                </a:extLst>
              </p:cNvPr>
              <p:cNvSpPr/>
              <p:nvPr/>
            </p:nvSpPr>
            <p:spPr>
              <a:xfrm>
                <a:off x="2465375" y="656100"/>
                <a:ext cx="16050" cy="49500"/>
              </a:xfrm>
              <a:custGeom>
                <a:avLst/>
                <a:gdLst/>
                <a:ahLst/>
                <a:cxnLst/>
                <a:rect l="l" t="t" r="r" b="b"/>
                <a:pathLst>
                  <a:path w="642" h="1980" extrusionOk="0">
                    <a:moveTo>
                      <a:pt x="261" y="1"/>
                    </a:moveTo>
                    <a:cubicBezTo>
                      <a:pt x="259" y="1"/>
                      <a:pt x="257" y="1"/>
                      <a:pt x="256" y="1"/>
                    </a:cubicBezTo>
                    <a:cubicBezTo>
                      <a:pt x="98" y="12"/>
                      <a:pt x="1" y="462"/>
                      <a:pt x="36" y="1010"/>
                    </a:cubicBezTo>
                    <a:cubicBezTo>
                      <a:pt x="73" y="1549"/>
                      <a:pt x="227" y="1979"/>
                      <a:pt x="381" y="1979"/>
                    </a:cubicBezTo>
                    <a:cubicBezTo>
                      <a:pt x="383" y="1979"/>
                      <a:pt x="384" y="1979"/>
                      <a:pt x="386" y="1979"/>
                    </a:cubicBezTo>
                    <a:cubicBezTo>
                      <a:pt x="544" y="1970"/>
                      <a:pt x="641" y="1518"/>
                      <a:pt x="606" y="972"/>
                    </a:cubicBezTo>
                    <a:cubicBezTo>
                      <a:pt x="569" y="431"/>
                      <a:pt x="415" y="1"/>
                      <a:pt x="261" y="1"/>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469;p25">
                <a:extLst>
                  <a:ext uri="{FF2B5EF4-FFF2-40B4-BE49-F238E27FC236}">
                    <a16:creationId xmlns:a16="http://schemas.microsoft.com/office/drawing/2014/main" id="{5A1A1E38-B73B-42EB-77B4-A41E81BD1B04}"/>
                  </a:ext>
                </a:extLst>
              </p:cNvPr>
              <p:cNvSpPr/>
              <p:nvPr/>
            </p:nvSpPr>
            <p:spPr>
              <a:xfrm>
                <a:off x="1883100" y="611525"/>
                <a:ext cx="99200" cy="134475"/>
              </a:xfrm>
              <a:custGeom>
                <a:avLst/>
                <a:gdLst/>
                <a:ahLst/>
                <a:cxnLst/>
                <a:rect l="l" t="t" r="r" b="b"/>
                <a:pathLst>
                  <a:path w="3968" h="5379" extrusionOk="0">
                    <a:moveTo>
                      <a:pt x="465" y="1"/>
                    </a:moveTo>
                    <a:cubicBezTo>
                      <a:pt x="388" y="1"/>
                      <a:pt x="345" y="13"/>
                      <a:pt x="342" y="30"/>
                    </a:cubicBezTo>
                    <a:cubicBezTo>
                      <a:pt x="324" y="103"/>
                      <a:pt x="719" y="220"/>
                      <a:pt x="1282" y="571"/>
                    </a:cubicBezTo>
                    <a:cubicBezTo>
                      <a:pt x="1631" y="786"/>
                      <a:pt x="2049" y="1114"/>
                      <a:pt x="2420" y="1565"/>
                    </a:cubicBezTo>
                    <a:lnTo>
                      <a:pt x="2420" y="1565"/>
                    </a:lnTo>
                    <a:cubicBezTo>
                      <a:pt x="2320" y="1526"/>
                      <a:pt x="2214" y="1493"/>
                      <a:pt x="2103" y="1467"/>
                    </a:cubicBezTo>
                    <a:cubicBezTo>
                      <a:pt x="1986" y="1438"/>
                      <a:pt x="1863" y="1423"/>
                      <a:pt x="1740" y="1423"/>
                    </a:cubicBezTo>
                    <a:cubicBezTo>
                      <a:pt x="1430" y="1423"/>
                      <a:pt x="1115" y="1514"/>
                      <a:pt x="874" y="1695"/>
                    </a:cubicBezTo>
                    <a:cubicBezTo>
                      <a:pt x="533" y="1939"/>
                      <a:pt x="331" y="2287"/>
                      <a:pt x="224" y="2627"/>
                    </a:cubicBezTo>
                    <a:cubicBezTo>
                      <a:pt x="0" y="3330"/>
                      <a:pt x="244" y="4006"/>
                      <a:pt x="533" y="4405"/>
                    </a:cubicBezTo>
                    <a:cubicBezTo>
                      <a:pt x="1090" y="5158"/>
                      <a:pt x="1649" y="5379"/>
                      <a:pt x="1763" y="5379"/>
                    </a:cubicBezTo>
                    <a:cubicBezTo>
                      <a:pt x="1775" y="5379"/>
                      <a:pt x="1782" y="5377"/>
                      <a:pt x="1783" y="5372"/>
                    </a:cubicBezTo>
                    <a:cubicBezTo>
                      <a:pt x="1848" y="5297"/>
                      <a:pt x="1318" y="4964"/>
                      <a:pt x="876" y="4197"/>
                    </a:cubicBezTo>
                    <a:cubicBezTo>
                      <a:pt x="666" y="3811"/>
                      <a:pt x="533" y="3301"/>
                      <a:pt x="723" y="2793"/>
                    </a:cubicBezTo>
                    <a:cubicBezTo>
                      <a:pt x="871" y="2352"/>
                      <a:pt x="1250" y="1988"/>
                      <a:pt x="1727" y="1988"/>
                    </a:cubicBezTo>
                    <a:cubicBezTo>
                      <a:pt x="1808" y="1988"/>
                      <a:pt x="1892" y="1999"/>
                      <a:pt x="1979" y="2021"/>
                    </a:cubicBezTo>
                    <a:cubicBezTo>
                      <a:pt x="2371" y="2110"/>
                      <a:pt x="2746" y="2358"/>
                      <a:pt x="3094" y="2596"/>
                    </a:cubicBezTo>
                    <a:lnTo>
                      <a:pt x="3968" y="3188"/>
                    </a:lnTo>
                    <a:lnTo>
                      <a:pt x="3500" y="2252"/>
                    </a:lnTo>
                    <a:cubicBezTo>
                      <a:pt x="2963" y="1178"/>
                      <a:pt x="2092" y="546"/>
                      <a:pt x="1444" y="263"/>
                    </a:cubicBezTo>
                    <a:cubicBezTo>
                      <a:pt x="988" y="61"/>
                      <a:pt x="640" y="1"/>
                      <a:pt x="465" y="1"/>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470;p25">
                <a:extLst>
                  <a:ext uri="{FF2B5EF4-FFF2-40B4-BE49-F238E27FC236}">
                    <a16:creationId xmlns:a16="http://schemas.microsoft.com/office/drawing/2014/main" id="{5683D926-AC50-05E9-BE37-7731D94E8EFF}"/>
                  </a:ext>
                </a:extLst>
              </p:cNvPr>
              <p:cNvSpPr/>
              <p:nvPr/>
            </p:nvSpPr>
            <p:spPr>
              <a:xfrm>
                <a:off x="2280550" y="862800"/>
                <a:ext cx="92525" cy="69750"/>
              </a:xfrm>
              <a:custGeom>
                <a:avLst/>
                <a:gdLst/>
                <a:ahLst/>
                <a:cxnLst/>
                <a:rect l="l" t="t" r="r" b="b"/>
                <a:pathLst>
                  <a:path w="3701" h="2790" extrusionOk="0">
                    <a:moveTo>
                      <a:pt x="187" y="1"/>
                    </a:moveTo>
                    <a:cubicBezTo>
                      <a:pt x="186" y="1"/>
                      <a:pt x="185" y="1"/>
                      <a:pt x="184" y="1"/>
                    </a:cubicBezTo>
                    <a:cubicBezTo>
                      <a:pt x="183" y="1"/>
                      <a:pt x="182" y="1"/>
                      <a:pt x="181" y="1"/>
                    </a:cubicBezTo>
                    <a:cubicBezTo>
                      <a:pt x="110" y="1"/>
                      <a:pt x="0" y="295"/>
                      <a:pt x="77" y="779"/>
                    </a:cubicBezTo>
                    <a:cubicBezTo>
                      <a:pt x="148" y="1261"/>
                      <a:pt x="461" y="1939"/>
                      <a:pt x="1117" y="2376"/>
                    </a:cubicBezTo>
                    <a:cubicBezTo>
                      <a:pt x="1572" y="2680"/>
                      <a:pt x="2070" y="2789"/>
                      <a:pt x="2491" y="2789"/>
                    </a:cubicBezTo>
                    <a:cubicBezTo>
                      <a:pt x="2675" y="2789"/>
                      <a:pt x="2845" y="2768"/>
                      <a:pt x="2989" y="2733"/>
                    </a:cubicBezTo>
                    <a:cubicBezTo>
                      <a:pt x="3472" y="2620"/>
                      <a:pt x="3701" y="2403"/>
                      <a:pt x="3670" y="2341"/>
                    </a:cubicBezTo>
                    <a:cubicBezTo>
                      <a:pt x="3663" y="2315"/>
                      <a:pt x="3621" y="2306"/>
                      <a:pt x="3551" y="2306"/>
                    </a:cubicBezTo>
                    <a:cubicBezTo>
                      <a:pt x="3429" y="2306"/>
                      <a:pt x="3221" y="2332"/>
                      <a:pt x="2961" y="2332"/>
                    </a:cubicBezTo>
                    <a:cubicBezTo>
                      <a:pt x="2537" y="2332"/>
                      <a:pt x="1976" y="2264"/>
                      <a:pt x="1434" y="1904"/>
                    </a:cubicBezTo>
                    <a:cubicBezTo>
                      <a:pt x="385" y="1195"/>
                      <a:pt x="333" y="1"/>
                      <a:pt x="187" y="1"/>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471;p25">
                <a:extLst>
                  <a:ext uri="{FF2B5EF4-FFF2-40B4-BE49-F238E27FC236}">
                    <a16:creationId xmlns:a16="http://schemas.microsoft.com/office/drawing/2014/main" id="{C3F4CC65-6621-32D6-6E00-823F86924548}"/>
                  </a:ext>
                </a:extLst>
              </p:cNvPr>
              <p:cNvSpPr/>
              <p:nvPr/>
            </p:nvSpPr>
            <p:spPr>
              <a:xfrm>
                <a:off x="2254560" y="3803057"/>
                <a:ext cx="340125" cy="107896"/>
              </a:xfrm>
              <a:custGeom>
                <a:avLst/>
                <a:gdLst/>
                <a:ahLst/>
                <a:cxnLst/>
                <a:rect l="l" t="t" r="r" b="b"/>
                <a:pathLst>
                  <a:path w="13605" h="3553" extrusionOk="0">
                    <a:moveTo>
                      <a:pt x="13604" y="0"/>
                    </a:moveTo>
                    <a:lnTo>
                      <a:pt x="1" y="847"/>
                    </a:lnTo>
                    <a:lnTo>
                      <a:pt x="1" y="3553"/>
                    </a:lnTo>
                    <a:lnTo>
                      <a:pt x="13604" y="3553"/>
                    </a:lnTo>
                    <a:lnTo>
                      <a:pt x="13604" y="0"/>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472;p25">
                <a:extLst>
                  <a:ext uri="{FF2B5EF4-FFF2-40B4-BE49-F238E27FC236}">
                    <a16:creationId xmlns:a16="http://schemas.microsoft.com/office/drawing/2014/main" id="{F126082D-A0BD-97AF-57C1-7A23F6C45BE4}"/>
                  </a:ext>
                </a:extLst>
              </p:cNvPr>
              <p:cNvSpPr/>
              <p:nvPr/>
            </p:nvSpPr>
            <p:spPr>
              <a:xfrm>
                <a:off x="2377735" y="3880310"/>
                <a:ext cx="86383" cy="883984"/>
              </a:xfrm>
              <a:custGeom>
                <a:avLst/>
                <a:gdLst/>
                <a:ahLst/>
                <a:cxnLst/>
                <a:rect l="l" t="t" r="r" b="b"/>
                <a:pathLst>
                  <a:path w="3456" h="19857" extrusionOk="0">
                    <a:moveTo>
                      <a:pt x="0" y="1"/>
                    </a:moveTo>
                    <a:lnTo>
                      <a:pt x="0" y="19857"/>
                    </a:lnTo>
                    <a:lnTo>
                      <a:pt x="3455" y="19857"/>
                    </a:lnTo>
                    <a:lnTo>
                      <a:pt x="3455"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473;p25">
                <a:extLst>
                  <a:ext uri="{FF2B5EF4-FFF2-40B4-BE49-F238E27FC236}">
                    <a16:creationId xmlns:a16="http://schemas.microsoft.com/office/drawing/2014/main" id="{9B6A6DB9-2589-510D-B8EF-E4E547ACCF0D}"/>
                  </a:ext>
                </a:extLst>
              </p:cNvPr>
              <p:cNvSpPr/>
              <p:nvPr/>
            </p:nvSpPr>
            <p:spPr>
              <a:xfrm>
                <a:off x="2308070" y="4736835"/>
                <a:ext cx="220650" cy="1089497"/>
              </a:xfrm>
              <a:custGeom>
                <a:avLst/>
                <a:gdLst/>
                <a:ahLst/>
                <a:cxnLst/>
                <a:rect l="l" t="t" r="r" b="b"/>
                <a:pathLst>
                  <a:path w="8826" h="32725" extrusionOk="0">
                    <a:moveTo>
                      <a:pt x="369" y="1"/>
                    </a:moveTo>
                    <a:cubicBezTo>
                      <a:pt x="1" y="491"/>
                      <a:pt x="369" y="32724"/>
                      <a:pt x="369" y="32724"/>
                    </a:cubicBezTo>
                    <a:lnTo>
                      <a:pt x="8825" y="32724"/>
                    </a:lnTo>
                    <a:lnTo>
                      <a:pt x="8825"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474;p25">
                <a:extLst>
                  <a:ext uri="{FF2B5EF4-FFF2-40B4-BE49-F238E27FC236}">
                    <a16:creationId xmlns:a16="http://schemas.microsoft.com/office/drawing/2014/main" id="{559E94FC-CE61-77FC-0485-F2B166338AD7}"/>
                  </a:ext>
                </a:extLst>
              </p:cNvPr>
              <p:cNvSpPr/>
              <p:nvPr/>
            </p:nvSpPr>
            <p:spPr>
              <a:xfrm>
                <a:off x="1316950" y="5805742"/>
                <a:ext cx="2055975" cy="85850"/>
              </a:xfrm>
              <a:custGeom>
                <a:avLst/>
                <a:gdLst/>
                <a:ahLst/>
                <a:cxnLst/>
                <a:rect l="l" t="t" r="r" b="b"/>
                <a:pathLst>
                  <a:path w="82239" h="3434" extrusionOk="0">
                    <a:moveTo>
                      <a:pt x="1" y="1"/>
                    </a:moveTo>
                    <a:lnTo>
                      <a:pt x="1" y="3434"/>
                    </a:lnTo>
                    <a:lnTo>
                      <a:pt x="82238" y="3434"/>
                    </a:lnTo>
                    <a:lnTo>
                      <a:pt x="82238"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475;p25">
                <a:extLst>
                  <a:ext uri="{FF2B5EF4-FFF2-40B4-BE49-F238E27FC236}">
                    <a16:creationId xmlns:a16="http://schemas.microsoft.com/office/drawing/2014/main" id="{3103318C-8150-59E2-1E74-AFAF20B0A316}"/>
                  </a:ext>
                </a:extLst>
              </p:cNvPr>
              <p:cNvSpPr/>
              <p:nvPr/>
            </p:nvSpPr>
            <p:spPr>
              <a:xfrm>
                <a:off x="3207500" y="5891567"/>
                <a:ext cx="165425" cy="183875"/>
              </a:xfrm>
              <a:custGeom>
                <a:avLst/>
                <a:gdLst/>
                <a:ahLst/>
                <a:cxnLst/>
                <a:rect l="l" t="t" r="r" b="b"/>
                <a:pathLst>
                  <a:path w="6617" h="7355" extrusionOk="0">
                    <a:moveTo>
                      <a:pt x="3307" y="1"/>
                    </a:moveTo>
                    <a:cubicBezTo>
                      <a:pt x="1482" y="1"/>
                      <a:pt x="0" y="1644"/>
                      <a:pt x="0" y="3676"/>
                    </a:cubicBezTo>
                    <a:cubicBezTo>
                      <a:pt x="0" y="5709"/>
                      <a:pt x="1480" y="7355"/>
                      <a:pt x="3307" y="7355"/>
                    </a:cubicBezTo>
                    <a:cubicBezTo>
                      <a:pt x="5135" y="7355"/>
                      <a:pt x="6616" y="5709"/>
                      <a:pt x="6616" y="3676"/>
                    </a:cubicBezTo>
                    <a:cubicBezTo>
                      <a:pt x="6616" y="1646"/>
                      <a:pt x="5135" y="1"/>
                      <a:pt x="3307"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476;p25">
                <a:extLst>
                  <a:ext uri="{FF2B5EF4-FFF2-40B4-BE49-F238E27FC236}">
                    <a16:creationId xmlns:a16="http://schemas.microsoft.com/office/drawing/2014/main" id="{3D8D197D-E9D4-0679-5024-468679BA9EE9}"/>
                  </a:ext>
                </a:extLst>
              </p:cNvPr>
              <p:cNvSpPr/>
              <p:nvPr/>
            </p:nvSpPr>
            <p:spPr>
              <a:xfrm>
                <a:off x="1282850" y="5891567"/>
                <a:ext cx="191100" cy="183850"/>
              </a:xfrm>
              <a:custGeom>
                <a:avLst/>
                <a:gdLst/>
                <a:ahLst/>
                <a:cxnLst/>
                <a:rect l="l" t="t" r="r" b="b"/>
                <a:pathLst>
                  <a:path w="7644" h="7354" extrusionOk="0">
                    <a:moveTo>
                      <a:pt x="3966" y="1"/>
                    </a:moveTo>
                    <a:cubicBezTo>
                      <a:pt x="2480" y="1"/>
                      <a:pt x="1138" y="897"/>
                      <a:pt x="568" y="2269"/>
                    </a:cubicBezTo>
                    <a:cubicBezTo>
                      <a:pt x="1" y="3644"/>
                      <a:pt x="313" y="5226"/>
                      <a:pt x="1367" y="6277"/>
                    </a:cubicBezTo>
                    <a:cubicBezTo>
                      <a:pt x="2070" y="6980"/>
                      <a:pt x="3010" y="7354"/>
                      <a:pt x="3967" y="7354"/>
                    </a:cubicBezTo>
                    <a:cubicBezTo>
                      <a:pt x="4441" y="7354"/>
                      <a:pt x="4919" y="7262"/>
                      <a:pt x="5374" y="7073"/>
                    </a:cubicBezTo>
                    <a:cubicBezTo>
                      <a:pt x="6747" y="6505"/>
                      <a:pt x="7643" y="5164"/>
                      <a:pt x="7643" y="3676"/>
                    </a:cubicBezTo>
                    <a:cubicBezTo>
                      <a:pt x="7643" y="1646"/>
                      <a:pt x="5998" y="1"/>
                      <a:pt x="3966"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477;p25">
                <a:extLst>
                  <a:ext uri="{FF2B5EF4-FFF2-40B4-BE49-F238E27FC236}">
                    <a16:creationId xmlns:a16="http://schemas.microsoft.com/office/drawing/2014/main" id="{8403B650-2FC0-5857-4130-B308D9E1D93F}"/>
                  </a:ext>
                </a:extLst>
              </p:cNvPr>
              <p:cNvSpPr/>
              <p:nvPr/>
            </p:nvSpPr>
            <p:spPr>
              <a:xfrm>
                <a:off x="2418800" y="5891567"/>
                <a:ext cx="191100" cy="183850"/>
              </a:xfrm>
              <a:custGeom>
                <a:avLst/>
                <a:gdLst/>
                <a:ahLst/>
                <a:cxnLst/>
                <a:rect l="l" t="t" r="r" b="b"/>
                <a:pathLst>
                  <a:path w="7644" h="7354" extrusionOk="0">
                    <a:moveTo>
                      <a:pt x="3966" y="1"/>
                    </a:moveTo>
                    <a:cubicBezTo>
                      <a:pt x="2480" y="1"/>
                      <a:pt x="1138" y="897"/>
                      <a:pt x="568" y="2269"/>
                    </a:cubicBezTo>
                    <a:cubicBezTo>
                      <a:pt x="1" y="3644"/>
                      <a:pt x="315" y="5226"/>
                      <a:pt x="1367" y="6277"/>
                    </a:cubicBezTo>
                    <a:cubicBezTo>
                      <a:pt x="2070" y="6980"/>
                      <a:pt x="3010" y="7354"/>
                      <a:pt x="3967" y="7354"/>
                    </a:cubicBezTo>
                    <a:cubicBezTo>
                      <a:pt x="4441" y="7354"/>
                      <a:pt x="4919" y="7262"/>
                      <a:pt x="5374" y="7073"/>
                    </a:cubicBezTo>
                    <a:cubicBezTo>
                      <a:pt x="6747" y="6505"/>
                      <a:pt x="7643" y="5164"/>
                      <a:pt x="7643" y="3676"/>
                    </a:cubicBezTo>
                    <a:cubicBezTo>
                      <a:pt x="7643" y="1646"/>
                      <a:pt x="5997" y="1"/>
                      <a:pt x="3966"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478;p25">
                <a:extLst>
                  <a:ext uri="{FF2B5EF4-FFF2-40B4-BE49-F238E27FC236}">
                    <a16:creationId xmlns:a16="http://schemas.microsoft.com/office/drawing/2014/main" id="{D487B617-494A-515C-A80F-5BDE4971F950}"/>
                  </a:ext>
                </a:extLst>
              </p:cNvPr>
              <p:cNvSpPr/>
              <p:nvPr/>
            </p:nvSpPr>
            <p:spPr>
              <a:xfrm>
                <a:off x="1566625" y="3537350"/>
                <a:ext cx="1794875" cy="318350"/>
              </a:xfrm>
              <a:custGeom>
                <a:avLst/>
                <a:gdLst/>
                <a:ahLst/>
                <a:cxnLst/>
                <a:rect l="l" t="t" r="r" b="b"/>
                <a:pathLst>
                  <a:path w="71795" h="12734" extrusionOk="0">
                    <a:moveTo>
                      <a:pt x="33160" y="0"/>
                    </a:moveTo>
                    <a:cubicBezTo>
                      <a:pt x="22524" y="0"/>
                      <a:pt x="10910" y="412"/>
                      <a:pt x="0" y="1648"/>
                    </a:cubicBezTo>
                    <a:cubicBezTo>
                      <a:pt x="0" y="1648"/>
                      <a:pt x="395" y="6692"/>
                      <a:pt x="1715" y="7284"/>
                    </a:cubicBezTo>
                    <a:cubicBezTo>
                      <a:pt x="2856" y="7797"/>
                      <a:pt x="17480" y="12733"/>
                      <a:pt x="33774" y="12733"/>
                    </a:cubicBezTo>
                    <a:cubicBezTo>
                      <a:pt x="36347" y="12733"/>
                      <a:pt x="38962" y="12610"/>
                      <a:pt x="41573" y="12327"/>
                    </a:cubicBezTo>
                    <a:cubicBezTo>
                      <a:pt x="60710" y="10249"/>
                      <a:pt x="71003" y="7727"/>
                      <a:pt x="71794" y="4614"/>
                    </a:cubicBezTo>
                    <a:lnTo>
                      <a:pt x="71794" y="1648"/>
                    </a:lnTo>
                    <a:cubicBezTo>
                      <a:pt x="71794" y="1648"/>
                      <a:pt x="54433" y="0"/>
                      <a:pt x="33160"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479;p25">
                <a:extLst>
                  <a:ext uri="{FF2B5EF4-FFF2-40B4-BE49-F238E27FC236}">
                    <a16:creationId xmlns:a16="http://schemas.microsoft.com/office/drawing/2014/main" id="{1F903C2A-D2AC-9FA3-1F20-B374549692EF}"/>
                  </a:ext>
                </a:extLst>
              </p:cNvPr>
              <p:cNvSpPr/>
              <p:nvPr/>
            </p:nvSpPr>
            <p:spPr>
              <a:xfrm>
                <a:off x="1609475" y="3650525"/>
                <a:ext cx="1788175" cy="204500"/>
              </a:xfrm>
              <a:custGeom>
                <a:avLst/>
                <a:gdLst/>
                <a:ahLst/>
                <a:cxnLst/>
                <a:rect l="l" t="t" r="r" b="b"/>
                <a:pathLst>
                  <a:path w="71527" h="8180" extrusionOk="0">
                    <a:moveTo>
                      <a:pt x="62870" y="0"/>
                    </a:moveTo>
                    <a:cubicBezTo>
                      <a:pt x="37264" y="0"/>
                      <a:pt x="1" y="2757"/>
                      <a:pt x="1" y="2757"/>
                    </a:cubicBezTo>
                    <a:cubicBezTo>
                      <a:pt x="12950" y="7741"/>
                      <a:pt x="28135" y="8179"/>
                      <a:pt x="33075" y="8179"/>
                    </a:cubicBezTo>
                    <a:cubicBezTo>
                      <a:pt x="34130" y="8179"/>
                      <a:pt x="34718" y="8159"/>
                      <a:pt x="34718" y="8159"/>
                    </a:cubicBezTo>
                    <a:cubicBezTo>
                      <a:pt x="71526" y="5791"/>
                      <a:pt x="70080" y="87"/>
                      <a:pt x="70080" y="87"/>
                    </a:cubicBezTo>
                    <a:cubicBezTo>
                      <a:pt x="67823" y="27"/>
                      <a:pt x="65403" y="0"/>
                      <a:pt x="62870" y="0"/>
                    </a:cubicBez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480;p25">
                <a:extLst>
                  <a:ext uri="{FF2B5EF4-FFF2-40B4-BE49-F238E27FC236}">
                    <a16:creationId xmlns:a16="http://schemas.microsoft.com/office/drawing/2014/main" id="{0AD10980-4A27-F260-3272-E51C02FAFE32}"/>
                  </a:ext>
                </a:extLst>
              </p:cNvPr>
              <p:cNvSpPr/>
              <p:nvPr/>
            </p:nvSpPr>
            <p:spPr>
              <a:xfrm>
                <a:off x="1571550" y="2023375"/>
                <a:ext cx="246975" cy="1578050"/>
              </a:xfrm>
              <a:custGeom>
                <a:avLst/>
                <a:gdLst/>
                <a:ahLst/>
                <a:cxnLst/>
                <a:rect l="l" t="t" r="r" b="b"/>
                <a:pathLst>
                  <a:path w="9879" h="63122" extrusionOk="0">
                    <a:moveTo>
                      <a:pt x="4851" y="1"/>
                    </a:moveTo>
                    <a:cubicBezTo>
                      <a:pt x="4851" y="1"/>
                      <a:pt x="3037" y="495"/>
                      <a:pt x="1518" y="8005"/>
                    </a:cubicBezTo>
                    <a:cubicBezTo>
                      <a:pt x="1" y="15512"/>
                      <a:pt x="3185" y="63121"/>
                      <a:pt x="3185" y="63121"/>
                    </a:cubicBezTo>
                    <a:lnTo>
                      <a:pt x="9879" y="61300"/>
                    </a:lnTo>
                    <a:lnTo>
                      <a:pt x="4851"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481;p25">
                <a:extLst>
                  <a:ext uri="{FF2B5EF4-FFF2-40B4-BE49-F238E27FC236}">
                    <a16:creationId xmlns:a16="http://schemas.microsoft.com/office/drawing/2014/main" id="{07449C9B-E1D5-A7B0-C90F-B2378A2577FB}"/>
                  </a:ext>
                </a:extLst>
              </p:cNvPr>
              <p:cNvSpPr/>
              <p:nvPr/>
            </p:nvSpPr>
            <p:spPr>
              <a:xfrm>
                <a:off x="1550375" y="1630975"/>
                <a:ext cx="498025" cy="1285725"/>
              </a:xfrm>
              <a:custGeom>
                <a:avLst/>
                <a:gdLst/>
                <a:ahLst/>
                <a:cxnLst/>
                <a:rect l="l" t="t" r="r" b="b"/>
                <a:pathLst>
                  <a:path w="19921" h="51429" extrusionOk="0">
                    <a:moveTo>
                      <a:pt x="7255" y="0"/>
                    </a:moveTo>
                    <a:cubicBezTo>
                      <a:pt x="6933" y="0"/>
                      <a:pt x="6608" y="23"/>
                      <a:pt x="6281" y="70"/>
                    </a:cubicBezTo>
                    <a:cubicBezTo>
                      <a:pt x="2575" y="600"/>
                      <a:pt x="0" y="4038"/>
                      <a:pt x="533" y="7746"/>
                    </a:cubicBezTo>
                    <a:lnTo>
                      <a:pt x="5964" y="45610"/>
                    </a:lnTo>
                    <a:cubicBezTo>
                      <a:pt x="6447" y="48991"/>
                      <a:pt x="9348" y="51428"/>
                      <a:pt x="12667" y="51428"/>
                    </a:cubicBezTo>
                    <a:cubicBezTo>
                      <a:pt x="12988" y="51428"/>
                      <a:pt x="13313" y="51406"/>
                      <a:pt x="13640" y="51359"/>
                    </a:cubicBezTo>
                    <a:cubicBezTo>
                      <a:pt x="17346" y="50829"/>
                      <a:pt x="19921" y="47391"/>
                      <a:pt x="19391" y="43685"/>
                    </a:cubicBezTo>
                    <a:lnTo>
                      <a:pt x="13959" y="5819"/>
                    </a:lnTo>
                    <a:cubicBezTo>
                      <a:pt x="13474" y="2437"/>
                      <a:pt x="10575" y="0"/>
                      <a:pt x="7255"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482;p25">
                <a:extLst>
                  <a:ext uri="{FF2B5EF4-FFF2-40B4-BE49-F238E27FC236}">
                    <a16:creationId xmlns:a16="http://schemas.microsoft.com/office/drawing/2014/main" id="{A22B3D92-740F-4A38-45BF-BED77FDB16B9}"/>
                  </a:ext>
                </a:extLst>
              </p:cNvPr>
              <p:cNvSpPr/>
              <p:nvPr/>
            </p:nvSpPr>
            <p:spPr>
              <a:xfrm>
                <a:off x="1201350" y="1144150"/>
                <a:ext cx="1685425" cy="1833675"/>
              </a:xfrm>
              <a:custGeom>
                <a:avLst/>
                <a:gdLst/>
                <a:ahLst/>
                <a:cxnLst/>
                <a:rect l="l" t="t" r="r" b="b"/>
                <a:pathLst>
                  <a:path w="67417" h="73347" extrusionOk="0">
                    <a:moveTo>
                      <a:pt x="30382" y="0"/>
                    </a:moveTo>
                    <a:cubicBezTo>
                      <a:pt x="28710" y="0"/>
                      <a:pt x="27676" y="186"/>
                      <a:pt x="27676" y="186"/>
                    </a:cubicBezTo>
                    <a:cubicBezTo>
                      <a:pt x="27676" y="186"/>
                      <a:pt x="27663" y="186"/>
                      <a:pt x="27639" y="186"/>
                    </a:cubicBezTo>
                    <a:cubicBezTo>
                      <a:pt x="26499" y="186"/>
                      <a:pt x="0" y="955"/>
                      <a:pt x="31240" y="73347"/>
                    </a:cubicBezTo>
                    <a:lnTo>
                      <a:pt x="67417" y="51328"/>
                    </a:lnTo>
                    <a:cubicBezTo>
                      <a:pt x="67417" y="51328"/>
                      <a:pt x="46836" y="5555"/>
                      <a:pt x="40761" y="2453"/>
                    </a:cubicBezTo>
                    <a:cubicBezTo>
                      <a:pt x="36760" y="411"/>
                      <a:pt x="32866" y="0"/>
                      <a:pt x="30382"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483;p25">
                <a:extLst>
                  <a:ext uri="{FF2B5EF4-FFF2-40B4-BE49-F238E27FC236}">
                    <a16:creationId xmlns:a16="http://schemas.microsoft.com/office/drawing/2014/main" id="{E263A89D-0130-43ED-FD2F-22EDEEF0832A}"/>
                  </a:ext>
                </a:extLst>
              </p:cNvPr>
              <p:cNvSpPr/>
              <p:nvPr/>
            </p:nvSpPr>
            <p:spPr>
              <a:xfrm>
                <a:off x="5935650" y="1444750"/>
                <a:ext cx="298875" cy="740825"/>
              </a:xfrm>
              <a:custGeom>
                <a:avLst/>
                <a:gdLst/>
                <a:ahLst/>
                <a:cxnLst/>
                <a:rect l="l" t="t" r="r" b="b"/>
                <a:pathLst>
                  <a:path w="11955" h="29633" extrusionOk="0">
                    <a:moveTo>
                      <a:pt x="9423" y="0"/>
                    </a:moveTo>
                    <a:cubicBezTo>
                      <a:pt x="8410" y="0"/>
                      <a:pt x="6357" y="4913"/>
                      <a:pt x="6357" y="4913"/>
                    </a:cubicBezTo>
                    <a:lnTo>
                      <a:pt x="0" y="4002"/>
                    </a:lnTo>
                    <a:lnTo>
                      <a:pt x="1728" y="28533"/>
                    </a:lnTo>
                    <a:lnTo>
                      <a:pt x="11954" y="29633"/>
                    </a:lnTo>
                    <a:cubicBezTo>
                      <a:pt x="11954" y="29633"/>
                      <a:pt x="10251" y="5470"/>
                      <a:pt x="9954" y="1245"/>
                    </a:cubicBezTo>
                    <a:cubicBezTo>
                      <a:pt x="9891" y="352"/>
                      <a:pt x="9694" y="0"/>
                      <a:pt x="9423"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484;p25">
                <a:extLst>
                  <a:ext uri="{FF2B5EF4-FFF2-40B4-BE49-F238E27FC236}">
                    <a16:creationId xmlns:a16="http://schemas.microsoft.com/office/drawing/2014/main" id="{6D290E76-B64B-3654-F0AD-87FBA804EBC1}"/>
                  </a:ext>
                </a:extLst>
              </p:cNvPr>
              <p:cNvSpPr/>
              <p:nvPr/>
            </p:nvSpPr>
            <p:spPr>
              <a:xfrm>
                <a:off x="6159200" y="1457225"/>
                <a:ext cx="53525" cy="715275"/>
              </a:xfrm>
              <a:custGeom>
                <a:avLst/>
                <a:gdLst/>
                <a:ahLst/>
                <a:cxnLst/>
                <a:rect l="l" t="t" r="r" b="b"/>
                <a:pathLst>
                  <a:path w="2141" h="28611" extrusionOk="0">
                    <a:moveTo>
                      <a:pt x="65" y="1"/>
                    </a:moveTo>
                    <a:cubicBezTo>
                      <a:pt x="65" y="1"/>
                      <a:pt x="65" y="1"/>
                      <a:pt x="65" y="1"/>
                    </a:cubicBezTo>
                    <a:cubicBezTo>
                      <a:pt x="0" y="5"/>
                      <a:pt x="402" y="6410"/>
                      <a:pt x="959" y="14312"/>
                    </a:cubicBezTo>
                    <a:cubicBezTo>
                      <a:pt x="1513" y="22211"/>
                      <a:pt x="2016" y="28610"/>
                      <a:pt x="2078" y="28610"/>
                    </a:cubicBezTo>
                    <a:cubicBezTo>
                      <a:pt x="2078" y="28610"/>
                      <a:pt x="2079" y="28610"/>
                      <a:pt x="2079" y="28610"/>
                    </a:cubicBezTo>
                    <a:cubicBezTo>
                      <a:pt x="2141" y="28606"/>
                      <a:pt x="1741" y="22194"/>
                      <a:pt x="1185" y="14297"/>
                    </a:cubicBezTo>
                    <a:cubicBezTo>
                      <a:pt x="628" y="6400"/>
                      <a:pt x="127" y="1"/>
                      <a:pt x="6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485;p25">
                <a:extLst>
                  <a:ext uri="{FF2B5EF4-FFF2-40B4-BE49-F238E27FC236}">
                    <a16:creationId xmlns:a16="http://schemas.microsoft.com/office/drawing/2014/main" id="{35008491-EAB5-B50B-9E47-7BA767167552}"/>
                  </a:ext>
                </a:extLst>
              </p:cNvPr>
              <p:cNvSpPr/>
              <p:nvPr/>
            </p:nvSpPr>
            <p:spPr>
              <a:xfrm>
                <a:off x="6103025" y="1537900"/>
                <a:ext cx="30575" cy="58675"/>
              </a:xfrm>
              <a:custGeom>
                <a:avLst/>
                <a:gdLst/>
                <a:ahLst/>
                <a:cxnLst/>
                <a:rect l="l" t="t" r="r" b="b"/>
                <a:pathLst>
                  <a:path w="1223" h="2347" extrusionOk="0">
                    <a:moveTo>
                      <a:pt x="62" y="0"/>
                    </a:moveTo>
                    <a:cubicBezTo>
                      <a:pt x="61" y="0"/>
                      <a:pt x="60" y="0"/>
                      <a:pt x="59" y="1"/>
                    </a:cubicBezTo>
                    <a:cubicBezTo>
                      <a:pt x="1" y="21"/>
                      <a:pt x="145" y="593"/>
                      <a:pt x="455" y="1247"/>
                    </a:cubicBezTo>
                    <a:cubicBezTo>
                      <a:pt x="754" y="1882"/>
                      <a:pt x="1089" y="2346"/>
                      <a:pt x="1161" y="2346"/>
                    </a:cubicBezTo>
                    <a:cubicBezTo>
                      <a:pt x="1163" y="2346"/>
                      <a:pt x="1166" y="2346"/>
                      <a:pt x="1167" y="2345"/>
                    </a:cubicBezTo>
                    <a:cubicBezTo>
                      <a:pt x="1223" y="2309"/>
                      <a:pt x="966" y="1790"/>
                      <a:pt x="662" y="1149"/>
                    </a:cubicBezTo>
                    <a:cubicBezTo>
                      <a:pt x="361" y="520"/>
                      <a:pt x="127" y="0"/>
                      <a:pt x="62"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486;p25">
                <a:extLst>
                  <a:ext uri="{FF2B5EF4-FFF2-40B4-BE49-F238E27FC236}">
                    <a16:creationId xmlns:a16="http://schemas.microsoft.com/office/drawing/2014/main" id="{B2783001-7896-327B-DC19-475A997650FE}"/>
                  </a:ext>
                </a:extLst>
              </p:cNvPr>
              <p:cNvSpPr/>
              <p:nvPr/>
            </p:nvSpPr>
            <p:spPr>
              <a:xfrm>
                <a:off x="6094600" y="1563575"/>
                <a:ext cx="27300" cy="60550"/>
              </a:xfrm>
              <a:custGeom>
                <a:avLst/>
                <a:gdLst/>
                <a:ahLst/>
                <a:cxnLst/>
                <a:rect l="l" t="t" r="r" b="b"/>
                <a:pathLst>
                  <a:path w="1092" h="2422" extrusionOk="0">
                    <a:moveTo>
                      <a:pt x="61" y="0"/>
                    </a:moveTo>
                    <a:cubicBezTo>
                      <a:pt x="60" y="0"/>
                      <a:pt x="59" y="0"/>
                      <a:pt x="58" y="0"/>
                    </a:cubicBezTo>
                    <a:cubicBezTo>
                      <a:pt x="1" y="14"/>
                      <a:pt x="83" y="606"/>
                      <a:pt x="356" y="1289"/>
                    </a:cubicBezTo>
                    <a:cubicBezTo>
                      <a:pt x="620" y="1948"/>
                      <a:pt x="960" y="2422"/>
                      <a:pt x="1028" y="2422"/>
                    </a:cubicBezTo>
                    <a:cubicBezTo>
                      <a:pt x="1031" y="2422"/>
                      <a:pt x="1033" y="2421"/>
                      <a:pt x="1034" y="2420"/>
                    </a:cubicBezTo>
                    <a:cubicBezTo>
                      <a:pt x="1092" y="2387"/>
                      <a:pt x="835" y="1863"/>
                      <a:pt x="566" y="1203"/>
                    </a:cubicBezTo>
                    <a:cubicBezTo>
                      <a:pt x="301" y="549"/>
                      <a:pt x="127" y="0"/>
                      <a:pt x="6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487;p25">
                <a:extLst>
                  <a:ext uri="{FF2B5EF4-FFF2-40B4-BE49-F238E27FC236}">
                    <a16:creationId xmlns:a16="http://schemas.microsoft.com/office/drawing/2014/main" id="{B6D065D8-51B0-AEEC-84E7-561F3B10715F}"/>
                  </a:ext>
                </a:extLst>
              </p:cNvPr>
              <p:cNvSpPr/>
              <p:nvPr/>
            </p:nvSpPr>
            <p:spPr>
              <a:xfrm>
                <a:off x="6119600" y="1969775"/>
                <a:ext cx="73225" cy="209875"/>
              </a:xfrm>
              <a:custGeom>
                <a:avLst/>
                <a:gdLst/>
                <a:ahLst/>
                <a:cxnLst/>
                <a:rect l="l" t="t" r="r" b="b"/>
                <a:pathLst>
                  <a:path w="2929" h="8395" extrusionOk="0">
                    <a:moveTo>
                      <a:pt x="2901" y="0"/>
                    </a:moveTo>
                    <a:cubicBezTo>
                      <a:pt x="2873" y="0"/>
                      <a:pt x="2750" y="42"/>
                      <a:pt x="2556" y="135"/>
                    </a:cubicBezTo>
                    <a:cubicBezTo>
                      <a:pt x="2339" y="240"/>
                      <a:pt x="2041" y="432"/>
                      <a:pt x="1726" y="730"/>
                    </a:cubicBezTo>
                    <a:cubicBezTo>
                      <a:pt x="1088" y="1315"/>
                      <a:pt x="440" y="2393"/>
                      <a:pt x="221" y="3699"/>
                    </a:cubicBezTo>
                    <a:cubicBezTo>
                      <a:pt x="1" y="5006"/>
                      <a:pt x="147" y="6201"/>
                      <a:pt x="269" y="7041"/>
                    </a:cubicBezTo>
                    <a:cubicBezTo>
                      <a:pt x="398" y="7882"/>
                      <a:pt x="517" y="8394"/>
                      <a:pt x="546" y="8394"/>
                    </a:cubicBezTo>
                    <a:cubicBezTo>
                      <a:pt x="546" y="8394"/>
                      <a:pt x="546" y="8394"/>
                      <a:pt x="547" y="8394"/>
                    </a:cubicBezTo>
                    <a:cubicBezTo>
                      <a:pt x="580" y="8388"/>
                      <a:pt x="518" y="7864"/>
                      <a:pt x="429" y="7022"/>
                    </a:cubicBezTo>
                    <a:cubicBezTo>
                      <a:pt x="347" y="6181"/>
                      <a:pt x="229" y="4999"/>
                      <a:pt x="445" y="3739"/>
                    </a:cubicBezTo>
                    <a:cubicBezTo>
                      <a:pt x="662" y="2479"/>
                      <a:pt x="1254" y="1435"/>
                      <a:pt x="1840" y="843"/>
                    </a:cubicBezTo>
                    <a:cubicBezTo>
                      <a:pt x="2423" y="237"/>
                      <a:pt x="2928" y="44"/>
                      <a:pt x="2906" y="2"/>
                    </a:cubicBezTo>
                    <a:cubicBezTo>
                      <a:pt x="2906" y="1"/>
                      <a:pt x="2904" y="0"/>
                      <a:pt x="290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488;p25">
                <a:extLst>
                  <a:ext uri="{FF2B5EF4-FFF2-40B4-BE49-F238E27FC236}">
                    <a16:creationId xmlns:a16="http://schemas.microsoft.com/office/drawing/2014/main" id="{C1035057-13FE-F988-5239-BBE420D19839}"/>
                  </a:ext>
                </a:extLst>
              </p:cNvPr>
              <p:cNvSpPr/>
              <p:nvPr/>
            </p:nvSpPr>
            <p:spPr>
              <a:xfrm>
                <a:off x="6118350" y="1519100"/>
                <a:ext cx="51675" cy="46375"/>
              </a:xfrm>
              <a:custGeom>
                <a:avLst/>
                <a:gdLst/>
                <a:ahLst/>
                <a:cxnLst/>
                <a:rect l="l" t="t" r="r" b="b"/>
                <a:pathLst>
                  <a:path w="2067" h="1855" extrusionOk="0">
                    <a:moveTo>
                      <a:pt x="60" y="0"/>
                    </a:moveTo>
                    <a:lnTo>
                      <a:pt x="60" y="0"/>
                    </a:lnTo>
                    <a:cubicBezTo>
                      <a:pt x="0" y="0"/>
                      <a:pt x="16" y="761"/>
                      <a:pt x="665" y="1343"/>
                    </a:cubicBezTo>
                    <a:cubicBezTo>
                      <a:pt x="1115" y="1758"/>
                      <a:pt x="1623" y="1854"/>
                      <a:pt x="1883" y="1854"/>
                    </a:cubicBezTo>
                    <a:cubicBezTo>
                      <a:pt x="1999" y="1854"/>
                      <a:pt x="2066" y="1836"/>
                      <a:pt x="2058" y="1817"/>
                    </a:cubicBezTo>
                    <a:cubicBezTo>
                      <a:pt x="2067" y="1751"/>
                      <a:pt x="1393" y="1711"/>
                      <a:pt x="818" y="1174"/>
                    </a:cubicBezTo>
                    <a:cubicBezTo>
                      <a:pt x="237" y="661"/>
                      <a:pt x="129" y="1"/>
                      <a:pt x="64" y="1"/>
                    </a:cubicBezTo>
                    <a:cubicBezTo>
                      <a:pt x="64" y="1"/>
                      <a:pt x="63" y="1"/>
                      <a:pt x="62" y="1"/>
                    </a:cubicBezTo>
                    <a:cubicBezTo>
                      <a:pt x="61" y="1"/>
                      <a:pt x="61" y="0"/>
                      <a:pt x="60"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489;p25">
                <a:extLst>
                  <a:ext uri="{FF2B5EF4-FFF2-40B4-BE49-F238E27FC236}">
                    <a16:creationId xmlns:a16="http://schemas.microsoft.com/office/drawing/2014/main" id="{26995BBB-30B5-8E7B-72CF-E14700D325FD}"/>
                  </a:ext>
                </a:extLst>
              </p:cNvPr>
              <p:cNvSpPr/>
              <p:nvPr/>
            </p:nvSpPr>
            <p:spPr>
              <a:xfrm>
                <a:off x="6149725" y="1751575"/>
                <a:ext cx="14875" cy="142375"/>
              </a:xfrm>
              <a:custGeom>
                <a:avLst/>
                <a:gdLst/>
                <a:ahLst/>
                <a:cxnLst/>
                <a:rect l="l" t="t" r="r" b="b"/>
                <a:pathLst>
                  <a:path w="595" h="5695" extrusionOk="0">
                    <a:moveTo>
                      <a:pt x="65" y="1"/>
                    </a:moveTo>
                    <a:cubicBezTo>
                      <a:pt x="65" y="1"/>
                      <a:pt x="65" y="1"/>
                      <a:pt x="65" y="1"/>
                    </a:cubicBezTo>
                    <a:cubicBezTo>
                      <a:pt x="0" y="5"/>
                      <a:pt x="56" y="1283"/>
                      <a:pt x="184" y="2855"/>
                    </a:cubicBezTo>
                    <a:cubicBezTo>
                      <a:pt x="313" y="4427"/>
                      <a:pt x="468" y="5694"/>
                      <a:pt x="532" y="5694"/>
                    </a:cubicBezTo>
                    <a:cubicBezTo>
                      <a:pt x="532" y="5694"/>
                      <a:pt x="532" y="5694"/>
                      <a:pt x="532" y="5694"/>
                    </a:cubicBezTo>
                    <a:cubicBezTo>
                      <a:pt x="595" y="5690"/>
                      <a:pt x="541" y="4412"/>
                      <a:pt x="411" y="2840"/>
                    </a:cubicBezTo>
                    <a:cubicBezTo>
                      <a:pt x="282" y="1270"/>
                      <a:pt x="127" y="1"/>
                      <a:pt x="6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490;p25">
                <a:extLst>
                  <a:ext uri="{FF2B5EF4-FFF2-40B4-BE49-F238E27FC236}">
                    <a16:creationId xmlns:a16="http://schemas.microsoft.com/office/drawing/2014/main" id="{7884E38E-E6BD-F3CC-DCC9-C29EDCB34B30}"/>
                  </a:ext>
                </a:extLst>
              </p:cNvPr>
              <p:cNvSpPr/>
              <p:nvPr/>
            </p:nvSpPr>
            <p:spPr>
              <a:xfrm>
                <a:off x="1853025" y="1520275"/>
                <a:ext cx="4256350" cy="2029925"/>
              </a:xfrm>
              <a:custGeom>
                <a:avLst/>
                <a:gdLst/>
                <a:ahLst/>
                <a:cxnLst/>
                <a:rect l="l" t="t" r="r" b="b"/>
                <a:pathLst>
                  <a:path w="170254" h="81197" extrusionOk="0">
                    <a:moveTo>
                      <a:pt x="168652" y="0"/>
                    </a:moveTo>
                    <a:cubicBezTo>
                      <a:pt x="168652" y="0"/>
                      <a:pt x="109012" y="2762"/>
                      <a:pt x="93807" y="8208"/>
                    </a:cubicBezTo>
                    <a:cubicBezTo>
                      <a:pt x="78604" y="13653"/>
                      <a:pt x="4457" y="56039"/>
                      <a:pt x="4457" y="56039"/>
                    </a:cubicBezTo>
                    <a:cubicBezTo>
                      <a:pt x="4457" y="56039"/>
                      <a:pt x="1" y="81197"/>
                      <a:pt x="18106" y="81197"/>
                    </a:cubicBezTo>
                    <a:cubicBezTo>
                      <a:pt x="18311" y="81197"/>
                      <a:pt x="18518" y="81193"/>
                      <a:pt x="18728" y="81187"/>
                    </a:cubicBezTo>
                    <a:cubicBezTo>
                      <a:pt x="35053" y="80684"/>
                      <a:pt x="100686" y="31917"/>
                      <a:pt x="104796" y="31404"/>
                    </a:cubicBezTo>
                    <a:cubicBezTo>
                      <a:pt x="108908" y="30890"/>
                      <a:pt x="170254" y="26073"/>
                      <a:pt x="170254" y="26073"/>
                    </a:cubicBezTo>
                    <a:lnTo>
                      <a:pt x="168652" y="0"/>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491;p25">
                <a:extLst>
                  <a:ext uri="{FF2B5EF4-FFF2-40B4-BE49-F238E27FC236}">
                    <a16:creationId xmlns:a16="http://schemas.microsoft.com/office/drawing/2014/main" id="{205DCD1A-C2EB-46F0-1A16-A475BE444522}"/>
                  </a:ext>
                </a:extLst>
              </p:cNvPr>
              <p:cNvSpPr/>
              <p:nvPr/>
            </p:nvSpPr>
            <p:spPr>
              <a:xfrm>
                <a:off x="3597950" y="949800"/>
                <a:ext cx="261875" cy="441650"/>
              </a:xfrm>
              <a:custGeom>
                <a:avLst/>
                <a:gdLst/>
                <a:ahLst/>
                <a:cxnLst/>
                <a:rect l="l" t="t" r="r" b="b"/>
                <a:pathLst>
                  <a:path w="10475" h="17666" extrusionOk="0">
                    <a:moveTo>
                      <a:pt x="1459" y="1"/>
                    </a:moveTo>
                    <a:lnTo>
                      <a:pt x="0" y="398"/>
                    </a:lnTo>
                    <a:cubicBezTo>
                      <a:pt x="0" y="398"/>
                      <a:pt x="9869" y="17665"/>
                      <a:pt x="9891" y="17665"/>
                    </a:cubicBezTo>
                    <a:cubicBezTo>
                      <a:pt x="9891" y="17665"/>
                      <a:pt x="9891" y="17665"/>
                      <a:pt x="9891" y="17665"/>
                    </a:cubicBezTo>
                    <a:cubicBezTo>
                      <a:pt x="9902" y="17650"/>
                      <a:pt x="10475" y="16929"/>
                      <a:pt x="10475" y="16929"/>
                    </a:cubicBezTo>
                    <a:lnTo>
                      <a:pt x="1459"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492;p25">
                <a:extLst>
                  <a:ext uri="{FF2B5EF4-FFF2-40B4-BE49-F238E27FC236}">
                    <a16:creationId xmlns:a16="http://schemas.microsoft.com/office/drawing/2014/main" id="{5147C8EE-3CC2-5A33-2731-709E398F4569}"/>
                  </a:ext>
                </a:extLst>
              </p:cNvPr>
              <p:cNvSpPr/>
              <p:nvPr/>
            </p:nvSpPr>
            <p:spPr>
              <a:xfrm>
                <a:off x="3357375" y="913325"/>
                <a:ext cx="470800" cy="1089500"/>
              </a:xfrm>
              <a:custGeom>
                <a:avLst/>
                <a:gdLst/>
                <a:ahLst/>
                <a:cxnLst/>
                <a:rect l="l" t="t" r="r" b="b"/>
                <a:pathLst>
                  <a:path w="18832" h="43580" extrusionOk="0">
                    <a:moveTo>
                      <a:pt x="8743" y="0"/>
                    </a:moveTo>
                    <a:lnTo>
                      <a:pt x="5580" y="4744"/>
                    </a:lnTo>
                    <a:lnTo>
                      <a:pt x="0" y="43580"/>
                    </a:lnTo>
                    <a:lnTo>
                      <a:pt x="18831" y="17006"/>
                    </a:lnTo>
                    <a:lnTo>
                      <a:pt x="8743" y="0"/>
                    </a:lnTo>
                    <a:close/>
                  </a:path>
                </a:pathLst>
              </a:custGeom>
              <a:solidFill>
                <a:srgbClr val="FCE9E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493;p25">
                <a:extLst>
                  <a:ext uri="{FF2B5EF4-FFF2-40B4-BE49-F238E27FC236}">
                    <a16:creationId xmlns:a16="http://schemas.microsoft.com/office/drawing/2014/main" id="{9C181179-E69B-A600-EF4A-B9AB7BCB8AAA}"/>
                  </a:ext>
                </a:extLst>
              </p:cNvPr>
              <p:cNvSpPr/>
              <p:nvPr/>
            </p:nvSpPr>
            <p:spPr>
              <a:xfrm>
                <a:off x="3017150" y="918200"/>
                <a:ext cx="842675" cy="1105200"/>
              </a:xfrm>
              <a:custGeom>
                <a:avLst/>
                <a:gdLst/>
                <a:ahLst/>
                <a:cxnLst/>
                <a:rect l="l" t="t" r="r" b="b"/>
                <a:pathLst>
                  <a:path w="33707" h="44208" extrusionOk="0">
                    <a:moveTo>
                      <a:pt x="19178" y="0"/>
                    </a:moveTo>
                    <a:lnTo>
                      <a:pt x="1" y="24232"/>
                    </a:lnTo>
                    <a:lnTo>
                      <a:pt x="13026" y="44208"/>
                    </a:lnTo>
                    <a:lnTo>
                      <a:pt x="33707" y="18193"/>
                    </a:lnTo>
                    <a:lnTo>
                      <a:pt x="19178"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494;p25">
                <a:extLst>
                  <a:ext uri="{FF2B5EF4-FFF2-40B4-BE49-F238E27FC236}">
                    <a16:creationId xmlns:a16="http://schemas.microsoft.com/office/drawing/2014/main" id="{92F5DD9D-93EC-5A2F-C0C8-C82BDF860925}"/>
                  </a:ext>
                </a:extLst>
              </p:cNvPr>
              <p:cNvSpPr/>
              <p:nvPr/>
            </p:nvSpPr>
            <p:spPr>
              <a:xfrm>
                <a:off x="3496600" y="918200"/>
                <a:ext cx="346650" cy="459425"/>
              </a:xfrm>
              <a:custGeom>
                <a:avLst/>
                <a:gdLst/>
                <a:ahLst/>
                <a:cxnLst/>
                <a:rect l="l" t="t" r="r" b="b"/>
                <a:pathLst>
                  <a:path w="13866" h="18377" extrusionOk="0">
                    <a:moveTo>
                      <a:pt x="0" y="0"/>
                    </a:moveTo>
                    <a:lnTo>
                      <a:pt x="12783" y="18377"/>
                    </a:lnTo>
                    <a:lnTo>
                      <a:pt x="13866" y="18031"/>
                    </a:lnTo>
                    <a:lnTo>
                      <a:pt x="5269" y="3662"/>
                    </a:lnTo>
                    <a:lnTo>
                      <a:pt x="0" y="0"/>
                    </a:lnTo>
                    <a:close/>
                  </a:path>
                </a:pathLst>
              </a:custGeom>
              <a:solidFill>
                <a:srgbClr val="FCE9E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495;p25">
                <a:extLst>
                  <a:ext uri="{FF2B5EF4-FFF2-40B4-BE49-F238E27FC236}">
                    <a16:creationId xmlns:a16="http://schemas.microsoft.com/office/drawing/2014/main" id="{133E0FEC-8F44-00F1-5019-70E112246106}"/>
                  </a:ext>
                </a:extLst>
              </p:cNvPr>
              <p:cNvSpPr/>
              <p:nvPr/>
            </p:nvSpPr>
            <p:spPr>
              <a:xfrm>
                <a:off x="3309125" y="1373000"/>
                <a:ext cx="550700" cy="650400"/>
              </a:xfrm>
              <a:custGeom>
                <a:avLst/>
                <a:gdLst/>
                <a:ahLst/>
                <a:cxnLst/>
                <a:rect l="l" t="t" r="r" b="b"/>
                <a:pathLst>
                  <a:path w="22028" h="26016" extrusionOk="0">
                    <a:moveTo>
                      <a:pt x="22028" y="1"/>
                    </a:moveTo>
                    <a:lnTo>
                      <a:pt x="19652" y="185"/>
                    </a:lnTo>
                    <a:lnTo>
                      <a:pt x="1" y="23953"/>
                    </a:lnTo>
                    <a:lnTo>
                      <a:pt x="1347" y="26016"/>
                    </a:lnTo>
                    <a:lnTo>
                      <a:pt x="22028"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496;p25">
                <a:extLst>
                  <a:ext uri="{FF2B5EF4-FFF2-40B4-BE49-F238E27FC236}">
                    <a16:creationId xmlns:a16="http://schemas.microsoft.com/office/drawing/2014/main" id="{B6DEAD67-197D-396B-3C28-0DB2DA59B313}"/>
                  </a:ext>
                </a:extLst>
              </p:cNvPr>
              <p:cNvSpPr/>
              <p:nvPr/>
            </p:nvSpPr>
            <p:spPr>
              <a:xfrm>
                <a:off x="3279350" y="1350350"/>
                <a:ext cx="390875" cy="464825"/>
              </a:xfrm>
              <a:custGeom>
                <a:avLst/>
                <a:gdLst/>
                <a:ahLst/>
                <a:cxnLst/>
                <a:rect l="l" t="t" r="r" b="b"/>
                <a:pathLst>
                  <a:path w="15635" h="18593" extrusionOk="0">
                    <a:moveTo>
                      <a:pt x="2847" y="1"/>
                    </a:moveTo>
                    <a:cubicBezTo>
                      <a:pt x="2837" y="1"/>
                      <a:pt x="2827" y="1"/>
                      <a:pt x="2817" y="2"/>
                    </a:cubicBezTo>
                    <a:cubicBezTo>
                      <a:pt x="2057" y="58"/>
                      <a:pt x="1" y="9053"/>
                      <a:pt x="1" y="9053"/>
                    </a:cubicBezTo>
                    <a:cubicBezTo>
                      <a:pt x="1" y="9053"/>
                      <a:pt x="6490" y="18592"/>
                      <a:pt x="8898" y="18592"/>
                    </a:cubicBezTo>
                    <a:cubicBezTo>
                      <a:pt x="9090" y="18592"/>
                      <a:pt x="9256" y="18532"/>
                      <a:pt x="9391" y="18401"/>
                    </a:cubicBezTo>
                    <a:cubicBezTo>
                      <a:pt x="9391" y="18401"/>
                      <a:pt x="15558" y="10521"/>
                      <a:pt x="15623" y="9368"/>
                    </a:cubicBezTo>
                    <a:cubicBezTo>
                      <a:pt x="15635" y="9160"/>
                      <a:pt x="15519" y="9074"/>
                      <a:pt x="15322" y="9074"/>
                    </a:cubicBezTo>
                    <a:cubicBezTo>
                      <a:pt x="14425" y="9074"/>
                      <a:pt x="11839" y="10834"/>
                      <a:pt x="11839" y="10834"/>
                    </a:cubicBezTo>
                    <a:cubicBezTo>
                      <a:pt x="11839" y="10834"/>
                      <a:pt x="15352" y="7718"/>
                      <a:pt x="15419" y="6565"/>
                    </a:cubicBezTo>
                    <a:cubicBezTo>
                      <a:pt x="15428" y="6397"/>
                      <a:pt x="15315" y="6326"/>
                      <a:pt x="15114" y="6326"/>
                    </a:cubicBezTo>
                    <a:cubicBezTo>
                      <a:pt x="13934" y="6326"/>
                      <a:pt x="9730" y="8807"/>
                      <a:pt x="9730" y="8807"/>
                    </a:cubicBezTo>
                    <a:cubicBezTo>
                      <a:pt x="9730" y="8807"/>
                      <a:pt x="15261" y="5127"/>
                      <a:pt x="14478" y="3923"/>
                    </a:cubicBezTo>
                    <a:cubicBezTo>
                      <a:pt x="14368" y="3753"/>
                      <a:pt x="14148" y="3681"/>
                      <a:pt x="13851" y="3681"/>
                    </a:cubicBezTo>
                    <a:cubicBezTo>
                      <a:pt x="12035" y="3681"/>
                      <a:pt x="7346" y="6403"/>
                      <a:pt x="7346" y="6403"/>
                    </a:cubicBezTo>
                    <a:cubicBezTo>
                      <a:pt x="7346" y="6403"/>
                      <a:pt x="13585" y="2078"/>
                      <a:pt x="12957" y="636"/>
                    </a:cubicBezTo>
                    <a:cubicBezTo>
                      <a:pt x="12887" y="477"/>
                      <a:pt x="12724" y="406"/>
                      <a:pt x="12489" y="406"/>
                    </a:cubicBezTo>
                    <a:cubicBezTo>
                      <a:pt x="10601" y="406"/>
                      <a:pt x="4066" y="4990"/>
                      <a:pt x="4066" y="4990"/>
                    </a:cubicBezTo>
                    <a:cubicBezTo>
                      <a:pt x="4887" y="2153"/>
                      <a:pt x="3612" y="1"/>
                      <a:pt x="2847"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497;p25">
                <a:extLst>
                  <a:ext uri="{FF2B5EF4-FFF2-40B4-BE49-F238E27FC236}">
                    <a16:creationId xmlns:a16="http://schemas.microsoft.com/office/drawing/2014/main" id="{DEDE1141-A559-374E-477D-CB42B3EB6B7A}"/>
                  </a:ext>
                </a:extLst>
              </p:cNvPr>
              <p:cNvSpPr/>
              <p:nvPr/>
            </p:nvSpPr>
            <p:spPr>
              <a:xfrm>
                <a:off x="1693700" y="1283025"/>
                <a:ext cx="1876975" cy="1280050"/>
              </a:xfrm>
              <a:custGeom>
                <a:avLst/>
                <a:gdLst/>
                <a:ahLst/>
                <a:cxnLst/>
                <a:rect l="l" t="t" r="r" b="b"/>
                <a:pathLst>
                  <a:path w="75079" h="51202" extrusionOk="0">
                    <a:moveTo>
                      <a:pt x="19324" y="0"/>
                    </a:moveTo>
                    <a:lnTo>
                      <a:pt x="0" y="3549"/>
                    </a:lnTo>
                    <a:cubicBezTo>
                      <a:pt x="0" y="3549"/>
                      <a:pt x="3855" y="19377"/>
                      <a:pt x="17004" y="40227"/>
                    </a:cubicBezTo>
                    <a:cubicBezTo>
                      <a:pt x="22226" y="48505"/>
                      <a:pt x="28178" y="51202"/>
                      <a:pt x="33739" y="51202"/>
                    </a:cubicBezTo>
                    <a:cubicBezTo>
                      <a:pt x="42136" y="51202"/>
                      <a:pt x="49642" y="45054"/>
                      <a:pt x="52400" y="42693"/>
                    </a:cubicBezTo>
                    <a:cubicBezTo>
                      <a:pt x="56984" y="38767"/>
                      <a:pt x="75079" y="22813"/>
                      <a:pt x="75079" y="22813"/>
                    </a:cubicBezTo>
                    <a:lnTo>
                      <a:pt x="63072" y="10759"/>
                    </a:lnTo>
                    <a:cubicBezTo>
                      <a:pt x="63072" y="10759"/>
                      <a:pt x="51990" y="20468"/>
                      <a:pt x="38577" y="29271"/>
                    </a:cubicBezTo>
                    <a:cubicBezTo>
                      <a:pt x="38230" y="29498"/>
                      <a:pt x="37861" y="29605"/>
                      <a:pt x="37473" y="29605"/>
                    </a:cubicBezTo>
                    <a:cubicBezTo>
                      <a:pt x="31023" y="29605"/>
                      <a:pt x="19324" y="0"/>
                      <a:pt x="19324"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498;p25">
                <a:extLst>
                  <a:ext uri="{FF2B5EF4-FFF2-40B4-BE49-F238E27FC236}">
                    <a16:creationId xmlns:a16="http://schemas.microsoft.com/office/drawing/2014/main" id="{7926559D-3D18-7374-E100-7F0CDE632134}"/>
                  </a:ext>
                </a:extLst>
              </p:cNvPr>
              <p:cNvSpPr/>
              <p:nvPr/>
            </p:nvSpPr>
            <p:spPr>
              <a:xfrm>
                <a:off x="1913975" y="289225"/>
                <a:ext cx="624900" cy="296475"/>
              </a:xfrm>
              <a:custGeom>
                <a:avLst/>
                <a:gdLst/>
                <a:ahLst/>
                <a:cxnLst/>
                <a:rect l="l" t="t" r="r" b="b"/>
                <a:pathLst>
                  <a:path w="24996" h="11859" extrusionOk="0">
                    <a:moveTo>
                      <a:pt x="13167" y="0"/>
                    </a:moveTo>
                    <a:cubicBezTo>
                      <a:pt x="10771" y="0"/>
                      <a:pt x="8375" y="307"/>
                      <a:pt x="6060" y="921"/>
                    </a:cubicBezTo>
                    <a:cubicBezTo>
                      <a:pt x="4097" y="1442"/>
                      <a:pt x="2028" y="2318"/>
                      <a:pt x="1081" y="4115"/>
                    </a:cubicBezTo>
                    <a:cubicBezTo>
                      <a:pt x="458" y="5301"/>
                      <a:pt x="429" y="6730"/>
                      <a:pt x="755" y="8029"/>
                    </a:cubicBezTo>
                    <a:cubicBezTo>
                      <a:pt x="1079" y="9329"/>
                      <a:pt x="1" y="10615"/>
                      <a:pt x="2986" y="11722"/>
                    </a:cubicBezTo>
                    <a:cubicBezTo>
                      <a:pt x="3550" y="11815"/>
                      <a:pt x="4117" y="11858"/>
                      <a:pt x="4684" y="11858"/>
                    </a:cubicBezTo>
                    <a:cubicBezTo>
                      <a:pt x="7047" y="11858"/>
                      <a:pt x="9407" y="11100"/>
                      <a:pt x="11500" y="9970"/>
                    </a:cubicBezTo>
                    <a:cubicBezTo>
                      <a:pt x="14097" y="8566"/>
                      <a:pt x="16348" y="6614"/>
                      <a:pt x="18577" y="4678"/>
                    </a:cubicBezTo>
                    <a:cubicBezTo>
                      <a:pt x="18619" y="6234"/>
                      <a:pt x="20125" y="7534"/>
                      <a:pt x="21646" y="7534"/>
                    </a:cubicBezTo>
                    <a:cubicBezTo>
                      <a:pt x="21896" y="7534"/>
                      <a:pt x="22147" y="7499"/>
                      <a:pt x="22391" y="7424"/>
                    </a:cubicBezTo>
                    <a:cubicBezTo>
                      <a:pt x="24123" y="6894"/>
                      <a:pt x="24995" y="4545"/>
                      <a:pt x="24024" y="3015"/>
                    </a:cubicBezTo>
                    <a:cubicBezTo>
                      <a:pt x="23330" y="1921"/>
                      <a:pt x="22017" y="1409"/>
                      <a:pt x="20770" y="1054"/>
                    </a:cubicBezTo>
                    <a:cubicBezTo>
                      <a:pt x="18301" y="352"/>
                      <a:pt x="15734" y="0"/>
                      <a:pt x="13167" y="0"/>
                    </a:cubicBezTo>
                    <a:close/>
                  </a:path>
                </a:pathLst>
              </a:custGeom>
              <a:solidFill>
                <a:srgbClr val="D36E4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499;p25">
                <a:extLst>
                  <a:ext uri="{FF2B5EF4-FFF2-40B4-BE49-F238E27FC236}">
                    <a16:creationId xmlns:a16="http://schemas.microsoft.com/office/drawing/2014/main" id="{2E2FD67A-B394-5CD4-6ED0-D3FC1BA256DE}"/>
                  </a:ext>
                </a:extLst>
              </p:cNvPr>
              <p:cNvSpPr/>
              <p:nvPr/>
            </p:nvSpPr>
            <p:spPr>
              <a:xfrm>
                <a:off x="1730075" y="1228700"/>
                <a:ext cx="1028125" cy="1332950"/>
              </a:xfrm>
              <a:custGeom>
                <a:avLst/>
                <a:gdLst/>
                <a:ahLst/>
                <a:cxnLst/>
                <a:rect l="l" t="t" r="r" b="b"/>
                <a:pathLst>
                  <a:path w="41125" h="53318" extrusionOk="0">
                    <a:moveTo>
                      <a:pt x="7396" y="1"/>
                    </a:moveTo>
                    <a:cubicBezTo>
                      <a:pt x="6841" y="1"/>
                      <a:pt x="6289" y="85"/>
                      <a:pt x="5758" y="253"/>
                    </a:cubicBezTo>
                    <a:cubicBezTo>
                      <a:pt x="4784" y="561"/>
                      <a:pt x="3642" y="1182"/>
                      <a:pt x="2644" y="2249"/>
                    </a:cubicBezTo>
                    <a:cubicBezTo>
                      <a:pt x="1650" y="3298"/>
                      <a:pt x="717" y="4757"/>
                      <a:pt x="357" y="6580"/>
                    </a:cubicBezTo>
                    <a:cubicBezTo>
                      <a:pt x="0" y="8388"/>
                      <a:pt x="140" y="10441"/>
                      <a:pt x="690" y="12511"/>
                    </a:cubicBezTo>
                    <a:cubicBezTo>
                      <a:pt x="1231" y="14589"/>
                      <a:pt x="2152" y="16689"/>
                      <a:pt x="3176" y="18840"/>
                    </a:cubicBezTo>
                    <a:cubicBezTo>
                      <a:pt x="5219" y="23152"/>
                      <a:pt x="7634" y="27818"/>
                      <a:pt x="10477" y="32539"/>
                    </a:cubicBezTo>
                    <a:cubicBezTo>
                      <a:pt x="11899" y="34899"/>
                      <a:pt x="13358" y="37159"/>
                      <a:pt x="14839" y="39293"/>
                    </a:cubicBezTo>
                    <a:cubicBezTo>
                      <a:pt x="16314" y="41431"/>
                      <a:pt x="17818" y="43449"/>
                      <a:pt x="19415" y="45238"/>
                    </a:cubicBezTo>
                    <a:cubicBezTo>
                      <a:pt x="22577" y="48831"/>
                      <a:pt x="26234" y="51439"/>
                      <a:pt x="29741" y="52504"/>
                    </a:cubicBezTo>
                    <a:cubicBezTo>
                      <a:pt x="31593" y="53091"/>
                      <a:pt x="33326" y="53318"/>
                      <a:pt x="34836" y="53318"/>
                    </a:cubicBezTo>
                    <a:cubicBezTo>
                      <a:pt x="36170" y="53318"/>
                      <a:pt x="37329" y="53141"/>
                      <a:pt x="38241" y="52881"/>
                    </a:cubicBezTo>
                    <a:cubicBezTo>
                      <a:pt x="40213" y="52346"/>
                      <a:pt x="41125" y="51643"/>
                      <a:pt x="41125" y="51643"/>
                    </a:cubicBezTo>
                    <a:cubicBezTo>
                      <a:pt x="41123" y="51640"/>
                      <a:pt x="41118" y="51638"/>
                      <a:pt x="41111" y="51638"/>
                    </a:cubicBezTo>
                    <a:cubicBezTo>
                      <a:pt x="40987" y="51638"/>
                      <a:pt x="40036" y="52233"/>
                      <a:pt x="38190" y="52664"/>
                    </a:cubicBezTo>
                    <a:cubicBezTo>
                      <a:pt x="37363" y="52870"/>
                      <a:pt x="36337" y="53008"/>
                      <a:pt x="35167" y="53008"/>
                    </a:cubicBezTo>
                    <a:cubicBezTo>
                      <a:pt x="33614" y="53008"/>
                      <a:pt x="31806" y="52765"/>
                      <a:pt x="29869" y="52120"/>
                    </a:cubicBezTo>
                    <a:cubicBezTo>
                      <a:pt x="26461" y="51029"/>
                      <a:pt x="22914" y="48454"/>
                      <a:pt x="19810" y="44890"/>
                    </a:cubicBezTo>
                    <a:cubicBezTo>
                      <a:pt x="18244" y="43114"/>
                      <a:pt x="16762" y="41107"/>
                      <a:pt x="15301" y="38975"/>
                    </a:cubicBezTo>
                    <a:cubicBezTo>
                      <a:pt x="13830" y="36846"/>
                      <a:pt x="12380" y="34593"/>
                      <a:pt x="10967" y="32244"/>
                    </a:cubicBezTo>
                    <a:cubicBezTo>
                      <a:pt x="8133" y="27543"/>
                      <a:pt x="5713" y="22901"/>
                      <a:pt x="3651" y="18612"/>
                    </a:cubicBezTo>
                    <a:cubicBezTo>
                      <a:pt x="2617" y="16474"/>
                      <a:pt x="1695" y="14411"/>
                      <a:pt x="1149" y="12386"/>
                    </a:cubicBezTo>
                    <a:cubicBezTo>
                      <a:pt x="592" y="10373"/>
                      <a:pt x="437" y="8392"/>
                      <a:pt x="754" y="6653"/>
                    </a:cubicBezTo>
                    <a:cubicBezTo>
                      <a:pt x="1069" y="4919"/>
                      <a:pt x="1939" y="3497"/>
                      <a:pt x="2877" y="2464"/>
                    </a:cubicBezTo>
                    <a:cubicBezTo>
                      <a:pt x="3819" y="1417"/>
                      <a:pt x="4899" y="792"/>
                      <a:pt x="5826" y="464"/>
                    </a:cubicBezTo>
                    <a:cubicBezTo>
                      <a:pt x="6581" y="214"/>
                      <a:pt x="7215" y="144"/>
                      <a:pt x="7706" y="144"/>
                    </a:cubicBezTo>
                    <a:cubicBezTo>
                      <a:pt x="8340" y="144"/>
                      <a:pt x="8735" y="261"/>
                      <a:pt x="8843" y="261"/>
                    </a:cubicBezTo>
                    <a:cubicBezTo>
                      <a:pt x="8864" y="261"/>
                      <a:pt x="8874" y="256"/>
                      <a:pt x="8874" y="246"/>
                    </a:cubicBezTo>
                    <a:cubicBezTo>
                      <a:pt x="8878" y="237"/>
                      <a:pt x="8812" y="215"/>
                      <a:pt x="8681" y="180"/>
                    </a:cubicBezTo>
                    <a:cubicBezTo>
                      <a:pt x="8548" y="146"/>
                      <a:pt x="8350" y="84"/>
                      <a:pt x="8086" y="44"/>
                    </a:cubicBezTo>
                    <a:cubicBezTo>
                      <a:pt x="7857" y="15"/>
                      <a:pt x="7626" y="1"/>
                      <a:pt x="739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500;p25">
                <a:extLst>
                  <a:ext uri="{FF2B5EF4-FFF2-40B4-BE49-F238E27FC236}">
                    <a16:creationId xmlns:a16="http://schemas.microsoft.com/office/drawing/2014/main" id="{A1B0016C-7C83-26CA-96E0-2DE9AB057C04}"/>
                  </a:ext>
                </a:extLst>
              </p:cNvPr>
              <p:cNvSpPr/>
              <p:nvPr/>
            </p:nvSpPr>
            <p:spPr>
              <a:xfrm>
                <a:off x="2151050" y="1330900"/>
                <a:ext cx="486400" cy="709150"/>
              </a:xfrm>
              <a:custGeom>
                <a:avLst/>
                <a:gdLst/>
                <a:ahLst/>
                <a:cxnLst/>
                <a:rect l="l" t="t" r="r" b="b"/>
                <a:pathLst>
                  <a:path w="19456" h="28366" extrusionOk="0">
                    <a:moveTo>
                      <a:pt x="38" y="0"/>
                    </a:moveTo>
                    <a:cubicBezTo>
                      <a:pt x="37" y="0"/>
                      <a:pt x="35" y="1"/>
                      <a:pt x="34" y="2"/>
                    </a:cubicBezTo>
                    <a:cubicBezTo>
                      <a:pt x="1" y="26"/>
                      <a:pt x="260" y="432"/>
                      <a:pt x="739" y="1157"/>
                    </a:cubicBezTo>
                    <a:lnTo>
                      <a:pt x="2753" y="4235"/>
                    </a:lnTo>
                    <a:cubicBezTo>
                      <a:pt x="4456" y="6830"/>
                      <a:pt x="6676" y="10512"/>
                      <a:pt x="9502" y="14353"/>
                    </a:cubicBezTo>
                    <a:cubicBezTo>
                      <a:pt x="12314" y="18154"/>
                      <a:pt x="14612" y="21787"/>
                      <a:pt x="16395" y="24337"/>
                    </a:cubicBezTo>
                    <a:cubicBezTo>
                      <a:pt x="17280" y="25617"/>
                      <a:pt x="18018" y="26639"/>
                      <a:pt x="18548" y="27329"/>
                    </a:cubicBezTo>
                    <a:cubicBezTo>
                      <a:pt x="19063" y="28001"/>
                      <a:pt x="19375" y="28366"/>
                      <a:pt x="19421" y="28366"/>
                    </a:cubicBezTo>
                    <a:cubicBezTo>
                      <a:pt x="19422" y="28366"/>
                      <a:pt x="19423" y="28366"/>
                      <a:pt x="19424" y="28365"/>
                    </a:cubicBezTo>
                    <a:cubicBezTo>
                      <a:pt x="19455" y="28341"/>
                      <a:pt x="19205" y="27930"/>
                      <a:pt x="18730" y="27203"/>
                    </a:cubicBezTo>
                    <a:lnTo>
                      <a:pt x="16730" y="24113"/>
                    </a:lnTo>
                    <a:cubicBezTo>
                      <a:pt x="15035" y="21512"/>
                      <a:pt x="12791" y="17842"/>
                      <a:pt x="9959" y="14014"/>
                    </a:cubicBezTo>
                    <a:cubicBezTo>
                      <a:pt x="7158" y="10206"/>
                      <a:pt x="4880" y="6555"/>
                      <a:pt x="3088" y="4011"/>
                    </a:cubicBezTo>
                    <a:cubicBezTo>
                      <a:pt x="2199" y="2732"/>
                      <a:pt x="1456" y="1714"/>
                      <a:pt x="919" y="1026"/>
                    </a:cubicBezTo>
                    <a:cubicBezTo>
                      <a:pt x="401" y="363"/>
                      <a:pt x="88" y="0"/>
                      <a:pt x="38"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501;p25">
                <a:extLst>
                  <a:ext uri="{FF2B5EF4-FFF2-40B4-BE49-F238E27FC236}">
                    <a16:creationId xmlns:a16="http://schemas.microsoft.com/office/drawing/2014/main" id="{F447F4DF-0A11-8831-63A8-AFFF349E08B9}"/>
                  </a:ext>
                </a:extLst>
              </p:cNvPr>
              <p:cNvSpPr/>
              <p:nvPr/>
            </p:nvSpPr>
            <p:spPr>
              <a:xfrm>
                <a:off x="2665875" y="1948450"/>
                <a:ext cx="105475" cy="55450"/>
              </a:xfrm>
              <a:custGeom>
                <a:avLst/>
                <a:gdLst/>
                <a:ahLst/>
                <a:cxnLst/>
                <a:rect l="l" t="t" r="r" b="b"/>
                <a:pathLst>
                  <a:path w="4219" h="2218" extrusionOk="0">
                    <a:moveTo>
                      <a:pt x="4061" y="1"/>
                    </a:moveTo>
                    <a:cubicBezTo>
                      <a:pt x="3792" y="1"/>
                      <a:pt x="2940" y="346"/>
                      <a:pt x="1976" y="857"/>
                    </a:cubicBezTo>
                    <a:cubicBezTo>
                      <a:pt x="852" y="1454"/>
                      <a:pt x="0" y="2051"/>
                      <a:pt x="73" y="2188"/>
                    </a:cubicBezTo>
                    <a:cubicBezTo>
                      <a:pt x="84" y="2208"/>
                      <a:pt x="113" y="2218"/>
                      <a:pt x="158" y="2218"/>
                    </a:cubicBezTo>
                    <a:cubicBezTo>
                      <a:pt x="429" y="2218"/>
                      <a:pt x="1280" y="1872"/>
                      <a:pt x="2244" y="1361"/>
                    </a:cubicBezTo>
                    <a:cubicBezTo>
                      <a:pt x="3367" y="764"/>
                      <a:pt x="4218" y="168"/>
                      <a:pt x="4145" y="30"/>
                    </a:cubicBezTo>
                    <a:cubicBezTo>
                      <a:pt x="4135" y="10"/>
                      <a:pt x="4106" y="1"/>
                      <a:pt x="4061" y="1"/>
                    </a:cubicBezTo>
                    <a:close/>
                  </a:path>
                </a:pathLst>
              </a:custGeom>
              <a:solidFill>
                <a:srgbClr val="E5864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502;p25">
                <a:extLst>
                  <a:ext uri="{FF2B5EF4-FFF2-40B4-BE49-F238E27FC236}">
                    <a16:creationId xmlns:a16="http://schemas.microsoft.com/office/drawing/2014/main" id="{9CC1E11C-ADF1-66FE-A021-75158BA0342B}"/>
                  </a:ext>
                </a:extLst>
              </p:cNvPr>
              <p:cNvSpPr/>
              <p:nvPr/>
            </p:nvSpPr>
            <p:spPr>
              <a:xfrm>
                <a:off x="2623450" y="1989825"/>
                <a:ext cx="55750" cy="244475"/>
              </a:xfrm>
              <a:custGeom>
                <a:avLst/>
                <a:gdLst/>
                <a:ahLst/>
                <a:cxnLst/>
                <a:rect l="l" t="t" r="r" b="b"/>
                <a:pathLst>
                  <a:path w="2230" h="9779" extrusionOk="0">
                    <a:moveTo>
                      <a:pt x="2061" y="0"/>
                    </a:moveTo>
                    <a:cubicBezTo>
                      <a:pt x="1905" y="0"/>
                      <a:pt x="637" y="1963"/>
                      <a:pt x="333" y="4756"/>
                    </a:cubicBezTo>
                    <a:cubicBezTo>
                      <a:pt x="1" y="7569"/>
                      <a:pt x="814" y="9778"/>
                      <a:pt x="957" y="9778"/>
                    </a:cubicBezTo>
                    <a:cubicBezTo>
                      <a:pt x="959" y="9778"/>
                      <a:pt x="961" y="9778"/>
                      <a:pt x="963" y="9777"/>
                    </a:cubicBezTo>
                    <a:cubicBezTo>
                      <a:pt x="1134" y="9739"/>
                      <a:pt x="575" y="7539"/>
                      <a:pt x="899" y="4820"/>
                    </a:cubicBezTo>
                    <a:cubicBezTo>
                      <a:pt x="1191" y="2099"/>
                      <a:pt x="2229" y="81"/>
                      <a:pt x="2070" y="3"/>
                    </a:cubicBezTo>
                    <a:cubicBezTo>
                      <a:pt x="2067" y="1"/>
                      <a:pt x="2064" y="0"/>
                      <a:pt x="206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503;p25">
                <a:extLst>
                  <a:ext uri="{FF2B5EF4-FFF2-40B4-BE49-F238E27FC236}">
                    <a16:creationId xmlns:a16="http://schemas.microsoft.com/office/drawing/2014/main" id="{9A81EC62-6F44-23C4-8580-ACCCFE42E6EB}"/>
                  </a:ext>
                </a:extLst>
              </p:cNvPr>
              <p:cNvSpPr/>
              <p:nvPr/>
            </p:nvSpPr>
            <p:spPr>
              <a:xfrm>
                <a:off x="2659175" y="2000250"/>
                <a:ext cx="69075" cy="223775"/>
              </a:xfrm>
              <a:custGeom>
                <a:avLst/>
                <a:gdLst/>
                <a:ahLst/>
                <a:cxnLst/>
                <a:rect l="l" t="t" r="r" b="b"/>
                <a:pathLst>
                  <a:path w="2763" h="8951" extrusionOk="0">
                    <a:moveTo>
                      <a:pt x="390" y="1"/>
                    </a:moveTo>
                    <a:cubicBezTo>
                      <a:pt x="250" y="1"/>
                      <a:pt x="0" y="2144"/>
                      <a:pt x="641" y="4687"/>
                    </a:cubicBezTo>
                    <a:cubicBezTo>
                      <a:pt x="1252" y="7192"/>
                      <a:pt x="2440" y="8950"/>
                      <a:pt x="2603" y="8950"/>
                    </a:cubicBezTo>
                    <a:cubicBezTo>
                      <a:pt x="2606" y="8950"/>
                      <a:pt x="2610" y="8949"/>
                      <a:pt x="2612" y="8947"/>
                    </a:cubicBezTo>
                    <a:cubicBezTo>
                      <a:pt x="2763" y="8865"/>
                      <a:pt x="1794" y="7018"/>
                      <a:pt x="1193" y="4552"/>
                    </a:cubicBezTo>
                    <a:cubicBezTo>
                      <a:pt x="570" y="2088"/>
                      <a:pt x="565" y="3"/>
                      <a:pt x="392" y="1"/>
                    </a:cubicBezTo>
                    <a:cubicBezTo>
                      <a:pt x="392" y="1"/>
                      <a:pt x="391" y="1"/>
                      <a:pt x="39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504;p25">
                <a:extLst>
                  <a:ext uri="{FF2B5EF4-FFF2-40B4-BE49-F238E27FC236}">
                    <a16:creationId xmlns:a16="http://schemas.microsoft.com/office/drawing/2014/main" id="{169B148E-8FF3-A9AC-8EDD-080D85601C25}"/>
                  </a:ext>
                </a:extLst>
              </p:cNvPr>
              <p:cNvSpPr/>
              <p:nvPr/>
            </p:nvSpPr>
            <p:spPr>
              <a:xfrm>
                <a:off x="2098000" y="1848900"/>
                <a:ext cx="73500" cy="63675"/>
              </a:xfrm>
              <a:custGeom>
                <a:avLst/>
                <a:gdLst/>
                <a:ahLst/>
                <a:cxnLst/>
                <a:rect l="l" t="t" r="r" b="b"/>
                <a:pathLst>
                  <a:path w="2940" h="2547" extrusionOk="0">
                    <a:moveTo>
                      <a:pt x="0" y="0"/>
                    </a:moveTo>
                    <a:lnTo>
                      <a:pt x="735" y="1273"/>
                    </a:lnTo>
                    <a:lnTo>
                      <a:pt x="1469" y="2546"/>
                    </a:lnTo>
                    <a:lnTo>
                      <a:pt x="2203" y="1273"/>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505;p25">
                <a:extLst>
                  <a:ext uri="{FF2B5EF4-FFF2-40B4-BE49-F238E27FC236}">
                    <a16:creationId xmlns:a16="http://schemas.microsoft.com/office/drawing/2014/main" id="{F5B4E67D-A056-6754-38D3-A80A90617986}"/>
                  </a:ext>
                </a:extLst>
              </p:cNvPr>
              <p:cNvSpPr/>
              <p:nvPr/>
            </p:nvSpPr>
            <p:spPr>
              <a:xfrm>
                <a:off x="2306025" y="1520275"/>
                <a:ext cx="73500" cy="63675"/>
              </a:xfrm>
              <a:custGeom>
                <a:avLst/>
                <a:gdLst/>
                <a:ahLst/>
                <a:cxnLst/>
                <a:rect l="l" t="t" r="r" b="b"/>
                <a:pathLst>
                  <a:path w="2940" h="2547" extrusionOk="0">
                    <a:moveTo>
                      <a:pt x="1" y="0"/>
                    </a:moveTo>
                    <a:lnTo>
                      <a:pt x="737" y="1273"/>
                    </a:lnTo>
                    <a:lnTo>
                      <a:pt x="1471" y="2546"/>
                    </a:lnTo>
                    <a:lnTo>
                      <a:pt x="2205" y="1273"/>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506;p25">
                <a:extLst>
                  <a:ext uri="{FF2B5EF4-FFF2-40B4-BE49-F238E27FC236}">
                    <a16:creationId xmlns:a16="http://schemas.microsoft.com/office/drawing/2014/main" id="{CAE7FE3D-67DC-1E0B-2659-B129B9109316}"/>
                  </a:ext>
                </a:extLst>
              </p:cNvPr>
              <p:cNvSpPr/>
              <p:nvPr/>
            </p:nvSpPr>
            <p:spPr>
              <a:xfrm>
                <a:off x="1921850" y="2586150"/>
                <a:ext cx="73500" cy="63600"/>
              </a:xfrm>
              <a:custGeom>
                <a:avLst/>
                <a:gdLst/>
                <a:ahLst/>
                <a:cxnLst/>
                <a:rect l="l" t="t" r="r" b="b"/>
                <a:pathLst>
                  <a:path w="2940" h="2544" extrusionOk="0">
                    <a:moveTo>
                      <a:pt x="1" y="0"/>
                    </a:moveTo>
                    <a:lnTo>
                      <a:pt x="735" y="1273"/>
                    </a:lnTo>
                    <a:lnTo>
                      <a:pt x="1469" y="2544"/>
                    </a:lnTo>
                    <a:lnTo>
                      <a:pt x="2205" y="1273"/>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507;p25">
                <a:extLst>
                  <a:ext uri="{FF2B5EF4-FFF2-40B4-BE49-F238E27FC236}">
                    <a16:creationId xmlns:a16="http://schemas.microsoft.com/office/drawing/2014/main" id="{E28E5A88-72D1-C8DA-27B1-F6BD59685E11}"/>
                  </a:ext>
                </a:extLst>
              </p:cNvPr>
              <p:cNvSpPr/>
              <p:nvPr/>
            </p:nvSpPr>
            <p:spPr>
              <a:xfrm>
                <a:off x="3200025" y="1954850"/>
                <a:ext cx="73475" cy="63675"/>
              </a:xfrm>
              <a:custGeom>
                <a:avLst/>
                <a:gdLst/>
                <a:ahLst/>
                <a:cxnLst/>
                <a:rect l="l" t="t" r="r" b="b"/>
                <a:pathLst>
                  <a:path w="2939" h="2547" extrusionOk="0">
                    <a:moveTo>
                      <a:pt x="0" y="0"/>
                    </a:moveTo>
                    <a:lnTo>
                      <a:pt x="734" y="1273"/>
                    </a:lnTo>
                    <a:lnTo>
                      <a:pt x="1468" y="2546"/>
                    </a:lnTo>
                    <a:lnTo>
                      <a:pt x="2205" y="1273"/>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508;p25">
                <a:extLst>
                  <a:ext uri="{FF2B5EF4-FFF2-40B4-BE49-F238E27FC236}">
                    <a16:creationId xmlns:a16="http://schemas.microsoft.com/office/drawing/2014/main" id="{97A74F0C-2366-9A2C-3249-CFFD366CD5D5}"/>
                  </a:ext>
                </a:extLst>
              </p:cNvPr>
              <p:cNvSpPr/>
              <p:nvPr/>
            </p:nvSpPr>
            <p:spPr>
              <a:xfrm>
                <a:off x="2375550" y="1976200"/>
                <a:ext cx="73500" cy="63625"/>
              </a:xfrm>
              <a:custGeom>
                <a:avLst/>
                <a:gdLst/>
                <a:ahLst/>
                <a:cxnLst/>
                <a:rect l="l" t="t" r="r" b="b"/>
                <a:pathLst>
                  <a:path w="2940" h="2545" extrusionOk="0">
                    <a:moveTo>
                      <a:pt x="1" y="0"/>
                    </a:moveTo>
                    <a:lnTo>
                      <a:pt x="735" y="1271"/>
                    </a:lnTo>
                    <a:lnTo>
                      <a:pt x="1469" y="2544"/>
                    </a:lnTo>
                    <a:lnTo>
                      <a:pt x="2205" y="1271"/>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509;p25">
                <a:extLst>
                  <a:ext uri="{FF2B5EF4-FFF2-40B4-BE49-F238E27FC236}">
                    <a16:creationId xmlns:a16="http://schemas.microsoft.com/office/drawing/2014/main" id="{B04ADA48-847F-E8E8-317D-06500242E694}"/>
                  </a:ext>
                </a:extLst>
              </p:cNvPr>
              <p:cNvSpPr/>
              <p:nvPr/>
            </p:nvSpPr>
            <p:spPr>
              <a:xfrm>
                <a:off x="2904825" y="1925125"/>
                <a:ext cx="73500" cy="63625"/>
              </a:xfrm>
              <a:custGeom>
                <a:avLst/>
                <a:gdLst/>
                <a:ahLst/>
                <a:cxnLst/>
                <a:rect l="l" t="t" r="r" b="b"/>
                <a:pathLst>
                  <a:path w="2940" h="2545" extrusionOk="0">
                    <a:moveTo>
                      <a:pt x="1" y="1"/>
                    </a:moveTo>
                    <a:lnTo>
                      <a:pt x="735" y="1271"/>
                    </a:lnTo>
                    <a:lnTo>
                      <a:pt x="1469" y="2544"/>
                    </a:lnTo>
                    <a:lnTo>
                      <a:pt x="2203" y="1271"/>
                    </a:lnTo>
                    <a:lnTo>
                      <a:pt x="2939"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510;p25">
                <a:extLst>
                  <a:ext uri="{FF2B5EF4-FFF2-40B4-BE49-F238E27FC236}">
                    <a16:creationId xmlns:a16="http://schemas.microsoft.com/office/drawing/2014/main" id="{1519B635-6B5C-BAB9-5031-98D35B4D468E}"/>
                  </a:ext>
                </a:extLst>
              </p:cNvPr>
              <p:cNvSpPr/>
              <p:nvPr/>
            </p:nvSpPr>
            <p:spPr>
              <a:xfrm>
                <a:off x="2115475" y="1549000"/>
                <a:ext cx="72875" cy="67775"/>
              </a:xfrm>
              <a:custGeom>
                <a:avLst/>
                <a:gdLst/>
                <a:ahLst/>
                <a:cxnLst/>
                <a:rect l="l" t="t" r="r" b="b"/>
                <a:pathLst>
                  <a:path w="2915" h="2711" extrusionOk="0">
                    <a:moveTo>
                      <a:pt x="1136" y="0"/>
                    </a:moveTo>
                    <a:lnTo>
                      <a:pt x="568" y="1355"/>
                    </a:lnTo>
                    <a:lnTo>
                      <a:pt x="0" y="2710"/>
                    </a:lnTo>
                    <a:lnTo>
                      <a:pt x="1457" y="2524"/>
                    </a:lnTo>
                    <a:lnTo>
                      <a:pt x="2914" y="2338"/>
                    </a:lnTo>
                    <a:lnTo>
                      <a:pt x="2025" y="1169"/>
                    </a:lnTo>
                    <a:lnTo>
                      <a:pt x="1136"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511;p25">
                <a:extLst>
                  <a:ext uri="{FF2B5EF4-FFF2-40B4-BE49-F238E27FC236}">
                    <a16:creationId xmlns:a16="http://schemas.microsoft.com/office/drawing/2014/main" id="{1B5F1541-7F00-15FB-18CA-FA3B36093829}"/>
                  </a:ext>
                </a:extLst>
              </p:cNvPr>
              <p:cNvSpPr/>
              <p:nvPr/>
            </p:nvSpPr>
            <p:spPr>
              <a:xfrm>
                <a:off x="2037450" y="2245925"/>
                <a:ext cx="72950" cy="67775"/>
              </a:xfrm>
              <a:custGeom>
                <a:avLst/>
                <a:gdLst/>
                <a:ahLst/>
                <a:cxnLst/>
                <a:rect l="l" t="t" r="r" b="b"/>
                <a:pathLst>
                  <a:path w="2918" h="2711" extrusionOk="0">
                    <a:moveTo>
                      <a:pt x="1136" y="1"/>
                    </a:moveTo>
                    <a:lnTo>
                      <a:pt x="568" y="1356"/>
                    </a:lnTo>
                    <a:lnTo>
                      <a:pt x="1" y="2711"/>
                    </a:lnTo>
                    <a:lnTo>
                      <a:pt x="1458" y="2525"/>
                    </a:lnTo>
                    <a:lnTo>
                      <a:pt x="2917" y="2338"/>
                    </a:lnTo>
                    <a:lnTo>
                      <a:pt x="2026" y="1170"/>
                    </a:lnTo>
                    <a:lnTo>
                      <a:pt x="1136"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512;p25">
                <a:extLst>
                  <a:ext uri="{FF2B5EF4-FFF2-40B4-BE49-F238E27FC236}">
                    <a16:creationId xmlns:a16="http://schemas.microsoft.com/office/drawing/2014/main" id="{86F4D219-F448-8C99-4C30-94765FEBF6A5}"/>
                  </a:ext>
                </a:extLst>
              </p:cNvPr>
              <p:cNvSpPr/>
              <p:nvPr/>
            </p:nvSpPr>
            <p:spPr>
              <a:xfrm>
                <a:off x="1758175" y="1986450"/>
                <a:ext cx="72875" cy="67775"/>
              </a:xfrm>
              <a:custGeom>
                <a:avLst/>
                <a:gdLst/>
                <a:ahLst/>
                <a:cxnLst/>
                <a:rect l="l" t="t" r="r" b="b"/>
                <a:pathLst>
                  <a:path w="2915" h="2711" extrusionOk="0">
                    <a:moveTo>
                      <a:pt x="1136" y="1"/>
                    </a:moveTo>
                    <a:lnTo>
                      <a:pt x="568" y="1356"/>
                    </a:lnTo>
                    <a:lnTo>
                      <a:pt x="1" y="2711"/>
                    </a:lnTo>
                    <a:lnTo>
                      <a:pt x="1458" y="2524"/>
                    </a:lnTo>
                    <a:lnTo>
                      <a:pt x="2915" y="2340"/>
                    </a:lnTo>
                    <a:lnTo>
                      <a:pt x="2026" y="1169"/>
                    </a:lnTo>
                    <a:lnTo>
                      <a:pt x="1136"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513;p25">
                <a:extLst>
                  <a:ext uri="{FF2B5EF4-FFF2-40B4-BE49-F238E27FC236}">
                    <a16:creationId xmlns:a16="http://schemas.microsoft.com/office/drawing/2014/main" id="{D9D9560E-756B-8A55-9B3B-CB42F2948779}"/>
                  </a:ext>
                </a:extLst>
              </p:cNvPr>
              <p:cNvSpPr/>
              <p:nvPr/>
            </p:nvSpPr>
            <p:spPr>
              <a:xfrm>
                <a:off x="1985550" y="1279750"/>
                <a:ext cx="72875" cy="67775"/>
              </a:xfrm>
              <a:custGeom>
                <a:avLst/>
                <a:gdLst/>
                <a:ahLst/>
                <a:cxnLst/>
                <a:rect l="l" t="t" r="r" b="b"/>
                <a:pathLst>
                  <a:path w="2915" h="2711" extrusionOk="0">
                    <a:moveTo>
                      <a:pt x="1136" y="1"/>
                    </a:moveTo>
                    <a:lnTo>
                      <a:pt x="569" y="1356"/>
                    </a:lnTo>
                    <a:lnTo>
                      <a:pt x="1" y="2711"/>
                    </a:lnTo>
                    <a:lnTo>
                      <a:pt x="1458" y="2524"/>
                    </a:lnTo>
                    <a:lnTo>
                      <a:pt x="2915" y="2338"/>
                    </a:lnTo>
                    <a:lnTo>
                      <a:pt x="2026" y="1169"/>
                    </a:lnTo>
                    <a:lnTo>
                      <a:pt x="1136"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514;p25">
                <a:extLst>
                  <a:ext uri="{FF2B5EF4-FFF2-40B4-BE49-F238E27FC236}">
                    <a16:creationId xmlns:a16="http://schemas.microsoft.com/office/drawing/2014/main" id="{FA556858-8047-654D-6E23-67508EDB4505}"/>
                  </a:ext>
                </a:extLst>
              </p:cNvPr>
              <p:cNvSpPr/>
              <p:nvPr/>
            </p:nvSpPr>
            <p:spPr>
              <a:xfrm>
                <a:off x="2343075" y="2239950"/>
                <a:ext cx="72925" cy="67775"/>
              </a:xfrm>
              <a:custGeom>
                <a:avLst/>
                <a:gdLst/>
                <a:ahLst/>
                <a:cxnLst/>
                <a:rect l="l" t="t" r="r" b="b"/>
                <a:pathLst>
                  <a:path w="2917" h="2711" extrusionOk="0">
                    <a:moveTo>
                      <a:pt x="1136" y="0"/>
                    </a:moveTo>
                    <a:lnTo>
                      <a:pt x="568" y="1355"/>
                    </a:lnTo>
                    <a:lnTo>
                      <a:pt x="0" y="2710"/>
                    </a:lnTo>
                    <a:lnTo>
                      <a:pt x="0" y="2710"/>
                    </a:lnTo>
                    <a:lnTo>
                      <a:pt x="1457" y="2524"/>
                    </a:lnTo>
                    <a:lnTo>
                      <a:pt x="2916" y="2338"/>
                    </a:lnTo>
                    <a:lnTo>
                      <a:pt x="2025" y="1169"/>
                    </a:lnTo>
                    <a:lnTo>
                      <a:pt x="1136"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515;p25">
                <a:extLst>
                  <a:ext uri="{FF2B5EF4-FFF2-40B4-BE49-F238E27FC236}">
                    <a16:creationId xmlns:a16="http://schemas.microsoft.com/office/drawing/2014/main" id="{B1AC8A6C-B010-C1C8-B662-E8A73FA84349}"/>
                  </a:ext>
                </a:extLst>
              </p:cNvPr>
              <p:cNvSpPr/>
              <p:nvPr/>
            </p:nvSpPr>
            <p:spPr>
              <a:xfrm>
                <a:off x="2209400" y="2559475"/>
                <a:ext cx="72875" cy="67775"/>
              </a:xfrm>
              <a:custGeom>
                <a:avLst/>
                <a:gdLst/>
                <a:ahLst/>
                <a:cxnLst/>
                <a:rect l="l" t="t" r="r" b="b"/>
                <a:pathLst>
                  <a:path w="2915" h="2711" extrusionOk="0">
                    <a:moveTo>
                      <a:pt x="1136" y="0"/>
                    </a:moveTo>
                    <a:lnTo>
                      <a:pt x="568" y="1355"/>
                    </a:lnTo>
                    <a:lnTo>
                      <a:pt x="0" y="2711"/>
                    </a:lnTo>
                    <a:lnTo>
                      <a:pt x="0" y="2711"/>
                    </a:lnTo>
                    <a:lnTo>
                      <a:pt x="1457" y="2524"/>
                    </a:lnTo>
                    <a:lnTo>
                      <a:pt x="2914" y="2340"/>
                    </a:lnTo>
                    <a:lnTo>
                      <a:pt x="2025" y="1169"/>
                    </a:lnTo>
                    <a:lnTo>
                      <a:pt x="1136"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516;p25">
                <a:extLst>
                  <a:ext uri="{FF2B5EF4-FFF2-40B4-BE49-F238E27FC236}">
                    <a16:creationId xmlns:a16="http://schemas.microsoft.com/office/drawing/2014/main" id="{76036B35-A71F-7ED1-CD05-0A02B521B0EF}"/>
                  </a:ext>
                </a:extLst>
              </p:cNvPr>
              <p:cNvSpPr/>
              <p:nvPr/>
            </p:nvSpPr>
            <p:spPr>
              <a:xfrm>
                <a:off x="2860200" y="2194700"/>
                <a:ext cx="72875" cy="67775"/>
              </a:xfrm>
              <a:custGeom>
                <a:avLst/>
                <a:gdLst/>
                <a:ahLst/>
                <a:cxnLst/>
                <a:rect l="l" t="t" r="r" b="b"/>
                <a:pathLst>
                  <a:path w="2915" h="2711" extrusionOk="0">
                    <a:moveTo>
                      <a:pt x="1134" y="1"/>
                    </a:moveTo>
                    <a:lnTo>
                      <a:pt x="568" y="1356"/>
                    </a:lnTo>
                    <a:lnTo>
                      <a:pt x="0" y="2711"/>
                    </a:lnTo>
                    <a:lnTo>
                      <a:pt x="1457" y="2524"/>
                    </a:lnTo>
                    <a:lnTo>
                      <a:pt x="2914" y="2338"/>
                    </a:lnTo>
                    <a:lnTo>
                      <a:pt x="2025" y="1169"/>
                    </a:lnTo>
                    <a:lnTo>
                      <a:pt x="1134"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517;p25">
                <a:extLst>
                  <a:ext uri="{FF2B5EF4-FFF2-40B4-BE49-F238E27FC236}">
                    <a16:creationId xmlns:a16="http://schemas.microsoft.com/office/drawing/2014/main" id="{EC97E8D7-CB6F-7559-DD76-92ED788E4439}"/>
                  </a:ext>
                </a:extLst>
              </p:cNvPr>
              <p:cNvSpPr/>
              <p:nvPr/>
            </p:nvSpPr>
            <p:spPr>
              <a:xfrm>
                <a:off x="1867125" y="1486450"/>
                <a:ext cx="64125" cy="73500"/>
              </a:xfrm>
              <a:custGeom>
                <a:avLst/>
                <a:gdLst/>
                <a:ahLst/>
                <a:cxnLst/>
                <a:rect l="l" t="t" r="r" b="b"/>
                <a:pathLst>
                  <a:path w="2565" h="2940" extrusionOk="0">
                    <a:moveTo>
                      <a:pt x="41" y="1"/>
                    </a:moveTo>
                    <a:lnTo>
                      <a:pt x="21" y="1469"/>
                    </a:lnTo>
                    <a:lnTo>
                      <a:pt x="1" y="2939"/>
                    </a:lnTo>
                    <a:lnTo>
                      <a:pt x="1283" y="2221"/>
                    </a:lnTo>
                    <a:lnTo>
                      <a:pt x="2564" y="1504"/>
                    </a:lnTo>
                    <a:lnTo>
                      <a:pt x="1302" y="752"/>
                    </a:lnTo>
                    <a:lnTo>
                      <a:pt x="41"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518;p25">
                <a:extLst>
                  <a:ext uri="{FF2B5EF4-FFF2-40B4-BE49-F238E27FC236}">
                    <a16:creationId xmlns:a16="http://schemas.microsoft.com/office/drawing/2014/main" id="{E8C7AB0A-E32E-CD31-CB38-7E900000937A}"/>
                  </a:ext>
                </a:extLst>
              </p:cNvPr>
              <p:cNvSpPr/>
              <p:nvPr/>
            </p:nvSpPr>
            <p:spPr>
              <a:xfrm>
                <a:off x="1676800" y="1615925"/>
                <a:ext cx="64150" cy="73475"/>
              </a:xfrm>
              <a:custGeom>
                <a:avLst/>
                <a:gdLst/>
                <a:ahLst/>
                <a:cxnLst/>
                <a:rect l="l" t="t" r="r" b="b"/>
                <a:pathLst>
                  <a:path w="2566" h="2939" extrusionOk="0">
                    <a:moveTo>
                      <a:pt x="40" y="0"/>
                    </a:moveTo>
                    <a:lnTo>
                      <a:pt x="20" y="1470"/>
                    </a:lnTo>
                    <a:lnTo>
                      <a:pt x="0" y="2939"/>
                    </a:lnTo>
                    <a:lnTo>
                      <a:pt x="1282" y="2222"/>
                    </a:lnTo>
                    <a:lnTo>
                      <a:pt x="2566" y="1504"/>
                    </a:lnTo>
                    <a:lnTo>
                      <a:pt x="1302" y="752"/>
                    </a:lnTo>
                    <a:lnTo>
                      <a:pt x="40"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519;p25">
                <a:extLst>
                  <a:ext uri="{FF2B5EF4-FFF2-40B4-BE49-F238E27FC236}">
                    <a16:creationId xmlns:a16="http://schemas.microsoft.com/office/drawing/2014/main" id="{69EDD9B0-ED6B-8229-AB93-2C13707AE84D}"/>
                  </a:ext>
                </a:extLst>
              </p:cNvPr>
              <p:cNvSpPr/>
              <p:nvPr/>
            </p:nvSpPr>
            <p:spPr>
              <a:xfrm>
                <a:off x="3182650" y="1713050"/>
                <a:ext cx="64175" cy="73500"/>
              </a:xfrm>
              <a:custGeom>
                <a:avLst/>
                <a:gdLst/>
                <a:ahLst/>
                <a:cxnLst/>
                <a:rect l="l" t="t" r="r" b="b"/>
                <a:pathLst>
                  <a:path w="2567" h="2940" extrusionOk="0">
                    <a:moveTo>
                      <a:pt x="41" y="1"/>
                    </a:moveTo>
                    <a:lnTo>
                      <a:pt x="21" y="1469"/>
                    </a:lnTo>
                    <a:lnTo>
                      <a:pt x="1" y="2939"/>
                    </a:lnTo>
                    <a:lnTo>
                      <a:pt x="1285" y="2221"/>
                    </a:lnTo>
                    <a:lnTo>
                      <a:pt x="2567" y="1504"/>
                    </a:lnTo>
                    <a:lnTo>
                      <a:pt x="1305" y="752"/>
                    </a:lnTo>
                    <a:lnTo>
                      <a:pt x="41"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520;p25">
                <a:extLst>
                  <a:ext uri="{FF2B5EF4-FFF2-40B4-BE49-F238E27FC236}">
                    <a16:creationId xmlns:a16="http://schemas.microsoft.com/office/drawing/2014/main" id="{B60EA8C5-C9AD-FBC7-211A-B184D4FA289C}"/>
                  </a:ext>
                </a:extLst>
              </p:cNvPr>
              <p:cNvSpPr/>
              <p:nvPr/>
            </p:nvSpPr>
            <p:spPr>
              <a:xfrm>
                <a:off x="2612525" y="2397300"/>
                <a:ext cx="64125" cy="73425"/>
              </a:xfrm>
              <a:custGeom>
                <a:avLst/>
                <a:gdLst/>
                <a:ahLst/>
                <a:cxnLst/>
                <a:rect l="l" t="t" r="r" b="b"/>
                <a:pathLst>
                  <a:path w="2565" h="2937" extrusionOk="0">
                    <a:moveTo>
                      <a:pt x="40" y="0"/>
                    </a:moveTo>
                    <a:lnTo>
                      <a:pt x="20" y="1469"/>
                    </a:lnTo>
                    <a:lnTo>
                      <a:pt x="0" y="2937"/>
                    </a:lnTo>
                    <a:lnTo>
                      <a:pt x="1282" y="2220"/>
                    </a:lnTo>
                    <a:lnTo>
                      <a:pt x="2564" y="1504"/>
                    </a:lnTo>
                    <a:lnTo>
                      <a:pt x="1302" y="752"/>
                    </a:lnTo>
                    <a:lnTo>
                      <a:pt x="40"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521;p25">
                <a:extLst>
                  <a:ext uri="{FF2B5EF4-FFF2-40B4-BE49-F238E27FC236}">
                    <a16:creationId xmlns:a16="http://schemas.microsoft.com/office/drawing/2014/main" id="{D063171F-D41F-E1FB-FC08-208AE5C85185}"/>
                  </a:ext>
                </a:extLst>
              </p:cNvPr>
              <p:cNvSpPr/>
              <p:nvPr/>
            </p:nvSpPr>
            <p:spPr>
              <a:xfrm>
                <a:off x="2260850" y="2731400"/>
                <a:ext cx="137250" cy="422900"/>
              </a:xfrm>
              <a:custGeom>
                <a:avLst/>
                <a:gdLst/>
                <a:ahLst/>
                <a:cxnLst/>
                <a:rect l="l" t="t" r="r" b="b"/>
                <a:pathLst>
                  <a:path w="5490" h="16916" extrusionOk="0">
                    <a:moveTo>
                      <a:pt x="4096" y="0"/>
                    </a:moveTo>
                    <a:cubicBezTo>
                      <a:pt x="4095" y="0"/>
                      <a:pt x="4095" y="0"/>
                      <a:pt x="4094" y="1"/>
                    </a:cubicBezTo>
                    <a:cubicBezTo>
                      <a:pt x="3999" y="36"/>
                      <a:pt x="4358" y="1008"/>
                      <a:pt x="4606" y="2635"/>
                    </a:cubicBezTo>
                    <a:cubicBezTo>
                      <a:pt x="4864" y="4254"/>
                      <a:pt x="4913" y="6554"/>
                      <a:pt x="4338" y="8994"/>
                    </a:cubicBezTo>
                    <a:cubicBezTo>
                      <a:pt x="3753" y="11431"/>
                      <a:pt x="2673" y="13463"/>
                      <a:pt x="1714" y="14793"/>
                    </a:cubicBezTo>
                    <a:cubicBezTo>
                      <a:pt x="759" y="16133"/>
                      <a:pt x="0" y="16838"/>
                      <a:pt x="69" y="16914"/>
                    </a:cubicBezTo>
                    <a:cubicBezTo>
                      <a:pt x="70" y="16915"/>
                      <a:pt x="72" y="16916"/>
                      <a:pt x="75" y="16916"/>
                    </a:cubicBezTo>
                    <a:cubicBezTo>
                      <a:pt x="159" y="16916"/>
                      <a:pt x="1002" y="16308"/>
                      <a:pt x="2036" y="15037"/>
                    </a:cubicBezTo>
                    <a:cubicBezTo>
                      <a:pt x="3103" y="13733"/>
                      <a:pt x="4287" y="11651"/>
                      <a:pt x="4893" y="9127"/>
                    </a:cubicBezTo>
                    <a:cubicBezTo>
                      <a:pt x="5489" y="6599"/>
                      <a:pt x="5372" y="4208"/>
                      <a:pt x="5003" y="2562"/>
                    </a:cubicBezTo>
                    <a:cubicBezTo>
                      <a:pt x="4648" y="927"/>
                      <a:pt x="4155" y="0"/>
                      <a:pt x="4096"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522;p25">
                <a:extLst>
                  <a:ext uri="{FF2B5EF4-FFF2-40B4-BE49-F238E27FC236}">
                    <a16:creationId xmlns:a16="http://schemas.microsoft.com/office/drawing/2014/main" id="{C7B2A653-4993-672E-5AEB-843E2512F825}"/>
                  </a:ext>
                </a:extLst>
              </p:cNvPr>
              <p:cNvSpPr/>
              <p:nvPr/>
            </p:nvSpPr>
            <p:spPr>
              <a:xfrm>
                <a:off x="2322725" y="3016925"/>
                <a:ext cx="118000" cy="76900"/>
              </a:xfrm>
              <a:custGeom>
                <a:avLst/>
                <a:gdLst/>
                <a:ahLst/>
                <a:cxnLst/>
                <a:rect l="l" t="t" r="r" b="b"/>
                <a:pathLst>
                  <a:path w="4720" h="3076" extrusionOk="0">
                    <a:moveTo>
                      <a:pt x="4582" y="1"/>
                    </a:moveTo>
                    <a:cubicBezTo>
                      <a:pt x="4337" y="1"/>
                      <a:pt x="3338" y="543"/>
                      <a:pt x="2202" y="1301"/>
                    </a:cubicBezTo>
                    <a:cubicBezTo>
                      <a:pt x="947" y="2139"/>
                      <a:pt x="0" y="2924"/>
                      <a:pt x="89" y="3057"/>
                    </a:cubicBezTo>
                    <a:cubicBezTo>
                      <a:pt x="97" y="3070"/>
                      <a:pt x="115" y="3076"/>
                      <a:pt x="141" y="3076"/>
                    </a:cubicBezTo>
                    <a:cubicBezTo>
                      <a:pt x="386" y="3076"/>
                      <a:pt x="1384" y="2532"/>
                      <a:pt x="2520" y="1773"/>
                    </a:cubicBezTo>
                    <a:cubicBezTo>
                      <a:pt x="3775" y="935"/>
                      <a:pt x="4720" y="150"/>
                      <a:pt x="4633" y="19"/>
                    </a:cubicBezTo>
                    <a:cubicBezTo>
                      <a:pt x="4625" y="7"/>
                      <a:pt x="4607" y="1"/>
                      <a:pt x="4582"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523;p25">
                <a:extLst>
                  <a:ext uri="{FF2B5EF4-FFF2-40B4-BE49-F238E27FC236}">
                    <a16:creationId xmlns:a16="http://schemas.microsoft.com/office/drawing/2014/main" id="{74AB7B38-9D14-7458-7DAE-41C73E2C26C4}"/>
                  </a:ext>
                </a:extLst>
              </p:cNvPr>
              <p:cNvSpPr/>
              <p:nvPr/>
            </p:nvSpPr>
            <p:spPr>
              <a:xfrm>
                <a:off x="2550375" y="2866750"/>
                <a:ext cx="118725" cy="75800"/>
              </a:xfrm>
              <a:custGeom>
                <a:avLst/>
                <a:gdLst/>
                <a:ahLst/>
                <a:cxnLst/>
                <a:rect l="l" t="t" r="r" b="b"/>
                <a:pathLst>
                  <a:path w="4749" h="3032" extrusionOk="0">
                    <a:moveTo>
                      <a:pt x="4609" y="1"/>
                    </a:moveTo>
                    <a:cubicBezTo>
                      <a:pt x="4360" y="1"/>
                      <a:pt x="3358" y="532"/>
                      <a:pt x="2220" y="1278"/>
                    </a:cubicBezTo>
                    <a:cubicBezTo>
                      <a:pt x="956" y="2103"/>
                      <a:pt x="0" y="2879"/>
                      <a:pt x="87" y="3012"/>
                    </a:cubicBezTo>
                    <a:cubicBezTo>
                      <a:pt x="95" y="3025"/>
                      <a:pt x="114" y="3031"/>
                      <a:pt x="140" y="3031"/>
                    </a:cubicBezTo>
                    <a:cubicBezTo>
                      <a:pt x="389" y="3031"/>
                      <a:pt x="1390" y="2499"/>
                      <a:pt x="2531" y="1755"/>
                    </a:cubicBezTo>
                    <a:cubicBezTo>
                      <a:pt x="3795" y="927"/>
                      <a:pt x="4749" y="151"/>
                      <a:pt x="4662" y="20"/>
                    </a:cubicBezTo>
                    <a:cubicBezTo>
                      <a:pt x="4654" y="7"/>
                      <a:pt x="4636" y="1"/>
                      <a:pt x="460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524;p25">
                <a:extLst>
                  <a:ext uri="{FF2B5EF4-FFF2-40B4-BE49-F238E27FC236}">
                    <a16:creationId xmlns:a16="http://schemas.microsoft.com/office/drawing/2014/main" id="{6FDFFAED-A050-E556-B401-2D17AEDE37DA}"/>
                  </a:ext>
                </a:extLst>
              </p:cNvPr>
              <p:cNvSpPr/>
              <p:nvPr/>
            </p:nvSpPr>
            <p:spPr>
              <a:xfrm>
                <a:off x="2779575" y="2718900"/>
                <a:ext cx="119350" cy="74625"/>
              </a:xfrm>
              <a:custGeom>
                <a:avLst/>
                <a:gdLst/>
                <a:ahLst/>
                <a:cxnLst/>
                <a:rect l="l" t="t" r="r" b="b"/>
                <a:pathLst>
                  <a:path w="4774" h="2985" extrusionOk="0">
                    <a:moveTo>
                      <a:pt x="4635" y="0"/>
                    </a:moveTo>
                    <a:cubicBezTo>
                      <a:pt x="4385" y="0"/>
                      <a:pt x="3381" y="519"/>
                      <a:pt x="2234" y="1253"/>
                    </a:cubicBezTo>
                    <a:cubicBezTo>
                      <a:pt x="961" y="2067"/>
                      <a:pt x="1" y="2834"/>
                      <a:pt x="85" y="2965"/>
                    </a:cubicBezTo>
                    <a:cubicBezTo>
                      <a:pt x="93" y="2978"/>
                      <a:pt x="112" y="2985"/>
                      <a:pt x="140" y="2985"/>
                    </a:cubicBezTo>
                    <a:cubicBezTo>
                      <a:pt x="391" y="2985"/>
                      <a:pt x="1397" y="2464"/>
                      <a:pt x="2540" y="1734"/>
                    </a:cubicBezTo>
                    <a:cubicBezTo>
                      <a:pt x="3811" y="920"/>
                      <a:pt x="4773" y="153"/>
                      <a:pt x="4689" y="19"/>
                    </a:cubicBezTo>
                    <a:cubicBezTo>
                      <a:pt x="4681" y="7"/>
                      <a:pt x="4662" y="0"/>
                      <a:pt x="4635"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525;p25">
                <a:extLst>
                  <a:ext uri="{FF2B5EF4-FFF2-40B4-BE49-F238E27FC236}">
                    <a16:creationId xmlns:a16="http://schemas.microsoft.com/office/drawing/2014/main" id="{09F4094A-AAC1-E7F1-817E-519A9B607031}"/>
                  </a:ext>
                </a:extLst>
              </p:cNvPr>
              <p:cNvSpPr/>
              <p:nvPr/>
            </p:nvSpPr>
            <p:spPr>
              <a:xfrm>
                <a:off x="3010175" y="2573375"/>
                <a:ext cx="120125" cy="73500"/>
              </a:xfrm>
              <a:custGeom>
                <a:avLst/>
                <a:gdLst/>
                <a:ahLst/>
                <a:cxnLst/>
                <a:rect l="l" t="t" r="r" b="b"/>
                <a:pathLst>
                  <a:path w="4805" h="2940" extrusionOk="0">
                    <a:moveTo>
                      <a:pt x="4664" y="1"/>
                    </a:moveTo>
                    <a:cubicBezTo>
                      <a:pt x="4411" y="1"/>
                      <a:pt x="3401" y="511"/>
                      <a:pt x="2254" y="1230"/>
                    </a:cubicBezTo>
                    <a:cubicBezTo>
                      <a:pt x="974" y="2030"/>
                      <a:pt x="0" y="2787"/>
                      <a:pt x="87" y="2920"/>
                    </a:cubicBezTo>
                    <a:cubicBezTo>
                      <a:pt x="96" y="2933"/>
                      <a:pt x="115" y="2940"/>
                      <a:pt x="144" y="2940"/>
                    </a:cubicBezTo>
                    <a:cubicBezTo>
                      <a:pt x="399" y="2940"/>
                      <a:pt x="1406" y="2432"/>
                      <a:pt x="2555" y="1713"/>
                    </a:cubicBezTo>
                    <a:cubicBezTo>
                      <a:pt x="3833" y="913"/>
                      <a:pt x="4804" y="154"/>
                      <a:pt x="4720" y="21"/>
                    </a:cubicBezTo>
                    <a:cubicBezTo>
                      <a:pt x="4711" y="7"/>
                      <a:pt x="4692" y="1"/>
                      <a:pt x="466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526;p25">
                <a:extLst>
                  <a:ext uri="{FF2B5EF4-FFF2-40B4-BE49-F238E27FC236}">
                    <a16:creationId xmlns:a16="http://schemas.microsoft.com/office/drawing/2014/main" id="{5B74D89F-7B93-C1C4-7509-EC3760E80958}"/>
                  </a:ext>
                </a:extLst>
              </p:cNvPr>
              <p:cNvSpPr/>
              <p:nvPr/>
            </p:nvSpPr>
            <p:spPr>
              <a:xfrm>
                <a:off x="3242325" y="2430225"/>
                <a:ext cx="120775" cy="72350"/>
              </a:xfrm>
              <a:custGeom>
                <a:avLst/>
                <a:gdLst/>
                <a:ahLst/>
                <a:cxnLst/>
                <a:rect l="l" t="t" r="r" b="b"/>
                <a:pathLst>
                  <a:path w="4831" h="2894" extrusionOk="0">
                    <a:moveTo>
                      <a:pt x="4691" y="0"/>
                    </a:moveTo>
                    <a:cubicBezTo>
                      <a:pt x="4434" y="0"/>
                      <a:pt x="3421" y="497"/>
                      <a:pt x="2267" y="1203"/>
                    </a:cubicBezTo>
                    <a:cubicBezTo>
                      <a:pt x="978" y="1992"/>
                      <a:pt x="0" y="2737"/>
                      <a:pt x="85" y="2873"/>
                    </a:cubicBezTo>
                    <a:cubicBezTo>
                      <a:pt x="93" y="2887"/>
                      <a:pt x="113" y="2893"/>
                      <a:pt x="142" y="2893"/>
                    </a:cubicBezTo>
                    <a:cubicBezTo>
                      <a:pt x="399" y="2893"/>
                      <a:pt x="1411" y="2394"/>
                      <a:pt x="2564" y="1688"/>
                    </a:cubicBezTo>
                    <a:cubicBezTo>
                      <a:pt x="3853" y="903"/>
                      <a:pt x="4831" y="156"/>
                      <a:pt x="4749" y="21"/>
                    </a:cubicBezTo>
                    <a:cubicBezTo>
                      <a:pt x="4740" y="7"/>
                      <a:pt x="4720" y="0"/>
                      <a:pt x="469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527;p25">
                <a:extLst>
                  <a:ext uri="{FF2B5EF4-FFF2-40B4-BE49-F238E27FC236}">
                    <a16:creationId xmlns:a16="http://schemas.microsoft.com/office/drawing/2014/main" id="{FC71B680-6A05-8FED-E32F-62785A54F2AB}"/>
                  </a:ext>
                </a:extLst>
              </p:cNvPr>
              <p:cNvSpPr/>
              <p:nvPr/>
            </p:nvSpPr>
            <p:spPr>
              <a:xfrm>
                <a:off x="3475950" y="2289425"/>
                <a:ext cx="121350" cy="71175"/>
              </a:xfrm>
              <a:custGeom>
                <a:avLst/>
                <a:gdLst/>
                <a:ahLst/>
                <a:cxnLst/>
                <a:rect l="l" t="t" r="r" b="b"/>
                <a:pathLst>
                  <a:path w="4854" h="2847" extrusionOk="0">
                    <a:moveTo>
                      <a:pt x="4713" y="0"/>
                    </a:moveTo>
                    <a:cubicBezTo>
                      <a:pt x="4450" y="0"/>
                      <a:pt x="3437" y="486"/>
                      <a:pt x="2281" y="1179"/>
                    </a:cubicBezTo>
                    <a:cubicBezTo>
                      <a:pt x="983" y="1953"/>
                      <a:pt x="1" y="2690"/>
                      <a:pt x="81" y="2825"/>
                    </a:cubicBezTo>
                    <a:cubicBezTo>
                      <a:pt x="89" y="2839"/>
                      <a:pt x="110" y="2846"/>
                      <a:pt x="141" y="2846"/>
                    </a:cubicBezTo>
                    <a:cubicBezTo>
                      <a:pt x="402" y="2846"/>
                      <a:pt x="1417" y="2359"/>
                      <a:pt x="2574" y="1667"/>
                    </a:cubicBezTo>
                    <a:cubicBezTo>
                      <a:pt x="3869" y="893"/>
                      <a:pt x="4853" y="157"/>
                      <a:pt x="4774" y="22"/>
                    </a:cubicBezTo>
                    <a:cubicBezTo>
                      <a:pt x="4765" y="7"/>
                      <a:pt x="4744" y="0"/>
                      <a:pt x="4713"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528;p25">
                <a:extLst>
                  <a:ext uri="{FF2B5EF4-FFF2-40B4-BE49-F238E27FC236}">
                    <a16:creationId xmlns:a16="http://schemas.microsoft.com/office/drawing/2014/main" id="{8609077F-0C19-F5CF-983F-D547E91715A6}"/>
                  </a:ext>
                </a:extLst>
              </p:cNvPr>
              <p:cNvSpPr/>
              <p:nvPr/>
            </p:nvSpPr>
            <p:spPr>
              <a:xfrm>
                <a:off x="3710925" y="2151775"/>
                <a:ext cx="122400" cy="69225"/>
              </a:xfrm>
              <a:custGeom>
                <a:avLst/>
                <a:gdLst/>
                <a:ahLst/>
                <a:cxnLst/>
                <a:rect l="l" t="t" r="r" b="b"/>
                <a:pathLst>
                  <a:path w="4896" h="2769" extrusionOk="0">
                    <a:moveTo>
                      <a:pt x="4757" y="0"/>
                    </a:moveTo>
                    <a:cubicBezTo>
                      <a:pt x="4490" y="0"/>
                      <a:pt x="3474" y="471"/>
                      <a:pt x="2310" y="1139"/>
                    </a:cubicBezTo>
                    <a:cubicBezTo>
                      <a:pt x="997" y="1891"/>
                      <a:pt x="1" y="2611"/>
                      <a:pt x="81" y="2747"/>
                    </a:cubicBezTo>
                    <a:cubicBezTo>
                      <a:pt x="90" y="2761"/>
                      <a:pt x="111" y="2769"/>
                      <a:pt x="144" y="2769"/>
                    </a:cubicBezTo>
                    <a:cubicBezTo>
                      <a:pt x="410" y="2769"/>
                      <a:pt x="1429" y="2298"/>
                      <a:pt x="2591" y="1631"/>
                    </a:cubicBezTo>
                    <a:cubicBezTo>
                      <a:pt x="3898" y="884"/>
                      <a:pt x="4896" y="163"/>
                      <a:pt x="4820" y="23"/>
                    </a:cubicBezTo>
                    <a:cubicBezTo>
                      <a:pt x="4812" y="8"/>
                      <a:pt x="4790" y="0"/>
                      <a:pt x="475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529;p25">
                <a:extLst>
                  <a:ext uri="{FF2B5EF4-FFF2-40B4-BE49-F238E27FC236}">
                    <a16:creationId xmlns:a16="http://schemas.microsoft.com/office/drawing/2014/main" id="{60FA9D8D-89B9-4A09-8DB5-F68F9E5A2830}"/>
                  </a:ext>
                </a:extLst>
              </p:cNvPr>
              <p:cNvSpPr/>
              <p:nvPr/>
            </p:nvSpPr>
            <p:spPr>
              <a:xfrm>
                <a:off x="3950575" y="2032400"/>
                <a:ext cx="128050" cy="57050"/>
              </a:xfrm>
              <a:custGeom>
                <a:avLst/>
                <a:gdLst/>
                <a:ahLst/>
                <a:cxnLst/>
                <a:rect l="l" t="t" r="r" b="b"/>
                <a:pathLst>
                  <a:path w="5122" h="2282" extrusionOk="0">
                    <a:moveTo>
                      <a:pt x="4973" y="1"/>
                    </a:moveTo>
                    <a:cubicBezTo>
                      <a:pt x="4664" y="1"/>
                      <a:pt x="3638" y="354"/>
                      <a:pt x="2453" y="882"/>
                    </a:cubicBezTo>
                    <a:cubicBezTo>
                      <a:pt x="1067" y="1498"/>
                      <a:pt x="0" y="2110"/>
                      <a:pt x="71" y="2252"/>
                    </a:cubicBezTo>
                    <a:cubicBezTo>
                      <a:pt x="81" y="2272"/>
                      <a:pt x="112" y="2281"/>
                      <a:pt x="162" y="2281"/>
                    </a:cubicBezTo>
                    <a:cubicBezTo>
                      <a:pt x="472" y="2281"/>
                      <a:pt x="1503" y="1927"/>
                      <a:pt x="2684" y="1403"/>
                    </a:cubicBezTo>
                    <a:cubicBezTo>
                      <a:pt x="4054" y="793"/>
                      <a:pt x="5121" y="179"/>
                      <a:pt x="5066" y="32"/>
                    </a:cubicBezTo>
                    <a:cubicBezTo>
                      <a:pt x="5057" y="11"/>
                      <a:pt x="5026" y="1"/>
                      <a:pt x="4973"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530;p25">
                <a:extLst>
                  <a:ext uri="{FF2B5EF4-FFF2-40B4-BE49-F238E27FC236}">
                    <a16:creationId xmlns:a16="http://schemas.microsoft.com/office/drawing/2014/main" id="{B67629C0-18AF-B3C1-D992-754DCB48F820}"/>
                  </a:ext>
                </a:extLst>
              </p:cNvPr>
              <p:cNvSpPr/>
              <p:nvPr/>
            </p:nvSpPr>
            <p:spPr>
              <a:xfrm>
                <a:off x="4205550" y="1957900"/>
                <a:ext cx="135100" cy="33375"/>
              </a:xfrm>
              <a:custGeom>
                <a:avLst/>
                <a:gdLst/>
                <a:ahLst/>
                <a:cxnLst/>
                <a:rect l="l" t="t" r="r" b="b"/>
                <a:pathLst>
                  <a:path w="5404" h="1335" extrusionOk="0">
                    <a:moveTo>
                      <a:pt x="5108" y="1"/>
                    </a:moveTo>
                    <a:cubicBezTo>
                      <a:pt x="4667" y="1"/>
                      <a:pt x="3725" y="145"/>
                      <a:pt x="2647" y="391"/>
                    </a:cubicBezTo>
                    <a:cubicBezTo>
                      <a:pt x="1165" y="728"/>
                      <a:pt x="1" y="1125"/>
                      <a:pt x="45" y="1276"/>
                    </a:cubicBezTo>
                    <a:cubicBezTo>
                      <a:pt x="56" y="1316"/>
                      <a:pt x="152" y="1335"/>
                      <a:pt x="313" y="1335"/>
                    </a:cubicBezTo>
                    <a:cubicBezTo>
                      <a:pt x="757" y="1335"/>
                      <a:pt x="1700" y="1191"/>
                      <a:pt x="2773" y="947"/>
                    </a:cubicBezTo>
                    <a:cubicBezTo>
                      <a:pt x="4239" y="612"/>
                      <a:pt x="5403" y="218"/>
                      <a:pt x="5374" y="62"/>
                    </a:cubicBezTo>
                    <a:cubicBezTo>
                      <a:pt x="5367" y="20"/>
                      <a:pt x="5272" y="1"/>
                      <a:pt x="5108"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531;p25">
                <a:extLst>
                  <a:ext uri="{FF2B5EF4-FFF2-40B4-BE49-F238E27FC236}">
                    <a16:creationId xmlns:a16="http://schemas.microsoft.com/office/drawing/2014/main" id="{530015AF-23EA-AC53-844D-909BFA05666B}"/>
                  </a:ext>
                </a:extLst>
              </p:cNvPr>
              <p:cNvSpPr/>
              <p:nvPr/>
            </p:nvSpPr>
            <p:spPr>
              <a:xfrm>
                <a:off x="4474400" y="1921950"/>
                <a:ext cx="136875" cy="20075"/>
              </a:xfrm>
              <a:custGeom>
                <a:avLst/>
                <a:gdLst/>
                <a:ahLst/>
                <a:cxnLst/>
                <a:rect l="l" t="t" r="r" b="b"/>
                <a:pathLst>
                  <a:path w="5475" h="803" extrusionOk="0">
                    <a:moveTo>
                      <a:pt x="4644" y="1"/>
                    </a:moveTo>
                    <a:cubicBezTo>
                      <a:pt x="4146" y="1"/>
                      <a:pt x="3463" y="40"/>
                      <a:pt x="2711" y="119"/>
                    </a:cubicBezTo>
                    <a:cubicBezTo>
                      <a:pt x="1205" y="274"/>
                      <a:pt x="1" y="529"/>
                      <a:pt x="21" y="684"/>
                    </a:cubicBezTo>
                    <a:cubicBezTo>
                      <a:pt x="31" y="763"/>
                      <a:pt x="343" y="802"/>
                      <a:pt x="841" y="802"/>
                    </a:cubicBezTo>
                    <a:cubicBezTo>
                      <a:pt x="1339" y="802"/>
                      <a:pt x="2021" y="763"/>
                      <a:pt x="2771" y="684"/>
                    </a:cubicBezTo>
                    <a:cubicBezTo>
                      <a:pt x="4270" y="529"/>
                      <a:pt x="5474" y="276"/>
                      <a:pt x="5461" y="119"/>
                    </a:cubicBezTo>
                    <a:cubicBezTo>
                      <a:pt x="5453" y="40"/>
                      <a:pt x="5142" y="1"/>
                      <a:pt x="464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532;p25">
                <a:extLst>
                  <a:ext uri="{FF2B5EF4-FFF2-40B4-BE49-F238E27FC236}">
                    <a16:creationId xmlns:a16="http://schemas.microsoft.com/office/drawing/2014/main" id="{2783ADE0-49BA-3751-21D5-CEF6D5F1927B}"/>
                  </a:ext>
                </a:extLst>
              </p:cNvPr>
              <p:cNvSpPr/>
              <p:nvPr/>
            </p:nvSpPr>
            <p:spPr>
              <a:xfrm>
                <a:off x="4746750" y="1899675"/>
                <a:ext cx="136925" cy="17475"/>
              </a:xfrm>
              <a:custGeom>
                <a:avLst/>
                <a:gdLst/>
                <a:ahLst/>
                <a:cxnLst/>
                <a:rect l="l" t="t" r="r" b="b"/>
                <a:pathLst>
                  <a:path w="5477" h="699" extrusionOk="0">
                    <a:moveTo>
                      <a:pt x="4292" y="0"/>
                    </a:moveTo>
                    <a:cubicBezTo>
                      <a:pt x="3846" y="0"/>
                      <a:pt x="3303" y="21"/>
                      <a:pt x="2717" y="65"/>
                    </a:cubicBezTo>
                    <a:cubicBezTo>
                      <a:pt x="1211" y="176"/>
                      <a:pt x="1" y="391"/>
                      <a:pt x="14" y="551"/>
                    </a:cubicBezTo>
                    <a:cubicBezTo>
                      <a:pt x="21" y="647"/>
                      <a:pt x="480" y="698"/>
                      <a:pt x="1178" y="698"/>
                    </a:cubicBezTo>
                    <a:cubicBezTo>
                      <a:pt x="1626" y="698"/>
                      <a:pt x="2172" y="677"/>
                      <a:pt x="2759" y="633"/>
                    </a:cubicBezTo>
                    <a:cubicBezTo>
                      <a:pt x="4265" y="522"/>
                      <a:pt x="5476" y="305"/>
                      <a:pt x="5465" y="147"/>
                    </a:cubicBezTo>
                    <a:cubicBezTo>
                      <a:pt x="5458" y="52"/>
                      <a:pt x="4996" y="0"/>
                      <a:pt x="4292"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533;p25">
                <a:extLst>
                  <a:ext uri="{FF2B5EF4-FFF2-40B4-BE49-F238E27FC236}">
                    <a16:creationId xmlns:a16="http://schemas.microsoft.com/office/drawing/2014/main" id="{47E89975-7BE5-CA9E-036B-42E0C232540C}"/>
                  </a:ext>
                </a:extLst>
              </p:cNvPr>
              <p:cNvSpPr/>
              <p:nvPr/>
            </p:nvSpPr>
            <p:spPr>
              <a:xfrm>
                <a:off x="5019525" y="1882800"/>
                <a:ext cx="136875" cy="16100"/>
              </a:xfrm>
              <a:custGeom>
                <a:avLst/>
                <a:gdLst/>
                <a:ahLst/>
                <a:cxnLst/>
                <a:rect l="l" t="t" r="r" b="b"/>
                <a:pathLst>
                  <a:path w="5475" h="644" extrusionOk="0">
                    <a:moveTo>
                      <a:pt x="3993" y="0"/>
                    </a:moveTo>
                    <a:cubicBezTo>
                      <a:pt x="3613" y="0"/>
                      <a:pt x="3181" y="12"/>
                      <a:pt x="2722" y="37"/>
                    </a:cubicBezTo>
                    <a:cubicBezTo>
                      <a:pt x="1214" y="121"/>
                      <a:pt x="1" y="314"/>
                      <a:pt x="10" y="472"/>
                    </a:cubicBezTo>
                    <a:cubicBezTo>
                      <a:pt x="16" y="581"/>
                      <a:pt x="614" y="644"/>
                      <a:pt x="1485" y="644"/>
                    </a:cubicBezTo>
                    <a:cubicBezTo>
                      <a:pt x="1865" y="644"/>
                      <a:pt x="2296" y="632"/>
                      <a:pt x="2753" y="607"/>
                    </a:cubicBezTo>
                    <a:cubicBezTo>
                      <a:pt x="4259" y="525"/>
                      <a:pt x="5474" y="330"/>
                      <a:pt x="5468" y="172"/>
                    </a:cubicBezTo>
                    <a:cubicBezTo>
                      <a:pt x="5462" y="63"/>
                      <a:pt x="4865" y="0"/>
                      <a:pt x="3993"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534;p25">
                <a:extLst>
                  <a:ext uri="{FF2B5EF4-FFF2-40B4-BE49-F238E27FC236}">
                    <a16:creationId xmlns:a16="http://schemas.microsoft.com/office/drawing/2014/main" id="{88C62B91-615B-33E4-A3A0-E2A2E908BD39}"/>
                  </a:ext>
                </a:extLst>
              </p:cNvPr>
              <p:cNvSpPr/>
              <p:nvPr/>
            </p:nvSpPr>
            <p:spPr>
              <a:xfrm>
                <a:off x="5292550" y="1871050"/>
                <a:ext cx="136850" cy="15025"/>
              </a:xfrm>
              <a:custGeom>
                <a:avLst/>
                <a:gdLst/>
                <a:ahLst/>
                <a:cxnLst/>
                <a:rect l="l" t="t" r="r" b="b"/>
                <a:pathLst>
                  <a:path w="5474" h="601" extrusionOk="0">
                    <a:moveTo>
                      <a:pt x="3606" y="1"/>
                    </a:moveTo>
                    <a:cubicBezTo>
                      <a:pt x="3330" y="1"/>
                      <a:pt x="3035" y="6"/>
                      <a:pt x="2728" y="17"/>
                    </a:cubicBezTo>
                    <a:cubicBezTo>
                      <a:pt x="1220" y="70"/>
                      <a:pt x="0" y="241"/>
                      <a:pt x="7" y="396"/>
                    </a:cubicBezTo>
                    <a:cubicBezTo>
                      <a:pt x="12" y="522"/>
                      <a:pt x="793" y="601"/>
                      <a:pt x="1872" y="601"/>
                    </a:cubicBezTo>
                    <a:cubicBezTo>
                      <a:pt x="2148" y="601"/>
                      <a:pt x="2442" y="595"/>
                      <a:pt x="2748" y="585"/>
                    </a:cubicBezTo>
                    <a:cubicBezTo>
                      <a:pt x="4256" y="531"/>
                      <a:pt x="5474" y="363"/>
                      <a:pt x="5469" y="205"/>
                    </a:cubicBezTo>
                    <a:cubicBezTo>
                      <a:pt x="5466" y="80"/>
                      <a:pt x="4686" y="1"/>
                      <a:pt x="360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535;p25">
                <a:extLst>
                  <a:ext uri="{FF2B5EF4-FFF2-40B4-BE49-F238E27FC236}">
                    <a16:creationId xmlns:a16="http://schemas.microsoft.com/office/drawing/2014/main" id="{992D8679-A4A9-EFF9-3CD6-1A1E8AB6589C}"/>
                  </a:ext>
                </a:extLst>
              </p:cNvPr>
              <p:cNvSpPr/>
              <p:nvPr/>
            </p:nvSpPr>
            <p:spPr>
              <a:xfrm>
                <a:off x="5565825" y="1864400"/>
                <a:ext cx="136825" cy="14425"/>
              </a:xfrm>
              <a:custGeom>
                <a:avLst/>
                <a:gdLst/>
                <a:ahLst/>
                <a:cxnLst/>
                <a:rect l="l" t="t" r="r" b="b"/>
                <a:pathLst>
                  <a:path w="5473" h="577" extrusionOk="0">
                    <a:moveTo>
                      <a:pt x="3127" y="0"/>
                    </a:moveTo>
                    <a:cubicBezTo>
                      <a:pt x="2998" y="0"/>
                      <a:pt x="2867" y="1"/>
                      <a:pt x="2733" y="3"/>
                    </a:cubicBezTo>
                    <a:cubicBezTo>
                      <a:pt x="1223" y="26"/>
                      <a:pt x="1" y="172"/>
                      <a:pt x="3" y="332"/>
                    </a:cubicBezTo>
                    <a:cubicBezTo>
                      <a:pt x="7" y="475"/>
                      <a:pt x="1026" y="576"/>
                      <a:pt x="2349" y="576"/>
                    </a:cubicBezTo>
                    <a:cubicBezTo>
                      <a:pt x="2477" y="576"/>
                      <a:pt x="2608" y="575"/>
                      <a:pt x="2742" y="573"/>
                    </a:cubicBezTo>
                    <a:cubicBezTo>
                      <a:pt x="4250" y="549"/>
                      <a:pt x="5472" y="403"/>
                      <a:pt x="5470" y="245"/>
                    </a:cubicBezTo>
                    <a:cubicBezTo>
                      <a:pt x="5468" y="102"/>
                      <a:pt x="4451" y="0"/>
                      <a:pt x="312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536;p25">
                <a:extLst>
                  <a:ext uri="{FF2B5EF4-FFF2-40B4-BE49-F238E27FC236}">
                    <a16:creationId xmlns:a16="http://schemas.microsoft.com/office/drawing/2014/main" id="{01530EE5-B652-602C-F8AC-0307333190D9}"/>
                  </a:ext>
                </a:extLst>
              </p:cNvPr>
              <p:cNvSpPr/>
              <p:nvPr/>
            </p:nvSpPr>
            <p:spPr>
              <a:xfrm>
                <a:off x="5839175" y="1862800"/>
                <a:ext cx="136750" cy="14225"/>
              </a:xfrm>
              <a:custGeom>
                <a:avLst/>
                <a:gdLst/>
                <a:ahLst/>
                <a:cxnLst/>
                <a:rect l="l" t="t" r="r" b="b"/>
                <a:pathLst>
                  <a:path w="5470" h="569" extrusionOk="0">
                    <a:moveTo>
                      <a:pt x="2621" y="1"/>
                    </a:moveTo>
                    <a:cubicBezTo>
                      <a:pt x="1163" y="1"/>
                      <a:pt x="0" y="122"/>
                      <a:pt x="3" y="276"/>
                    </a:cubicBezTo>
                    <a:cubicBezTo>
                      <a:pt x="3" y="431"/>
                      <a:pt x="1225" y="564"/>
                      <a:pt x="2735" y="569"/>
                    </a:cubicBezTo>
                    <a:cubicBezTo>
                      <a:pt x="2774" y="569"/>
                      <a:pt x="2812" y="569"/>
                      <a:pt x="2851" y="569"/>
                    </a:cubicBezTo>
                    <a:cubicBezTo>
                      <a:pt x="4305" y="569"/>
                      <a:pt x="5467" y="447"/>
                      <a:pt x="5467" y="294"/>
                    </a:cubicBezTo>
                    <a:cubicBezTo>
                      <a:pt x="5469" y="136"/>
                      <a:pt x="4247" y="5"/>
                      <a:pt x="2737" y="1"/>
                    </a:cubicBezTo>
                    <a:cubicBezTo>
                      <a:pt x="2698" y="1"/>
                      <a:pt x="2660" y="1"/>
                      <a:pt x="2621"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9" name="Google Shape;424;p24">
              <a:extLst>
                <a:ext uri="{FF2B5EF4-FFF2-40B4-BE49-F238E27FC236}">
                  <a16:creationId xmlns:a16="http://schemas.microsoft.com/office/drawing/2014/main" id="{5C064FEB-49AC-F77A-1A44-4A6E011F24C5}"/>
                </a:ext>
              </a:extLst>
            </p:cNvPr>
            <p:cNvSpPr txBox="1">
              <a:spLocks/>
            </p:cNvSpPr>
            <p:nvPr/>
          </p:nvSpPr>
          <p:spPr>
            <a:xfrm>
              <a:off x="6808195" y="2965651"/>
              <a:ext cx="2038385" cy="15577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rgbClr val="1E2128"/>
                  </a:solidFill>
                  <a:effectLst/>
                  <a:uLnTx/>
                  <a:uFillTx/>
                  <a:latin typeface="Roboto Light"/>
                  <a:sym typeface="Roboto Light"/>
                </a:rPr>
                <a:t>Es un deber del aprendiz verificar que su contrato de aprendizaje se encuentre correctamente registrado y corresponda a la realidad y si hay inconsistencias hacerlas saber al líder de Contrato.</a:t>
              </a:r>
            </a:p>
          </p:txBody>
        </p:sp>
        <p:pic>
          <p:nvPicPr>
            <p:cNvPr id="10" name="Gráfico 9" descr="Insignia 6 con relleno sólido">
              <a:extLst>
                <a:ext uri="{FF2B5EF4-FFF2-40B4-BE49-F238E27FC236}">
                  <a16:creationId xmlns:a16="http://schemas.microsoft.com/office/drawing/2014/main" id="{A21411F9-F4A6-9C56-9A7C-C69C1219EA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91844" y="2537336"/>
              <a:ext cx="541438" cy="541438"/>
            </a:xfrm>
            <a:prstGeom prst="rect">
              <a:avLst/>
            </a:prstGeom>
          </p:spPr>
        </p:pic>
        <p:pic>
          <p:nvPicPr>
            <p:cNvPr id="11" name="Gráfico 10" descr="Insignia 7 con relleno sólido">
              <a:extLst>
                <a:ext uri="{FF2B5EF4-FFF2-40B4-BE49-F238E27FC236}">
                  <a16:creationId xmlns:a16="http://schemas.microsoft.com/office/drawing/2014/main" id="{7B9B0DFE-DAD9-C02C-C5C6-E8B1A8E5C7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66287" y="2525240"/>
              <a:ext cx="541438" cy="541438"/>
            </a:xfrm>
            <a:prstGeom prst="rect">
              <a:avLst/>
            </a:prstGeom>
          </p:spPr>
        </p:pic>
        <p:pic>
          <p:nvPicPr>
            <p:cNvPr id="12" name="Gráfico 11" descr="Insignia 8 con relleno sólido">
              <a:extLst>
                <a:ext uri="{FF2B5EF4-FFF2-40B4-BE49-F238E27FC236}">
                  <a16:creationId xmlns:a16="http://schemas.microsoft.com/office/drawing/2014/main" id="{3664AF39-C104-6A67-4C71-E4B10279752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70830" y="2525240"/>
              <a:ext cx="541438" cy="541438"/>
            </a:xfrm>
            <a:prstGeom prst="rect">
              <a:avLst/>
            </a:prstGeom>
          </p:spPr>
        </p:pic>
        <p:sp>
          <p:nvSpPr>
            <p:cNvPr id="13" name="Google Shape;2471;p80">
              <a:extLst>
                <a:ext uri="{FF2B5EF4-FFF2-40B4-BE49-F238E27FC236}">
                  <a16:creationId xmlns:a16="http://schemas.microsoft.com/office/drawing/2014/main" id="{4933A6CE-0B43-0526-0241-21B2B15E082E}"/>
                </a:ext>
              </a:extLst>
            </p:cNvPr>
            <p:cNvSpPr/>
            <p:nvPr/>
          </p:nvSpPr>
          <p:spPr>
            <a:xfrm rot="3348682" flipH="1">
              <a:off x="5827757" y="186310"/>
              <a:ext cx="4397504" cy="1527949"/>
            </a:xfrm>
            <a:custGeom>
              <a:avLst/>
              <a:gdLst/>
              <a:ahLst/>
              <a:cxnLst/>
              <a:rect l="l" t="t" r="r" b="b"/>
              <a:pathLst>
                <a:path w="170189" h="73292" extrusionOk="0">
                  <a:moveTo>
                    <a:pt x="95" y="0"/>
                  </a:moveTo>
                  <a:lnTo>
                    <a:pt x="0" y="572"/>
                  </a:lnTo>
                  <a:cubicBezTo>
                    <a:pt x="9704" y="2191"/>
                    <a:pt x="32719" y="7215"/>
                    <a:pt x="36838" y="18860"/>
                  </a:cubicBezTo>
                  <a:cubicBezTo>
                    <a:pt x="37183" y="19824"/>
                    <a:pt x="37564" y="20824"/>
                    <a:pt x="37969" y="21872"/>
                  </a:cubicBezTo>
                  <a:cubicBezTo>
                    <a:pt x="39553" y="25932"/>
                    <a:pt x="41315" y="30516"/>
                    <a:pt x="40886" y="34742"/>
                  </a:cubicBezTo>
                  <a:cubicBezTo>
                    <a:pt x="40612" y="37421"/>
                    <a:pt x="39279" y="39922"/>
                    <a:pt x="38005" y="42351"/>
                  </a:cubicBezTo>
                  <a:cubicBezTo>
                    <a:pt x="37243" y="43744"/>
                    <a:pt x="36469" y="45208"/>
                    <a:pt x="35921" y="46672"/>
                  </a:cubicBezTo>
                  <a:cubicBezTo>
                    <a:pt x="33564" y="52864"/>
                    <a:pt x="34112" y="60996"/>
                    <a:pt x="37207" y="65984"/>
                  </a:cubicBezTo>
                  <a:cubicBezTo>
                    <a:pt x="39196" y="69163"/>
                    <a:pt x="41553" y="72211"/>
                    <a:pt x="45542" y="73045"/>
                  </a:cubicBezTo>
                  <a:cubicBezTo>
                    <a:pt x="45768" y="73092"/>
                    <a:pt x="46006" y="73140"/>
                    <a:pt x="46232" y="73164"/>
                  </a:cubicBezTo>
                  <a:cubicBezTo>
                    <a:pt x="46849" y="73252"/>
                    <a:pt x="47481" y="73291"/>
                    <a:pt x="48122" y="73291"/>
                  </a:cubicBezTo>
                  <a:cubicBezTo>
                    <a:pt x="50944" y="73291"/>
                    <a:pt x="53948" y="72531"/>
                    <a:pt x="56674" y="71842"/>
                  </a:cubicBezTo>
                  <a:cubicBezTo>
                    <a:pt x="57198" y="71711"/>
                    <a:pt x="57698" y="71580"/>
                    <a:pt x="58210" y="71461"/>
                  </a:cubicBezTo>
                  <a:cubicBezTo>
                    <a:pt x="60948" y="70783"/>
                    <a:pt x="65080" y="69782"/>
                    <a:pt x="67306" y="67568"/>
                  </a:cubicBezTo>
                  <a:cubicBezTo>
                    <a:pt x="70354" y="64508"/>
                    <a:pt x="69688" y="58948"/>
                    <a:pt x="69402" y="57329"/>
                  </a:cubicBezTo>
                  <a:cubicBezTo>
                    <a:pt x="69283" y="56614"/>
                    <a:pt x="69152" y="55959"/>
                    <a:pt x="69009" y="55340"/>
                  </a:cubicBezTo>
                  <a:cubicBezTo>
                    <a:pt x="68283" y="51768"/>
                    <a:pt x="67842" y="49601"/>
                    <a:pt x="71533" y="46756"/>
                  </a:cubicBezTo>
                  <a:cubicBezTo>
                    <a:pt x="74355" y="44565"/>
                    <a:pt x="88880" y="39684"/>
                    <a:pt x="104787" y="35540"/>
                  </a:cubicBezTo>
                  <a:cubicBezTo>
                    <a:pt x="109141" y="34409"/>
                    <a:pt x="113496" y="33911"/>
                    <a:pt x="117789" y="33911"/>
                  </a:cubicBezTo>
                  <a:cubicBezTo>
                    <a:pt x="139522" y="33911"/>
                    <a:pt x="159650" y="46666"/>
                    <a:pt x="169831" y="54531"/>
                  </a:cubicBezTo>
                  <a:lnTo>
                    <a:pt x="170188" y="54090"/>
                  </a:lnTo>
                  <a:cubicBezTo>
                    <a:pt x="159821" y="46088"/>
                    <a:pt x="139335" y="33452"/>
                    <a:pt x="117463" y="33452"/>
                  </a:cubicBezTo>
                  <a:cubicBezTo>
                    <a:pt x="113237" y="33452"/>
                    <a:pt x="108959" y="33924"/>
                    <a:pt x="104692" y="34992"/>
                  </a:cubicBezTo>
                  <a:cubicBezTo>
                    <a:pt x="88428" y="39052"/>
                    <a:pt x="74117" y="44029"/>
                    <a:pt x="71188" y="46303"/>
                  </a:cubicBezTo>
                  <a:cubicBezTo>
                    <a:pt x="67211" y="49387"/>
                    <a:pt x="67723" y="51792"/>
                    <a:pt x="68461" y="55459"/>
                  </a:cubicBezTo>
                  <a:cubicBezTo>
                    <a:pt x="68592" y="56078"/>
                    <a:pt x="68735" y="56733"/>
                    <a:pt x="68854" y="57436"/>
                  </a:cubicBezTo>
                  <a:cubicBezTo>
                    <a:pt x="69116" y="58995"/>
                    <a:pt x="69771" y="64294"/>
                    <a:pt x="66901" y="67175"/>
                  </a:cubicBezTo>
                  <a:cubicBezTo>
                    <a:pt x="64806" y="69270"/>
                    <a:pt x="60758" y="70235"/>
                    <a:pt x="58079" y="70890"/>
                  </a:cubicBezTo>
                  <a:cubicBezTo>
                    <a:pt x="57567" y="71009"/>
                    <a:pt x="57055" y="71140"/>
                    <a:pt x="56531" y="71283"/>
                  </a:cubicBezTo>
                  <a:cubicBezTo>
                    <a:pt x="53832" y="71966"/>
                    <a:pt x="50847" y="72720"/>
                    <a:pt x="48094" y="72720"/>
                  </a:cubicBezTo>
                  <a:cubicBezTo>
                    <a:pt x="47252" y="72720"/>
                    <a:pt x="46432" y="72650"/>
                    <a:pt x="45649" y="72485"/>
                  </a:cubicBezTo>
                  <a:cubicBezTo>
                    <a:pt x="42089" y="71735"/>
                    <a:pt x="39886" y="69223"/>
                    <a:pt x="37684" y="65663"/>
                  </a:cubicBezTo>
                  <a:cubicBezTo>
                    <a:pt x="34683" y="60817"/>
                    <a:pt x="34159" y="52911"/>
                    <a:pt x="36433" y="46875"/>
                  </a:cubicBezTo>
                  <a:cubicBezTo>
                    <a:pt x="36993" y="45422"/>
                    <a:pt x="37743" y="43994"/>
                    <a:pt x="38493" y="42601"/>
                  </a:cubicBezTo>
                  <a:cubicBezTo>
                    <a:pt x="39815" y="40124"/>
                    <a:pt x="41172" y="37564"/>
                    <a:pt x="41458" y="34790"/>
                  </a:cubicBezTo>
                  <a:cubicBezTo>
                    <a:pt x="41898" y="30420"/>
                    <a:pt x="40100" y="25765"/>
                    <a:pt x="38505" y="21657"/>
                  </a:cubicBezTo>
                  <a:cubicBezTo>
                    <a:pt x="38100" y="20622"/>
                    <a:pt x="37719" y="19633"/>
                    <a:pt x="37374" y="18669"/>
                  </a:cubicBezTo>
                  <a:cubicBezTo>
                    <a:pt x="33147" y="6763"/>
                    <a:pt x="9882" y="1643"/>
                    <a:pt x="95"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693717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C33373F-02EC-A9A1-9AB1-FE6D6CF34925}"/>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67184208-4CE6-DBCA-A321-DB1B13EC438E}"/>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6ADF4CAE-FCE5-14E3-BA9B-214C666D3308}"/>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CCBA3849-18EB-1A90-74BE-0DD5DA0EA41E}"/>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9789522E-CEC1-DEF6-40D8-DEF0F5E6EA3D}"/>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3084D887-F1AB-E741-7834-DC02853AF331}"/>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AD4C0EBD-1F19-8792-4449-9D74F8B35489}"/>
              </a:ext>
            </a:extLst>
          </p:cNvPr>
          <p:cNvSpPr/>
          <p:nvPr/>
        </p:nvSpPr>
        <p:spPr>
          <a:xfrm>
            <a:off x="11347310" y="1144302"/>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8C1DC71B-3B83-49A5-BFF0-EC908300C0F5}"/>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E0376B2C-A612-A0C5-7970-584DD3706E3F}"/>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CuadroTexto 1">
            <a:extLst>
              <a:ext uri="{FF2B5EF4-FFF2-40B4-BE49-F238E27FC236}">
                <a16:creationId xmlns:a16="http://schemas.microsoft.com/office/drawing/2014/main" id="{E3491A10-FDD1-D749-635C-984065D2AB56}"/>
              </a:ext>
            </a:extLst>
          </p:cNvPr>
          <p:cNvSpPr txBox="1"/>
          <p:nvPr/>
        </p:nvSpPr>
        <p:spPr>
          <a:xfrm>
            <a:off x="304800" y="1231660"/>
            <a:ext cx="10960608" cy="3785652"/>
          </a:xfrm>
          <a:prstGeom prst="rect">
            <a:avLst/>
          </a:prstGeom>
          <a:noFill/>
        </p:spPr>
        <p:txBody>
          <a:bodyPr wrap="square" rtlCol="0">
            <a:spAutoFit/>
          </a:bodyPr>
          <a:lstStyle/>
          <a:p>
            <a:pPr algn="ctr"/>
            <a:r>
              <a:rPr lang="es-CO" sz="8000" b="1" i="1" dirty="0">
                <a:solidFill>
                  <a:srgbClr val="2F8E00"/>
                </a:solidFill>
                <a:effectLst>
                  <a:outerShdw blurRad="38100" dist="38100" dir="2700000" algn="tl">
                    <a:srgbClr val="000000">
                      <a:alpha val="43137"/>
                    </a:srgbClr>
                  </a:outerShdw>
                </a:effectLst>
                <a:latin typeface="Work Sans Light" pitchFamily="2" charset="77"/>
              </a:rPr>
              <a:t>Aspectos importantes en el desarrollo de la Etapa Practica</a:t>
            </a:r>
          </a:p>
        </p:txBody>
      </p:sp>
    </p:spTree>
    <p:extLst>
      <p:ext uri="{BB962C8B-B14F-4D97-AF65-F5344CB8AC3E}">
        <p14:creationId xmlns:p14="http://schemas.microsoft.com/office/powerpoint/2010/main" val="3532858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834F977-1E04-521B-9AC3-B393555B0C2C}"/>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199A8CAC-FECB-2D84-D848-3323D25D1E15}"/>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DD91740A-6748-CDB6-82C1-DDEAA1E6C8D8}"/>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8341F7A-A12D-2579-D83C-717A00DF7F86}"/>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D50BAC15-5817-ED23-C86E-67ED5836951D}"/>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B7548E2C-3011-DF5E-510E-B0BC06964E3B}"/>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9B5048BC-3B1D-9BD3-B741-6454C2A49309}"/>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9CEA375C-F4D5-8690-4968-D3F4CA128266}"/>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336;p22">
            <a:extLst>
              <a:ext uri="{FF2B5EF4-FFF2-40B4-BE49-F238E27FC236}">
                <a16:creationId xmlns:a16="http://schemas.microsoft.com/office/drawing/2014/main" id="{A6657E85-B000-5653-B7D5-E8BFFD847922}"/>
              </a:ext>
            </a:extLst>
          </p:cNvPr>
          <p:cNvSpPr/>
          <p:nvPr/>
        </p:nvSpPr>
        <p:spPr>
          <a:xfrm>
            <a:off x="10467947" y="1253141"/>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520;p81">
            <a:extLst>
              <a:ext uri="{FF2B5EF4-FFF2-40B4-BE49-F238E27FC236}">
                <a16:creationId xmlns:a16="http://schemas.microsoft.com/office/drawing/2014/main" id="{760A2708-0DA2-B110-91A5-F79059355F58}"/>
              </a:ext>
            </a:extLst>
          </p:cNvPr>
          <p:cNvSpPr/>
          <p:nvPr/>
        </p:nvSpPr>
        <p:spPr>
          <a:xfrm rot="5400000">
            <a:off x="5386209" y="5662772"/>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Google Shape;2521;p81">
            <a:extLst>
              <a:ext uri="{FF2B5EF4-FFF2-40B4-BE49-F238E27FC236}">
                <a16:creationId xmlns:a16="http://schemas.microsoft.com/office/drawing/2014/main" id="{80158D12-718E-A918-39CB-3120682C6AFB}"/>
              </a:ext>
            </a:extLst>
          </p:cNvPr>
          <p:cNvSpPr/>
          <p:nvPr/>
        </p:nvSpPr>
        <p:spPr>
          <a:xfrm rot="5400000">
            <a:off x="4899002" y="6125791"/>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6" name="Picture 2" descr="Vector gratuito ilustración de concepto de nuevo empleado">
            <a:extLst>
              <a:ext uri="{FF2B5EF4-FFF2-40B4-BE49-F238E27FC236}">
                <a16:creationId xmlns:a16="http://schemas.microsoft.com/office/drawing/2014/main" id="{930DE1EC-01B9-F7B8-D146-C2A2A8EF7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6752" y="1791758"/>
            <a:ext cx="5962650" cy="3971925"/>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9726A5AB-65E2-6688-BCDA-59085F504754}"/>
              </a:ext>
            </a:extLst>
          </p:cNvPr>
          <p:cNvSpPr txBox="1"/>
          <p:nvPr/>
        </p:nvSpPr>
        <p:spPr>
          <a:xfrm>
            <a:off x="1087672" y="179044"/>
            <a:ext cx="8711749" cy="830997"/>
          </a:xfrm>
          <a:prstGeom prst="rect">
            <a:avLst/>
          </a:prstGeom>
          <a:noFill/>
        </p:spPr>
        <p:txBody>
          <a:bodyPr wrap="square" rtlCol="0">
            <a:spAutoFit/>
          </a:bodyPr>
          <a:lstStyle/>
          <a:p>
            <a:pPr algn="ctr"/>
            <a:r>
              <a:rPr lang="es-ES" sz="48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Presentación Personal</a:t>
            </a:r>
            <a:endParaRPr lang="es-CO" sz="48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8" name="CuadroTexto 7">
            <a:extLst>
              <a:ext uri="{FF2B5EF4-FFF2-40B4-BE49-F238E27FC236}">
                <a16:creationId xmlns:a16="http://schemas.microsoft.com/office/drawing/2014/main" id="{137E1275-F769-B4A7-9602-33F922FFBF44}"/>
              </a:ext>
            </a:extLst>
          </p:cNvPr>
          <p:cNvSpPr txBox="1"/>
          <p:nvPr/>
        </p:nvSpPr>
        <p:spPr>
          <a:xfrm>
            <a:off x="308143" y="1146230"/>
            <a:ext cx="4500847" cy="5262979"/>
          </a:xfrm>
          <a:prstGeom prst="rect">
            <a:avLst/>
          </a:prstGeom>
          <a:noFill/>
        </p:spPr>
        <p:txBody>
          <a:bodyPr wrap="square">
            <a:spAutoFit/>
          </a:bodyPr>
          <a:lstStyle/>
          <a:p>
            <a:pPr algn="ctr"/>
            <a:r>
              <a:rPr lang="es-MX" sz="2400" dirty="0">
                <a:solidFill>
                  <a:schemeClr val="tx1">
                    <a:lumMod val="65000"/>
                    <a:lumOff val="35000"/>
                  </a:schemeClr>
                </a:solidFill>
                <a:latin typeface="Roboto Light"/>
                <a:cs typeface="Arial" panose="020B0604020202020204" pitchFamily="34" charset="0"/>
              </a:rPr>
              <a:t>Una persona que luce impecable será bien recibida en cualquier lugar.</a:t>
            </a:r>
          </a:p>
          <a:p>
            <a:pPr algn="ctr"/>
            <a:endParaRPr lang="es-MX" sz="2400" dirty="0">
              <a:solidFill>
                <a:schemeClr val="tx1">
                  <a:lumMod val="65000"/>
                  <a:lumOff val="35000"/>
                </a:schemeClr>
              </a:solidFill>
              <a:latin typeface="Roboto Light"/>
              <a:cs typeface="Arial" panose="020B0604020202020204" pitchFamily="34" charset="0"/>
            </a:endParaRPr>
          </a:p>
          <a:p>
            <a:pPr algn="ctr"/>
            <a:r>
              <a:rPr lang="es-MX" sz="2400" dirty="0">
                <a:solidFill>
                  <a:schemeClr val="tx1">
                    <a:lumMod val="65000"/>
                    <a:lumOff val="35000"/>
                  </a:schemeClr>
                </a:solidFill>
                <a:latin typeface="Roboto Light"/>
                <a:cs typeface="Arial" panose="020B0604020202020204" pitchFamily="34" charset="0"/>
              </a:rPr>
              <a:t>La primera impresión está dada por su presentación personal.</a:t>
            </a:r>
          </a:p>
          <a:p>
            <a:pPr algn="ctr"/>
            <a:endParaRPr lang="es-MX" sz="2400" dirty="0">
              <a:solidFill>
                <a:schemeClr val="tx1">
                  <a:lumMod val="65000"/>
                  <a:lumOff val="35000"/>
                </a:schemeClr>
              </a:solidFill>
              <a:latin typeface="Roboto Light"/>
              <a:cs typeface="Arial" panose="020B0604020202020204" pitchFamily="34" charset="0"/>
            </a:endParaRPr>
          </a:p>
          <a:p>
            <a:pPr algn="ctr"/>
            <a:r>
              <a:rPr lang="es-MX" sz="2400" dirty="0">
                <a:solidFill>
                  <a:schemeClr val="tx1">
                    <a:lumMod val="65000"/>
                    <a:lumOff val="35000"/>
                  </a:schemeClr>
                </a:solidFill>
                <a:latin typeface="Roboto Light"/>
                <a:cs typeface="Arial" panose="020B0604020202020204" pitchFamily="34" charset="0"/>
              </a:rPr>
              <a:t>La presentación personal del aprendiz SENA es tan importante,  no solo se esta preparando desde ahora para una vida laboral intachable, también, deja en alto el buen nombre de la institución.</a:t>
            </a:r>
            <a:endParaRPr lang="es-CO" sz="2400" dirty="0">
              <a:solidFill>
                <a:schemeClr val="tx1">
                  <a:lumMod val="65000"/>
                  <a:lumOff val="35000"/>
                </a:schemeClr>
              </a:solidFill>
              <a:latin typeface="Roboto Light"/>
              <a:cs typeface="Arial" panose="020B0604020202020204" pitchFamily="34" charset="0"/>
            </a:endParaRPr>
          </a:p>
        </p:txBody>
      </p:sp>
    </p:spTree>
    <p:extLst>
      <p:ext uri="{BB962C8B-B14F-4D97-AF65-F5344CB8AC3E}">
        <p14:creationId xmlns:p14="http://schemas.microsoft.com/office/powerpoint/2010/main" val="56049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11F7340-7BDA-71C8-51D7-02A854BA8F2C}"/>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E37A1C91-C8BB-1DB5-AA51-2761D871965E}"/>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C9607A15-1055-337F-FEC8-1956C110397E}"/>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2933B2FC-C459-EE74-468E-DB8B35EC2185}"/>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05C7AB60-356A-E59B-8C52-7491AF850732}"/>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FF5F0392-6E9A-2380-D912-8CF320AC34DD}"/>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30FEFFE9-AD52-ECB7-D3E3-5D59D1F8C952}"/>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2439FD64-B718-B8A1-5E6D-A45CC4B511FE}"/>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CC434968-170D-AA76-E4B5-36DF99E9B54B}"/>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8E3E76C3-520D-B351-E395-BF51721FC77A}"/>
              </a:ext>
            </a:extLst>
          </p:cNvPr>
          <p:cNvSpPr/>
          <p:nvPr/>
        </p:nvSpPr>
        <p:spPr>
          <a:xfrm rot="5400000">
            <a:off x="4649146" y="5438770"/>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CD9E42D4-2276-DD05-DEB1-369CC523CCDA}"/>
              </a:ext>
            </a:extLst>
          </p:cNvPr>
          <p:cNvSpPr/>
          <p:nvPr/>
        </p:nvSpPr>
        <p:spPr>
          <a:xfrm rot="5400000">
            <a:off x="4678772" y="567763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FAB39A75-5A3E-3634-F903-0030DD183E3B}"/>
              </a:ext>
            </a:extLst>
          </p:cNvPr>
          <p:cNvSpPr/>
          <p:nvPr/>
        </p:nvSpPr>
        <p:spPr>
          <a:xfrm rot="5400000">
            <a:off x="4196113" y="6144585"/>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07336F7E-4518-4427-D84C-9AB3D4328977}"/>
              </a:ext>
            </a:extLst>
          </p:cNvPr>
          <p:cNvSpPr txBox="1"/>
          <p:nvPr/>
        </p:nvSpPr>
        <p:spPr>
          <a:xfrm>
            <a:off x="6269174" y="1446414"/>
            <a:ext cx="4500847" cy="4893647"/>
          </a:xfrm>
          <a:prstGeom prst="rect">
            <a:avLst/>
          </a:prstGeom>
          <a:noFill/>
        </p:spPr>
        <p:txBody>
          <a:bodyPr wrap="square">
            <a:spAutoFit/>
          </a:bodyPr>
          <a:lstStyle/>
          <a:p>
            <a:pPr algn="ctr"/>
            <a:r>
              <a:rPr lang="es-MX" sz="2400" dirty="0">
                <a:solidFill>
                  <a:schemeClr val="tx1">
                    <a:lumMod val="65000"/>
                    <a:lumOff val="35000"/>
                  </a:schemeClr>
                </a:solidFill>
                <a:latin typeface="Roboto Light"/>
                <a:cs typeface="Arial" panose="020B0604020202020204" pitchFamily="34" charset="0"/>
              </a:rPr>
              <a:t>La puntualidad es la disciplina de estar a tiempo para cumplir nuestras compromisos y obligaciones en los diferentes contextos laborales, sociales y personales, se asocia a la responsabilidad que asumimos.</a:t>
            </a:r>
          </a:p>
          <a:p>
            <a:pPr algn="ctr"/>
            <a:endParaRPr lang="es-MX" sz="2400" dirty="0">
              <a:solidFill>
                <a:schemeClr val="tx1">
                  <a:lumMod val="65000"/>
                  <a:lumOff val="35000"/>
                </a:schemeClr>
              </a:solidFill>
              <a:latin typeface="Roboto Light"/>
              <a:cs typeface="Arial" panose="020B0604020202020204" pitchFamily="34" charset="0"/>
            </a:endParaRPr>
          </a:p>
          <a:p>
            <a:pPr algn="ctr"/>
            <a:r>
              <a:rPr lang="es-MX" sz="2400" dirty="0">
                <a:solidFill>
                  <a:schemeClr val="tx1">
                    <a:lumMod val="65000"/>
                    <a:lumOff val="35000"/>
                  </a:schemeClr>
                </a:solidFill>
                <a:latin typeface="Roboto Light"/>
                <a:cs typeface="Arial" panose="020B0604020202020204" pitchFamily="34" charset="0"/>
              </a:rPr>
              <a:t>Nuestra palabra genera valor, es la garantía para contar con nuestra presencia en el momento justo, preciso y necesario.</a:t>
            </a:r>
          </a:p>
        </p:txBody>
      </p:sp>
      <p:sp>
        <p:nvSpPr>
          <p:cNvPr id="6" name="CuadroTexto 5">
            <a:extLst>
              <a:ext uri="{FF2B5EF4-FFF2-40B4-BE49-F238E27FC236}">
                <a16:creationId xmlns:a16="http://schemas.microsoft.com/office/drawing/2014/main" id="{14796BB9-B8B3-9AE8-408A-E8E3619CEBF0}"/>
              </a:ext>
            </a:extLst>
          </p:cNvPr>
          <p:cNvSpPr txBox="1"/>
          <p:nvPr/>
        </p:nvSpPr>
        <p:spPr>
          <a:xfrm>
            <a:off x="1166866" y="413859"/>
            <a:ext cx="8711749" cy="643533"/>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Puntualidad y Responsabilidad</a:t>
            </a:r>
            <a:endParaRPr lang="es-CO"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7" name="Picture 4" descr="Puntualidad Vectores Libres de Derechos - iStock">
            <a:extLst>
              <a:ext uri="{FF2B5EF4-FFF2-40B4-BE49-F238E27FC236}">
                <a16:creationId xmlns:a16="http://schemas.microsoft.com/office/drawing/2014/main" id="{DB7FAA2A-F969-6177-88E7-763FFEE37B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129" y="1603044"/>
            <a:ext cx="4931228" cy="3945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1186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9AC758B-12E6-02AA-4EB0-1E3EFA2DCD2C}"/>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E012C78A-A97D-0A2D-D314-76B1CB10E822}"/>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F2E96F00-D2B9-EC7A-2EFE-A725230AF555}"/>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13CDC9A-93F4-5D8E-B57C-76953F8987AE}"/>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09D99CDC-FA7F-056D-867C-63E270053F58}"/>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C12BE616-AB8C-C63D-E67E-1319EDD5B7A5}"/>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CADA8649-2C63-29BC-47C3-1BBC7749568B}"/>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6BE2E863-54CC-6649-D846-10846B365A33}"/>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42286BA3-9C8C-0E8A-E495-953E1F4D410F}"/>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9BDD5515-74F1-C656-E751-026535EFE7AF}"/>
              </a:ext>
            </a:extLst>
          </p:cNvPr>
          <p:cNvSpPr/>
          <p:nvPr/>
        </p:nvSpPr>
        <p:spPr>
          <a:xfrm rot="5400000">
            <a:off x="4649146" y="5357124"/>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82C154A9-65A4-2E69-8E89-8BEC36EDFF1F}"/>
              </a:ext>
            </a:extLst>
          </p:cNvPr>
          <p:cNvSpPr/>
          <p:nvPr/>
        </p:nvSpPr>
        <p:spPr>
          <a:xfrm rot="5400000">
            <a:off x="4678750" y="561239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FFC03296-3E82-4D7A-2F32-A43DBB526672}"/>
              </a:ext>
            </a:extLst>
          </p:cNvPr>
          <p:cNvSpPr/>
          <p:nvPr/>
        </p:nvSpPr>
        <p:spPr>
          <a:xfrm rot="5400000">
            <a:off x="4196113" y="6095597"/>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E8578B62-5B9A-C5D0-FA7B-EB533E55B36C}"/>
              </a:ext>
            </a:extLst>
          </p:cNvPr>
          <p:cNvSpPr txBox="1"/>
          <p:nvPr/>
        </p:nvSpPr>
        <p:spPr>
          <a:xfrm>
            <a:off x="355355" y="1519925"/>
            <a:ext cx="4097532" cy="4442242"/>
          </a:xfrm>
          <a:prstGeom prst="rect">
            <a:avLst/>
          </a:prstGeom>
          <a:noFill/>
        </p:spPr>
        <p:txBody>
          <a:bodyPr wrap="square">
            <a:spAutoFit/>
          </a:bodyPr>
          <a:lstStyle/>
          <a:p>
            <a:pPr algn="ctr">
              <a:lnSpc>
                <a:spcPct val="150000"/>
              </a:lnSpc>
            </a:pPr>
            <a:r>
              <a:rPr lang="es-MX" sz="3200" dirty="0">
                <a:solidFill>
                  <a:schemeClr val="tx1">
                    <a:lumMod val="65000"/>
                    <a:lumOff val="35000"/>
                  </a:schemeClr>
                </a:solidFill>
                <a:latin typeface="Roboto Light"/>
                <a:cs typeface="Arial" panose="020B0604020202020204" pitchFamily="34" charset="0"/>
              </a:rPr>
              <a:t>La buena disposición, simpatía, amabilidad, cordialidad y autocontrol son esenciales en el proceso.</a:t>
            </a:r>
            <a:endParaRPr lang="es-CO" sz="3200" dirty="0">
              <a:solidFill>
                <a:schemeClr val="tx1">
                  <a:lumMod val="65000"/>
                  <a:lumOff val="35000"/>
                </a:schemeClr>
              </a:solidFill>
              <a:latin typeface="Roboto Light"/>
              <a:cs typeface="Arial" panose="020B0604020202020204" pitchFamily="34" charset="0"/>
            </a:endParaRPr>
          </a:p>
        </p:txBody>
      </p:sp>
      <p:sp>
        <p:nvSpPr>
          <p:cNvPr id="6" name="CuadroTexto 5">
            <a:extLst>
              <a:ext uri="{FF2B5EF4-FFF2-40B4-BE49-F238E27FC236}">
                <a16:creationId xmlns:a16="http://schemas.microsoft.com/office/drawing/2014/main" id="{7FC6CC50-397D-A15E-4409-E91E5211CC0D}"/>
              </a:ext>
            </a:extLst>
          </p:cNvPr>
          <p:cNvSpPr txBox="1"/>
          <p:nvPr/>
        </p:nvSpPr>
        <p:spPr>
          <a:xfrm>
            <a:off x="1166866" y="381682"/>
            <a:ext cx="8711749"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Disposición y Actitud</a:t>
            </a:r>
            <a:endParaRPr lang="es-CO"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7" name="Picture 2" descr="Cómo mantener una actitud positiva en el trabajo">
            <a:extLst>
              <a:ext uri="{FF2B5EF4-FFF2-40B4-BE49-F238E27FC236}">
                <a16:creationId xmlns:a16="http://schemas.microsoft.com/office/drawing/2014/main" id="{97047F94-ECC6-FACB-12A7-3F12DD5C4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1521" y="1603044"/>
            <a:ext cx="5097242" cy="4276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351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CA17E99-3CA5-AA7D-6A5B-84EC06478CE1}"/>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9FBDF88B-43B9-B1F8-C3B6-B4399978ACE0}"/>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DFE40A39-09C6-C1A6-E58C-EBCCA51E88C3}"/>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803E0A97-461C-719E-0976-86AB72E18B15}"/>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60EDA881-0FF8-93BF-2DF0-DB1C366459AD}"/>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2EF16099-9903-24EC-81B3-136FCACE54F1}"/>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DA5A4722-7A05-269E-1822-2B3AD16328FB}"/>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06DA9F69-0DC1-F9C1-66B0-EB9DFDD65277}"/>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9BE17024-BA15-0085-B63A-0E4681346987}"/>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4319E07C-0F5A-3FBE-5562-AEFF8F3078C2}"/>
              </a:ext>
            </a:extLst>
          </p:cNvPr>
          <p:cNvSpPr/>
          <p:nvPr/>
        </p:nvSpPr>
        <p:spPr>
          <a:xfrm rot="5400000">
            <a:off x="4649146" y="5438770"/>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7F479CE9-C6B2-4A3E-D9E8-1F4A4B1F9E93}"/>
              </a:ext>
            </a:extLst>
          </p:cNvPr>
          <p:cNvSpPr/>
          <p:nvPr/>
        </p:nvSpPr>
        <p:spPr>
          <a:xfrm rot="5400000">
            <a:off x="4678772" y="567763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7346739D-C228-E6E8-4249-E42DB88E2F14}"/>
              </a:ext>
            </a:extLst>
          </p:cNvPr>
          <p:cNvSpPr/>
          <p:nvPr/>
        </p:nvSpPr>
        <p:spPr>
          <a:xfrm rot="5400000">
            <a:off x="4196113" y="6144585"/>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7B91C8F9-1F19-0336-EFD3-2DD3CF6D0DB0}"/>
              </a:ext>
            </a:extLst>
          </p:cNvPr>
          <p:cNvSpPr txBox="1"/>
          <p:nvPr/>
        </p:nvSpPr>
        <p:spPr>
          <a:xfrm>
            <a:off x="1166866" y="381682"/>
            <a:ext cx="8711749"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Respeto y Confianza</a:t>
            </a:r>
            <a:endParaRPr lang="es-CO"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6" name="Picture 2" descr="7 claves para ganar más respeto">
            <a:extLst>
              <a:ext uri="{FF2B5EF4-FFF2-40B4-BE49-F238E27FC236}">
                <a16:creationId xmlns:a16="http://schemas.microsoft.com/office/drawing/2014/main" id="{D83C8CEB-839B-C96E-00F8-C56D0647CD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556" y="1966585"/>
            <a:ext cx="4399007" cy="3018773"/>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A1AAD375-C678-CE56-44DF-D4D60AC2B381}"/>
              </a:ext>
            </a:extLst>
          </p:cNvPr>
          <p:cNvSpPr txBox="1"/>
          <p:nvPr/>
        </p:nvSpPr>
        <p:spPr>
          <a:xfrm>
            <a:off x="5979233" y="1208946"/>
            <a:ext cx="4500847" cy="5191165"/>
          </a:xfrm>
          <a:prstGeom prst="rect">
            <a:avLst/>
          </a:prstGeom>
          <a:noFill/>
        </p:spPr>
        <p:txBody>
          <a:bodyPr wrap="square">
            <a:spAutoFit/>
          </a:bodyPr>
          <a:lstStyle/>
          <a:p>
            <a:pPr algn="ctr">
              <a:lnSpc>
                <a:spcPct val="150000"/>
              </a:lnSpc>
            </a:pPr>
            <a:r>
              <a:rPr lang="es-MX" sz="2800" dirty="0">
                <a:solidFill>
                  <a:schemeClr val="tx1">
                    <a:lumMod val="65000"/>
                    <a:lumOff val="35000"/>
                  </a:schemeClr>
                </a:solidFill>
                <a:latin typeface="Roboto Light"/>
                <a:cs typeface="Arial" panose="020B0604020202020204" pitchFamily="34" charset="0"/>
              </a:rPr>
              <a:t>El respeto incrementa la credibilidad, fomenta la confianza de los compañeros, facilita la rápida solución de problemas, genera la productividad y es la base de la sana convivencia.</a:t>
            </a:r>
          </a:p>
        </p:txBody>
      </p:sp>
    </p:spTree>
    <p:extLst>
      <p:ext uri="{BB962C8B-B14F-4D97-AF65-F5344CB8AC3E}">
        <p14:creationId xmlns:p14="http://schemas.microsoft.com/office/powerpoint/2010/main" val="3414198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2F50B68-F721-A998-81E4-C84B713291AE}"/>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C4131D53-4388-04FD-25B8-317AA304407A}"/>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3001D54D-6B44-7637-9DFA-2A7546CEA548}"/>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2467CE0A-DD84-9360-0EE1-E480176ED29D}"/>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662FB381-90EC-B4D9-317B-34A12E719A67}"/>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F964E922-5878-2D31-F088-70A2EAB86659}"/>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76C15A41-2DAB-0596-65FD-481912D0A51C}"/>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DF101319-E883-BCC6-5526-EFF8BBDBC755}"/>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80D46F38-DD04-4E0B-1EEC-59071C2BA35E}"/>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DC652E60-B1DD-77F0-1A03-99C596B2E687}"/>
              </a:ext>
            </a:extLst>
          </p:cNvPr>
          <p:cNvSpPr/>
          <p:nvPr/>
        </p:nvSpPr>
        <p:spPr>
          <a:xfrm rot="5400000">
            <a:off x="4765946" y="5083237"/>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F9F1CB6F-98FB-4495-2DED-32A7BB725AF8}"/>
              </a:ext>
            </a:extLst>
          </p:cNvPr>
          <p:cNvSpPr/>
          <p:nvPr/>
        </p:nvSpPr>
        <p:spPr>
          <a:xfrm rot="5400000">
            <a:off x="4814747" y="539513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7B86F84D-70E1-7D1C-6149-39E3370082F4}"/>
              </a:ext>
            </a:extLst>
          </p:cNvPr>
          <p:cNvSpPr/>
          <p:nvPr/>
        </p:nvSpPr>
        <p:spPr>
          <a:xfrm rot="5400000">
            <a:off x="4308365" y="5921203"/>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40A3D3A2-4882-F8E3-B016-4ACE8E408435}"/>
              </a:ext>
            </a:extLst>
          </p:cNvPr>
          <p:cNvSpPr txBox="1"/>
          <p:nvPr/>
        </p:nvSpPr>
        <p:spPr>
          <a:xfrm>
            <a:off x="306426" y="1268993"/>
            <a:ext cx="4527284" cy="4893647"/>
          </a:xfrm>
          <a:prstGeom prst="rect">
            <a:avLst/>
          </a:prstGeom>
          <a:noFill/>
        </p:spPr>
        <p:txBody>
          <a:bodyPr wrap="square">
            <a:spAutoFit/>
          </a:bodyPr>
          <a:lstStyle/>
          <a:p>
            <a:pPr algn="ctr"/>
            <a:r>
              <a:rPr lang="es-MX" sz="3200" dirty="0">
                <a:solidFill>
                  <a:schemeClr val="tx1">
                    <a:lumMod val="65000"/>
                    <a:lumOff val="35000"/>
                  </a:schemeClr>
                </a:solidFill>
                <a:latin typeface="Roboto Light"/>
                <a:cs typeface="Arial" panose="020B0604020202020204" pitchFamily="34" charset="0"/>
              </a:rPr>
              <a:t>El trabajo en equipo fomenta cumplimiento de objetivos, integra la participación, proactividad y fortalecimiento de las habilidades y destrezas en el desarrollo de la etapa practica.</a:t>
            </a:r>
          </a:p>
          <a:p>
            <a:pPr algn="just"/>
            <a:endParaRPr lang="es-CO" sz="2400" b="1" dirty="0">
              <a:solidFill>
                <a:schemeClr val="tx1">
                  <a:lumMod val="65000"/>
                  <a:lumOff val="35000"/>
                </a:schemeClr>
              </a:solidFill>
              <a:latin typeface="Roboto Light"/>
              <a:cs typeface="Arial" panose="020B0604020202020204" pitchFamily="34" charset="0"/>
            </a:endParaRPr>
          </a:p>
        </p:txBody>
      </p:sp>
      <p:sp>
        <p:nvSpPr>
          <p:cNvPr id="6" name="CuadroTexto 5">
            <a:extLst>
              <a:ext uri="{FF2B5EF4-FFF2-40B4-BE49-F238E27FC236}">
                <a16:creationId xmlns:a16="http://schemas.microsoft.com/office/drawing/2014/main" id="{552AD8CC-C3A0-AAF6-DE1D-F403C17029E5}"/>
              </a:ext>
            </a:extLst>
          </p:cNvPr>
          <p:cNvSpPr txBox="1"/>
          <p:nvPr/>
        </p:nvSpPr>
        <p:spPr>
          <a:xfrm>
            <a:off x="2971800" y="381682"/>
            <a:ext cx="6906815"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Trabajo en Equipo</a:t>
            </a:r>
            <a:endParaRPr lang="es-CO"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7" name="Picture 4" descr="Los miembros del equipo stock de ilustración">
            <a:extLst>
              <a:ext uri="{FF2B5EF4-FFF2-40B4-BE49-F238E27FC236}">
                <a16:creationId xmlns:a16="http://schemas.microsoft.com/office/drawing/2014/main" id="{084BA176-1A27-19C1-4E90-4808DE8F62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4677" y="2101516"/>
            <a:ext cx="4626584" cy="3349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361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28DD66F-E5AE-37D8-6981-D4AF23DE0925}"/>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7242A3EF-C41F-4453-A16D-DDBE3C69264F}"/>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965F3C11-E8CA-B2C3-E005-3C17E397092F}"/>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D11735D1-A162-5D9E-72B9-64C7244F4717}"/>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B8C5CCF1-A64A-124D-ABB5-EF54E40612A1}"/>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B0251C1D-B3B4-52B7-5578-33DC17AB6A4C}"/>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A67AB470-30DF-8FEE-5E77-012F6B2CDE43}"/>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0B127225-2578-5B3F-A717-AAC81FA8FD92}"/>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3E0F1954-7943-A682-FE50-B4C5FE89A421}"/>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FC3D5093-796A-4532-EFE4-EBB18250E5FA}"/>
              </a:ext>
            </a:extLst>
          </p:cNvPr>
          <p:cNvSpPr/>
          <p:nvPr/>
        </p:nvSpPr>
        <p:spPr>
          <a:xfrm rot="5400000">
            <a:off x="4765946" y="5083237"/>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1C319AD0-0E89-779B-D423-FA1AA9A6119E}"/>
              </a:ext>
            </a:extLst>
          </p:cNvPr>
          <p:cNvSpPr/>
          <p:nvPr/>
        </p:nvSpPr>
        <p:spPr>
          <a:xfrm rot="5400000">
            <a:off x="4814747" y="539513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38A6E756-958A-CBCF-9078-A0F7F204A7DB}"/>
              </a:ext>
            </a:extLst>
          </p:cNvPr>
          <p:cNvSpPr/>
          <p:nvPr/>
        </p:nvSpPr>
        <p:spPr>
          <a:xfrm rot="5400000">
            <a:off x="4308365" y="5921203"/>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6A90A6B2-3F19-2C20-69FA-A264A6E04884}"/>
              </a:ext>
            </a:extLst>
          </p:cNvPr>
          <p:cNvSpPr txBox="1"/>
          <p:nvPr/>
        </p:nvSpPr>
        <p:spPr>
          <a:xfrm>
            <a:off x="747242" y="1673161"/>
            <a:ext cx="4777295" cy="3785652"/>
          </a:xfrm>
          <a:prstGeom prst="rect">
            <a:avLst/>
          </a:prstGeom>
          <a:noFill/>
        </p:spPr>
        <p:txBody>
          <a:bodyPr wrap="square">
            <a:spAutoFit/>
          </a:bodyPr>
          <a:lstStyle/>
          <a:p>
            <a:pPr algn="just"/>
            <a:r>
              <a:rPr lang="es-MX" sz="2400" b="1" dirty="0">
                <a:solidFill>
                  <a:schemeClr val="tx1">
                    <a:lumMod val="65000"/>
                    <a:lumOff val="35000"/>
                  </a:schemeClr>
                </a:solidFill>
                <a:latin typeface="Roboto Light"/>
                <a:cs typeface="Arial" panose="020B0604020202020204" pitchFamily="34" charset="0"/>
              </a:rPr>
              <a:t>El seguimiento a la etapa productiva es obligatorio y se realizará de manera virtual y </a:t>
            </a:r>
            <a:r>
              <a:rPr lang="es-MX" sz="2400" b="1" dirty="0">
                <a:solidFill>
                  <a:schemeClr val="tx1">
                    <a:lumMod val="75000"/>
                    <a:lumOff val="25000"/>
                  </a:schemeClr>
                </a:solidFill>
                <a:latin typeface="Roboto Light"/>
                <a:cs typeface="Arial" panose="020B0604020202020204" pitchFamily="34" charset="0"/>
              </a:rPr>
              <a:t>presencial</a:t>
            </a:r>
            <a:r>
              <a:rPr lang="es-MX" sz="2400" b="1" dirty="0">
                <a:solidFill>
                  <a:schemeClr val="tx1">
                    <a:lumMod val="65000"/>
                    <a:lumOff val="35000"/>
                  </a:schemeClr>
                </a:solidFill>
                <a:latin typeface="Roboto Light"/>
                <a:cs typeface="Arial" panose="020B0604020202020204" pitchFamily="34" charset="0"/>
              </a:rPr>
              <a:t>, una vez cumplida la fase de etapa lectiva. </a:t>
            </a:r>
          </a:p>
          <a:p>
            <a:pPr algn="just"/>
            <a:endParaRPr lang="es-MX" sz="2400" b="1" dirty="0">
              <a:solidFill>
                <a:schemeClr val="tx1">
                  <a:lumMod val="65000"/>
                  <a:lumOff val="35000"/>
                </a:schemeClr>
              </a:solidFill>
              <a:latin typeface="Roboto Light"/>
              <a:cs typeface="Arial" panose="020B0604020202020204" pitchFamily="34" charset="0"/>
            </a:endParaRPr>
          </a:p>
          <a:p>
            <a:pPr algn="just"/>
            <a:r>
              <a:rPr lang="es-MX" sz="2400" b="1" dirty="0">
                <a:solidFill>
                  <a:schemeClr val="tx1">
                    <a:lumMod val="65000"/>
                    <a:lumOff val="35000"/>
                  </a:schemeClr>
                </a:solidFill>
                <a:latin typeface="Roboto Light"/>
                <a:cs typeface="Arial" panose="020B0604020202020204" pitchFamily="34" charset="0"/>
              </a:rPr>
              <a:t>Finalizada la etapa practica para el trámite del título académico, se exigen las evidencias del proceso.</a:t>
            </a:r>
          </a:p>
        </p:txBody>
      </p:sp>
      <p:sp>
        <p:nvSpPr>
          <p:cNvPr id="6" name="CuadroTexto 5">
            <a:extLst>
              <a:ext uri="{FF2B5EF4-FFF2-40B4-BE49-F238E27FC236}">
                <a16:creationId xmlns:a16="http://schemas.microsoft.com/office/drawing/2014/main" id="{D3BE0663-0B32-ADF6-4BFB-4DBCDCCE5259}"/>
              </a:ext>
            </a:extLst>
          </p:cNvPr>
          <p:cNvSpPr txBox="1"/>
          <p:nvPr/>
        </p:nvSpPr>
        <p:spPr>
          <a:xfrm>
            <a:off x="2549714" y="381682"/>
            <a:ext cx="6091991"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Seguimiento a la Etapa Practica </a:t>
            </a:r>
            <a:r>
              <a:rPr lang="es-ES" sz="24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(1)</a:t>
            </a:r>
            <a:endParaRPr lang="es-CO" sz="16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7" name="Hexágono 6">
            <a:extLst>
              <a:ext uri="{FF2B5EF4-FFF2-40B4-BE49-F238E27FC236}">
                <a16:creationId xmlns:a16="http://schemas.microsoft.com/office/drawing/2014/main" id="{8758B545-F712-AFF5-A1A6-6F09D94148A2}"/>
              </a:ext>
            </a:extLst>
          </p:cNvPr>
          <p:cNvSpPr/>
          <p:nvPr/>
        </p:nvSpPr>
        <p:spPr>
          <a:xfrm>
            <a:off x="6250402" y="1722589"/>
            <a:ext cx="2022228" cy="1708160"/>
          </a:xfrm>
          <a:prstGeom prst="hexagon">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300" b="1" dirty="0"/>
              <a:t>Bitácoras</a:t>
            </a:r>
          </a:p>
        </p:txBody>
      </p:sp>
      <p:sp>
        <p:nvSpPr>
          <p:cNvPr id="8" name="Hexágono 7">
            <a:extLst>
              <a:ext uri="{FF2B5EF4-FFF2-40B4-BE49-F238E27FC236}">
                <a16:creationId xmlns:a16="http://schemas.microsoft.com/office/drawing/2014/main" id="{6E11D804-3B8E-300F-9309-E5DD4625BFA0}"/>
              </a:ext>
            </a:extLst>
          </p:cNvPr>
          <p:cNvSpPr/>
          <p:nvPr/>
        </p:nvSpPr>
        <p:spPr>
          <a:xfrm>
            <a:off x="8546146" y="1617774"/>
            <a:ext cx="1993517" cy="1708160"/>
          </a:xfrm>
          <a:prstGeom prst="hexagon">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CO" sz="2000" b="1" dirty="0"/>
              <a:t>Lista asistencia Visita</a:t>
            </a:r>
          </a:p>
        </p:txBody>
      </p:sp>
      <p:sp>
        <p:nvSpPr>
          <p:cNvPr id="9" name="Hexágono 8">
            <a:extLst>
              <a:ext uri="{FF2B5EF4-FFF2-40B4-BE49-F238E27FC236}">
                <a16:creationId xmlns:a16="http://schemas.microsoft.com/office/drawing/2014/main" id="{744827EA-8627-9440-6364-C32D3AF1796C}"/>
              </a:ext>
            </a:extLst>
          </p:cNvPr>
          <p:cNvSpPr/>
          <p:nvPr/>
        </p:nvSpPr>
        <p:spPr>
          <a:xfrm>
            <a:off x="6176210" y="3767958"/>
            <a:ext cx="2051220" cy="1708160"/>
          </a:xfrm>
          <a:prstGeom prst="hexagon">
            <a:avLst/>
          </a:prstGeom>
          <a:solidFill>
            <a:srgbClr val="33CC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300" b="1" dirty="0"/>
              <a:t>Formatos F023</a:t>
            </a:r>
          </a:p>
        </p:txBody>
      </p:sp>
      <p:sp>
        <p:nvSpPr>
          <p:cNvPr id="10" name="Hexágono 9">
            <a:extLst>
              <a:ext uri="{FF2B5EF4-FFF2-40B4-BE49-F238E27FC236}">
                <a16:creationId xmlns:a16="http://schemas.microsoft.com/office/drawing/2014/main" id="{D8B79ED1-F857-E14E-B386-A6C3CF9BEB86}"/>
              </a:ext>
            </a:extLst>
          </p:cNvPr>
          <p:cNvSpPr/>
          <p:nvPr/>
        </p:nvSpPr>
        <p:spPr>
          <a:xfrm>
            <a:off x="8432126" y="3800637"/>
            <a:ext cx="2107537" cy="1708160"/>
          </a:xfrm>
          <a:prstGeom prst="hexagon">
            <a:avLst/>
          </a:prstGeom>
          <a:solidFill>
            <a:srgbClr val="38AA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7A0D8F9B-A4A3-4340-0CBC-08FAB4492630}"/>
              </a:ext>
            </a:extLst>
          </p:cNvPr>
          <p:cNvSpPr txBox="1"/>
          <p:nvPr/>
        </p:nvSpPr>
        <p:spPr>
          <a:xfrm>
            <a:off x="8733415" y="3936353"/>
            <a:ext cx="1687996" cy="1446550"/>
          </a:xfrm>
          <a:prstGeom prst="rect">
            <a:avLst/>
          </a:prstGeom>
          <a:noFill/>
        </p:spPr>
        <p:txBody>
          <a:bodyPr wrap="square" rtlCol="0">
            <a:spAutoFit/>
          </a:bodyPr>
          <a:lstStyle/>
          <a:p>
            <a:pPr algn="ctr"/>
            <a:r>
              <a:rPr lang="es-CO" sz="2200" b="1" dirty="0">
                <a:solidFill>
                  <a:schemeClr val="bg1"/>
                </a:solidFill>
              </a:rPr>
              <a:t>Plataforma Zajuna o correo electrónico</a:t>
            </a:r>
          </a:p>
        </p:txBody>
      </p:sp>
    </p:spTree>
    <p:extLst>
      <p:ext uri="{BB962C8B-B14F-4D97-AF65-F5344CB8AC3E}">
        <p14:creationId xmlns:p14="http://schemas.microsoft.com/office/powerpoint/2010/main" val="4267184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721A4D2-6B4B-4F9D-0860-5EBBC5B87692}"/>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7A770070-10A6-29F8-AC28-8BA927FC03D6}"/>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7A78C4D1-BE7B-9415-F299-95A49F089403}"/>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758986E-1A60-B7B9-AB61-E232D903858A}"/>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83BE5F81-39CE-92A5-A2F2-FE819A50DF73}"/>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8AF7CBD7-F02C-54E2-1F73-D1DF7EF8B144}"/>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76358C23-4B4C-A3BC-D464-3FC19E1BEF39}"/>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F0DD8797-68F9-BC10-7086-E35C784DCDD7}"/>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C6B145F7-36D5-0E05-DF3A-6199989B1F04}"/>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9B2BD5C3-DAD0-839A-6D70-94B1F3B1C6C6}"/>
              </a:ext>
            </a:extLst>
          </p:cNvPr>
          <p:cNvSpPr/>
          <p:nvPr/>
        </p:nvSpPr>
        <p:spPr>
          <a:xfrm rot="5400000">
            <a:off x="4765944" y="5295296"/>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6D9DE700-BF3A-2476-FCA3-522FA46D22F3}"/>
              </a:ext>
            </a:extLst>
          </p:cNvPr>
          <p:cNvSpPr/>
          <p:nvPr/>
        </p:nvSpPr>
        <p:spPr>
          <a:xfrm rot="5400000">
            <a:off x="4790033" y="5531061"/>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F5B4A82A-F638-FD61-95D8-BB6FF1B676BA}"/>
              </a:ext>
            </a:extLst>
          </p:cNvPr>
          <p:cNvSpPr/>
          <p:nvPr/>
        </p:nvSpPr>
        <p:spPr>
          <a:xfrm rot="5400000">
            <a:off x="4317951" y="5957913"/>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A1977F39-F05E-9083-1932-5C5CD67A085A}"/>
              </a:ext>
            </a:extLst>
          </p:cNvPr>
          <p:cNvSpPr txBox="1"/>
          <p:nvPr/>
        </p:nvSpPr>
        <p:spPr>
          <a:xfrm>
            <a:off x="3231351" y="1354960"/>
            <a:ext cx="7475836" cy="4154984"/>
          </a:xfrm>
          <a:prstGeom prst="rect">
            <a:avLst/>
          </a:prstGeom>
          <a:noFill/>
        </p:spPr>
        <p:txBody>
          <a:bodyPr wrap="square">
            <a:spAutoFit/>
          </a:bodyPr>
          <a:lstStyle/>
          <a:p>
            <a:pPr marL="342900" indent="-342900" algn="just">
              <a:buFont typeface="Wingdings" panose="05000000000000000000" pitchFamily="2" charset="2"/>
              <a:buChar char="ü"/>
            </a:pPr>
            <a:r>
              <a:rPr lang="es-MX" sz="2400" b="1" dirty="0">
                <a:solidFill>
                  <a:schemeClr val="tx1">
                    <a:lumMod val="65000"/>
                    <a:lumOff val="35000"/>
                  </a:schemeClr>
                </a:solidFill>
                <a:latin typeface="Roboto Light"/>
                <a:cs typeface="Arial" panose="020B0604020202020204" pitchFamily="34" charset="0"/>
              </a:rPr>
              <a:t>Recuerde que no esta permitido renunciar unilateralmente al Contrato de Aprendizaje.</a:t>
            </a:r>
          </a:p>
          <a:p>
            <a:pPr algn="just"/>
            <a:endParaRPr lang="es-MX" sz="2400" b="1" dirty="0">
              <a:solidFill>
                <a:schemeClr val="tx1">
                  <a:lumMod val="65000"/>
                  <a:lumOff val="35000"/>
                </a:schemeClr>
              </a:solidFill>
              <a:latin typeface="Roboto Light"/>
              <a:cs typeface="Arial" panose="020B0604020202020204" pitchFamily="34" charset="0"/>
            </a:endParaRPr>
          </a:p>
          <a:p>
            <a:pPr marL="342900" indent="-342900" algn="just">
              <a:buFont typeface="Wingdings" panose="05000000000000000000" pitchFamily="2" charset="2"/>
              <a:buChar char="ü"/>
            </a:pPr>
            <a:r>
              <a:rPr lang="es-MX" sz="2400" b="1" dirty="0">
                <a:solidFill>
                  <a:schemeClr val="tx1">
                    <a:lumMod val="65000"/>
                    <a:lumOff val="35000"/>
                  </a:schemeClr>
                </a:solidFill>
                <a:latin typeface="Roboto Light"/>
                <a:cs typeface="Arial" panose="020B0604020202020204" pitchFamily="34" charset="0"/>
              </a:rPr>
              <a:t>Antes de tomar alguna decisión consulte con las personas encargadas.</a:t>
            </a:r>
          </a:p>
          <a:p>
            <a:pPr algn="just"/>
            <a:endParaRPr lang="es-MX" sz="2400" b="1" dirty="0">
              <a:solidFill>
                <a:schemeClr val="tx1">
                  <a:lumMod val="65000"/>
                  <a:lumOff val="35000"/>
                </a:schemeClr>
              </a:solidFill>
              <a:latin typeface="Roboto Light"/>
              <a:cs typeface="Arial" panose="020B0604020202020204" pitchFamily="34" charset="0"/>
            </a:endParaRPr>
          </a:p>
          <a:p>
            <a:pPr marL="342900" indent="-342900" algn="just">
              <a:buFont typeface="Wingdings" panose="05000000000000000000" pitchFamily="2" charset="2"/>
              <a:buChar char="ü"/>
            </a:pPr>
            <a:r>
              <a:rPr lang="es-MX" sz="2400" b="1" dirty="0">
                <a:solidFill>
                  <a:schemeClr val="tx1">
                    <a:lumMod val="65000"/>
                    <a:lumOff val="35000"/>
                  </a:schemeClr>
                </a:solidFill>
                <a:latin typeface="Roboto Light"/>
                <a:cs typeface="Arial" panose="020B0604020202020204" pitchFamily="34" charset="0"/>
              </a:rPr>
              <a:t>Recuerde que con tres fallas consecutivas sin justa causa, se cancela el registro de matricula.</a:t>
            </a:r>
          </a:p>
          <a:p>
            <a:pPr algn="just"/>
            <a:endParaRPr lang="es-MX" sz="2400" b="1" dirty="0">
              <a:solidFill>
                <a:schemeClr val="tx1">
                  <a:lumMod val="65000"/>
                  <a:lumOff val="35000"/>
                </a:schemeClr>
              </a:solidFill>
              <a:latin typeface="Roboto Light"/>
              <a:cs typeface="Arial" panose="020B0604020202020204" pitchFamily="34" charset="0"/>
            </a:endParaRPr>
          </a:p>
          <a:p>
            <a:pPr marL="342900" indent="-342900" algn="just">
              <a:buFont typeface="Wingdings" panose="05000000000000000000" pitchFamily="2" charset="2"/>
              <a:buChar char="ü"/>
            </a:pPr>
            <a:r>
              <a:rPr lang="es-MX" sz="2400" b="1" dirty="0">
                <a:solidFill>
                  <a:schemeClr val="tx1">
                    <a:lumMod val="65000"/>
                    <a:lumOff val="35000"/>
                  </a:schemeClr>
                </a:solidFill>
                <a:latin typeface="Roboto Light"/>
                <a:cs typeface="Arial" panose="020B0604020202020204" pitchFamily="34" charset="0"/>
              </a:rPr>
              <a:t>El Reglamento del Aprendiz Acuerdo 007 de 2012 y el Blog CSF, consulta continua. </a:t>
            </a:r>
          </a:p>
        </p:txBody>
      </p:sp>
      <p:sp>
        <p:nvSpPr>
          <p:cNvPr id="6" name="CuadroTexto 5">
            <a:extLst>
              <a:ext uri="{FF2B5EF4-FFF2-40B4-BE49-F238E27FC236}">
                <a16:creationId xmlns:a16="http://schemas.microsoft.com/office/drawing/2014/main" id="{9D3B992C-BCAF-0210-C416-A9C5121FC1E1}"/>
              </a:ext>
            </a:extLst>
          </p:cNvPr>
          <p:cNvSpPr txBox="1"/>
          <p:nvPr/>
        </p:nvSpPr>
        <p:spPr>
          <a:xfrm>
            <a:off x="3501187" y="381682"/>
            <a:ext cx="6091991"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Seguimiento a la Etapa Practica </a:t>
            </a:r>
            <a:r>
              <a:rPr lang="es-ES" sz="24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(2)</a:t>
            </a:r>
            <a:endParaRPr lang="es-CO" sz="16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7" name="Picture 12" descr="Imágenes de Lista 3d - Descarga gratuita en Freepik">
            <a:extLst>
              <a:ext uri="{FF2B5EF4-FFF2-40B4-BE49-F238E27FC236}">
                <a16:creationId xmlns:a16="http://schemas.microsoft.com/office/drawing/2014/main" id="{668CF0C0-53F8-52C9-AC00-A373D5E757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583192"/>
            <a:ext cx="2665884" cy="3581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0904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6266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0239B14884FBB46AB47CE62E6B5D997" ma:contentTypeVersion="24" ma:contentTypeDescription="Crear nuevo documento." ma:contentTypeScope="" ma:versionID="9cceea161467e9937048645b52beb732">
  <xsd:schema xmlns:xsd="http://www.w3.org/2001/XMLSchema" xmlns:xs="http://www.w3.org/2001/XMLSchema" xmlns:p="http://schemas.microsoft.com/office/2006/metadata/properties" xmlns:ns1="http://schemas.microsoft.com/sharepoint/v3" xmlns:ns2="edbb1c21-1b45-407e-8894-c97732534993" xmlns:ns3="41dd0a9e-964d-48c8-9389-7445c2a187f7" targetNamespace="http://schemas.microsoft.com/office/2006/metadata/properties" ma:root="true" ma:fieldsID="ec4adf18d12104a364fbb5a4b0ef5c6a" ns1:_="" ns2:_="" ns3:_="">
    <xsd:import namespace="http://schemas.microsoft.com/sharepoint/v3"/>
    <xsd:import namespace="edbb1c21-1b45-407e-8894-c97732534993"/>
    <xsd:import namespace="41dd0a9e-964d-48c8-9389-7445c2a187f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_Flow_SignoffStatus" minOccurs="0"/>
                <xsd:element ref="ns2:FechayHora" minOccurs="0"/>
                <xsd:element ref="ns2:lcf76f155ced4ddcb4097134ff3c332f" minOccurs="0"/>
                <xsd:element ref="ns3:TaxCatchAll"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element ref="ns2:MediaServiceBillingMetadata" minOccurs="0"/>
                <xsd:element ref="ns2:_x0031_01000547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Propiedades de la Directiva de cumplimiento unificado" ma:hidden="true" ma:internalName="_ip_UnifiedCompliancePolicyProperties">
      <xsd:simpleType>
        <xsd:restriction base="dms:Note"/>
      </xsd:simpleType>
    </xsd:element>
    <xsd:element name="_ip_UnifiedCompliancePolicyUIAction" ma:index="28" nillable="true" ma:displayName="Acción de IU de la Directiva de cumplimiento unificado"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bb1c21-1b45-407e-8894-c977325349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_Flow_SignoffStatus" ma:index="20" nillable="true" ma:displayName="Estado de aprobación" ma:internalName="Estado_x0020_de_x0020_aprobaci_x00f3_n">
      <xsd:simpleType>
        <xsd:restriction base="dms:Text"/>
      </xsd:simpleType>
    </xsd:element>
    <xsd:element name="FechayHora" ma:index="21" nillable="true" ma:displayName="Fecha y Hora" ma:description="Fecha y Hora" ma:format="DateTime" ma:internalName="FechayHora">
      <xsd:simpleType>
        <xsd:restriction base="dms:DateTime"/>
      </xsd:simpleType>
    </xsd:element>
    <xsd:element name="lcf76f155ced4ddcb4097134ff3c332f" ma:index="23" nillable="true" ma:taxonomy="true" ma:internalName="lcf76f155ced4ddcb4097134ff3c332f" ma:taxonomyFieldName="MediaServiceImageTags" ma:displayName="Etiquetas de imagen" ma:readOnly="false" ma:fieldId="{5cf76f15-5ced-4ddc-b409-7134ff3c332f}" ma:taxonomyMulti="true" ma:sspId="d33c8c81-5745-4931-bcc4-c2aeafe86780"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_x0031_010005470" ma:index="31" nillable="true" ma:displayName="1010005470" ma:format="Dropdown" ma:list="UserInfo" ma:SharePointGroup="0" ma:internalName="_x0031_010005470">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1dd0a9e-964d-48c8-9389-7445c2a187f7"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4" nillable="true" ma:displayName="Taxonomy Catch All Column" ma:hidden="true" ma:list="{df955bbf-853c-4bfd-87ed-1b9a3029639f}" ma:internalName="TaxCatchAll" ma:showField="CatchAllData" ma:web="41dd0a9e-964d-48c8-9389-7445c2a187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41dd0a9e-964d-48c8-9389-7445c2a187f7" xsi:nil="true"/>
    <lcf76f155ced4ddcb4097134ff3c332f xmlns="edbb1c21-1b45-407e-8894-c97732534993">
      <Terms xmlns="http://schemas.microsoft.com/office/infopath/2007/PartnerControls"/>
    </lcf76f155ced4ddcb4097134ff3c332f>
    <_Flow_SignoffStatus xmlns="edbb1c21-1b45-407e-8894-c97732534993" xsi:nil="true"/>
    <_ip_UnifiedCompliancePolicyProperties xmlns="http://schemas.microsoft.com/sharepoint/v3" xsi:nil="true"/>
    <FechayHora xmlns="edbb1c21-1b45-407e-8894-c97732534993" xsi:nil="true"/>
    <_x0031_010005470 xmlns="edbb1c21-1b45-407e-8894-c97732534993">
      <UserInfo>
        <DisplayName/>
        <AccountId xsi:nil="true"/>
        <AccountType/>
      </UserInfo>
    </_x0031_010005470>
  </documentManagement>
</p:properties>
</file>

<file path=customXml/itemProps1.xml><?xml version="1.0" encoding="utf-8"?>
<ds:datastoreItem xmlns:ds="http://schemas.openxmlformats.org/officeDocument/2006/customXml" ds:itemID="{A65C55C6-6D04-4282-954A-DCB750F5581E}"/>
</file>

<file path=customXml/itemProps2.xml><?xml version="1.0" encoding="utf-8"?>
<ds:datastoreItem xmlns:ds="http://schemas.openxmlformats.org/officeDocument/2006/customXml" ds:itemID="{698B2534-B968-4D34-99F1-978D67181F03}"/>
</file>

<file path=customXml/itemProps3.xml><?xml version="1.0" encoding="utf-8"?>
<ds:datastoreItem xmlns:ds="http://schemas.openxmlformats.org/officeDocument/2006/customXml" ds:itemID="{058DCC96-DA6D-4E11-A809-49D3D470762E}"/>
</file>

<file path=docProps/app.xml><?xml version="1.0" encoding="utf-8"?>
<Properties xmlns="http://schemas.openxmlformats.org/officeDocument/2006/extended-properties" xmlns:vt="http://schemas.openxmlformats.org/officeDocument/2006/docPropsVTypes">
  <TotalTime>3836</TotalTime>
  <Words>2645</Words>
  <Application>Microsoft Office PowerPoint</Application>
  <PresentationFormat>Panorámica</PresentationFormat>
  <Paragraphs>246</Paragraphs>
  <Slides>23</Slides>
  <Notes>0</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23</vt:i4>
      </vt:variant>
    </vt:vector>
  </HeadingPairs>
  <TitlesOfParts>
    <vt:vector size="36" baseType="lpstr">
      <vt:lpstr>Amatic SC</vt:lpstr>
      <vt:lpstr>Arial</vt:lpstr>
      <vt:lpstr>Bahnschrift SemiLight Condensed</vt:lpstr>
      <vt:lpstr>Calibri</vt:lpstr>
      <vt:lpstr>Calibri Light</vt:lpstr>
      <vt:lpstr>Open Sans</vt:lpstr>
      <vt:lpstr>Poppins</vt:lpstr>
      <vt:lpstr>Roboto Light</vt:lpstr>
      <vt:lpstr>Wingdings</vt:lpstr>
      <vt:lpstr>Work Sans</vt:lpstr>
      <vt:lpstr>Work Sans Light</vt:lpstr>
      <vt:lpstr>Work Sans Medium</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Marlon .</cp:lastModifiedBy>
  <cp:revision>60</cp:revision>
  <dcterms:created xsi:type="dcterms:W3CDTF">2020-10-01T23:51:28Z</dcterms:created>
  <dcterms:modified xsi:type="dcterms:W3CDTF">2025-02-14T21:40:24Z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ContentTypeId">
    <vt:lpwstr>0x01010080239B14884FBB46AB47CE62E6B5D997</vt:lpwstr>
  </property>
</Properties>
</file>