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538" r:id="rId5"/>
    <p:sldId id="536" r:id="rId6"/>
    <p:sldId id="540" r:id="rId7"/>
    <p:sldId id="539" r:id="rId8"/>
    <p:sldId id="532" r:id="rId9"/>
    <p:sldId id="541" r:id="rId10"/>
    <p:sldId id="542" r:id="rId11"/>
    <p:sldId id="543" r:id="rId12"/>
    <p:sldId id="544" r:id="rId13"/>
    <p:sldId id="545" r:id="rId14"/>
    <p:sldId id="546" r:id="rId15"/>
    <p:sldId id="531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28"/>
    <p:restoredTop sz="97242"/>
  </p:normalViewPr>
  <p:slideViewPr>
    <p:cSldViewPr snapToGrid="0">
      <p:cViewPr varScale="1">
        <p:scale>
          <a:sx n="74" d="100"/>
          <a:sy n="74" d="100"/>
        </p:scale>
        <p:origin x="1512" y="283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apaproductivacsf" userId="S::etapaproductivacsf@sena.edu.co::1b2c0f37-0ca9-47d4-945e-7af74615f1d4" providerId="AD" clId="Web-{30EA44BB-CEC2-AE07-EC15-23AB884F5DE6}"/>
    <pc:docChg chg="modSld">
      <pc:chgData name="etapaproductivacsf" userId="S::etapaproductivacsf@sena.edu.co::1b2c0f37-0ca9-47d4-945e-7af74615f1d4" providerId="AD" clId="Web-{30EA44BB-CEC2-AE07-EC15-23AB884F5DE6}" dt="2025-03-21T23:44:49.363" v="110" actId="20577"/>
      <pc:docMkLst>
        <pc:docMk/>
      </pc:docMkLst>
      <pc:sldChg chg="modSp">
        <pc:chgData name="etapaproductivacsf" userId="S::etapaproductivacsf@sena.edu.co::1b2c0f37-0ca9-47d4-945e-7af74615f1d4" providerId="AD" clId="Web-{30EA44BB-CEC2-AE07-EC15-23AB884F5DE6}" dt="2025-03-21T23:41:46.319" v="107" actId="20577"/>
        <pc:sldMkLst>
          <pc:docMk/>
          <pc:sldMk cId="2269292441" sldId="532"/>
        </pc:sldMkLst>
        <pc:spChg chg="mod">
          <ac:chgData name="etapaproductivacsf" userId="S::etapaproductivacsf@sena.edu.co::1b2c0f37-0ca9-47d4-945e-7af74615f1d4" providerId="AD" clId="Web-{30EA44BB-CEC2-AE07-EC15-23AB884F5DE6}" dt="2025-03-21T23:41:46.319" v="107" actId="20577"/>
          <ac:spMkLst>
            <pc:docMk/>
            <pc:sldMk cId="2269292441" sldId="532"/>
            <ac:spMk id="49" creationId="{20886656-F282-BE6D-C6F8-DFEBFCE3B530}"/>
          </ac:spMkLst>
        </pc:spChg>
      </pc:sldChg>
      <pc:sldChg chg="modSp">
        <pc:chgData name="etapaproductivacsf" userId="S::etapaproductivacsf@sena.edu.co::1b2c0f37-0ca9-47d4-945e-7af74615f1d4" providerId="AD" clId="Web-{30EA44BB-CEC2-AE07-EC15-23AB884F5DE6}" dt="2025-03-21T23:44:49.363" v="110" actId="20577"/>
        <pc:sldMkLst>
          <pc:docMk/>
          <pc:sldMk cId="834885949" sldId="540"/>
        </pc:sldMkLst>
        <pc:spChg chg="mod">
          <ac:chgData name="etapaproductivacsf" userId="S::etapaproductivacsf@sena.edu.co::1b2c0f37-0ca9-47d4-945e-7af74615f1d4" providerId="AD" clId="Web-{30EA44BB-CEC2-AE07-EC15-23AB884F5DE6}" dt="2025-03-21T23:44:49.363" v="110" actId="20577"/>
          <ac:spMkLst>
            <pc:docMk/>
            <pc:sldMk cId="834885949" sldId="540"/>
            <ac:spMk id="8" creationId="{CB3BFB22-79F4-E0FF-F5AC-C0695D62B938}"/>
          </ac:spMkLst>
        </pc:spChg>
        <pc:spChg chg="mod">
          <ac:chgData name="etapaproductivacsf" userId="S::etapaproductivacsf@sena.edu.co::1b2c0f37-0ca9-47d4-945e-7af74615f1d4" providerId="AD" clId="Web-{30EA44BB-CEC2-AE07-EC15-23AB884F5DE6}" dt="2025-03-21T23:41:57.804" v="109" actId="20577"/>
          <ac:spMkLst>
            <pc:docMk/>
            <pc:sldMk cId="834885949" sldId="540"/>
            <ac:spMk id="20" creationId="{7D00DF89-39D6-E1DA-8DA3-ECB1B254D795}"/>
          </ac:spMkLst>
        </pc:spChg>
        <pc:spChg chg="mod">
          <ac:chgData name="etapaproductivacsf" userId="S::etapaproductivacsf@sena.edu.co::1b2c0f37-0ca9-47d4-945e-7af74615f1d4" providerId="AD" clId="Web-{30EA44BB-CEC2-AE07-EC15-23AB884F5DE6}" dt="2025-03-21T23:20:14.540" v="80" actId="20577"/>
          <ac:spMkLst>
            <pc:docMk/>
            <pc:sldMk cId="834885949" sldId="540"/>
            <ac:spMk id="26" creationId="{ABD10E4F-91F4-8EE8-0F80-944AAA9EE29E}"/>
          </ac:spMkLst>
        </pc:spChg>
      </pc:sldChg>
      <pc:sldChg chg="modSp">
        <pc:chgData name="etapaproductivacsf" userId="S::etapaproductivacsf@sena.edu.co::1b2c0f37-0ca9-47d4-945e-7af74615f1d4" providerId="AD" clId="Web-{30EA44BB-CEC2-AE07-EC15-23AB884F5DE6}" dt="2025-03-21T23:23:46.654" v="89" actId="20577"/>
        <pc:sldMkLst>
          <pc:docMk/>
          <pc:sldMk cId="3552910755" sldId="541"/>
        </pc:sldMkLst>
        <pc:graphicFrameChg chg="modGraphic">
          <ac:chgData name="etapaproductivacsf" userId="S::etapaproductivacsf@sena.edu.co::1b2c0f37-0ca9-47d4-945e-7af74615f1d4" providerId="AD" clId="Web-{30EA44BB-CEC2-AE07-EC15-23AB884F5DE6}" dt="2025-03-21T23:23:46.654" v="89" actId="20577"/>
          <ac:graphicFrameMkLst>
            <pc:docMk/>
            <pc:sldMk cId="3552910755" sldId="541"/>
            <ac:graphicFrameMk id="2" creationId="{7EAE6036-D6CF-35FF-228A-3476F5D222AE}"/>
          </ac:graphicFrameMkLst>
        </pc:graphicFrameChg>
      </pc:sldChg>
      <pc:sldChg chg="modSp">
        <pc:chgData name="etapaproductivacsf" userId="S::etapaproductivacsf@sena.edu.co::1b2c0f37-0ca9-47d4-945e-7af74615f1d4" providerId="AD" clId="Web-{30EA44BB-CEC2-AE07-EC15-23AB884F5DE6}" dt="2025-03-21T23:16:17.008" v="65" actId="20577"/>
        <pc:sldMkLst>
          <pc:docMk/>
          <pc:sldMk cId="3177942906" sldId="542"/>
        </pc:sldMkLst>
        <pc:spChg chg="mod">
          <ac:chgData name="etapaproductivacsf" userId="S::etapaproductivacsf@sena.edu.co::1b2c0f37-0ca9-47d4-945e-7af74615f1d4" providerId="AD" clId="Web-{30EA44BB-CEC2-AE07-EC15-23AB884F5DE6}" dt="2025-03-21T23:16:17.008" v="65" actId="20577"/>
          <ac:spMkLst>
            <pc:docMk/>
            <pc:sldMk cId="3177942906" sldId="542"/>
            <ac:spMk id="143" creationId="{338BB757-DE79-F397-0E05-E68AF1FE61A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01CDF-66F4-4D0B-B20A-81A7B760FCAD}" type="doc">
      <dgm:prSet loTypeId="urn:microsoft.com/office/officeart/2008/layout/AlternatingHexagons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539276B5-532C-4D67-8B98-7BFCED12A0C6}">
      <dgm:prSet phldrT="[Texto]" custT="1"/>
      <dgm:spPr/>
      <dgm:t>
        <a:bodyPr/>
        <a:lstStyle/>
        <a:p>
          <a:pPr rtl="0"/>
          <a:r>
            <a:rPr lang="es-CO" sz="1800" b="1" dirty="0"/>
            <a:t>Validación de Datos</a:t>
          </a:r>
          <a:r>
            <a:rPr lang="es-CO" sz="1800" b="1" dirty="0">
              <a:latin typeface="Calibri Light" panose="020F0302020204030204"/>
            </a:rPr>
            <a:t> F165</a:t>
          </a:r>
          <a:endParaRPr lang="es-CO" sz="1800" b="1" dirty="0"/>
        </a:p>
      </dgm:t>
    </dgm:pt>
    <dgm:pt modelId="{DEBF2CBC-4336-4559-9243-C37CBAAE1B05}" type="parTrans" cxnId="{EEF99828-D81E-493A-B909-E9D14E2C82B0}">
      <dgm:prSet/>
      <dgm:spPr/>
      <dgm:t>
        <a:bodyPr/>
        <a:lstStyle/>
        <a:p>
          <a:endParaRPr lang="es-CO" sz="1100"/>
        </a:p>
      </dgm:t>
    </dgm:pt>
    <dgm:pt modelId="{81519339-9F7D-4012-9A74-E4959563EC7D}" type="sibTrans" cxnId="{EEF99828-D81E-493A-B909-E9D14E2C82B0}">
      <dgm:prSet custT="1"/>
      <dgm:spPr/>
      <dgm:t>
        <a:bodyPr/>
        <a:lstStyle/>
        <a:p>
          <a:r>
            <a:rPr lang="es-CO" sz="1800" b="1" dirty="0"/>
            <a:t>Tabla Dinámica Juicios</a:t>
          </a:r>
        </a:p>
      </dgm:t>
    </dgm:pt>
    <dgm:pt modelId="{118EF403-4055-4D62-84ED-B07E88611928}">
      <dgm:prSet phldrT="[Texto]" custT="1"/>
      <dgm:spPr/>
      <dgm:t>
        <a:bodyPr/>
        <a:lstStyle/>
        <a:p>
          <a:r>
            <a:rPr lang="es-CO" sz="1800" b="1" dirty="0"/>
            <a:t>Registro fotográfico</a:t>
          </a:r>
        </a:p>
      </dgm:t>
    </dgm:pt>
    <dgm:pt modelId="{29395F78-F944-4979-BBEA-712667D9B623}" type="parTrans" cxnId="{3CCA5231-6DED-4F67-8294-AEBFDDDFB167}">
      <dgm:prSet/>
      <dgm:spPr/>
      <dgm:t>
        <a:bodyPr/>
        <a:lstStyle/>
        <a:p>
          <a:endParaRPr lang="es-CO" sz="1100"/>
        </a:p>
      </dgm:t>
    </dgm:pt>
    <dgm:pt modelId="{376AEAEB-66E4-48D0-B778-D2DCA96C1CF8}" type="sibTrans" cxnId="{3CCA5231-6DED-4F67-8294-AEBFDDDFB167}">
      <dgm:prSet custT="1"/>
      <dgm:spPr/>
      <dgm:t>
        <a:bodyPr/>
        <a:lstStyle/>
        <a:p>
          <a:r>
            <a:rPr lang="es-CO" sz="1800" b="1" dirty="0"/>
            <a:t>Formulario y lista de asistencia</a:t>
          </a:r>
        </a:p>
      </dgm:t>
    </dgm:pt>
    <dgm:pt modelId="{11E7527F-3A65-4DCB-81C8-A1A5C8C287FE}">
      <dgm:prSet phldrT="[Texto]" custT="1"/>
      <dgm:spPr/>
      <dgm:t>
        <a:bodyPr/>
        <a:lstStyle/>
        <a:p>
          <a:pPr rtl="0"/>
          <a:r>
            <a:rPr lang="es-CO" sz="1600" b="1" dirty="0"/>
            <a:t>Correo Electrónico Etapa Productiva</a:t>
          </a:r>
          <a:r>
            <a:rPr lang="es-CO" sz="1600" b="1" dirty="0">
              <a:latin typeface="Calibri Light" panose="020F0302020204030204"/>
            </a:rPr>
            <a:t> aprendices sin alternativa</a:t>
          </a:r>
          <a:endParaRPr lang="es-CO" sz="1600" b="1" dirty="0"/>
        </a:p>
      </dgm:t>
    </dgm:pt>
    <dgm:pt modelId="{5E174725-E6FA-4DA3-BAD5-C4B93EEE8966}" type="parTrans" cxnId="{0DFC57AD-BEC3-40D9-B10A-13BF90DBB8CF}">
      <dgm:prSet/>
      <dgm:spPr/>
      <dgm:t>
        <a:bodyPr/>
        <a:lstStyle/>
        <a:p>
          <a:endParaRPr lang="es-CO" sz="1100"/>
        </a:p>
      </dgm:t>
    </dgm:pt>
    <dgm:pt modelId="{335242B5-89BF-454E-BE7D-38918EE5B621}" type="sibTrans" cxnId="{0DFC57AD-BEC3-40D9-B10A-13BF90DBB8CF}">
      <dgm:prSet custT="1"/>
      <dgm:spPr/>
      <dgm:t>
        <a:bodyPr/>
        <a:lstStyle/>
        <a:p>
          <a:r>
            <a:rPr lang="es-CO" sz="1600" b="1" dirty="0"/>
            <a:t>Correo electrónico deserciones y RAP pendientes</a:t>
          </a:r>
        </a:p>
      </dgm:t>
    </dgm:pt>
    <dgm:pt modelId="{D525B6D8-0669-4738-86F9-E13011DEE9F4}" type="pres">
      <dgm:prSet presAssocID="{A8C01CDF-66F4-4D0B-B20A-81A7B760FCAD}" presName="Name0" presStyleCnt="0">
        <dgm:presLayoutVars>
          <dgm:chMax/>
          <dgm:chPref/>
          <dgm:dir/>
          <dgm:animLvl val="lvl"/>
        </dgm:presLayoutVars>
      </dgm:prSet>
      <dgm:spPr/>
    </dgm:pt>
    <dgm:pt modelId="{05AA5BC4-9DE8-4757-8FBC-A176AC72D977}" type="pres">
      <dgm:prSet presAssocID="{539276B5-532C-4D67-8B98-7BFCED12A0C6}" presName="composite" presStyleCnt="0"/>
      <dgm:spPr/>
    </dgm:pt>
    <dgm:pt modelId="{B0360B92-6DCB-421E-9322-823CE78FBD3B}" type="pres">
      <dgm:prSet presAssocID="{539276B5-532C-4D67-8B98-7BFCED12A0C6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4140942-D2D2-406A-82F4-A9C9394A5484}" type="pres">
      <dgm:prSet presAssocID="{539276B5-532C-4D67-8B98-7BFCED12A0C6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E016049B-2AB7-480D-9CAA-F70EA68C0651}" type="pres">
      <dgm:prSet presAssocID="{539276B5-532C-4D67-8B98-7BFCED12A0C6}" presName="BalanceSpacing" presStyleCnt="0"/>
      <dgm:spPr/>
    </dgm:pt>
    <dgm:pt modelId="{43B19999-EFDA-4D98-B7F5-03F977CEFC15}" type="pres">
      <dgm:prSet presAssocID="{539276B5-532C-4D67-8B98-7BFCED12A0C6}" presName="BalanceSpacing1" presStyleCnt="0"/>
      <dgm:spPr/>
    </dgm:pt>
    <dgm:pt modelId="{DBF9B43C-EFCD-4F94-B725-2C2B0F4DEABF}" type="pres">
      <dgm:prSet presAssocID="{81519339-9F7D-4012-9A74-E4959563EC7D}" presName="Accent1Text" presStyleLbl="node1" presStyleIdx="1" presStyleCnt="6" custLinFactNeighborY="0"/>
      <dgm:spPr/>
    </dgm:pt>
    <dgm:pt modelId="{DBD1D0CF-6249-4D3B-A0B7-88988B655299}" type="pres">
      <dgm:prSet presAssocID="{81519339-9F7D-4012-9A74-E4959563EC7D}" presName="spaceBetweenRectangles" presStyleCnt="0"/>
      <dgm:spPr/>
    </dgm:pt>
    <dgm:pt modelId="{D224B6E9-8288-41FE-8DAB-A038E18D527D}" type="pres">
      <dgm:prSet presAssocID="{118EF403-4055-4D62-84ED-B07E88611928}" presName="composite" presStyleCnt="0"/>
      <dgm:spPr/>
    </dgm:pt>
    <dgm:pt modelId="{375A3E3D-9692-4B9C-93CB-7E167D9C2D7E}" type="pres">
      <dgm:prSet presAssocID="{118EF403-4055-4D62-84ED-B07E88611928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F7A12A28-06EA-4456-B411-CB9E1B1CCB6F}" type="pres">
      <dgm:prSet presAssocID="{118EF403-4055-4D62-84ED-B07E88611928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4EFB4717-E67F-4199-9DF2-09107695C0BF}" type="pres">
      <dgm:prSet presAssocID="{118EF403-4055-4D62-84ED-B07E88611928}" presName="BalanceSpacing" presStyleCnt="0"/>
      <dgm:spPr/>
    </dgm:pt>
    <dgm:pt modelId="{424DB608-8270-4680-BF14-6DAA3C6D1062}" type="pres">
      <dgm:prSet presAssocID="{118EF403-4055-4D62-84ED-B07E88611928}" presName="BalanceSpacing1" presStyleCnt="0"/>
      <dgm:spPr/>
    </dgm:pt>
    <dgm:pt modelId="{F97BF9BF-987F-4550-9F6B-4DB0A9BF7674}" type="pres">
      <dgm:prSet presAssocID="{376AEAEB-66E4-48D0-B778-D2DCA96C1CF8}" presName="Accent1Text" presStyleLbl="node1" presStyleIdx="3" presStyleCnt="6"/>
      <dgm:spPr/>
    </dgm:pt>
    <dgm:pt modelId="{FA858A61-F02E-4FCE-887D-422758F5BED9}" type="pres">
      <dgm:prSet presAssocID="{376AEAEB-66E4-48D0-B778-D2DCA96C1CF8}" presName="spaceBetweenRectangles" presStyleCnt="0"/>
      <dgm:spPr/>
    </dgm:pt>
    <dgm:pt modelId="{BB75B2B6-49A8-40DE-986B-E6F290B611A2}" type="pres">
      <dgm:prSet presAssocID="{11E7527F-3A65-4DCB-81C8-A1A5C8C287FE}" presName="composite" presStyleCnt="0"/>
      <dgm:spPr/>
    </dgm:pt>
    <dgm:pt modelId="{7F2E3B29-4783-42F3-9E87-7F96AFDCA93A}" type="pres">
      <dgm:prSet presAssocID="{11E7527F-3A65-4DCB-81C8-A1A5C8C287FE}" presName="Parent1" presStyleLbl="node1" presStyleIdx="4" presStyleCnt="6" custLinFactNeighborY="0">
        <dgm:presLayoutVars>
          <dgm:chMax val="1"/>
          <dgm:chPref val="1"/>
          <dgm:bulletEnabled val="1"/>
        </dgm:presLayoutVars>
      </dgm:prSet>
      <dgm:spPr/>
    </dgm:pt>
    <dgm:pt modelId="{89AC41DC-4902-43D8-9ABE-BAD1E134F55B}" type="pres">
      <dgm:prSet presAssocID="{11E7527F-3A65-4DCB-81C8-A1A5C8C287FE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9A079012-CE18-443F-AF88-515DF87ACDA9}" type="pres">
      <dgm:prSet presAssocID="{11E7527F-3A65-4DCB-81C8-A1A5C8C287FE}" presName="BalanceSpacing" presStyleCnt="0"/>
      <dgm:spPr/>
    </dgm:pt>
    <dgm:pt modelId="{CEFCE671-8F16-4CE4-AAF6-509329E9DDE7}" type="pres">
      <dgm:prSet presAssocID="{11E7527F-3A65-4DCB-81C8-A1A5C8C287FE}" presName="BalanceSpacing1" presStyleCnt="0"/>
      <dgm:spPr/>
    </dgm:pt>
    <dgm:pt modelId="{01932AB7-ED59-47B8-AA3E-FA7E2811BADB}" type="pres">
      <dgm:prSet presAssocID="{335242B5-89BF-454E-BE7D-38918EE5B621}" presName="Accent1Text" presStyleLbl="node1" presStyleIdx="5" presStyleCnt="6"/>
      <dgm:spPr/>
    </dgm:pt>
  </dgm:ptLst>
  <dgm:cxnLst>
    <dgm:cxn modelId="{107F1815-2D9F-4E2E-94C7-E6078876622E}" type="presOf" srcId="{539276B5-532C-4D67-8B98-7BFCED12A0C6}" destId="{B0360B92-6DCB-421E-9322-823CE78FBD3B}" srcOrd="0" destOrd="0" presId="urn:microsoft.com/office/officeart/2008/layout/AlternatingHexagons"/>
    <dgm:cxn modelId="{2C9F9823-D6A7-4469-A24C-16BE0C189573}" type="presOf" srcId="{118EF403-4055-4D62-84ED-B07E88611928}" destId="{375A3E3D-9692-4B9C-93CB-7E167D9C2D7E}" srcOrd="0" destOrd="0" presId="urn:microsoft.com/office/officeart/2008/layout/AlternatingHexagons"/>
    <dgm:cxn modelId="{EEF99828-D81E-493A-B909-E9D14E2C82B0}" srcId="{A8C01CDF-66F4-4D0B-B20A-81A7B760FCAD}" destId="{539276B5-532C-4D67-8B98-7BFCED12A0C6}" srcOrd="0" destOrd="0" parTransId="{DEBF2CBC-4336-4559-9243-C37CBAAE1B05}" sibTransId="{81519339-9F7D-4012-9A74-E4959563EC7D}"/>
    <dgm:cxn modelId="{3CCA5231-6DED-4F67-8294-AEBFDDDFB167}" srcId="{A8C01CDF-66F4-4D0B-B20A-81A7B760FCAD}" destId="{118EF403-4055-4D62-84ED-B07E88611928}" srcOrd="1" destOrd="0" parTransId="{29395F78-F944-4979-BBEA-712667D9B623}" sibTransId="{376AEAEB-66E4-48D0-B778-D2DCA96C1CF8}"/>
    <dgm:cxn modelId="{08D48548-F8F8-40D1-B346-DD9A2E574154}" type="presOf" srcId="{376AEAEB-66E4-48D0-B778-D2DCA96C1CF8}" destId="{F97BF9BF-987F-4550-9F6B-4DB0A9BF7674}" srcOrd="0" destOrd="0" presId="urn:microsoft.com/office/officeart/2008/layout/AlternatingHexagons"/>
    <dgm:cxn modelId="{720C4B5A-EFA0-4A0E-927D-0770058EA3B1}" type="presOf" srcId="{335242B5-89BF-454E-BE7D-38918EE5B621}" destId="{01932AB7-ED59-47B8-AA3E-FA7E2811BADB}" srcOrd="0" destOrd="0" presId="urn:microsoft.com/office/officeart/2008/layout/AlternatingHexagons"/>
    <dgm:cxn modelId="{200E4A82-CF24-4198-8D7E-102EE5E7FBD0}" type="presOf" srcId="{A8C01CDF-66F4-4D0B-B20A-81A7B760FCAD}" destId="{D525B6D8-0669-4738-86F9-E13011DEE9F4}" srcOrd="0" destOrd="0" presId="urn:microsoft.com/office/officeart/2008/layout/AlternatingHexagons"/>
    <dgm:cxn modelId="{81BA2789-D816-4EEC-9D9A-145B4C40586D}" type="presOf" srcId="{81519339-9F7D-4012-9A74-E4959563EC7D}" destId="{DBF9B43C-EFCD-4F94-B725-2C2B0F4DEABF}" srcOrd="0" destOrd="0" presId="urn:microsoft.com/office/officeart/2008/layout/AlternatingHexagons"/>
    <dgm:cxn modelId="{0DFC57AD-BEC3-40D9-B10A-13BF90DBB8CF}" srcId="{A8C01CDF-66F4-4D0B-B20A-81A7B760FCAD}" destId="{11E7527F-3A65-4DCB-81C8-A1A5C8C287FE}" srcOrd="2" destOrd="0" parTransId="{5E174725-E6FA-4DA3-BAD5-C4B93EEE8966}" sibTransId="{335242B5-89BF-454E-BE7D-38918EE5B621}"/>
    <dgm:cxn modelId="{FF4DECB9-FE32-4634-93EE-F977DE436D54}" type="presOf" srcId="{11E7527F-3A65-4DCB-81C8-A1A5C8C287FE}" destId="{7F2E3B29-4783-42F3-9E87-7F96AFDCA93A}" srcOrd="0" destOrd="0" presId="urn:microsoft.com/office/officeart/2008/layout/AlternatingHexagons"/>
    <dgm:cxn modelId="{C5A954B6-9187-4C62-BC83-975CDD089226}" type="presParOf" srcId="{D525B6D8-0669-4738-86F9-E13011DEE9F4}" destId="{05AA5BC4-9DE8-4757-8FBC-A176AC72D977}" srcOrd="0" destOrd="0" presId="urn:microsoft.com/office/officeart/2008/layout/AlternatingHexagons"/>
    <dgm:cxn modelId="{098F777D-E48E-40C2-9563-A7A3151A560E}" type="presParOf" srcId="{05AA5BC4-9DE8-4757-8FBC-A176AC72D977}" destId="{B0360B92-6DCB-421E-9322-823CE78FBD3B}" srcOrd="0" destOrd="0" presId="urn:microsoft.com/office/officeart/2008/layout/AlternatingHexagons"/>
    <dgm:cxn modelId="{1E317942-598E-44E4-8B68-FD899BEA19DE}" type="presParOf" srcId="{05AA5BC4-9DE8-4757-8FBC-A176AC72D977}" destId="{24140942-D2D2-406A-82F4-A9C9394A5484}" srcOrd="1" destOrd="0" presId="urn:microsoft.com/office/officeart/2008/layout/AlternatingHexagons"/>
    <dgm:cxn modelId="{C0D65ACE-89BE-405E-98AD-707D6F5082C5}" type="presParOf" srcId="{05AA5BC4-9DE8-4757-8FBC-A176AC72D977}" destId="{E016049B-2AB7-480D-9CAA-F70EA68C0651}" srcOrd="2" destOrd="0" presId="urn:microsoft.com/office/officeart/2008/layout/AlternatingHexagons"/>
    <dgm:cxn modelId="{60006B23-97BD-4729-B29C-CE0786431F9F}" type="presParOf" srcId="{05AA5BC4-9DE8-4757-8FBC-A176AC72D977}" destId="{43B19999-EFDA-4D98-B7F5-03F977CEFC15}" srcOrd="3" destOrd="0" presId="urn:microsoft.com/office/officeart/2008/layout/AlternatingHexagons"/>
    <dgm:cxn modelId="{E494AE4C-9747-4CAC-BF25-C0E867C09D97}" type="presParOf" srcId="{05AA5BC4-9DE8-4757-8FBC-A176AC72D977}" destId="{DBF9B43C-EFCD-4F94-B725-2C2B0F4DEABF}" srcOrd="4" destOrd="0" presId="urn:microsoft.com/office/officeart/2008/layout/AlternatingHexagons"/>
    <dgm:cxn modelId="{8DC8C54A-2C78-417E-90D3-A1834F0D5F58}" type="presParOf" srcId="{D525B6D8-0669-4738-86F9-E13011DEE9F4}" destId="{DBD1D0CF-6249-4D3B-A0B7-88988B655299}" srcOrd="1" destOrd="0" presId="urn:microsoft.com/office/officeart/2008/layout/AlternatingHexagons"/>
    <dgm:cxn modelId="{23F052AC-1430-4ACE-BD4A-A17F84722CCD}" type="presParOf" srcId="{D525B6D8-0669-4738-86F9-E13011DEE9F4}" destId="{D224B6E9-8288-41FE-8DAB-A038E18D527D}" srcOrd="2" destOrd="0" presId="urn:microsoft.com/office/officeart/2008/layout/AlternatingHexagons"/>
    <dgm:cxn modelId="{929F1805-8DC7-4909-821F-319594198EC1}" type="presParOf" srcId="{D224B6E9-8288-41FE-8DAB-A038E18D527D}" destId="{375A3E3D-9692-4B9C-93CB-7E167D9C2D7E}" srcOrd="0" destOrd="0" presId="urn:microsoft.com/office/officeart/2008/layout/AlternatingHexagons"/>
    <dgm:cxn modelId="{E3D3E20D-63B5-4A79-95D0-FED04F4D51A9}" type="presParOf" srcId="{D224B6E9-8288-41FE-8DAB-A038E18D527D}" destId="{F7A12A28-06EA-4456-B411-CB9E1B1CCB6F}" srcOrd="1" destOrd="0" presId="urn:microsoft.com/office/officeart/2008/layout/AlternatingHexagons"/>
    <dgm:cxn modelId="{720EED22-3357-4758-8485-2202A1388402}" type="presParOf" srcId="{D224B6E9-8288-41FE-8DAB-A038E18D527D}" destId="{4EFB4717-E67F-4199-9DF2-09107695C0BF}" srcOrd="2" destOrd="0" presId="urn:microsoft.com/office/officeart/2008/layout/AlternatingHexagons"/>
    <dgm:cxn modelId="{8AD41A42-FFFF-42D3-A675-155694B0C22D}" type="presParOf" srcId="{D224B6E9-8288-41FE-8DAB-A038E18D527D}" destId="{424DB608-8270-4680-BF14-6DAA3C6D1062}" srcOrd="3" destOrd="0" presId="urn:microsoft.com/office/officeart/2008/layout/AlternatingHexagons"/>
    <dgm:cxn modelId="{5D10D902-1959-4CD6-8BC8-AA0EDC33ACDF}" type="presParOf" srcId="{D224B6E9-8288-41FE-8DAB-A038E18D527D}" destId="{F97BF9BF-987F-4550-9F6B-4DB0A9BF7674}" srcOrd="4" destOrd="0" presId="urn:microsoft.com/office/officeart/2008/layout/AlternatingHexagons"/>
    <dgm:cxn modelId="{9B35A5A0-8EFB-4153-93C1-B88C273ED149}" type="presParOf" srcId="{D525B6D8-0669-4738-86F9-E13011DEE9F4}" destId="{FA858A61-F02E-4FCE-887D-422758F5BED9}" srcOrd="3" destOrd="0" presId="urn:microsoft.com/office/officeart/2008/layout/AlternatingHexagons"/>
    <dgm:cxn modelId="{728BF788-A3BC-43F4-BCA1-309EE78C6250}" type="presParOf" srcId="{D525B6D8-0669-4738-86F9-E13011DEE9F4}" destId="{BB75B2B6-49A8-40DE-986B-E6F290B611A2}" srcOrd="4" destOrd="0" presId="urn:microsoft.com/office/officeart/2008/layout/AlternatingHexagons"/>
    <dgm:cxn modelId="{AFD3D214-DE5D-4E98-B710-ED7AC4021C5E}" type="presParOf" srcId="{BB75B2B6-49A8-40DE-986B-E6F290B611A2}" destId="{7F2E3B29-4783-42F3-9E87-7F96AFDCA93A}" srcOrd="0" destOrd="0" presId="urn:microsoft.com/office/officeart/2008/layout/AlternatingHexagons"/>
    <dgm:cxn modelId="{370CD7A6-D103-463E-827A-6A791589F8CF}" type="presParOf" srcId="{BB75B2B6-49A8-40DE-986B-E6F290B611A2}" destId="{89AC41DC-4902-43D8-9ABE-BAD1E134F55B}" srcOrd="1" destOrd="0" presId="urn:microsoft.com/office/officeart/2008/layout/AlternatingHexagons"/>
    <dgm:cxn modelId="{B99E30C6-D55E-4956-970A-2D9D307FD781}" type="presParOf" srcId="{BB75B2B6-49A8-40DE-986B-E6F290B611A2}" destId="{9A079012-CE18-443F-AF88-515DF87ACDA9}" srcOrd="2" destOrd="0" presId="urn:microsoft.com/office/officeart/2008/layout/AlternatingHexagons"/>
    <dgm:cxn modelId="{11EF2B93-2462-43E5-B209-9BC7EAF8E1BD}" type="presParOf" srcId="{BB75B2B6-49A8-40DE-986B-E6F290B611A2}" destId="{CEFCE671-8F16-4CE4-AAF6-509329E9DDE7}" srcOrd="3" destOrd="0" presId="urn:microsoft.com/office/officeart/2008/layout/AlternatingHexagons"/>
    <dgm:cxn modelId="{7613816B-8A89-436F-B8FA-33BD58678CB5}" type="presParOf" srcId="{BB75B2B6-49A8-40DE-986B-E6F290B611A2}" destId="{01932AB7-ED59-47B8-AA3E-FA7E2811BADB}" srcOrd="4" destOrd="0" presId="urn:microsoft.com/office/officeart/2008/layout/AlternatingHexagons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C01CDF-66F4-4D0B-B20A-81A7B760FCAD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B7BAAF18-3629-41FB-9965-E08E34C68F11}">
      <dgm:prSet phldrT="[Texto]" custT="1"/>
      <dgm:spPr/>
      <dgm:t>
        <a:bodyPr/>
        <a:lstStyle/>
        <a:p>
          <a:r>
            <a:rPr lang="es-ES" sz="2400" b="1" dirty="0"/>
            <a:t>Formato F023</a:t>
          </a:r>
          <a:endParaRPr lang="es-CO" sz="2400" b="1" dirty="0"/>
        </a:p>
      </dgm:t>
    </dgm:pt>
    <dgm:pt modelId="{AF3C75D3-5485-4807-B8C9-E3F090EB5E2F}" type="parTrans" cxnId="{9F340051-D8F9-4BD3-9821-77BF2B34CE4F}">
      <dgm:prSet/>
      <dgm:spPr/>
      <dgm:t>
        <a:bodyPr/>
        <a:lstStyle/>
        <a:p>
          <a:endParaRPr lang="es-CO"/>
        </a:p>
      </dgm:t>
    </dgm:pt>
    <dgm:pt modelId="{C5F18F78-9659-4659-B61B-8077138B67F6}" type="sibTrans" cxnId="{9F340051-D8F9-4BD3-9821-77BF2B34CE4F}">
      <dgm:prSet custT="1"/>
      <dgm:spPr/>
      <dgm:t>
        <a:bodyPr/>
        <a:lstStyle/>
        <a:p>
          <a:r>
            <a:rPr lang="es-ES" sz="2800" b="1" dirty="0"/>
            <a:t>Lista de asistencia</a:t>
          </a:r>
          <a:endParaRPr lang="es-CO" sz="2800" b="1" dirty="0"/>
        </a:p>
      </dgm:t>
    </dgm:pt>
    <dgm:pt modelId="{5B5D950E-787E-4988-9DC7-2E6F3BAF2D00}">
      <dgm:prSet custT="1"/>
      <dgm:spPr/>
      <dgm:t>
        <a:bodyPr/>
        <a:lstStyle/>
        <a:p>
          <a:r>
            <a:rPr lang="es-ES" sz="2000" b="1" dirty="0"/>
            <a:t>SharePoint</a:t>
          </a:r>
          <a:endParaRPr lang="es-CO" sz="2000" b="1" dirty="0"/>
        </a:p>
      </dgm:t>
    </dgm:pt>
    <dgm:pt modelId="{31DC4036-8842-480F-8987-191FE7D85EDA}" type="parTrans" cxnId="{E4C85FAF-F24C-456A-8EF0-C8F7781E1B7F}">
      <dgm:prSet/>
      <dgm:spPr/>
      <dgm:t>
        <a:bodyPr/>
        <a:lstStyle/>
        <a:p>
          <a:endParaRPr lang="es-CO"/>
        </a:p>
      </dgm:t>
    </dgm:pt>
    <dgm:pt modelId="{A89230E0-5937-490E-8581-17D484679725}" type="sibTrans" cxnId="{E4C85FAF-F24C-456A-8EF0-C8F7781E1B7F}">
      <dgm:prSet/>
      <dgm:spPr/>
      <dgm:t>
        <a:bodyPr/>
        <a:lstStyle/>
        <a:p>
          <a:r>
            <a:rPr lang="es-ES" b="1" dirty="0"/>
            <a:t>Grabación Reunión</a:t>
          </a:r>
          <a:endParaRPr lang="es-CO" b="1" dirty="0"/>
        </a:p>
      </dgm:t>
    </dgm:pt>
    <dgm:pt modelId="{D525B6D8-0669-4738-86F9-E13011DEE9F4}" type="pres">
      <dgm:prSet presAssocID="{A8C01CDF-66F4-4D0B-B20A-81A7B760FCAD}" presName="Name0" presStyleCnt="0">
        <dgm:presLayoutVars>
          <dgm:chMax/>
          <dgm:chPref/>
          <dgm:dir/>
          <dgm:animLvl val="lvl"/>
        </dgm:presLayoutVars>
      </dgm:prSet>
      <dgm:spPr/>
    </dgm:pt>
    <dgm:pt modelId="{5ABD472D-05AA-45E7-AB59-1796A0B0D277}" type="pres">
      <dgm:prSet presAssocID="{B7BAAF18-3629-41FB-9965-E08E34C68F11}" presName="composite" presStyleCnt="0"/>
      <dgm:spPr/>
    </dgm:pt>
    <dgm:pt modelId="{C6BFF47B-D8E2-457B-BE9D-340C2DB37C5F}" type="pres">
      <dgm:prSet presAssocID="{B7BAAF18-3629-41FB-9965-E08E34C68F11}" presName="Parent1" presStyleLbl="node1" presStyleIdx="0" presStyleCnt="4" custLinFactNeighborX="5319" custLinFactNeighborY="-323">
        <dgm:presLayoutVars>
          <dgm:chMax val="1"/>
          <dgm:chPref val="1"/>
          <dgm:bulletEnabled val="1"/>
        </dgm:presLayoutVars>
      </dgm:prSet>
      <dgm:spPr/>
    </dgm:pt>
    <dgm:pt modelId="{9F41B77C-FE4B-4C12-A27C-CDD600F2FC7D}" type="pres">
      <dgm:prSet presAssocID="{B7BAAF18-3629-41FB-9965-E08E34C68F11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45846089-6B0E-49BD-9510-4DD238CD5A2A}" type="pres">
      <dgm:prSet presAssocID="{B7BAAF18-3629-41FB-9965-E08E34C68F11}" presName="BalanceSpacing" presStyleCnt="0"/>
      <dgm:spPr/>
    </dgm:pt>
    <dgm:pt modelId="{C2ABC170-AB3E-4CCC-9E56-E5F89F3D1B77}" type="pres">
      <dgm:prSet presAssocID="{B7BAAF18-3629-41FB-9965-E08E34C68F11}" presName="BalanceSpacing1" presStyleCnt="0"/>
      <dgm:spPr/>
    </dgm:pt>
    <dgm:pt modelId="{C99E2D43-57B7-40C3-AD1C-C8F3BC31E082}" type="pres">
      <dgm:prSet presAssocID="{C5F18F78-9659-4659-B61B-8077138B67F6}" presName="Accent1Text" presStyleLbl="node1" presStyleIdx="1" presStyleCnt="4" custScaleX="111604"/>
      <dgm:spPr/>
    </dgm:pt>
    <dgm:pt modelId="{4BA29902-0E33-400A-B819-6B45459AF5A5}" type="pres">
      <dgm:prSet presAssocID="{C5F18F78-9659-4659-B61B-8077138B67F6}" presName="spaceBetweenRectangles" presStyleCnt="0"/>
      <dgm:spPr/>
    </dgm:pt>
    <dgm:pt modelId="{6C125279-888F-4F7A-9D99-51ED12EEDA9E}" type="pres">
      <dgm:prSet presAssocID="{5B5D950E-787E-4988-9DC7-2E6F3BAF2D00}" presName="composite" presStyleCnt="0"/>
      <dgm:spPr/>
    </dgm:pt>
    <dgm:pt modelId="{2545C4BB-EA02-4FB6-A259-0FD05A9448A8}" type="pres">
      <dgm:prSet presAssocID="{5B5D950E-787E-4988-9DC7-2E6F3BAF2D00}" presName="Parent1" presStyleLbl="node1" presStyleIdx="2" presStyleCnt="4" custScaleX="115962" custLinFactNeighborX="-8995" custLinFactNeighborY="-1452">
        <dgm:presLayoutVars>
          <dgm:chMax val="1"/>
          <dgm:chPref val="1"/>
          <dgm:bulletEnabled val="1"/>
        </dgm:presLayoutVars>
      </dgm:prSet>
      <dgm:spPr/>
    </dgm:pt>
    <dgm:pt modelId="{F1217CCF-831A-4C90-877A-B67358AAAAF0}" type="pres">
      <dgm:prSet presAssocID="{5B5D950E-787E-4988-9DC7-2E6F3BAF2D00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079399C9-7FED-4F80-8CE1-0FAE679111C9}" type="pres">
      <dgm:prSet presAssocID="{5B5D950E-787E-4988-9DC7-2E6F3BAF2D00}" presName="BalanceSpacing" presStyleCnt="0"/>
      <dgm:spPr/>
    </dgm:pt>
    <dgm:pt modelId="{32C7A7ED-5560-409F-AF2E-5F6F4B1316D0}" type="pres">
      <dgm:prSet presAssocID="{5B5D950E-787E-4988-9DC7-2E6F3BAF2D00}" presName="BalanceSpacing1" presStyleCnt="0"/>
      <dgm:spPr/>
    </dgm:pt>
    <dgm:pt modelId="{550FAB76-116D-4A43-8AB3-4FD1FD7EAE26}" type="pres">
      <dgm:prSet presAssocID="{A89230E0-5937-490E-8581-17D484679725}" presName="Accent1Text" presStyleLbl="node1" presStyleIdx="3" presStyleCnt="4"/>
      <dgm:spPr/>
    </dgm:pt>
  </dgm:ptLst>
  <dgm:cxnLst>
    <dgm:cxn modelId="{44CCE82F-DCBA-4550-AE6F-FE45E1D5AA5A}" type="presOf" srcId="{B7BAAF18-3629-41FB-9965-E08E34C68F11}" destId="{C6BFF47B-D8E2-457B-BE9D-340C2DB37C5F}" srcOrd="0" destOrd="0" presId="urn:microsoft.com/office/officeart/2008/layout/AlternatingHexagons"/>
    <dgm:cxn modelId="{3122F54C-FDB7-41BE-8205-16356C14FE50}" type="presOf" srcId="{A89230E0-5937-490E-8581-17D484679725}" destId="{550FAB76-116D-4A43-8AB3-4FD1FD7EAE26}" srcOrd="0" destOrd="0" presId="urn:microsoft.com/office/officeart/2008/layout/AlternatingHexagons"/>
    <dgm:cxn modelId="{9F340051-D8F9-4BD3-9821-77BF2B34CE4F}" srcId="{A8C01CDF-66F4-4D0B-B20A-81A7B760FCAD}" destId="{B7BAAF18-3629-41FB-9965-E08E34C68F11}" srcOrd="0" destOrd="0" parTransId="{AF3C75D3-5485-4807-B8C9-E3F090EB5E2F}" sibTransId="{C5F18F78-9659-4659-B61B-8077138B67F6}"/>
    <dgm:cxn modelId="{CCA79878-1A98-4915-8E62-99A7CE795367}" type="presOf" srcId="{C5F18F78-9659-4659-B61B-8077138B67F6}" destId="{C99E2D43-57B7-40C3-AD1C-C8F3BC31E082}" srcOrd="0" destOrd="0" presId="urn:microsoft.com/office/officeart/2008/layout/AlternatingHexagons"/>
    <dgm:cxn modelId="{200E4A82-CF24-4198-8D7E-102EE5E7FBD0}" type="presOf" srcId="{A8C01CDF-66F4-4D0B-B20A-81A7B760FCAD}" destId="{D525B6D8-0669-4738-86F9-E13011DEE9F4}" srcOrd="0" destOrd="0" presId="urn:microsoft.com/office/officeart/2008/layout/AlternatingHexagons"/>
    <dgm:cxn modelId="{062D7B9E-FE2D-48D4-94D6-08AD0EEA5CAC}" type="presOf" srcId="{5B5D950E-787E-4988-9DC7-2E6F3BAF2D00}" destId="{2545C4BB-EA02-4FB6-A259-0FD05A9448A8}" srcOrd="0" destOrd="0" presId="urn:microsoft.com/office/officeart/2008/layout/AlternatingHexagons"/>
    <dgm:cxn modelId="{E4C85FAF-F24C-456A-8EF0-C8F7781E1B7F}" srcId="{A8C01CDF-66F4-4D0B-B20A-81A7B760FCAD}" destId="{5B5D950E-787E-4988-9DC7-2E6F3BAF2D00}" srcOrd="1" destOrd="0" parTransId="{31DC4036-8842-480F-8987-191FE7D85EDA}" sibTransId="{A89230E0-5937-490E-8581-17D484679725}"/>
    <dgm:cxn modelId="{0FD2BB09-D6B9-405A-B827-165FB5A99F33}" type="presParOf" srcId="{D525B6D8-0669-4738-86F9-E13011DEE9F4}" destId="{5ABD472D-05AA-45E7-AB59-1796A0B0D277}" srcOrd="0" destOrd="0" presId="urn:microsoft.com/office/officeart/2008/layout/AlternatingHexagons"/>
    <dgm:cxn modelId="{E6D51C8B-D5DF-4770-B06F-1B7E07F0B545}" type="presParOf" srcId="{5ABD472D-05AA-45E7-AB59-1796A0B0D277}" destId="{C6BFF47B-D8E2-457B-BE9D-340C2DB37C5F}" srcOrd="0" destOrd="0" presId="urn:microsoft.com/office/officeart/2008/layout/AlternatingHexagons"/>
    <dgm:cxn modelId="{1C918F7E-21A6-4886-B026-0E4E54E38CF0}" type="presParOf" srcId="{5ABD472D-05AA-45E7-AB59-1796A0B0D277}" destId="{9F41B77C-FE4B-4C12-A27C-CDD600F2FC7D}" srcOrd="1" destOrd="0" presId="urn:microsoft.com/office/officeart/2008/layout/AlternatingHexagons"/>
    <dgm:cxn modelId="{0467A737-421B-4071-8699-37C2D77B9CD2}" type="presParOf" srcId="{5ABD472D-05AA-45E7-AB59-1796A0B0D277}" destId="{45846089-6B0E-49BD-9510-4DD238CD5A2A}" srcOrd="2" destOrd="0" presId="urn:microsoft.com/office/officeart/2008/layout/AlternatingHexagons"/>
    <dgm:cxn modelId="{B7815E23-2EB5-4DCD-9008-96615DD21A28}" type="presParOf" srcId="{5ABD472D-05AA-45E7-AB59-1796A0B0D277}" destId="{C2ABC170-AB3E-4CCC-9E56-E5F89F3D1B77}" srcOrd="3" destOrd="0" presId="urn:microsoft.com/office/officeart/2008/layout/AlternatingHexagons"/>
    <dgm:cxn modelId="{9173D552-6233-4FF7-A2D6-1487FC292259}" type="presParOf" srcId="{5ABD472D-05AA-45E7-AB59-1796A0B0D277}" destId="{C99E2D43-57B7-40C3-AD1C-C8F3BC31E082}" srcOrd="4" destOrd="0" presId="urn:microsoft.com/office/officeart/2008/layout/AlternatingHexagons"/>
    <dgm:cxn modelId="{C9BAB936-F0C3-4234-96A4-B1AAC7C89809}" type="presParOf" srcId="{D525B6D8-0669-4738-86F9-E13011DEE9F4}" destId="{4BA29902-0E33-400A-B819-6B45459AF5A5}" srcOrd="1" destOrd="0" presId="urn:microsoft.com/office/officeart/2008/layout/AlternatingHexagons"/>
    <dgm:cxn modelId="{53C71798-E2F8-4810-9BDB-54CFE0147683}" type="presParOf" srcId="{D525B6D8-0669-4738-86F9-E13011DEE9F4}" destId="{6C125279-888F-4F7A-9D99-51ED12EEDA9E}" srcOrd="2" destOrd="0" presId="urn:microsoft.com/office/officeart/2008/layout/AlternatingHexagons"/>
    <dgm:cxn modelId="{7761BE23-C0D4-4119-A6A9-81A34AA3AAD1}" type="presParOf" srcId="{6C125279-888F-4F7A-9D99-51ED12EEDA9E}" destId="{2545C4BB-EA02-4FB6-A259-0FD05A9448A8}" srcOrd="0" destOrd="0" presId="urn:microsoft.com/office/officeart/2008/layout/AlternatingHexagons"/>
    <dgm:cxn modelId="{8A19DFEA-1A19-4DD2-9A99-099709D65CC7}" type="presParOf" srcId="{6C125279-888F-4F7A-9D99-51ED12EEDA9E}" destId="{F1217CCF-831A-4C90-877A-B67358AAAAF0}" srcOrd="1" destOrd="0" presId="urn:microsoft.com/office/officeart/2008/layout/AlternatingHexagons"/>
    <dgm:cxn modelId="{55386FCE-4179-40BF-B5D2-3ECE83624673}" type="presParOf" srcId="{6C125279-888F-4F7A-9D99-51ED12EEDA9E}" destId="{079399C9-7FED-4F80-8CE1-0FAE679111C9}" srcOrd="2" destOrd="0" presId="urn:microsoft.com/office/officeart/2008/layout/AlternatingHexagons"/>
    <dgm:cxn modelId="{1E3854EB-8058-452F-B827-53A2B925A98B}" type="presParOf" srcId="{6C125279-888F-4F7A-9D99-51ED12EEDA9E}" destId="{32C7A7ED-5560-409F-AF2E-5F6F4B1316D0}" srcOrd="3" destOrd="0" presId="urn:microsoft.com/office/officeart/2008/layout/AlternatingHexagons"/>
    <dgm:cxn modelId="{416E619F-85F8-4AA5-89C7-567FC705F0F6}" type="presParOf" srcId="{6C125279-888F-4F7A-9D99-51ED12EEDA9E}" destId="{550FAB76-116D-4A43-8AB3-4FD1FD7EAE2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60B92-6DCB-421E-9322-823CE78FBD3B}">
      <dsp:nvSpPr>
        <dsp:cNvPr id="0" name=""/>
        <dsp:cNvSpPr/>
      </dsp:nvSpPr>
      <dsp:spPr>
        <a:xfrm rot="5400000">
          <a:off x="3307976" y="131781"/>
          <a:ext cx="2018772" cy="1756331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Validación de Datos</a:t>
          </a:r>
          <a:r>
            <a:rPr lang="es-CO" sz="1800" b="1" kern="1200" dirty="0">
              <a:latin typeface="Calibri Light" panose="020F0302020204030204"/>
            </a:rPr>
            <a:t> F165</a:t>
          </a:r>
          <a:endParaRPr lang="es-CO" sz="1800" b="1" kern="1200" dirty="0"/>
        </a:p>
      </dsp:txBody>
      <dsp:txXfrm rot="-5400000">
        <a:off x="3712891" y="315153"/>
        <a:ext cx="1208941" cy="1389588"/>
      </dsp:txXfrm>
    </dsp:sp>
    <dsp:sp modelId="{24140942-D2D2-406A-82F4-A9C9394A5484}">
      <dsp:nvSpPr>
        <dsp:cNvPr id="0" name=""/>
        <dsp:cNvSpPr/>
      </dsp:nvSpPr>
      <dsp:spPr>
        <a:xfrm>
          <a:off x="5248824" y="404316"/>
          <a:ext cx="2252949" cy="1211263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F9B43C-EFCD-4F94-B725-2C2B0F4DEABF}">
      <dsp:nvSpPr>
        <dsp:cNvPr id="0" name=""/>
        <dsp:cNvSpPr/>
      </dsp:nvSpPr>
      <dsp:spPr>
        <a:xfrm rot="5400000">
          <a:off x="1411138" y="131781"/>
          <a:ext cx="2018772" cy="1756331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Tabla Dinámica Juicios</a:t>
          </a:r>
        </a:p>
      </dsp:txBody>
      <dsp:txXfrm rot="-5400000">
        <a:off x="1816053" y="315153"/>
        <a:ext cx="1208941" cy="1389588"/>
      </dsp:txXfrm>
    </dsp:sp>
    <dsp:sp modelId="{375A3E3D-9692-4B9C-93CB-7E167D9C2D7E}">
      <dsp:nvSpPr>
        <dsp:cNvPr id="0" name=""/>
        <dsp:cNvSpPr/>
      </dsp:nvSpPr>
      <dsp:spPr>
        <a:xfrm rot="5400000">
          <a:off x="2355923" y="1845315"/>
          <a:ext cx="2018772" cy="1756331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Registro fotográfico</a:t>
          </a:r>
        </a:p>
      </dsp:txBody>
      <dsp:txXfrm rot="-5400000">
        <a:off x="2760838" y="2028687"/>
        <a:ext cx="1208941" cy="1389588"/>
      </dsp:txXfrm>
    </dsp:sp>
    <dsp:sp modelId="{F7A12A28-06EA-4456-B411-CB9E1B1CCB6F}">
      <dsp:nvSpPr>
        <dsp:cNvPr id="0" name=""/>
        <dsp:cNvSpPr/>
      </dsp:nvSpPr>
      <dsp:spPr>
        <a:xfrm>
          <a:off x="234194" y="2117849"/>
          <a:ext cx="2180273" cy="1211263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7BF9BF-987F-4550-9F6B-4DB0A9BF7674}">
      <dsp:nvSpPr>
        <dsp:cNvPr id="0" name=""/>
        <dsp:cNvSpPr/>
      </dsp:nvSpPr>
      <dsp:spPr>
        <a:xfrm rot="5400000">
          <a:off x="4252761" y="1845315"/>
          <a:ext cx="2018772" cy="1756331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Formulario y lista de asistencia</a:t>
          </a:r>
        </a:p>
      </dsp:txBody>
      <dsp:txXfrm rot="-5400000">
        <a:off x="4657676" y="2028687"/>
        <a:ext cx="1208941" cy="1389588"/>
      </dsp:txXfrm>
    </dsp:sp>
    <dsp:sp modelId="{7F2E3B29-4783-42F3-9E87-7F96AFDCA93A}">
      <dsp:nvSpPr>
        <dsp:cNvPr id="0" name=""/>
        <dsp:cNvSpPr/>
      </dsp:nvSpPr>
      <dsp:spPr>
        <a:xfrm rot="5400000">
          <a:off x="3307976" y="3558849"/>
          <a:ext cx="2018772" cy="1756331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Correo Electrónico Etapa Productiva</a:t>
          </a:r>
          <a:r>
            <a:rPr lang="es-CO" sz="1600" b="1" kern="1200" dirty="0">
              <a:latin typeface="Calibri Light" panose="020F0302020204030204"/>
            </a:rPr>
            <a:t> aprendices sin alternativa</a:t>
          </a:r>
          <a:endParaRPr lang="es-CO" sz="1600" b="1" kern="1200" dirty="0"/>
        </a:p>
      </dsp:txBody>
      <dsp:txXfrm rot="-5400000">
        <a:off x="3712891" y="3742221"/>
        <a:ext cx="1208941" cy="1389588"/>
      </dsp:txXfrm>
    </dsp:sp>
    <dsp:sp modelId="{89AC41DC-4902-43D8-9ABE-BAD1E134F55B}">
      <dsp:nvSpPr>
        <dsp:cNvPr id="0" name=""/>
        <dsp:cNvSpPr/>
      </dsp:nvSpPr>
      <dsp:spPr>
        <a:xfrm>
          <a:off x="5248824" y="3831383"/>
          <a:ext cx="2252949" cy="1211263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932AB7-ED59-47B8-AA3E-FA7E2811BADB}">
      <dsp:nvSpPr>
        <dsp:cNvPr id="0" name=""/>
        <dsp:cNvSpPr/>
      </dsp:nvSpPr>
      <dsp:spPr>
        <a:xfrm rot="5400000">
          <a:off x="1411138" y="3558849"/>
          <a:ext cx="2018772" cy="1756331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Correo electrónico deserciones y RAP pendientes</a:t>
          </a:r>
        </a:p>
      </dsp:txBody>
      <dsp:txXfrm rot="-5400000">
        <a:off x="1816053" y="3742221"/>
        <a:ext cx="1208941" cy="13895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FF47B-D8E2-457B-BE9D-340C2DB37C5F}">
      <dsp:nvSpPr>
        <dsp:cNvPr id="0" name=""/>
        <dsp:cNvSpPr/>
      </dsp:nvSpPr>
      <dsp:spPr>
        <a:xfrm rot="5400000">
          <a:off x="3513062" y="840572"/>
          <a:ext cx="2236714" cy="1945942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Formato F023</a:t>
          </a:r>
          <a:endParaRPr lang="es-CO" sz="2400" b="1" kern="1200" dirty="0"/>
        </a:p>
      </dsp:txBody>
      <dsp:txXfrm rot="-5400000">
        <a:off x="3961691" y="1043741"/>
        <a:ext cx="1339456" cy="1539604"/>
      </dsp:txXfrm>
    </dsp:sp>
    <dsp:sp modelId="{9F41B77C-FE4B-4C12-A27C-CDD600F2FC7D}">
      <dsp:nvSpPr>
        <dsp:cNvPr id="0" name=""/>
        <dsp:cNvSpPr/>
      </dsp:nvSpPr>
      <dsp:spPr>
        <a:xfrm>
          <a:off x="5559935" y="1149753"/>
          <a:ext cx="2496173" cy="1342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9E2D43-57B7-40C3-AD1C-C8F3BC31E082}">
      <dsp:nvSpPr>
        <dsp:cNvPr id="0" name=""/>
        <dsp:cNvSpPr/>
      </dsp:nvSpPr>
      <dsp:spPr>
        <a:xfrm rot="5400000">
          <a:off x="1307940" y="734893"/>
          <a:ext cx="2236714" cy="2171749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Lista de asistencia</a:t>
          </a:r>
          <a:endParaRPr lang="es-CO" sz="2800" b="1" kern="1200" dirty="0"/>
        </a:p>
      </dsp:txBody>
      <dsp:txXfrm rot="-5400000">
        <a:off x="1697124" y="1069783"/>
        <a:ext cx="1458345" cy="1501970"/>
      </dsp:txXfrm>
    </dsp:sp>
    <dsp:sp modelId="{2545C4BB-EA02-4FB6-A259-0FD05A9448A8}">
      <dsp:nvSpPr>
        <dsp:cNvPr id="0" name=""/>
        <dsp:cNvSpPr/>
      </dsp:nvSpPr>
      <dsp:spPr>
        <a:xfrm rot="5400000">
          <a:off x="2179685" y="2558537"/>
          <a:ext cx="2236714" cy="2256553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SharePoint</a:t>
          </a:r>
          <a:endParaRPr lang="es-CO" sz="2000" b="1" kern="1200" dirty="0"/>
        </a:p>
      </dsp:txBody>
      <dsp:txXfrm rot="-5400000">
        <a:off x="2545858" y="2941242"/>
        <a:ext cx="1504369" cy="1491142"/>
      </dsp:txXfrm>
    </dsp:sp>
    <dsp:sp modelId="{F1217CCF-831A-4C90-877A-B67358AAAAF0}">
      <dsp:nvSpPr>
        <dsp:cNvPr id="0" name=""/>
        <dsp:cNvSpPr/>
      </dsp:nvSpPr>
      <dsp:spPr>
        <a:xfrm>
          <a:off x="3935" y="3048276"/>
          <a:ext cx="2415652" cy="1342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0FAB76-116D-4A43-8AB3-4FD1FD7EAE26}">
      <dsp:nvSpPr>
        <dsp:cNvPr id="0" name=""/>
        <dsp:cNvSpPr/>
      </dsp:nvSpPr>
      <dsp:spPr>
        <a:xfrm rot="5400000">
          <a:off x="4456340" y="2746320"/>
          <a:ext cx="2236714" cy="1945942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Grabación Reunión</a:t>
          </a:r>
          <a:endParaRPr lang="es-CO" sz="2400" b="1" kern="1200" dirty="0"/>
        </a:p>
      </dsp:txBody>
      <dsp:txXfrm rot="-5400000">
        <a:off x="4904969" y="2949489"/>
        <a:ext cx="1339456" cy="15396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masgomez@sena.edu.c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B3F2113-E973-79B3-A08C-76BED3E9B1BD}"/>
              </a:ext>
            </a:extLst>
          </p:cNvPr>
          <p:cNvSpPr txBox="1"/>
          <p:nvPr/>
        </p:nvSpPr>
        <p:spPr>
          <a:xfrm>
            <a:off x="870731" y="2129349"/>
            <a:ext cx="878401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Seguimiento y Evaluación Etapa Productiva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solidFill>
                  <a:srgbClr val="38AA00"/>
                </a:solidFill>
                <a:latin typeface="Work Sans Light" pitchFamily="2" charset="77"/>
              </a:rPr>
              <a:t>Centro de Servicios Financieros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1410D4F0-D66B-2B99-1E0D-52BF5A8BBF7B}"/>
              </a:ext>
            </a:extLst>
          </p:cNvPr>
          <p:cNvGrpSpPr/>
          <p:nvPr/>
        </p:nvGrpSpPr>
        <p:grpSpPr>
          <a:xfrm>
            <a:off x="-198024" y="719477"/>
            <a:ext cx="12254942" cy="5133813"/>
            <a:chOff x="-143121" y="560997"/>
            <a:chExt cx="12254942" cy="5133813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DBB1EACB-79DC-37E9-2A9D-2E7AAC7EF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1245" y="2551923"/>
              <a:ext cx="0" cy="2253712"/>
            </a:xfrm>
            <a:prstGeom prst="line">
              <a:avLst/>
            </a:prstGeom>
            <a:noFill/>
            <a:ln w="47625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984EE40-A8C5-4168-EFBB-4B75095549BE}"/>
                </a:ext>
              </a:extLst>
            </p:cNvPr>
            <p:cNvSpPr/>
            <p:nvPr/>
          </p:nvSpPr>
          <p:spPr>
            <a:xfrm>
              <a:off x="10055033" y="4574415"/>
              <a:ext cx="2056788" cy="26228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7" name="Título 1">
              <a:extLst>
                <a:ext uri="{FF2B5EF4-FFF2-40B4-BE49-F238E27FC236}">
                  <a16:creationId xmlns:a16="http://schemas.microsoft.com/office/drawing/2014/main" id="{AFB2BF40-D3B4-1AD5-1D1F-C2172B33CEF4}"/>
                </a:ext>
              </a:extLst>
            </p:cNvPr>
            <p:cNvSpPr txBox="1">
              <a:spLocks/>
            </p:cNvSpPr>
            <p:nvPr/>
          </p:nvSpPr>
          <p:spPr>
            <a:xfrm>
              <a:off x="1264344" y="560997"/>
              <a:ext cx="10515600" cy="676598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Work Sans Medium"/>
                </a:rPr>
                <a:t>Proceso de Etapa Productiva (EP). </a:t>
              </a:r>
              <a:endPara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F8494A9A-68F7-66D5-FA20-FB57515B4174}"/>
                </a:ext>
              </a:extLst>
            </p:cNvPr>
            <p:cNvSpPr txBox="1"/>
            <p:nvPr/>
          </p:nvSpPr>
          <p:spPr>
            <a:xfrm>
              <a:off x="298281" y="2501561"/>
              <a:ext cx="1932126" cy="698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i="0" u="none" strike="noStrike" cap="none" spc="0" normalizeH="0" baseline="0" dirty="0">
                  <a:ln>
                    <a:noFill/>
                  </a:ln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T</a:t>
              </a:r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</a:rPr>
                <a:t>aller Vida Laboral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CB5F086B-8A30-A30F-2E2A-DD238EBBA526}"/>
                </a:ext>
              </a:extLst>
            </p:cNvPr>
            <p:cNvSpPr/>
            <p:nvPr/>
          </p:nvSpPr>
          <p:spPr>
            <a:xfrm>
              <a:off x="395756" y="4567068"/>
              <a:ext cx="2394139" cy="251962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BC354DB9-1108-E63B-B6EA-7D4233DFBBC9}"/>
                </a:ext>
              </a:extLst>
            </p:cNvPr>
            <p:cNvSpPr txBox="1"/>
            <p:nvPr/>
          </p:nvSpPr>
          <p:spPr>
            <a:xfrm>
              <a:off x="284571" y="3890659"/>
              <a:ext cx="2736494" cy="5751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algn="l"/>
              <a:r>
                <a:rPr lang="es-CO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4 meses antes</a:t>
              </a:r>
            </a:p>
            <a:p>
              <a:pPr algn="l"/>
              <a:r>
                <a:rPr lang="es-CO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de iniciar EP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84281822-DC3D-BE50-CE85-1D37AFC05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0068" y="2527374"/>
              <a:ext cx="0" cy="2253712"/>
            </a:xfrm>
            <a:prstGeom prst="line">
              <a:avLst/>
            </a:prstGeom>
            <a:noFill/>
            <a:ln w="47625" cap="flat">
              <a:solidFill>
                <a:srgbClr val="FF53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3FAA2E3-F4CF-942E-3688-DB688E3C8785}"/>
                </a:ext>
              </a:extLst>
            </p:cNvPr>
            <p:cNvSpPr txBox="1"/>
            <p:nvPr/>
          </p:nvSpPr>
          <p:spPr>
            <a:xfrm>
              <a:off x="1859850" y="2449719"/>
              <a:ext cx="1932126" cy="698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i="0" u="none" strike="noStrike" cap="none" spc="0" normalizeH="0" baseline="0" dirty="0">
                  <a:ln>
                    <a:noFill/>
                  </a:ln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T</a:t>
              </a:r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</a:rPr>
                <a:t>aller </a:t>
              </a:r>
            </a:p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</a:rPr>
                <a:t>Bitácora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B24D84C-B0C9-1E08-8E12-102038962510}"/>
                </a:ext>
              </a:extLst>
            </p:cNvPr>
            <p:cNvSpPr txBox="1"/>
            <p:nvPr/>
          </p:nvSpPr>
          <p:spPr>
            <a:xfrm>
              <a:off x="1912556" y="3938052"/>
              <a:ext cx="2736494" cy="5751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algn="l"/>
              <a:r>
                <a:rPr lang="es-ES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15 días antes de</a:t>
              </a:r>
            </a:p>
            <a:p>
              <a:pPr algn="l"/>
              <a:r>
                <a:rPr lang="es-ES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iniciar EP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33A1ADFD-19FD-BAC9-8360-10AD8E8B4CBF}"/>
                </a:ext>
              </a:extLst>
            </p:cNvPr>
            <p:cNvSpPr/>
            <p:nvPr/>
          </p:nvSpPr>
          <p:spPr>
            <a:xfrm>
              <a:off x="1688481" y="4567131"/>
              <a:ext cx="2394139" cy="251962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66E7CD61-E79C-7F96-B673-7B920B0881ED}"/>
                </a:ext>
              </a:extLst>
            </p:cNvPr>
            <p:cNvSpPr/>
            <p:nvPr/>
          </p:nvSpPr>
          <p:spPr>
            <a:xfrm>
              <a:off x="1579079" y="4434193"/>
              <a:ext cx="526939" cy="429794"/>
            </a:xfrm>
            <a:prstGeom prst="ellipse">
              <a:avLst/>
            </a:prstGeom>
            <a:solidFill>
              <a:srgbClr val="FFBF9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77EB1966-4331-C664-E5D4-A17B5E460902}"/>
                </a:ext>
              </a:extLst>
            </p:cNvPr>
            <p:cNvSpPr/>
            <p:nvPr/>
          </p:nvSpPr>
          <p:spPr>
            <a:xfrm>
              <a:off x="1774262" y="4543882"/>
              <a:ext cx="171176" cy="141318"/>
            </a:xfrm>
            <a:prstGeom prst="ellips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588525DD-79AD-DF70-7183-7F0217F49169}"/>
                </a:ext>
              </a:extLst>
            </p:cNvPr>
            <p:cNvSpPr/>
            <p:nvPr/>
          </p:nvSpPr>
          <p:spPr>
            <a:xfrm>
              <a:off x="3737328" y="4565941"/>
              <a:ext cx="2394139" cy="251962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608DB30-CD9F-42D7-D3B3-4E59CF086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7058" y="2564191"/>
              <a:ext cx="0" cy="2253712"/>
            </a:xfrm>
            <a:prstGeom prst="line">
              <a:avLst/>
            </a:prstGeom>
            <a:noFill/>
            <a:ln w="47625" cap="flat">
              <a:solidFill>
                <a:schemeClr val="accent3">
                  <a:lumMod val="60000"/>
                  <a:lumOff val="4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F0FD2EA4-8DEF-2167-76F5-117F759D47B7}"/>
                </a:ext>
              </a:extLst>
            </p:cNvPr>
            <p:cNvSpPr/>
            <p:nvPr/>
          </p:nvSpPr>
          <p:spPr>
            <a:xfrm>
              <a:off x="3431557" y="4480850"/>
              <a:ext cx="551002" cy="457200"/>
            </a:xfrm>
            <a:prstGeom prst="ellipse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F88AE806-DDB6-C126-3798-5A4F80F6E59C}"/>
                </a:ext>
              </a:extLst>
            </p:cNvPr>
            <p:cNvSpPr/>
            <p:nvPr/>
          </p:nvSpPr>
          <p:spPr>
            <a:xfrm>
              <a:off x="3621470" y="4620039"/>
              <a:ext cx="171176" cy="141318"/>
            </a:xfrm>
            <a:prstGeom prst="ellipse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4AAADB6C-F1DE-6996-77EE-2250766A5D8F}"/>
                </a:ext>
              </a:extLst>
            </p:cNvPr>
            <p:cNvSpPr txBox="1"/>
            <p:nvPr/>
          </p:nvSpPr>
          <p:spPr>
            <a:xfrm>
              <a:off x="3812054" y="2551923"/>
              <a:ext cx="1671229" cy="9752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Visita Concertación de actividades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DDAB5F62-BC07-191B-852C-402C39CC5107}"/>
                </a:ext>
              </a:extLst>
            </p:cNvPr>
            <p:cNvSpPr txBox="1"/>
            <p:nvPr/>
          </p:nvSpPr>
          <p:spPr>
            <a:xfrm>
              <a:off x="3809460" y="3748945"/>
              <a:ext cx="2044685" cy="790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es-ES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Primeros 15 días hábiles de inicio de la Practica</a:t>
              </a:r>
              <a:endParaRPr lang="es-CO" sz="14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DC9F847F-7427-CF86-64A2-6B0F314B7C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4145" y="2551923"/>
              <a:ext cx="0" cy="2253712"/>
            </a:xfrm>
            <a:prstGeom prst="line">
              <a:avLst/>
            </a:prstGeom>
            <a:noFill/>
            <a:ln w="47625" cap="flat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C1FF4D12-F3C2-CE87-B408-F4120F4EA6C3}"/>
                </a:ext>
              </a:extLst>
            </p:cNvPr>
            <p:cNvSpPr/>
            <p:nvPr/>
          </p:nvSpPr>
          <p:spPr>
            <a:xfrm>
              <a:off x="5805639" y="4564270"/>
              <a:ext cx="2056788" cy="26228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D9EB50F7-1012-027F-F898-8473A1912C78}"/>
                </a:ext>
              </a:extLst>
            </p:cNvPr>
            <p:cNvSpPr/>
            <p:nvPr/>
          </p:nvSpPr>
          <p:spPr>
            <a:xfrm>
              <a:off x="5603237" y="4480850"/>
              <a:ext cx="551002" cy="457200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9C754F6-91F1-166A-EF72-C55DFD2D8B53}"/>
                </a:ext>
              </a:extLst>
            </p:cNvPr>
            <p:cNvSpPr/>
            <p:nvPr/>
          </p:nvSpPr>
          <p:spPr>
            <a:xfrm>
              <a:off x="5777649" y="4614541"/>
              <a:ext cx="171176" cy="141318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E56A2B63-39C1-EE72-811C-B617D0B809DF}"/>
                </a:ext>
              </a:extLst>
            </p:cNvPr>
            <p:cNvSpPr txBox="1"/>
            <p:nvPr/>
          </p:nvSpPr>
          <p:spPr>
            <a:xfrm>
              <a:off x="5939062" y="2516733"/>
              <a:ext cx="2397592" cy="698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algn="l"/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</a:rPr>
                <a:t>Visita Evaluación Parcial EP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B952329F-B72B-8091-5343-EFFFA6A78DB5}"/>
                </a:ext>
              </a:extLst>
            </p:cNvPr>
            <p:cNvSpPr txBox="1"/>
            <p:nvPr/>
          </p:nvSpPr>
          <p:spPr>
            <a:xfrm>
              <a:off x="6050026" y="3830330"/>
              <a:ext cx="2044685" cy="790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r>
                <a:rPr lang="es-ES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Primeros 15 días hábiles del II trimestre de EP</a:t>
              </a: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FB60F6B-EF07-67CC-5443-4FA24ABBBC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880" y="2564191"/>
              <a:ext cx="0" cy="2253712"/>
            </a:xfrm>
            <a:prstGeom prst="line">
              <a:avLst/>
            </a:prstGeom>
            <a:noFill/>
            <a:ln w="47625" cap="flat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8795F47-BF67-4D65-67BA-986D7D0B5EE5}"/>
                </a:ext>
              </a:extLst>
            </p:cNvPr>
            <p:cNvSpPr/>
            <p:nvPr/>
          </p:nvSpPr>
          <p:spPr>
            <a:xfrm>
              <a:off x="7875533" y="4578309"/>
              <a:ext cx="2056788" cy="26228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E74E776C-B0AC-9B2F-0A25-7FC161047249}"/>
                </a:ext>
              </a:extLst>
            </p:cNvPr>
            <p:cNvSpPr/>
            <p:nvPr/>
          </p:nvSpPr>
          <p:spPr>
            <a:xfrm>
              <a:off x="7762549" y="4450623"/>
              <a:ext cx="551002" cy="457200"/>
            </a:xfrm>
            <a:prstGeom prst="ellipse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E3C4595A-7656-C2E6-E363-F41D38176BAF}"/>
                </a:ext>
              </a:extLst>
            </p:cNvPr>
            <p:cNvSpPr/>
            <p:nvPr/>
          </p:nvSpPr>
          <p:spPr>
            <a:xfrm>
              <a:off x="7964635" y="4624024"/>
              <a:ext cx="171176" cy="141318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7571BFC5-7265-D625-A48A-2364C58E7EBD}"/>
                </a:ext>
              </a:extLst>
            </p:cNvPr>
            <p:cNvSpPr txBox="1"/>
            <p:nvPr/>
          </p:nvSpPr>
          <p:spPr>
            <a:xfrm>
              <a:off x="8120856" y="2494596"/>
              <a:ext cx="1969924" cy="1806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algn="l"/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</a:rPr>
                <a:t>Visita Evaluación Final EP</a:t>
              </a:r>
            </a:p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Proceso</a:t>
              </a:r>
            </a:p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Certificación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73573F9-1E1D-A0A8-DCAD-D19F87DEF68F}"/>
                </a:ext>
              </a:extLst>
            </p:cNvPr>
            <p:cNvSpPr txBox="1"/>
            <p:nvPr/>
          </p:nvSpPr>
          <p:spPr>
            <a:xfrm>
              <a:off x="8153349" y="4129876"/>
              <a:ext cx="1457097" cy="359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algn="l"/>
              <a:r>
                <a:rPr lang="es-CO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Finalizada EP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0D7827A5-9124-25F7-6B81-899BB19F42E6}"/>
                </a:ext>
              </a:extLst>
            </p:cNvPr>
            <p:cNvSpPr txBox="1"/>
            <p:nvPr/>
          </p:nvSpPr>
          <p:spPr>
            <a:xfrm>
              <a:off x="-143121" y="4942054"/>
              <a:ext cx="2195595" cy="698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sz="2400" b="1" i="0" u="none" strike="noStrike" cap="none" spc="0" normalizeH="0" baseline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Momento</a:t>
              </a:r>
            </a:p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CO" sz="1200" b="1" dirty="0">
                  <a:solidFill>
                    <a:schemeClr val="accent6">
                      <a:lumMod val="75000"/>
                    </a:schemeClr>
                  </a:solidFill>
                </a:rPr>
                <a:t>1</a:t>
              </a:r>
              <a:endParaRPr kumimoji="0" lang="es-CO" sz="24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14617E51-6AA2-939D-C5F4-5FA5A41728D9}"/>
                </a:ext>
              </a:extLst>
            </p:cNvPr>
            <p:cNvSpPr txBox="1"/>
            <p:nvPr/>
          </p:nvSpPr>
          <p:spPr>
            <a:xfrm>
              <a:off x="1728115" y="4938050"/>
              <a:ext cx="1703442" cy="698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Momento</a:t>
              </a:r>
            </a:p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sz="12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endParaRPr kumimoji="0" lang="es-CO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E126F47E-5BA4-0C08-7243-2CA5261B606E}"/>
                </a:ext>
              </a:extLst>
            </p:cNvPr>
            <p:cNvSpPr txBox="1"/>
            <p:nvPr/>
          </p:nvSpPr>
          <p:spPr>
            <a:xfrm>
              <a:off x="3471373" y="4951899"/>
              <a:ext cx="2195595" cy="698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sz="2400" b="1" i="0" u="none" strike="noStrike" cap="none" spc="0" normalizeH="0" baseline="0" dirty="0">
                  <a:ln>
                    <a:noFill/>
                  </a:ln>
                  <a:solidFill>
                    <a:schemeClr val="accent3">
                      <a:lumMod val="75000"/>
                    </a:schemeClr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Momento</a:t>
              </a:r>
            </a:p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CO" sz="1200" b="1" dirty="0">
                  <a:solidFill>
                    <a:schemeClr val="accent3">
                      <a:lumMod val="75000"/>
                    </a:schemeClr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 kumimoji="0" lang="es-CO" sz="2400" b="1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49A7A837-A3E9-9F18-C891-C73BCFACC0F4}"/>
                </a:ext>
              </a:extLst>
            </p:cNvPr>
            <p:cNvSpPr txBox="1"/>
            <p:nvPr/>
          </p:nvSpPr>
          <p:spPr>
            <a:xfrm>
              <a:off x="5805639" y="4982325"/>
              <a:ext cx="2195595" cy="698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sz="24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Momento</a:t>
              </a:r>
            </a:p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sz="12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 kumimoji="0" lang="es-CO" sz="2400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0FBF74A6-6E14-5A6F-614F-A3550702D4DB}"/>
                </a:ext>
              </a:extLst>
            </p:cNvPr>
            <p:cNvSpPr txBox="1"/>
            <p:nvPr/>
          </p:nvSpPr>
          <p:spPr>
            <a:xfrm>
              <a:off x="7875533" y="4996543"/>
              <a:ext cx="2195595" cy="698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sz="2400" b="1" i="0" u="none" strike="noStrike" cap="none" spc="0" normalizeH="0" baseline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Momento</a:t>
              </a:r>
            </a:p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CO" sz="1200" b="1" dirty="0">
                  <a:solidFill>
                    <a:schemeClr val="accent4">
                      <a:lumMod val="75000"/>
                    </a:schemeClr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</a:t>
              </a:r>
              <a:endParaRPr kumimoji="0" lang="es-CO" sz="2400" b="1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E5724613-86EC-31C1-91FB-454244AC5C9C}"/>
                </a:ext>
              </a:extLst>
            </p:cNvPr>
            <p:cNvSpPr/>
            <p:nvPr/>
          </p:nvSpPr>
          <p:spPr>
            <a:xfrm>
              <a:off x="9725744" y="4480850"/>
              <a:ext cx="551002" cy="457200"/>
            </a:xfrm>
            <a:prstGeom prst="ellipse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CE826436-B62A-DA40-6D50-F03B8966D8B3}"/>
                </a:ext>
              </a:extLst>
            </p:cNvPr>
            <p:cNvSpPr txBox="1"/>
            <p:nvPr/>
          </p:nvSpPr>
          <p:spPr>
            <a:xfrm>
              <a:off x="10053651" y="2551923"/>
              <a:ext cx="1969924" cy="146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algn="l"/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</a:rPr>
                <a:t>Depuración </a:t>
              </a:r>
            </a:p>
            <a:p>
              <a:pPr algn="l"/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</a:rPr>
                <a:t>Aprendices</a:t>
              </a:r>
            </a:p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Helvetica Neue"/>
              </a:endParaRPr>
            </a:p>
            <a:p>
              <a:pPr marL="0" marR="0" indent="0" algn="l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s-CO" sz="1400" i="1" dirty="0">
                  <a:latin typeface="Arial" panose="020B0604020202020204" pitchFamily="34" charset="0"/>
                  <a:cs typeface="Arial" panose="020B0604020202020204" pitchFamily="34" charset="0"/>
                  <a:sym typeface="Helvetica Neue"/>
                </a:rPr>
                <a:t>Circular 120-2022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C9508062-1BAB-ACFC-F4DB-4F6195D3241E}"/>
                </a:ext>
              </a:extLst>
            </p:cNvPr>
            <p:cNvSpPr txBox="1"/>
            <p:nvPr/>
          </p:nvSpPr>
          <p:spPr>
            <a:xfrm>
              <a:off x="9874038" y="4962867"/>
              <a:ext cx="2195595" cy="698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sz="2400" b="1" i="0" u="none" strike="noStrike" cap="none" spc="0" normalizeH="0" baseline="0" dirty="0">
                  <a:ln>
                    <a:noFill/>
                  </a:ln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Momento</a:t>
              </a:r>
            </a:p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CO" sz="1200" b="1" i="0" u="none" strike="noStrike" cap="none" spc="0" normalizeH="0" baseline="0" dirty="0">
                  <a:ln>
                    <a:noFill/>
                  </a:ln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6</a:t>
              </a:r>
              <a:endParaRPr kumimoji="0" lang="es-CO" sz="2400" b="1" i="0" u="none" strike="noStrike" cap="none" spc="0" normalizeH="0" baseline="0" dirty="0">
                <a:ln>
                  <a:noFill/>
                </a:ln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5866BC70-FFB4-4962-71C5-67F35B317E9D}"/>
                </a:ext>
              </a:extLst>
            </p:cNvPr>
            <p:cNvSpPr/>
            <p:nvPr/>
          </p:nvSpPr>
          <p:spPr>
            <a:xfrm>
              <a:off x="9914985" y="4603655"/>
              <a:ext cx="171176" cy="141318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94323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s-CO" sz="3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741BC-1390-9A2A-8697-69041BE3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B75D2387-3BA0-F76F-B256-19B6C570A67B}"/>
              </a:ext>
            </a:extLst>
          </p:cNvPr>
          <p:cNvGrpSpPr/>
          <p:nvPr/>
        </p:nvGrpSpPr>
        <p:grpSpPr>
          <a:xfrm>
            <a:off x="123847" y="1620663"/>
            <a:ext cx="3019120" cy="934508"/>
            <a:chOff x="3108" y="-867"/>
            <a:chExt cx="3867569" cy="1381989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91AD5C81-631C-B3F6-7790-8CEE35EE3F6B}"/>
                </a:ext>
              </a:extLst>
            </p:cNvPr>
            <p:cNvSpPr/>
            <p:nvPr/>
          </p:nvSpPr>
          <p:spPr>
            <a:xfrm>
              <a:off x="3108" y="168613"/>
              <a:ext cx="3453774" cy="12125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17" name="Rectángulo: esquinas redondeadas 4">
              <a:extLst>
                <a:ext uri="{FF2B5EF4-FFF2-40B4-BE49-F238E27FC236}">
                  <a16:creationId xmlns:a16="http://schemas.microsoft.com/office/drawing/2014/main" id="{158486B1-6F53-E9EF-1EFB-49B2D7A8B6D3}"/>
                </a:ext>
              </a:extLst>
            </p:cNvPr>
            <p:cNvSpPr txBox="1"/>
            <p:nvPr/>
          </p:nvSpPr>
          <p:spPr>
            <a:xfrm>
              <a:off x="3108" y="-867"/>
              <a:ext cx="3867569" cy="9879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O" sz="2000" b="1" kern="1200" dirty="0"/>
                <a:t>Preparación del taller</a:t>
              </a:r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E69F7D54-284D-2E0C-2C8F-C71200A8EA10}"/>
              </a:ext>
            </a:extLst>
          </p:cNvPr>
          <p:cNvSpPr txBox="1">
            <a:spLocks/>
          </p:cNvSpPr>
          <p:nvPr/>
        </p:nvSpPr>
        <p:spPr>
          <a:xfrm>
            <a:off x="591318" y="339081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>
                <a:solidFill>
                  <a:schemeClr val="bg1"/>
                </a:solidFill>
                <a:latin typeface="Work Sans Medium" pitchFamily="2" charset="77"/>
              </a:rPr>
              <a:t>Momento 1 – Taller Vida Laboral</a:t>
            </a:r>
            <a:endParaRPr lang="es-ES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C959238-CB04-B52C-7FB3-B36676E909D7}"/>
              </a:ext>
            </a:extLst>
          </p:cNvPr>
          <p:cNvSpPr/>
          <p:nvPr/>
        </p:nvSpPr>
        <p:spPr>
          <a:xfrm>
            <a:off x="305380" y="2429081"/>
            <a:ext cx="2501048" cy="2593231"/>
          </a:xfrm>
          <a:prstGeom prst="roundRect">
            <a:avLst>
              <a:gd name="adj" fmla="val 1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9100F5-D824-787F-289F-FF7ADB170D08}"/>
              </a:ext>
            </a:extLst>
          </p:cNvPr>
          <p:cNvSpPr txBox="1"/>
          <p:nvPr/>
        </p:nvSpPr>
        <p:spPr>
          <a:xfrm>
            <a:off x="380844" y="2572051"/>
            <a:ext cx="2425584" cy="1717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CO" sz="1600" kern="1200" dirty="0">
                <a:solidFill>
                  <a:schemeClr val="tx1"/>
                </a:solidFill>
              </a:rPr>
              <a:t>Programación del Taller (Instructor de lectiva)</a:t>
            </a:r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CO" sz="1600" kern="1200" dirty="0">
                <a:solidFill>
                  <a:schemeClr val="tx1"/>
                </a:solidFill>
              </a:rPr>
              <a:t>Agendamiento,  programación y notificación de la sesión presencial.</a:t>
            </a:r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CO" sz="1600" kern="1200" dirty="0">
                <a:solidFill>
                  <a:schemeClr val="tx1"/>
                </a:solidFill>
              </a:rPr>
              <a:t>Preparación del tema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7E22DD75-63D6-03E0-E0B4-F9C7209C2F6E}"/>
              </a:ext>
            </a:extLst>
          </p:cNvPr>
          <p:cNvSpPr/>
          <p:nvPr/>
        </p:nvSpPr>
        <p:spPr>
          <a:xfrm>
            <a:off x="2962520" y="2027535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8" name="Rectángulo: esquinas redondeadas 4">
            <a:extLst>
              <a:ext uri="{FF2B5EF4-FFF2-40B4-BE49-F238E27FC236}">
                <a16:creationId xmlns:a16="http://schemas.microsoft.com/office/drawing/2014/main" id="{CB3BFB22-79F4-E0FF-F5AC-C0695D62B938}"/>
              </a:ext>
            </a:extLst>
          </p:cNvPr>
          <p:cNvSpPr txBox="1"/>
          <p:nvPr/>
        </p:nvSpPr>
        <p:spPr>
          <a:xfrm>
            <a:off x="3498031" y="1746206"/>
            <a:ext cx="2392071" cy="7980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184912" tIns="184912" rIns="184912" bIns="99060" numCol="1" spcCol="1270" anchor="t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2000" b="1" dirty="0">
                <a:solidFill>
                  <a:srgbClr val="FF0000"/>
                </a:solidFill>
              </a:rPr>
              <a:t>Diagnostico estado académico y de EP</a:t>
            </a:r>
            <a:endParaRPr lang="es-CO" sz="2000" b="1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B220EB60-36AC-017A-8286-4EEB4117B7C3}"/>
              </a:ext>
            </a:extLst>
          </p:cNvPr>
          <p:cNvSpPr/>
          <p:nvPr/>
        </p:nvSpPr>
        <p:spPr>
          <a:xfrm>
            <a:off x="5929704" y="2062771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6D5CE6B-3ABE-0692-ADC8-C59A62873D7D}"/>
              </a:ext>
            </a:extLst>
          </p:cNvPr>
          <p:cNvSpPr/>
          <p:nvPr/>
        </p:nvSpPr>
        <p:spPr>
          <a:xfrm>
            <a:off x="6440461" y="1775524"/>
            <a:ext cx="2392071" cy="798023"/>
          </a:xfrm>
          <a:prstGeom prst="roundRect">
            <a:avLst>
              <a:gd name="adj" fmla="val 1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s-ES" sz="2000" b="1" dirty="0">
                <a:solidFill>
                  <a:schemeClr val="lt1"/>
                </a:solidFill>
              </a:rPr>
              <a:t>Desarrollo del Taller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7DFFE390-20A5-6C9E-E64D-55D642B681FF}"/>
              </a:ext>
            </a:extLst>
          </p:cNvPr>
          <p:cNvSpPr/>
          <p:nvPr/>
        </p:nvSpPr>
        <p:spPr>
          <a:xfrm>
            <a:off x="8873911" y="2011547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7CB6979-D5EC-A31B-2011-29ACC2167751}"/>
              </a:ext>
            </a:extLst>
          </p:cNvPr>
          <p:cNvGrpSpPr/>
          <p:nvPr/>
        </p:nvGrpSpPr>
        <p:grpSpPr>
          <a:xfrm>
            <a:off x="9431785" y="1746206"/>
            <a:ext cx="2226262" cy="890963"/>
            <a:chOff x="18822489" y="168613"/>
            <a:chExt cx="3905119" cy="1466288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3B745748-9371-4962-48C2-68878D74C806}"/>
                </a:ext>
              </a:extLst>
            </p:cNvPr>
            <p:cNvSpPr/>
            <p:nvPr/>
          </p:nvSpPr>
          <p:spPr>
            <a:xfrm>
              <a:off x="18822489" y="168613"/>
              <a:ext cx="3905119" cy="1466288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4" name="Rectángulo: esquinas redondeadas 4">
              <a:extLst>
                <a:ext uri="{FF2B5EF4-FFF2-40B4-BE49-F238E27FC236}">
                  <a16:creationId xmlns:a16="http://schemas.microsoft.com/office/drawing/2014/main" id="{3BDD38C1-1131-CC9D-3FE9-EDFEC9B5AE5D}"/>
                </a:ext>
              </a:extLst>
            </p:cNvPr>
            <p:cNvSpPr txBox="1"/>
            <p:nvPr/>
          </p:nvSpPr>
          <p:spPr>
            <a:xfrm>
              <a:off x="18822489" y="168613"/>
              <a:ext cx="3905119" cy="9775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O" sz="2000" b="1" dirty="0"/>
                <a:t>Posterior al Taller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9BFB899-A238-F848-3811-14141371AC2F}"/>
              </a:ext>
            </a:extLst>
          </p:cNvPr>
          <p:cNvGrpSpPr/>
          <p:nvPr/>
        </p:nvGrpSpPr>
        <p:grpSpPr>
          <a:xfrm>
            <a:off x="3456393" y="2490615"/>
            <a:ext cx="2933692" cy="5012638"/>
            <a:chOff x="7260529" y="3289630"/>
            <a:chExt cx="2613605" cy="6600388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0617B2B3-1E03-8AF5-61B5-F928CF063FFA}"/>
                </a:ext>
              </a:extLst>
            </p:cNvPr>
            <p:cNvSpPr/>
            <p:nvPr/>
          </p:nvSpPr>
          <p:spPr>
            <a:xfrm>
              <a:off x="7260529" y="3289630"/>
              <a:ext cx="2177289" cy="333530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20" name="Rectángulo: esquinas redondeadas 4">
              <a:extLst>
                <a:ext uri="{FF2B5EF4-FFF2-40B4-BE49-F238E27FC236}">
                  <a16:creationId xmlns:a16="http://schemas.microsoft.com/office/drawing/2014/main" id="{7D00DF89-39D6-E1DA-8DA3-ECB1B254D795}"/>
                </a:ext>
              </a:extLst>
            </p:cNvPr>
            <p:cNvSpPr txBox="1"/>
            <p:nvPr/>
          </p:nvSpPr>
          <p:spPr>
            <a:xfrm>
              <a:off x="7297624" y="3452698"/>
              <a:ext cx="2576510" cy="64373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/>
                <a:buChar char="•"/>
              </a:pPr>
              <a:r>
                <a:rPr lang="es-ES" sz="1600">
                  <a:solidFill>
                    <a:srgbClr val="FF0000"/>
                  </a:solidFill>
                </a:rPr>
                <a:t>Verificación del estado académico de los aprendices y posibles deserciones. (Sofia Plus)</a:t>
              </a:r>
              <a:endParaRPr lang="es-ES" sz="1600">
                <a:solidFill>
                  <a:srgbClr val="000000"/>
                </a:solidFill>
                <a:ea typeface="Calibri"/>
                <a:cs typeface="Calibri"/>
              </a:endParaRPr>
            </a:p>
            <a:p>
              <a:pPr marL="228600" lvl="1" indent="-228600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,Sans-Serif"/>
                <a:buChar char="•"/>
              </a:pPr>
              <a:r>
                <a:rPr lang="es-CO" sz="1600" dirty="0">
                  <a:solidFill>
                    <a:schemeClr val="tx1"/>
                  </a:solidFill>
                </a:rPr>
                <a:t>Validación alternativa de etapa productiva (</a:t>
              </a:r>
              <a:r>
                <a:rPr lang="es-CO" sz="1600" dirty="0" err="1">
                  <a:solidFill>
                    <a:schemeClr val="tx1"/>
                  </a:solidFill>
                </a:rPr>
                <a:t>Caprendizaje</a:t>
              </a:r>
              <a:r>
                <a:rPr lang="es-CO" sz="1600" dirty="0">
                  <a:solidFill>
                    <a:schemeClr val="tx1"/>
                  </a:solidFill>
                </a:rPr>
                <a:t>)</a:t>
              </a:r>
              <a:endParaRPr lang="es-ES" sz="1600" dirty="0">
                <a:solidFill>
                  <a:schemeClr val="tx1"/>
                </a:solidFill>
              </a:endParaRPr>
            </a:p>
            <a:p>
              <a:pPr marL="228600" lvl="1" indent="-228600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,Sans-Serif"/>
                <a:buChar char="•"/>
              </a:pPr>
              <a:r>
                <a:rPr lang="es-CO" sz="1600" dirty="0">
                  <a:solidFill>
                    <a:schemeClr val="tx1"/>
                  </a:solidFill>
                </a:rPr>
                <a:t>Diligencie formato  </a:t>
              </a:r>
              <a:r>
                <a:rPr lang="es-CO" sz="1600" b="1" dirty="0">
                  <a:solidFill>
                    <a:srgbClr val="FF0000"/>
                  </a:solidFill>
                </a:rPr>
                <a:t>F165</a:t>
              </a:r>
              <a:r>
                <a:rPr lang="es-ES" sz="1600" dirty="0">
                  <a:solidFill>
                    <a:schemeClr val="tx1"/>
                  </a:solidFill>
                </a:rPr>
                <a:t> </a:t>
              </a:r>
              <a:endParaRPr lang="es-E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AEA49C5-D341-C145-82C1-810E407D877D}"/>
              </a:ext>
            </a:extLst>
          </p:cNvPr>
          <p:cNvGrpSpPr/>
          <p:nvPr/>
        </p:nvGrpSpPr>
        <p:grpSpPr>
          <a:xfrm>
            <a:off x="6291667" y="2262898"/>
            <a:ext cx="2743845" cy="2897685"/>
            <a:chOff x="12786040" y="158238"/>
            <a:chExt cx="3995055" cy="6926592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FA196489-5815-206F-5DFE-83AEDF339CE7}"/>
                </a:ext>
              </a:extLst>
            </p:cNvPr>
            <p:cNvSpPr/>
            <p:nvPr/>
          </p:nvSpPr>
          <p:spPr>
            <a:xfrm>
              <a:off x="12786040" y="418756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3" name="Rectángulo: esquinas redondeadas 4">
              <a:extLst>
                <a:ext uri="{FF2B5EF4-FFF2-40B4-BE49-F238E27FC236}">
                  <a16:creationId xmlns:a16="http://schemas.microsoft.com/office/drawing/2014/main" id="{EB947798-D283-2DDD-99F8-9A67688C1998}"/>
                </a:ext>
              </a:extLst>
            </p:cNvPr>
            <p:cNvSpPr txBox="1"/>
            <p:nvPr/>
          </p:nvSpPr>
          <p:spPr>
            <a:xfrm>
              <a:off x="13104729" y="158238"/>
              <a:ext cx="3676366" cy="64373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Presentación del Instructor.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Validación posibles deserciones.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Desarrollo del tema (presentación)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Toma de lista de asistencia </a:t>
              </a:r>
              <a:endParaRPr lang="es-CO" sz="1600" kern="1200" dirty="0">
                <a:solidFill>
                  <a:schemeClr val="tx1"/>
                </a:solidFill>
                <a:cs typeface="Calibri"/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Espacio para preguntas y aclaración de dudas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000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600" kern="120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EFB5F844-52E4-9F33-DD04-A64085ED9A01}"/>
              </a:ext>
            </a:extLst>
          </p:cNvPr>
          <p:cNvGrpSpPr/>
          <p:nvPr/>
        </p:nvGrpSpPr>
        <p:grpSpPr>
          <a:xfrm>
            <a:off x="9287170" y="2340181"/>
            <a:ext cx="2509757" cy="3053768"/>
            <a:chOff x="19212476" y="249082"/>
            <a:chExt cx="4133873" cy="7396695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75D45F8B-445C-B161-781D-CB67B4DF7065}"/>
                </a:ext>
              </a:extLst>
            </p:cNvPr>
            <p:cNvSpPr/>
            <p:nvPr/>
          </p:nvSpPr>
          <p:spPr>
            <a:xfrm>
              <a:off x="19212476" y="414455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6" name="Rectángulo: esquinas redondeadas 4">
              <a:extLst>
                <a:ext uri="{FF2B5EF4-FFF2-40B4-BE49-F238E27FC236}">
                  <a16:creationId xmlns:a16="http://schemas.microsoft.com/office/drawing/2014/main" id="{ABD10E4F-91F4-8EE8-0F80-944AAA9EE29E}"/>
                </a:ext>
              </a:extLst>
            </p:cNvPr>
            <p:cNvSpPr txBox="1"/>
            <p:nvPr/>
          </p:nvSpPr>
          <p:spPr>
            <a:xfrm>
              <a:off x="19441230" y="249082"/>
              <a:ext cx="3905119" cy="73966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688" tIns="170688" rIns="170688" bIns="170688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dirty="0">
                  <a:solidFill>
                    <a:schemeClr val="tx1"/>
                  </a:solidFill>
                </a:rPr>
                <a:t>Lista</a:t>
              </a:r>
              <a:r>
                <a:rPr lang="es-CO" sz="1400" kern="1200" dirty="0">
                  <a:solidFill>
                    <a:schemeClr val="tx1"/>
                  </a:solidFill>
                </a:rPr>
                <a:t> de asistencia.</a:t>
              </a:r>
            </a:p>
            <a:p>
              <a:pPr marL="228600" lvl="1" indent="-228600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kern="1200" dirty="0">
                  <a:solidFill>
                    <a:schemeClr val="tx1"/>
                  </a:solidFill>
                </a:rPr>
                <a:t>Direccionamiento </a:t>
              </a:r>
              <a:r>
                <a:rPr lang="es-CO" sz="1400" dirty="0">
                  <a:solidFill>
                    <a:schemeClr val="tx1"/>
                  </a:solidFill>
                </a:rPr>
                <a:t>a Coordinación académica </a:t>
              </a:r>
              <a:r>
                <a:rPr lang="es-CO" sz="1400" kern="1200" dirty="0">
                  <a:solidFill>
                    <a:schemeClr val="tx1"/>
                  </a:solidFill>
                </a:rPr>
                <a:t>informe posibles deserciones.</a:t>
              </a:r>
              <a:endParaRPr lang="es-CO" sz="1400" kern="1200" dirty="0">
                <a:solidFill>
                  <a:schemeClr val="tx1"/>
                </a:solidFill>
                <a:ea typeface="Calibri"/>
                <a:cs typeface="Calibri"/>
              </a:endParaRPr>
            </a:p>
            <a:p>
              <a:pPr marL="228600" lvl="1" indent="-228600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kern="1200" dirty="0">
                  <a:solidFill>
                    <a:schemeClr val="tx1"/>
                  </a:solidFill>
                </a:rPr>
                <a:t>Direccionamiento </a:t>
              </a:r>
              <a:r>
                <a:rPr lang="es-CO" sz="1400" dirty="0">
                  <a:solidFill>
                    <a:schemeClr val="tx1"/>
                  </a:solidFill>
                </a:rPr>
                <a:t>C.A </a:t>
              </a:r>
              <a:r>
                <a:rPr lang="es-CO" sz="1400" kern="1200" dirty="0">
                  <a:solidFill>
                    <a:schemeClr val="tx1"/>
                  </a:solidFill>
                </a:rPr>
                <a:t>informe aprendices sin contrato de aprendizaje.</a:t>
              </a:r>
              <a:endParaRPr lang="es-CO" sz="1400" kern="1200" dirty="0">
                <a:solidFill>
                  <a:schemeClr val="tx1"/>
                </a:solidFill>
                <a:ea typeface="Calibri"/>
                <a:cs typeface="Calibri"/>
              </a:endParaRP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kern="1200" dirty="0">
                  <a:solidFill>
                    <a:schemeClr val="tx1"/>
                  </a:solidFill>
                </a:rPr>
                <a:t>Organizar expediente de la ficha con evidencia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kern="1200" dirty="0">
                  <a:solidFill>
                    <a:schemeClr val="tx1"/>
                  </a:solidFill>
                </a:rPr>
                <a:t>Subir evidencia del taller M1 al </a:t>
              </a:r>
              <a:r>
                <a:rPr lang="es-CO" sz="1400" dirty="0">
                  <a:solidFill>
                    <a:schemeClr val="tx1"/>
                  </a:solidFill>
                </a:rPr>
                <a:t>SharePoint</a:t>
              </a:r>
              <a:r>
                <a:rPr lang="es-CO" sz="1400" kern="1200" dirty="0">
                  <a:solidFill>
                    <a:schemeClr val="tx1"/>
                  </a:solidFill>
                </a:rPr>
                <a:t>.</a:t>
              </a:r>
              <a:endParaRPr lang="es-CO" sz="1400" kern="1200" dirty="0">
                <a:solidFill>
                  <a:schemeClr val="tx1"/>
                </a:solidFill>
                <a:cs typeface="Calibri"/>
              </a:endParaRP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400" kern="1200" dirty="0">
                <a:solidFill>
                  <a:schemeClr val="bg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0" name="CuadroTexto 5">
            <a:extLst>
              <a:ext uri="{FF2B5EF4-FFF2-40B4-BE49-F238E27FC236}">
                <a16:creationId xmlns:a16="http://schemas.microsoft.com/office/drawing/2014/main" id="{C731CC3D-09E0-453F-83FC-6617B0CE7E84}"/>
              </a:ext>
            </a:extLst>
          </p:cNvPr>
          <p:cNvSpPr txBox="1"/>
          <p:nvPr/>
        </p:nvSpPr>
        <p:spPr>
          <a:xfrm>
            <a:off x="5545139" y="5714144"/>
            <a:ext cx="103118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Cuatro </a:t>
            </a:r>
            <a:r>
              <a:rPr lang="es-CO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(4) meses antes de finalizar la etapa lectiva</a:t>
            </a:r>
            <a:r>
              <a:rPr lang="es-CO" sz="2400" b="1" dirty="0">
                <a:solidFill>
                  <a:schemeClr val="bg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.</a:t>
            </a:r>
          </a:p>
          <a:p>
            <a:endParaRPr lang="es-CO" sz="3200" b="1" dirty="0">
              <a:solidFill>
                <a:schemeClr val="bg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grpSp>
        <p:nvGrpSpPr>
          <p:cNvPr id="31" name="Group 9">
            <a:extLst>
              <a:ext uri="{FF2B5EF4-FFF2-40B4-BE49-F238E27FC236}">
                <a16:creationId xmlns:a16="http://schemas.microsoft.com/office/drawing/2014/main" id="{CA5FED1D-997B-C6E6-B779-032135E9DC57}"/>
              </a:ext>
            </a:extLst>
          </p:cNvPr>
          <p:cNvGrpSpPr>
            <a:grpSpLocks/>
          </p:cNvGrpSpPr>
          <p:nvPr/>
        </p:nvGrpSpPr>
        <p:grpSpPr bwMode="auto">
          <a:xfrm rot="4976862" flipH="1">
            <a:off x="5034123" y="5664323"/>
            <a:ext cx="493705" cy="600302"/>
            <a:chOff x="1944" y="1111"/>
            <a:chExt cx="204" cy="196"/>
          </a:xfrm>
        </p:grpSpPr>
        <p:pic>
          <p:nvPicPr>
            <p:cNvPr id="32" name="Picture 10" descr="circuler_1">
              <a:extLst>
                <a:ext uri="{FF2B5EF4-FFF2-40B4-BE49-F238E27FC236}">
                  <a16:creationId xmlns:a16="http://schemas.microsoft.com/office/drawing/2014/main" id="{B4670D6A-7701-5492-38F8-FEAA341184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H="1">
              <a:off x="1961" y="1124"/>
              <a:ext cx="174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Oval 11">
              <a:extLst>
                <a:ext uri="{FF2B5EF4-FFF2-40B4-BE49-F238E27FC236}">
                  <a16:creationId xmlns:a16="http://schemas.microsoft.com/office/drawing/2014/main" id="{3513F246-C376-255C-EFDE-D2BD5FC50220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1962" y="1124"/>
              <a:ext cx="173" cy="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grpSp>
          <p:nvGrpSpPr>
            <p:cNvPr id="34" name="Group 12">
              <a:extLst>
                <a:ext uri="{FF2B5EF4-FFF2-40B4-BE49-F238E27FC236}">
                  <a16:creationId xmlns:a16="http://schemas.microsoft.com/office/drawing/2014/main" id="{325CE6CB-F93A-97AE-3FF2-BD52037246D5}"/>
                </a:ext>
              </a:extLst>
            </p:cNvPr>
            <p:cNvGrpSpPr>
              <a:grpSpLocks/>
            </p:cNvGrpSpPr>
            <p:nvPr/>
          </p:nvGrpSpPr>
          <p:grpSpPr bwMode="auto">
            <a:xfrm rot="1297425" flipV="1">
              <a:off x="1971" y="1258"/>
              <a:ext cx="151" cy="37"/>
              <a:chOff x="2532" y="1051"/>
              <a:chExt cx="893" cy="246"/>
            </a:xfrm>
          </p:grpSpPr>
          <p:grpSp>
            <p:nvGrpSpPr>
              <p:cNvPr id="37" name="Group 13">
                <a:extLst>
                  <a:ext uri="{FF2B5EF4-FFF2-40B4-BE49-F238E27FC236}">
                    <a16:creationId xmlns:a16="http://schemas.microsoft.com/office/drawing/2014/main" id="{02776740-FAF1-38A8-3A8A-909D16088B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1051"/>
                <a:ext cx="743" cy="185"/>
                <a:chOff x="1565" y="2568"/>
                <a:chExt cx="1118" cy="279"/>
              </a:xfrm>
            </p:grpSpPr>
            <p:sp>
              <p:nvSpPr>
                <p:cNvPr id="43" name="AutoShape 14">
                  <a:extLst>
                    <a:ext uri="{FF2B5EF4-FFF2-40B4-BE49-F238E27FC236}">
                      <a16:creationId xmlns:a16="http://schemas.microsoft.com/office/drawing/2014/main" id="{44D53B6D-3DCB-58B0-7815-8A291B62E2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4" name="AutoShape 15">
                  <a:extLst>
                    <a:ext uri="{FF2B5EF4-FFF2-40B4-BE49-F238E27FC236}">
                      <a16:creationId xmlns:a16="http://schemas.microsoft.com/office/drawing/2014/main" id="{1DE2DB5E-9C4A-964A-241D-1ED8A49719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5" name="AutoShape 16">
                  <a:extLst>
                    <a:ext uri="{FF2B5EF4-FFF2-40B4-BE49-F238E27FC236}">
                      <a16:creationId xmlns:a16="http://schemas.microsoft.com/office/drawing/2014/main" id="{02CA5C3F-B27D-6915-E262-C785E6F986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6" name="AutoShape 17">
                  <a:extLst>
                    <a:ext uri="{FF2B5EF4-FFF2-40B4-BE49-F238E27FC236}">
                      <a16:creationId xmlns:a16="http://schemas.microsoft.com/office/drawing/2014/main" id="{3E774766-C430-403A-5BCE-CCA37D5AFB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8" name="Group 18">
                <a:extLst>
                  <a:ext uri="{FF2B5EF4-FFF2-40B4-BE49-F238E27FC236}">
                    <a16:creationId xmlns:a16="http://schemas.microsoft.com/office/drawing/2014/main" id="{5EB33971-69AE-F536-13F4-65DC4DAC1F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353540">
                <a:off x="2682" y="1111"/>
                <a:ext cx="743" cy="186"/>
                <a:chOff x="1565" y="2568"/>
                <a:chExt cx="1118" cy="279"/>
              </a:xfrm>
            </p:grpSpPr>
            <p:sp>
              <p:nvSpPr>
                <p:cNvPr id="39" name="AutoShape 19">
                  <a:extLst>
                    <a:ext uri="{FF2B5EF4-FFF2-40B4-BE49-F238E27FC236}">
                      <a16:creationId xmlns:a16="http://schemas.microsoft.com/office/drawing/2014/main" id="{8083676E-81EF-54DF-641A-A469C2F1C8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0" name="AutoShape 20">
                  <a:extLst>
                    <a:ext uri="{FF2B5EF4-FFF2-40B4-BE49-F238E27FC236}">
                      <a16:creationId xmlns:a16="http://schemas.microsoft.com/office/drawing/2014/main" id="{2C39836D-8F66-AD9F-EE63-9780AACBBE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1" name="AutoShape 21">
                  <a:extLst>
                    <a:ext uri="{FF2B5EF4-FFF2-40B4-BE49-F238E27FC236}">
                      <a16:creationId xmlns:a16="http://schemas.microsoft.com/office/drawing/2014/main" id="{48AB7119-2BE5-480C-636A-E405C35A4F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2" name="AutoShape 22">
                  <a:extLst>
                    <a:ext uri="{FF2B5EF4-FFF2-40B4-BE49-F238E27FC236}">
                      <a16:creationId xmlns:a16="http://schemas.microsoft.com/office/drawing/2014/main" id="{5878CB05-809F-D8E0-29C2-F7F1C73E9B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</p:grpSp>
        <p:sp>
          <p:nvSpPr>
            <p:cNvPr id="35" name="Arc 23">
              <a:extLst>
                <a:ext uri="{FF2B5EF4-FFF2-40B4-BE49-F238E27FC236}">
                  <a16:creationId xmlns:a16="http://schemas.microsoft.com/office/drawing/2014/main" id="{08B74409-0731-4590-DA5F-A7D1D25389F0}"/>
                </a:ext>
              </a:extLst>
            </p:cNvPr>
            <p:cNvSpPr>
              <a:spLocks/>
            </p:cNvSpPr>
            <p:nvPr/>
          </p:nvSpPr>
          <p:spPr bwMode="gray">
            <a:xfrm rot="25447716">
              <a:off x="1948" y="1107"/>
              <a:ext cx="196" cy="20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603 w 43200"/>
                <a:gd name="T1" fmla="*/ 33545 h 43155"/>
                <a:gd name="T2" fmla="*/ 22996 w 43200"/>
                <a:gd name="T3" fmla="*/ 43155 h 43155"/>
                <a:gd name="T4" fmla="*/ 21600 w 43200"/>
                <a:gd name="T5" fmla="*/ 21600 h 43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155" fill="none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</a:path>
                <a:path w="43200" h="43155" stroke="0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pic>
          <p:nvPicPr>
            <p:cNvPr id="36" name="Picture 24" descr="light_shadow1">
              <a:extLst>
                <a:ext uri="{FF2B5EF4-FFF2-40B4-BE49-F238E27FC236}">
                  <a16:creationId xmlns:a16="http://schemas.microsoft.com/office/drawing/2014/main" id="{E5673B31-9775-DC76-5434-714E08C26E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740"/>
            <a:stretch>
              <a:fillRect/>
            </a:stretch>
          </p:blipFill>
          <p:spPr bwMode="gray">
            <a:xfrm rot="2569845" flipH="1">
              <a:off x="2015" y="1139"/>
              <a:ext cx="129" cy="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3488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F1E08-918B-6CFA-2D8C-4E71BF36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7" descr="1">
            <a:extLst>
              <a:ext uri="{FF2B5EF4-FFF2-40B4-BE49-F238E27FC236}">
                <a16:creationId xmlns:a16="http://schemas.microsoft.com/office/drawing/2014/main" id="{395CA80D-F16A-F9EB-768A-7E0E8F720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1301759" y="5946805"/>
            <a:ext cx="915364" cy="1096969"/>
          </a:xfrm>
          <a:prstGeom prst="rect">
            <a:avLst/>
          </a:prstGeom>
          <a:noFill/>
        </p:spPr>
      </p:pic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A0DF6F59-8AD3-7B84-8BA0-E6F6F92788B8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2817363" y="2176745"/>
            <a:ext cx="138825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0F6FE11-2ECF-C6C4-E81F-1FBF970057D5}"/>
              </a:ext>
            </a:extLst>
          </p:cNvPr>
          <p:cNvSpPr txBox="1"/>
          <p:nvPr/>
        </p:nvSpPr>
        <p:spPr>
          <a:xfrm>
            <a:off x="4205618" y="1966111"/>
            <a:ext cx="1044244" cy="4212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6 Meses</a:t>
            </a:r>
            <a:endParaRPr kumimoji="0" lang="es-CO" sz="2400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698EA27D-04CA-2B34-1F0E-3F33CD82074F}"/>
              </a:ext>
            </a:extLst>
          </p:cNvPr>
          <p:cNvCxnSpPr>
            <a:cxnSpLocks/>
          </p:cNvCxnSpPr>
          <p:nvPr/>
        </p:nvCxnSpPr>
        <p:spPr>
          <a:xfrm>
            <a:off x="5249862" y="2176745"/>
            <a:ext cx="130287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C8607DE9-49B4-CC3A-7336-2D3CC4C4DA4F}"/>
              </a:ext>
            </a:extLst>
          </p:cNvPr>
          <p:cNvCxnSpPr>
            <a:cxnSpLocks/>
          </p:cNvCxnSpPr>
          <p:nvPr/>
        </p:nvCxnSpPr>
        <p:spPr>
          <a:xfrm flipV="1">
            <a:off x="2462197" y="2176745"/>
            <a:ext cx="0" cy="1465357"/>
          </a:xfrm>
          <a:prstGeom prst="line">
            <a:avLst/>
          </a:prstGeom>
          <a:noFill/>
          <a:ln w="47625" cap="flat">
            <a:solidFill>
              <a:schemeClr val="accent4">
                <a:lumMod val="60000"/>
                <a:lumOff val="4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E4770724-5F5F-A095-E227-F138EF8A0154}"/>
              </a:ext>
            </a:extLst>
          </p:cNvPr>
          <p:cNvCxnSpPr>
            <a:cxnSpLocks/>
          </p:cNvCxnSpPr>
          <p:nvPr/>
        </p:nvCxnSpPr>
        <p:spPr>
          <a:xfrm flipV="1">
            <a:off x="6758278" y="2176745"/>
            <a:ext cx="0" cy="1465357"/>
          </a:xfrm>
          <a:prstGeom prst="line">
            <a:avLst/>
          </a:prstGeom>
          <a:noFill/>
          <a:ln w="47625" cap="flat">
            <a:solidFill>
              <a:srgbClr val="FFC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4" name="Rectángulo 63">
            <a:extLst>
              <a:ext uri="{FF2B5EF4-FFF2-40B4-BE49-F238E27FC236}">
                <a16:creationId xmlns:a16="http://schemas.microsoft.com/office/drawing/2014/main" id="{62CC3E30-4394-3C85-3992-B7BE1FC7EC13}"/>
              </a:ext>
            </a:extLst>
          </p:cNvPr>
          <p:cNvSpPr/>
          <p:nvPr/>
        </p:nvSpPr>
        <p:spPr>
          <a:xfrm>
            <a:off x="175818" y="3642102"/>
            <a:ext cx="2286379" cy="30996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3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3B53B47E-9CC5-5E1E-ABB3-37F6B73CB753}"/>
              </a:ext>
            </a:extLst>
          </p:cNvPr>
          <p:cNvSpPr/>
          <p:nvPr/>
        </p:nvSpPr>
        <p:spPr>
          <a:xfrm>
            <a:off x="2462197" y="3642103"/>
            <a:ext cx="2030539" cy="309965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3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486C6FA5-05F2-2C18-33C0-4702E6F588C8}"/>
              </a:ext>
            </a:extLst>
          </p:cNvPr>
          <p:cNvSpPr/>
          <p:nvPr/>
        </p:nvSpPr>
        <p:spPr>
          <a:xfrm>
            <a:off x="4492736" y="3642102"/>
            <a:ext cx="2265542" cy="30995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3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3C164B8E-20DA-23D5-D0D6-39A18C4CFA9E}"/>
              </a:ext>
            </a:extLst>
          </p:cNvPr>
          <p:cNvSpPr txBox="1"/>
          <p:nvPr/>
        </p:nvSpPr>
        <p:spPr>
          <a:xfrm>
            <a:off x="6803913" y="2131410"/>
            <a:ext cx="1404335" cy="51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</a:rPr>
              <a:t>Finaliza</a:t>
            </a:r>
            <a:r>
              <a:rPr kumimoji="0" lang="es-CO" sz="12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Etapa Productiva Ficha</a:t>
            </a:r>
          </a:p>
        </p:txBody>
      </p:sp>
      <p:sp>
        <p:nvSpPr>
          <p:cNvPr id="68" name="Triángulo isósceles 67">
            <a:extLst>
              <a:ext uri="{FF2B5EF4-FFF2-40B4-BE49-F238E27FC236}">
                <a16:creationId xmlns:a16="http://schemas.microsoft.com/office/drawing/2014/main" id="{BCCD75CB-6A46-BF37-9790-5F1124335A9F}"/>
              </a:ext>
            </a:extLst>
          </p:cNvPr>
          <p:cNvSpPr/>
          <p:nvPr/>
        </p:nvSpPr>
        <p:spPr>
          <a:xfrm rot="5400000">
            <a:off x="6630685" y="3538947"/>
            <a:ext cx="703618" cy="448434"/>
          </a:xfrm>
          <a:prstGeom prst="triangl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3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34E6FD17-8D95-32D5-144B-C8BB265189FC}"/>
              </a:ext>
            </a:extLst>
          </p:cNvPr>
          <p:cNvSpPr txBox="1"/>
          <p:nvPr/>
        </p:nvSpPr>
        <p:spPr>
          <a:xfrm>
            <a:off x="2445074" y="2230346"/>
            <a:ext cx="1443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Inicio Etapa Productiva Ficha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D2D84FE6-3601-36F4-F547-B47DCCD9FC87}"/>
              </a:ext>
            </a:extLst>
          </p:cNvPr>
          <p:cNvCxnSpPr>
            <a:cxnSpLocks/>
          </p:cNvCxnSpPr>
          <p:nvPr/>
        </p:nvCxnSpPr>
        <p:spPr>
          <a:xfrm flipV="1">
            <a:off x="175818" y="3642102"/>
            <a:ext cx="0" cy="1669577"/>
          </a:xfrm>
          <a:prstGeom prst="line">
            <a:avLst/>
          </a:prstGeom>
          <a:noFill/>
          <a:ln w="47625" cap="flat">
            <a:solidFill>
              <a:schemeClr val="accent6">
                <a:lumMod val="60000"/>
                <a:lumOff val="4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2DD2554E-CDC8-CABE-0C23-097EE0789FF3}"/>
              </a:ext>
            </a:extLst>
          </p:cNvPr>
          <p:cNvSpPr txBox="1"/>
          <p:nvPr/>
        </p:nvSpPr>
        <p:spPr>
          <a:xfrm>
            <a:off x="2453356" y="3946735"/>
            <a:ext cx="2018543" cy="6367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600" dirty="0">
                <a:solidFill>
                  <a:srgbClr val="FF6D00"/>
                </a:solidFill>
              </a:rPr>
              <a:t>I</a:t>
            </a:r>
            <a:r>
              <a:rPr kumimoji="0" lang="es-CO" sz="1600" b="1" i="0" u="none" strike="noStrike" cap="none" spc="0" normalizeH="0" baseline="0" dirty="0">
                <a:ln>
                  <a:noFill/>
                </a:ln>
                <a:solidFill>
                  <a:srgbClr val="FF6D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Trimestre Productiva</a:t>
            </a:r>
          </a:p>
        </p:txBody>
      </p: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34303922-E6E1-75A6-71BC-0E75ED5732E4}"/>
              </a:ext>
            </a:extLst>
          </p:cNvPr>
          <p:cNvCxnSpPr>
            <a:cxnSpLocks/>
          </p:cNvCxnSpPr>
          <p:nvPr/>
        </p:nvCxnSpPr>
        <p:spPr>
          <a:xfrm flipV="1">
            <a:off x="4492736" y="3642102"/>
            <a:ext cx="0" cy="1669577"/>
          </a:xfrm>
          <a:prstGeom prst="line">
            <a:avLst/>
          </a:prstGeom>
          <a:noFill/>
          <a:ln w="47625" cap="flat">
            <a:solidFill>
              <a:schemeClr val="accent6">
                <a:lumMod val="60000"/>
                <a:lumOff val="4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C0539150-2286-14FA-E51C-A5AFD1E3429B}"/>
              </a:ext>
            </a:extLst>
          </p:cNvPr>
          <p:cNvSpPr txBox="1"/>
          <p:nvPr/>
        </p:nvSpPr>
        <p:spPr>
          <a:xfrm>
            <a:off x="4471897" y="3946735"/>
            <a:ext cx="2265542" cy="6367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600" dirty="0">
                <a:solidFill>
                  <a:srgbClr val="FF0000"/>
                </a:solidFill>
              </a:rPr>
              <a:t>II</a:t>
            </a:r>
            <a:r>
              <a:rPr kumimoji="0" lang="es-CO" sz="16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Trimestre Productiva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0EC888D1-718D-43D1-E7FA-89A218D9329F}"/>
              </a:ext>
            </a:extLst>
          </p:cNvPr>
          <p:cNvSpPr txBox="1"/>
          <p:nvPr/>
        </p:nvSpPr>
        <p:spPr>
          <a:xfrm>
            <a:off x="196656" y="4613412"/>
            <a:ext cx="1415166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Inicio Etapa Productiva</a:t>
            </a:r>
          </a:p>
          <a:p>
            <a:pPr marL="0" marR="0" indent="0" algn="l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</a:rPr>
              <a:t>Alternancia</a:t>
            </a:r>
            <a:endParaRPr lang="es-CO" sz="1200" b="1" dirty="0"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90CDD6F3-30B8-E022-220F-6BA668E119FA}"/>
              </a:ext>
            </a:extLst>
          </p:cNvPr>
          <p:cNvCxnSpPr>
            <a:cxnSpLocks/>
          </p:cNvCxnSpPr>
          <p:nvPr/>
        </p:nvCxnSpPr>
        <p:spPr>
          <a:xfrm>
            <a:off x="312093" y="5444305"/>
            <a:ext cx="138825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CuadroTexto 75">
            <a:extLst>
              <a:ext uri="{FF2B5EF4-FFF2-40B4-BE49-F238E27FC236}">
                <a16:creationId xmlns:a16="http://schemas.microsoft.com/office/drawing/2014/main" id="{951867A9-4376-2099-450C-D8FA27307107}"/>
              </a:ext>
            </a:extLst>
          </p:cNvPr>
          <p:cNvSpPr txBox="1"/>
          <p:nvPr/>
        </p:nvSpPr>
        <p:spPr>
          <a:xfrm>
            <a:off x="1700348" y="5199792"/>
            <a:ext cx="1044244" cy="4212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6 Meses</a:t>
            </a:r>
            <a:endParaRPr kumimoji="0" lang="es-CO" sz="2400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EA1627EF-0199-5E7C-37EB-AFCF753160A4}"/>
              </a:ext>
            </a:extLst>
          </p:cNvPr>
          <p:cNvCxnSpPr>
            <a:cxnSpLocks/>
          </p:cNvCxnSpPr>
          <p:nvPr/>
        </p:nvCxnSpPr>
        <p:spPr>
          <a:xfrm>
            <a:off x="2768499" y="5444305"/>
            <a:ext cx="138825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CuadroTexto 77">
            <a:extLst>
              <a:ext uri="{FF2B5EF4-FFF2-40B4-BE49-F238E27FC236}">
                <a16:creationId xmlns:a16="http://schemas.microsoft.com/office/drawing/2014/main" id="{AD89A1EA-BE57-AC1D-A23A-C33FBD99587A}"/>
              </a:ext>
            </a:extLst>
          </p:cNvPr>
          <p:cNvSpPr txBox="1"/>
          <p:nvPr/>
        </p:nvSpPr>
        <p:spPr>
          <a:xfrm>
            <a:off x="4565739" y="4506097"/>
            <a:ext cx="1717352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l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</a:rPr>
              <a:t>Finaliza</a:t>
            </a:r>
            <a:r>
              <a:rPr kumimoji="0" lang="es-CO" sz="2400" b="1" i="0" u="none" strike="noStrike" cap="none" spc="0" normalizeH="0" baseline="0" dirty="0">
                <a:ln>
                  <a:noFill/>
                </a:ln>
                <a:solidFill>
                  <a:schemeClr val="bg1">
                    <a:lumMod val="65000"/>
                    <a:lumOff val="35000"/>
                  </a:schemeClr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</a:t>
            </a: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Etapa Productiva</a:t>
            </a:r>
          </a:p>
          <a:p>
            <a:pPr marL="0" marR="0" indent="0" algn="l" defTabSz="9432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</a:rPr>
              <a:t>Alternancia</a:t>
            </a:r>
            <a:endParaRPr lang="es-CO" sz="1200" b="1" dirty="0"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79" name="Título">
            <a:extLst>
              <a:ext uri="{FF2B5EF4-FFF2-40B4-BE49-F238E27FC236}">
                <a16:creationId xmlns:a16="http://schemas.microsoft.com/office/drawing/2014/main" id="{5931D65A-E3D0-2682-ACC1-052159162869}"/>
              </a:ext>
            </a:extLst>
          </p:cNvPr>
          <p:cNvSpPr txBox="1"/>
          <p:nvPr/>
        </p:nvSpPr>
        <p:spPr>
          <a:xfrm>
            <a:off x="7580618" y="3148821"/>
            <a:ext cx="4611382" cy="9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b">
            <a:normAutofit lnSpcReduction="10000"/>
          </a:bodyPr>
          <a:lstStyle>
            <a:lvl1pPr marL="38100" marR="38100" indent="12700">
              <a:lnSpc>
                <a:spcPct val="80000"/>
              </a:lnSpc>
              <a:spcBef>
                <a:spcPts val="100"/>
              </a:spcBef>
              <a:defRPr sz="10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algn="r"/>
            <a:r>
              <a:rPr lang="es-CO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Alternancia</a:t>
            </a:r>
          </a:p>
          <a:p>
            <a:pPr algn="r"/>
            <a:r>
              <a:rPr lang="es-CO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Vinculación Laboral</a:t>
            </a:r>
            <a:endParaRPr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AutoShape 3">
            <a:extLst>
              <a:ext uri="{FF2B5EF4-FFF2-40B4-BE49-F238E27FC236}">
                <a16:creationId xmlns:a16="http://schemas.microsoft.com/office/drawing/2014/main" id="{8C66039E-6243-E9B1-14C5-7CD569DE9D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42787" y="4068085"/>
            <a:ext cx="4173396" cy="975266"/>
          </a:xfrm>
          <a:prstGeom prst="roundRect">
            <a:avLst>
              <a:gd name="adj" fmla="val 16667"/>
            </a:avLst>
          </a:prstGeom>
          <a:solidFill>
            <a:srgbClr val="FFFFFF">
              <a:alpha val="50000"/>
            </a:srgbClr>
          </a:solidFill>
          <a:ln w="12700" algn="ctr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s-CO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44ED0B47-B2E6-6468-AD0F-74DE379E0917}"/>
              </a:ext>
            </a:extLst>
          </p:cNvPr>
          <p:cNvSpPr txBox="1"/>
          <p:nvPr/>
        </p:nvSpPr>
        <p:spPr>
          <a:xfrm>
            <a:off x="7886453" y="4060180"/>
            <a:ext cx="4350946" cy="9752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 fecha de vinculación en la empresa debe ser superior a la fecha de inicio de la formación</a:t>
            </a:r>
            <a:endParaRPr lang="es-CO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AutoShape 3">
            <a:extLst>
              <a:ext uri="{FF2B5EF4-FFF2-40B4-BE49-F238E27FC236}">
                <a16:creationId xmlns:a16="http://schemas.microsoft.com/office/drawing/2014/main" id="{0BA5B76E-9AC5-784A-F5AE-338B8FCABA9F}"/>
              </a:ext>
            </a:extLst>
          </p:cNvPr>
          <p:cNvSpPr>
            <a:spLocks noChangeArrowheads="1"/>
          </p:cNvSpPr>
          <p:nvPr/>
        </p:nvSpPr>
        <p:spPr bwMode="gray">
          <a:xfrm rot="16200000">
            <a:off x="7075259" y="4422076"/>
            <a:ext cx="338807" cy="448435"/>
          </a:xfrm>
          <a:prstGeom prst="downArrow">
            <a:avLst>
              <a:gd name="adj1" fmla="val 58889"/>
              <a:gd name="adj2" fmla="val 60000"/>
            </a:avLst>
          </a:prstGeom>
          <a:solidFill>
            <a:srgbClr val="FF6D00"/>
          </a:solidFill>
          <a:ln w="19050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s-CO"/>
          </a:p>
        </p:txBody>
      </p:sp>
      <p:sp>
        <p:nvSpPr>
          <p:cNvPr id="83" name="AutoShape 3">
            <a:extLst>
              <a:ext uri="{FF2B5EF4-FFF2-40B4-BE49-F238E27FC236}">
                <a16:creationId xmlns:a16="http://schemas.microsoft.com/office/drawing/2014/main" id="{F450EB22-E3BF-73E5-2A04-99B53807A0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68880" y="5199792"/>
            <a:ext cx="4129893" cy="1035257"/>
          </a:xfrm>
          <a:prstGeom prst="roundRect">
            <a:avLst>
              <a:gd name="adj" fmla="val 16667"/>
            </a:avLst>
          </a:prstGeom>
          <a:solidFill>
            <a:srgbClr val="FFFFFF">
              <a:alpha val="50000"/>
            </a:srgbClr>
          </a:solidFill>
          <a:ln w="12700" algn="ctr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s-CO" dirty="0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9F51DE97-9BB5-B444-429E-D1C9B216F949}"/>
              </a:ext>
            </a:extLst>
          </p:cNvPr>
          <p:cNvSpPr txBox="1"/>
          <p:nvPr/>
        </p:nvSpPr>
        <p:spPr>
          <a:xfrm>
            <a:off x="7580618" y="5368286"/>
            <a:ext cx="3933936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debe solicitar previa autorización a la Coordinación Académica del Centro</a:t>
            </a:r>
            <a:endParaRPr lang="es-CO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AutoShape 3">
            <a:extLst>
              <a:ext uri="{FF2B5EF4-FFF2-40B4-BE49-F238E27FC236}">
                <a16:creationId xmlns:a16="http://schemas.microsoft.com/office/drawing/2014/main" id="{F3327268-D08D-66ED-1692-783C6400DED2}"/>
              </a:ext>
            </a:extLst>
          </p:cNvPr>
          <p:cNvSpPr>
            <a:spLocks noChangeArrowheads="1"/>
          </p:cNvSpPr>
          <p:nvPr/>
        </p:nvSpPr>
        <p:spPr bwMode="gray">
          <a:xfrm rot="16200000">
            <a:off x="6991040" y="5553230"/>
            <a:ext cx="338807" cy="448435"/>
          </a:xfrm>
          <a:prstGeom prst="downArrow">
            <a:avLst>
              <a:gd name="adj1" fmla="val 58889"/>
              <a:gd name="adj2" fmla="val 60000"/>
            </a:avLst>
          </a:prstGeom>
          <a:solidFill>
            <a:srgbClr val="FF6D00"/>
          </a:solidFill>
          <a:ln w="19050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s-CO"/>
          </a:p>
        </p:txBody>
      </p:sp>
      <p:sp>
        <p:nvSpPr>
          <p:cNvPr id="86" name="Título 1">
            <a:extLst>
              <a:ext uri="{FF2B5EF4-FFF2-40B4-BE49-F238E27FC236}">
                <a16:creationId xmlns:a16="http://schemas.microsoft.com/office/drawing/2014/main" id="{D1AE7E05-D19B-D2EF-0E1E-13FF40F1B818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Alternancia – Contrato Laboral</a:t>
            </a:r>
          </a:p>
        </p:txBody>
      </p:sp>
    </p:spTree>
    <p:extLst>
      <p:ext uri="{BB962C8B-B14F-4D97-AF65-F5344CB8AC3E}">
        <p14:creationId xmlns:p14="http://schemas.microsoft.com/office/powerpoint/2010/main" val="1121106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7DA6E7DD-433A-2A15-B91B-A648231A985C}"/>
              </a:ext>
            </a:extLst>
          </p:cNvPr>
          <p:cNvGrpSpPr/>
          <p:nvPr/>
        </p:nvGrpSpPr>
        <p:grpSpPr>
          <a:xfrm>
            <a:off x="123847" y="1620663"/>
            <a:ext cx="3019120" cy="934508"/>
            <a:chOff x="3108" y="-867"/>
            <a:chExt cx="3867569" cy="1381989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EDC6A001-EE96-AE4A-08FC-6CFBA86EE837}"/>
                </a:ext>
              </a:extLst>
            </p:cNvPr>
            <p:cNvSpPr/>
            <p:nvPr/>
          </p:nvSpPr>
          <p:spPr>
            <a:xfrm>
              <a:off x="3108" y="168613"/>
              <a:ext cx="3453774" cy="12125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17" name="Rectángulo: esquinas redondeadas 4">
              <a:extLst>
                <a:ext uri="{FF2B5EF4-FFF2-40B4-BE49-F238E27FC236}">
                  <a16:creationId xmlns:a16="http://schemas.microsoft.com/office/drawing/2014/main" id="{533B95F0-F598-9193-0C82-F964095B04E8}"/>
                </a:ext>
              </a:extLst>
            </p:cNvPr>
            <p:cNvSpPr txBox="1"/>
            <p:nvPr/>
          </p:nvSpPr>
          <p:spPr>
            <a:xfrm>
              <a:off x="3108" y="-867"/>
              <a:ext cx="3867569" cy="9879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O" sz="2000" b="1" kern="1200" dirty="0"/>
                <a:t>Preparación del taller</a:t>
              </a:r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46FD4F0D-BBF1-5D87-82C3-D37C01D3A637}"/>
              </a:ext>
            </a:extLst>
          </p:cNvPr>
          <p:cNvSpPr txBox="1">
            <a:spLocks/>
          </p:cNvSpPr>
          <p:nvPr/>
        </p:nvSpPr>
        <p:spPr>
          <a:xfrm>
            <a:off x="591318" y="339081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  <a:latin typeface="Work Sans Medium" pitchFamily="2" charset="77"/>
              </a:rPr>
              <a:t>Momento 2 – Taller Bitácoras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6B82D60-BC1A-B058-D551-A0F387D369E8}"/>
              </a:ext>
            </a:extLst>
          </p:cNvPr>
          <p:cNvSpPr/>
          <p:nvPr/>
        </p:nvSpPr>
        <p:spPr>
          <a:xfrm>
            <a:off x="305380" y="2429081"/>
            <a:ext cx="2501048" cy="2593231"/>
          </a:xfrm>
          <a:prstGeom prst="roundRect">
            <a:avLst>
              <a:gd name="adj" fmla="val 1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715E00-AB3E-EE81-12E7-2A96D87F4EC9}"/>
              </a:ext>
            </a:extLst>
          </p:cNvPr>
          <p:cNvSpPr txBox="1"/>
          <p:nvPr/>
        </p:nvSpPr>
        <p:spPr>
          <a:xfrm>
            <a:off x="380844" y="2572051"/>
            <a:ext cx="2425584" cy="1717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CO" sz="1600" kern="1200" dirty="0">
                <a:solidFill>
                  <a:schemeClr val="tx1"/>
                </a:solidFill>
              </a:rPr>
              <a:t>Programación del Taller (Instructor de lectiva)</a:t>
            </a:r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CO" sz="1600" kern="1200" dirty="0">
                <a:solidFill>
                  <a:schemeClr val="tx1"/>
                </a:solidFill>
              </a:rPr>
              <a:t>Agendamiento,  programación y notificación de la sesión presencial.</a:t>
            </a:r>
          </a:p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CO" sz="1600" kern="1200" dirty="0">
                <a:solidFill>
                  <a:schemeClr val="tx1"/>
                </a:solidFill>
              </a:rPr>
              <a:t>Preparación del tema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AA9694C3-516C-D440-377E-6278EEDE1AFA}"/>
              </a:ext>
            </a:extLst>
          </p:cNvPr>
          <p:cNvSpPr/>
          <p:nvPr/>
        </p:nvSpPr>
        <p:spPr>
          <a:xfrm>
            <a:off x="2962520" y="2027535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8" name="Rectángulo: esquinas redondeadas 4">
            <a:extLst>
              <a:ext uri="{FF2B5EF4-FFF2-40B4-BE49-F238E27FC236}">
                <a16:creationId xmlns:a16="http://schemas.microsoft.com/office/drawing/2014/main" id="{EA739393-8B44-45D7-6E48-54F3CDE4893F}"/>
              </a:ext>
            </a:extLst>
          </p:cNvPr>
          <p:cNvSpPr txBox="1"/>
          <p:nvPr/>
        </p:nvSpPr>
        <p:spPr>
          <a:xfrm>
            <a:off x="3498031" y="1746206"/>
            <a:ext cx="2392071" cy="7980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184912" tIns="184912" rIns="184912" bIns="99060" numCol="1" spcCol="1270" anchor="t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2000" b="1" dirty="0">
                <a:solidFill>
                  <a:schemeClr val="lt1"/>
                </a:solidFill>
              </a:rPr>
              <a:t>Diagnostico estado académico y de EP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56196798-A48A-2C06-A483-55BBE17CA7C1}"/>
              </a:ext>
            </a:extLst>
          </p:cNvPr>
          <p:cNvSpPr/>
          <p:nvPr/>
        </p:nvSpPr>
        <p:spPr>
          <a:xfrm>
            <a:off x="5929704" y="2062771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7EB3993-B527-3559-DC62-DEAA6A28C5B7}"/>
              </a:ext>
            </a:extLst>
          </p:cNvPr>
          <p:cNvSpPr/>
          <p:nvPr/>
        </p:nvSpPr>
        <p:spPr>
          <a:xfrm>
            <a:off x="6440461" y="1775524"/>
            <a:ext cx="2392071" cy="798023"/>
          </a:xfrm>
          <a:prstGeom prst="roundRect">
            <a:avLst>
              <a:gd name="adj" fmla="val 1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s-ES" sz="2000" b="1" dirty="0">
                <a:solidFill>
                  <a:schemeClr val="lt1"/>
                </a:solidFill>
              </a:rPr>
              <a:t>Desarrollo del Taller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C24D7F3A-6498-76FC-463D-7BC2D636850B}"/>
              </a:ext>
            </a:extLst>
          </p:cNvPr>
          <p:cNvSpPr/>
          <p:nvPr/>
        </p:nvSpPr>
        <p:spPr>
          <a:xfrm>
            <a:off x="8873911" y="2011547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E8754372-D748-6340-E8A9-CCB6414EA330}"/>
              </a:ext>
            </a:extLst>
          </p:cNvPr>
          <p:cNvGrpSpPr/>
          <p:nvPr/>
        </p:nvGrpSpPr>
        <p:grpSpPr>
          <a:xfrm>
            <a:off x="9431785" y="1746206"/>
            <a:ext cx="2226262" cy="890963"/>
            <a:chOff x="18822489" y="168613"/>
            <a:chExt cx="3905119" cy="1466288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FCA192F3-24F5-B268-9CFD-5F9023D2E869}"/>
                </a:ext>
              </a:extLst>
            </p:cNvPr>
            <p:cNvSpPr/>
            <p:nvPr/>
          </p:nvSpPr>
          <p:spPr>
            <a:xfrm>
              <a:off x="18822489" y="168613"/>
              <a:ext cx="3905119" cy="1466288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4" name="Rectángulo: esquinas redondeadas 4">
              <a:extLst>
                <a:ext uri="{FF2B5EF4-FFF2-40B4-BE49-F238E27FC236}">
                  <a16:creationId xmlns:a16="http://schemas.microsoft.com/office/drawing/2014/main" id="{E85932EA-A339-F08C-C22B-E9E0EA9C69C9}"/>
                </a:ext>
              </a:extLst>
            </p:cNvPr>
            <p:cNvSpPr txBox="1"/>
            <p:nvPr/>
          </p:nvSpPr>
          <p:spPr>
            <a:xfrm>
              <a:off x="18822489" y="168613"/>
              <a:ext cx="3905119" cy="9775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O" sz="2000" b="1" dirty="0"/>
                <a:t>Posterior al Taller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53BE8B73-4B28-CE8A-9606-D318F97037F9}"/>
              </a:ext>
            </a:extLst>
          </p:cNvPr>
          <p:cNvGrpSpPr/>
          <p:nvPr/>
        </p:nvGrpSpPr>
        <p:grpSpPr>
          <a:xfrm>
            <a:off x="6291667" y="2262898"/>
            <a:ext cx="2743845" cy="2897685"/>
            <a:chOff x="12786040" y="158238"/>
            <a:chExt cx="3995055" cy="6926592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44A950BF-510E-90D0-FDB0-804B320EABE2}"/>
                </a:ext>
              </a:extLst>
            </p:cNvPr>
            <p:cNvSpPr/>
            <p:nvPr/>
          </p:nvSpPr>
          <p:spPr>
            <a:xfrm>
              <a:off x="12786040" y="418756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3" name="Rectángulo: esquinas redondeadas 4">
              <a:extLst>
                <a:ext uri="{FF2B5EF4-FFF2-40B4-BE49-F238E27FC236}">
                  <a16:creationId xmlns:a16="http://schemas.microsoft.com/office/drawing/2014/main" id="{E3B5BA97-665E-012B-9AA0-F623CE7F6804}"/>
                </a:ext>
              </a:extLst>
            </p:cNvPr>
            <p:cNvSpPr txBox="1"/>
            <p:nvPr/>
          </p:nvSpPr>
          <p:spPr>
            <a:xfrm>
              <a:off x="13104729" y="158238"/>
              <a:ext cx="3676366" cy="64373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Presentación del Instructor.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Validación posibles deserciones.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Desarrollo del tema (presentación)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Toma de lista de asistencia </a:t>
              </a:r>
              <a:endParaRPr lang="es-CO" sz="1600" kern="1200" dirty="0">
                <a:solidFill>
                  <a:schemeClr val="tx1"/>
                </a:solidFill>
                <a:cs typeface="Calibri"/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600" kern="1200" dirty="0">
                  <a:solidFill>
                    <a:schemeClr val="tx1"/>
                  </a:solidFill>
                </a:rPr>
                <a:t>Espacio para preguntas y aclaración de dudas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000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600" kern="120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E0462D-C1FD-55D0-BABC-F4E9467D51D0}"/>
              </a:ext>
            </a:extLst>
          </p:cNvPr>
          <p:cNvGrpSpPr/>
          <p:nvPr/>
        </p:nvGrpSpPr>
        <p:grpSpPr>
          <a:xfrm>
            <a:off x="9287170" y="2340181"/>
            <a:ext cx="2509757" cy="3053768"/>
            <a:chOff x="19212476" y="249082"/>
            <a:chExt cx="4133873" cy="7396695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8A8D3A0E-6DB5-F202-95B6-A8C667236A0E}"/>
                </a:ext>
              </a:extLst>
            </p:cNvPr>
            <p:cNvSpPr/>
            <p:nvPr/>
          </p:nvSpPr>
          <p:spPr>
            <a:xfrm>
              <a:off x="19212476" y="414455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6" name="Rectángulo: esquinas redondeadas 4">
              <a:extLst>
                <a:ext uri="{FF2B5EF4-FFF2-40B4-BE49-F238E27FC236}">
                  <a16:creationId xmlns:a16="http://schemas.microsoft.com/office/drawing/2014/main" id="{790BBCF7-FE56-E493-CDF0-90BEB5934DB5}"/>
                </a:ext>
              </a:extLst>
            </p:cNvPr>
            <p:cNvSpPr txBox="1"/>
            <p:nvPr/>
          </p:nvSpPr>
          <p:spPr>
            <a:xfrm>
              <a:off x="19441230" y="249082"/>
              <a:ext cx="3905119" cy="73966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688" tIns="170688" rIns="170688" bIns="170688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dirty="0">
                  <a:solidFill>
                    <a:schemeClr val="tx1"/>
                  </a:solidFill>
                </a:rPr>
                <a:t>Lista</a:t>
              </a:r>
              <a:r>
                <a:rPr lang="es-CO" sz="1400" kern="1200" dirty="0">
                  <a:solidFill>
                    <a:schemeClr val="tx1"/>
                  </a:solidFill>
                </a:rPr>
                <a:t> de asistencia.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kern="1200" dirty="0">
                  <a:solidFill>
                    <a:schemeClr val="tx1"/>
                  </a:solidFill>
                </a:rPr>
                <a:t>Direccionamiento informe posibles deserciones.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kern="1200" dirty="0">
                  <a:solidFill>
                    <a:schemeClr val="tx1"/>
                  </a:solidFill>
                </a:rPr>
                <a:t>Direccionamiento informe aprendices sin contrato de aprendizaje.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kern="1200" dirty="0">
                  <a:solidFill>
                    <a:schemeClr val="tx1"/>
                  </a:solidFill>
                </a:rPr>
                <a:t>Organizar expediente de la ficha con evidencia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400" kern="1200" dirty="0">
                  <a:solidFill>
                    <a:schemeClr val="tx1"/>
                  </a:solidFill>
                </a:rPr>
                <a:t>Subir evidencia del taller M2 al </a:t>
              </a:r>
              <a:r>
                <a:rPr lang="es-CO" sz="1400" dirty="0">
                  <a:solidFill>
                    <a:schemeClr val="tx1"/>
                  </a:solidFill>
                </a:rPr>
                <a:t>SharePoint</a:t>
              </a:r>
              <a:r>
                <a:rPr lang="es-CO" sz="1400" kern="1200" dirty="0">
                  <a:solidFill>
                    <a:schemeClr val="tx1"/>
                  </a:solidFill>
                </a:rPr>
                <a:t>.</a:t>
              </a:r>
              <a:endParaRPr lang="es-CO" sz="1400" kern="1200" dirty="0">
                <a:solidFill>
                  <a:schemeClr val="tx1"/>
                </a:solidFill>
                <a:cs typeface="Calibri"/>
              </a:endParaRP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400" kern="1200" dirty="0">
                <a:solidFill>
                  <a:schemeClr val="bg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0" name="CuadroTexto 5">
            <a:extLst>
              <a:ext uri="{FF2B5EF4-FFF2-40B4-BE49-F238E27FC236}">
                <a16:creationId xmlns:a16="http://schemas.microsoft.com/office/drawing/2014/main" id="{1B47C92F-653F-8CB3-F97D-976CFABD52B2}"/>
              </a:ext>
            </a:extLst>
          </p:cNvPr>
          <p:cNvSpPr txBox="1"/>
          <p:nvPr/>
        </p:nvSpPr>
        <p:spPr>
          <a:xfrm>
            <a:off x="5545139" y="5714144"/>
            <a:ext cx="103118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Quince </a:t>
            </a:r>
            <a:r>
              <a:rPr lang="es-CO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(15) días antes de finalizar la etapa lectiva</a:t>
            </a:r>
            <a:r>
              <a:rPr lang="es-CO" sz="2400" b="1" dirty="0">
                <a:solidFill>
                  <a:schemeClr val="bg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.</a:t>
            </a:r>
          </a:p>
          <a:p>
            <a:endParaRPr lang="es-CO" sz="3200" b="1" dirty="0">
              <a:solidFill>
                <a:schemeClr val="bg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grpSp>
        <p:nvGrpSpPr>
          <p:cNvPr id="31" name="Group 9">
            <a:extLst>
              <a:ext uri="{FF2B5EF4-FFF2-40B4-BE49-F238E27FC236}">
                <a16:creationId xmlns:a16="http://schemas.microsoft.com/office/drawing/2014/main" id="{1FAF9298-AA74-51A6-7B91-F1892F10E611}"/>
              </a:ext>
            </a:extLst>
          </p:cNvPr>
          <p:cNvGrpSpPr>
            <a:grpSpLocks/>
          </p:cNvGrpSpPr>
          <p:nvPr/>
        </p:nvGrpSpPr>
        <p:grpSpPr bwMode="auto">
          <a:xfrm rot="4976862" flipH="1">
            <a:off x="5034123" y="5664323"/>
            <a:ext cx="493705" cy="600302"/>
            <a:chOff x="1944" y="1111"/>
            <a:chExt cx="204" cy="196"/>
          </a:xfrm>
        </p:grpSpPr>
        <p:pic>
          <p:nvPicPr>
            <p:cNvPr id="32" name="Picture 10" descr="circuler_1">
              <a:extLst>
                <a:ext uri="{FF2B5EF4-FFF2-40B4-BE49-F238E27FC236}">
                  <a16:creationId xmlns:a16="http://schemas.microsoft.com/office/drawing/2014/main" id="{AFD27BCC-C86B-A068-BAC7-2C087CA791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H="1">
              <a:off x="1961" y="1124"/>
              <a:ext cx="174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Oval 11">
              <a:extLst>
                <a:ext uri="{FF2B5EF4-FFF2-40B4-BE49-F238E27FC236}">
                  <a16:creationId xmlns:a16="http://schemas.microsoft.com/office/drawing/2014/main" id="{947FCA05-9599-6B96-895C-E0A3BE3ECB34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1962" y="1124"/>
              <a:ext cx="173" cy="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grpSp>
          <p:nvGrpSpPr>
            <p:cNvPr id="34" name="Group 12">
              <a:extLst>
                <a:ext uri="{FF2B5EF4-FFF2-40B4-BE49-F238E27FC236}">
                  <a16:creationId xmlns:a16="http://schemas.microsoft.com/office/drawing/2014/main" id="{7E229E0A-03FC-D0FE-C10A-A8539C26EE31}"/>
                </a:ext>
              </a:extLst>
            </p:cNvPr>
            <p:cNvGrpSpPr>
              <a:grpSpLocks/>
            </p:cNvGrpSpPr>
            <p:nvPr/>
          </p:nvGrpSpPr>
          <p:grpSpPr bwMode="auto">
            <a:xfrm rot="1297425" flipV="1">
              <a:off x="1971" y="1258"/>
              <a:ext cx="151" cy="37"/>
              <a:chOff x="2532" y="1051"/>
              <a:chExt cx="893" cy="246"/>
            </a:xfrm>
          </p:grpSpPr>
          <p:grpSp>
            <p:nvGrpSpPr>
              <p:cNvPr id="37" name="Group 13">
                <a:extLst>
                  <a:ext uri="{FF2B5EF4-FFF2-40B4-BE49-F238E27FC236}">
                    <a16:creationId xmlns:a16="http://schemas.microsoft.com/office/drawing/2014/main" id="{4977839B-B460-0327-3452-E53D606F8A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1051"/>
                <a:ext cx="743" cy="185"/>
                <a:chOff x="1565" y="2568"/>
                <a:chExt cx="1118" cy="279"/>
              </a:xfrm>
            </p:grpSpPr>
            <p:sp>
              <p:nvSpPr>
                <p:cNvPr id="43" name="AutoShape 14">
                  <a:extLst>
                    <a:ext uri="{FF2B5EF4-FFF2-40B4-BE49-F238E27FC236}">
                      <a16:creationId xmlns:a16="http://schemas.microsoft.com/office/drawing/2014/main" id="{2E2EA5E7-5DF6-67CD-DEC0-AA0CA2983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4" name="AutoShape 15">
                  <a:extLst>
                    <a:ext uri="{FF2B5EF4-FFF2-40B4-BE49-F238E27FC236}">
                      <a16:creationId xmlns:a16="http://schemas.microsoft.com/office/drawing/2014/main" id="{2534680E-EADC-A5F1-D9C8-2F934D557C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5" name="AutoShape 16">
                  <a:extLst>
                    <a:ext uri="{FF2B5EF4-FFF2-40B4-BE49-F238E27FC236}">
                      <a16:creationId xmlns:a16="http://schemas.microsoft.com/office/drawing/2014/main" id="{B772794A-C35B-757A-5B72-30CBF85E81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6" name="AutoShape 17">
                  <a:extLst>
                    <a:ext uri="{FF2B5EF4-FFF2-40B4-BE49-F238E27FC236}">
                      <a16:creationId xmlns:a16="http://schemas.microsoft.com/office/drawing/2014/main" id="{EB39DD36-1E92-EABC-081F-F91DCBB94C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8" name="Group 18">
                <a:extLst>
                  <a:ext uri="{FF2B5EF4-FFF2-40B4-BE49-F238E27FC236}">
                    <a16:creationId xmlns:a16="http://schemas.microsoft.com/office/drawing/2014/main" id="{DA80D5E0-5B83-FBAF-64C8-FA71658E7C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353540">
                <a:off x="2682" y="1111"/>
                <a:ext cx="743" cy="186"/>
                <a:chOff x="1565" y="2568"/>
                <a:chExt cx="1118" cy="279"/>
              </a:xfrm>
            </p:grpSpPr>
            <p:sp>
              <p:nvSpPr>
                <p:cNvPr id="39" name="AutoShape 19">
                  <a:extLst>
                    <a:ext uri="{FF2B5EF4-FFF2-40B4-BE49-F238E27FC236}">
                      <a16:creationId xmlns:a16="http://schemas.microsoft.com/office/drawing/2014/main" id="{8B2AC641-91D8-2DDC-09BB-46CDD20711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0" name="AutoShape 20">
                  <a:extLst>
                    <a:ext uri="{FF2B5EF4-FFF2-40B4-BE49-F238E27FC236}">
                      <a16:creationId xmlns:a16="http://schemas.microsoft.com/office/drawing/2014/main" id="{C556B263-E38D-38CD-7749-18CCB28C3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1" name="AutoShape 21">
                  <a:extLst>
                    <a:ext uri="{FF2B5EF4-FFF2-40B4-BE49-F238E27FC236}">
                      <a16:creationId xmlns:a16="http://schemas.microsoft.com/office/drawing/2014/main" id="{B5F4A6DD-F501-9AA6-1545-8A1F46C96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2" name="AutoShape 22">
                  <a:extLst>
                    <a:ext uri="{FF2B5EF4-FFF2-40B4-BE49-F238E27FC236}">
                      <a16:creationId xmlns:a16="http://schemas.microsoft.com/office/drawing/2014/main" id="{BB5944F1-799A-C238-15B9-5DB72518F5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</p:grpSp>
        <p:sp>
          <p:nvSpPr>
            <p:cNvPr id="35" name="Arc 23">
              <a:extLst>
                <a:ext uri="{FF2B5EF4-FFF2-40B4-BE49-F238E27FC236}">
                  <a16:creationId xmlns:a16="http://schemas.microsoft.com/office/drawing/2014/main" id="{65C01818-4F89-4420-3A70-D7F13D64C2B3}"/>
                </a:ext>
              </a:extLst>
            </p:cNvPr>
            <p:cNvSpPr>
              <a:spLocks/>
            </p:cNvSpPr>
            <p:nvPr/>
          </p:nvSpPr>
          <p:spPr bwMode="gray">
            <a:xfrm rot="25447716">
              <a:off x="1948" y="1107"/>
              <a:ext cx="196" cy="20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603 w 43200"/>
                <a:gd name="T1" fmla="*/ 33545 h 43155"/>
                <a:gd name="T2" fmla="*/ 22996 w 43200"/>
                <a:gd name="T3" fmla="*/ 43155 h 43155"/>
                <a:gd name="T4" fmla="*/ 21600 w 43200"/>
                <a:gd name="T5" fmla="*/ 21600 h 43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155" fill="none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</a:path>
                <a:path w="43200" h="43155" stroke="0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pic>
          <p:nvPicPr>
            <p:cNvPr id="36" name="Picture 24" descr="light_shadow1">
              <a:extLst>
                <a:ext uri="{FF2B5EF4-FFF2-40B4-BE49-F238E27FC236}">
                  <a16:creationId xmlns:a16="http://schemas.microsoft.com/office/drawing/2014/main" id="{C30D953C-B493-F833-9842-249355341E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740"/>
            <a:stretch>
              <a:fillRect/>
            </a:stretch>
          </p:blipFill>
          <p:spPr bwMode="gray">
            <a:xfrm rot="2569845" flipH="1">
              <a:off x="2015" y="1139"/>
              <a:ext cx="129" cy="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7711FC31-725B-6316-6D54-EB05B8E84C9C}"/>
              </a:ext>
            </a:extLst>
          </p:cNvPr>
          <p:cNvGrpSpPr/>
          <p:nvPr/>
        </p:nvGrpSpPr>
        <p:grpSpPr>
          <a:xfrm>
            <a:off x="3376072" y="2572051"/>
            <a:ext cx="2933692" cy="5012638"/>
            <a:chOff x="7260529" y="3289630"/>
            <a:chExt cx="2613605" cy="6600388"/>
          </a:xfrm>
        </p:grpSpPr>
        <p:sp>
          <p:nvSpPr>
            <p:cNvPr id="48" name="Rectángulo: esquinas redondeadas 47">
              <a:extLst>
                <a:ext uri="{FF2B5EF4-FFF2-40B4-BE49-F238E27FC236}">
                  <a16:creationId xmlns:a16="http://schemas.microsoft.com/office/drawing/2014/main" id="{4BCC9F20-D21B-8E6E-429B-86508B50E8A3}"/>
                </a:ext>
              </a:extLst>
            </p:cNvPr>
            <p:cNvSpPr/>
            <p:nvPr/>
          </p:nvSpPr>
          <p:spPr>
            <a:xfrm>
              <a:off x="7260529" y="3289630"/>
              <a:ext cx="2306197" cy="333530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49" name="Rectángulo: esquinas redondeadas 4">
              <a:extLst>
                <a:ext uri="{FF2B5EF4-FFF2-40B4-BE49-F238E27FC236}">
                  <a16:creationId xmlns:a16="http://schemas.microsoft.com/office/drawing/2014/main" id="{20886656-F282-BE6D-C6F8-DFEBFCE3B530}"/>
                </a:ext>
              </a:extLst>
            </p:cNvPr>
            <p:cNvSpPr txBox="1"/>
            <p:nvPr/>
          </p:nvSpPr>
          <p:spPr>
            <a:xfrm>
              <a:off x="7297624" y="3452698"/>
              <a:ext cx="2576510" cy="64373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rgbClr val="FF0000"/>
                  </a:solidFill>
                </a:rPr>
                <a:t>Verificación del estado académico de los aprendices y posibles deserciones. (Sofia Plus)</a:t>
              </a:r>
              <a:endParaRPr lang="es-ES" sz="1600" dirty="0">
                <a:solidFill>
                  <a:srgbClr val="FF0000"/>
                </a:solidFill>
                <a:ea typeface="Calibri"/>
                <a:cs typeface="Calibri"/>
              </a:endParaRPr>
            </a:p>
            <a:p>
              <a:pPr marL="228600" lvl="1" indent="-228600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/>
                <a:buChar char="•"/>
              </a:pPr>
              <a:r>
                <a:rPr lang="es-CO" sz="1600" dirty="0">
                  <a:solidFill>
                    <a:schemeClr val="tx1"/>
                  </a:solidFill>
                </a:rPr>
                <a:t>Validación alternativa de etapa productiva (</a:t>
              </a:r>
              <a:r>
                <a:rPr lang="es-CO" sz="1600" dirty="0" err="1">
                  <a:solidFill>
                    <a:schemeClr val="tx1"/>
                  </a:solidFill>
                </a:rPr>
                <a:t>Caprendizaje</a:t>
              </a:r>
              <a:r>
                <a:rPr lang="es-CO" sz="1600" dirty="0">
                  <a:solidFill>
                    <a:schemeClr val="tx1"/>
                  </a:solidFill>
                </a:rPr>
                <a:t>)</a:t>
              </a:r>
              <a:endParaRPr lang="es-ES" sz="1600" dirty="0">
                <a:solidFill>
                  <a:schemeClr val="tx1"/>
                </a:solidFill>
              </a:endParaRPr>
            </a:p>
            <a:p>
              <a:pPr marL="228600" lvl="1" indent="-228600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/>
                <a:buChar char="•"/>
              </a:pPr>
              <a:r>
                <a:rPr lang="es-CO" sz="1600" dirty="0">
                  <a:solidFill>
                    <a:schemeClr val="tx1"/>
                  </a:solidFill>
                </a:rPr>
                <a:t>Diligencie formato  </a:t>
              </a:r>
              <a:r>
                <a:rPr lang="es-CO" sz="1600" b="1" dirty="0">
                  <a:solidFill>
                    <a:srgbClr val="FF0000"/>
                  </a:solidFill>
                </a:rPr>
                <a:t>F165</a:t>
              </a:r>
              <a:r>
                <a:rPr lang="es-ES" sz="1600" dirty="0">
                  <a:solidFill>
                    <a:schemeClr val="tx1"/>
                  </a:solidFill>
                </a:rPr>
                <a:t> </a:t>
              </a:r>
              <a:endParaRPr lang="es-ES" sz="1600" dirty="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98FA2-EFC5-053D-528D-D7F7509A1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7" descr="1">
            <a:extLst>
              <a:ext uri="{FF2B5EF4-FFF2-40B4-BE49-F238E27FC236}">
                <a16:creationId xmlns:a16="http://schemas.microsoft.com/office/drawing/2014/main" id="{EB657E9B-90A0-5B8D-1CBF-683A8C809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1301759" y="5946805"/>
            <a:ext cx="915364" cy="1096969"/>
          </a:xfrm>
          <a:prstGeom prst="rect">
            <a:avLst/>
          </a:prstGeom>
          <a:noFill/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7EAE6036-D6CF-35FF-228A-3476F5D222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2831351"/>
              </p:ext>
            </p:extLst>
          </p:nvPr>
        </p:nvGraphicFramePr>
        <p:xfrm>
          <a:off x="5477655" y="1206542"/>
          <a:ext cx="7735968" cy="544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F506D3EB-10F7-C016-4951-26ABBE633106}"/>
              </a:ext>
            </a:extLst>
          </p:cNvPr>
          <p:cNvGrpSpPr/>
          <p:nvPr/>
        </p:nvGrpSpPr>
        <p:grpSpPr>
          <a:xfrm>
            <a:off x="6093695" y="2883039"/>
            <a:ext cx="1718723" cy="1996351"/>
            <a:chOff x="-4617760" y="-3251699"/>
            <a:chExt cx="2950372" cy="4017256"/>
          </a:xfrm>
        </p:grpSpPr>
        <p:sp>
          <p:nvSpPr>
            <p:cNvPr id="4" name="Hexágono 3">
              <a:extLst>
                <a:ext uri="{FF2B5EF4-FFF2-40B4-BE49-F238E27FC236}">
                  <a16:creationId xmlns:a16="http://schemas.microsoft.com/office/drawing/2014/main" id="{EA4F0C37-8618-D51E-DA91-E61D610BC8B5}"/>
                </a:ext>
              </a:extLst>
            </p:cNvPr>
            <p:cNvSpPr/>
            <p:nvPr/>
          </p:nvSpPr>
          <p:spPr>
            <a:xfrm rot="5400000">
              <a:off x="-5151202" y="-2718257"/>
              <a:ext cx="4017256" cy="2950372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5" name="Hexágono 4">
              <a:extLst>
                <a:ext uri="{FF2B5EF4-FFF2-40B4-BE49-F238E27FC236}">
                  <a16:creationId xmlns:a16="http://schemas.microsoft.com/office/drawing/2014/main" id="{98678F61-A4B1-C7AB-7878-79ACD4CE7588}"/>
                </a:ext>
              </a:extLst>
            </p:cNvPr>
            <p:cNvSpPr txBox="1"/>
            <p:nvPr/>
          </p:nvSpPr>
          <p:spPr>
            <a:xfrm>
              <a:off x="-4248129" y="-2674523"/>
              <a:ext cx="2405733" cy="276521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8110" tIns="118110" rIns="118110" bIns="118110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O" sz="2000" b="1" kern="1200" dirty="0"/>
                <a:t>Acta Talleres</a:t>
              </a:r>
            </a:p>
          </p:txBody>
        </p:sp>
      </p:grpSp>
      <p:sp>
        <p:nvSpPr>
          <p:cNvPr id="6" name="Título 1">
            <a:extLst>
              <a:ext uri="{FF2B5EF4-FFF2-40B4-BE49-F238E27FC236}">
                <a16:creationId xmlns:a16="http://schemas.microsoft.com/office/drawing/2014/main" id="{88C0FF9D-0606-0C6F-7349-B2F49FBCD333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Evidencias M1 y M2</a:t>
            </a:r>
          </a:p>
        </p:txBody>
      </p:sp>
      <p:grpSp>
        <p:nvGrpSpPr>
          <p:cNvPr id="7" name="Google Shape;439;p28">
            <a:extLst>
              <a:ext uri="{FF2B5EF4-FFF2-40B4-BE49-F238E27FC236}">
                <a16:creationId xmlns:a16="http://schemas.microsoft.com/office/drawing/2014/main" id="{1F8A2F4E-2829-84F4-BBF4-7AF45BB299B3}"/>
              </a:ext>
            </a:extLst>
          </p:cNvPr>
          <p:cNvGrpSpPr/>
          <p:nvPr/>
        </p:nvGrpSpPr>
        <p:grpSpPr>
          <a:xfrm>
            <a:off x="204854" y="1500070"/>
            <a:ext cx="5509182" cy="4536313"/>
            <a:chOff x="0" y="982900"/>
            <a:chExt cx="4600713" cy="3725949"/>
          </a:xfrm>
        </p:grpSpPr>
        <p:grpSp>
          <p:nvGrpSpPr>
            <p:cNvPr id="8" name="Google Shape;440;p28">
              <a:extLst>
                <a:ext uri="{FF2B5EF4-FFF2-40B4-BE49-F238E27FC236}">
                  <a16:creationId xmlns:a16="http://schemas.microsoft.com/office/drawing/2014/main" id="{0F407F9E-50E6-C047-65BB-A532AB601A18}"/>
                </a:ext>
              </a:extLst>
            </p:cNvPr>
            <p:cNvGrpSpPr/>
            <p:nvPr/>
          </p:nvGrpSpPr>
          <p:grpSpPr>
            <a:xfrm>
              <a:off x="411576" y="982900"/>
              <a:ext cx="2214991" cy="3181003"/>
              <a:chOff x="624596" y="982906"/>
              <a:chExt cx="2001980" cy="3181003"/>
            </a:xfrm>
          </p:grpSpPr>
          <p:sp>
            <p:nvSpPr>
              <p:cNvPr id="101" name="Google Shape;441;p28">
                <a:extLst>
                  <a:ext uri="{FF2B5EF4-FFF2-40B4-BE49-F238E27FC236}">
                    <a16:creationId xmlns:a16="http://schemas.microsoft.com/office/drawing/2014/main" id="{1FA8FB10-3E1E-1582-C0D8-8F60374A9461}"/>
                  </a:ext>
                </a:extLst>
              </p:cNvPr>
              <p:cNvSpPr/>
              <p:nvPr/>
            </p:nvSpPr>
            <p:spPr>
              <a:xfrm>
                <a:off x="692176" y="1142009"/>
                <a:ext cx="1934400" cy="3021900"/>
              </a:xfrm>
              <a:prstGeom prst="roundRect">
                <a:avLst>
                  <a:gd name="adj" fmla="val 4313"/>
                </a:avLst>
              </a:prstGeom>
              <a:solidFill>
                <a:srgbClr val="FFF2CC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442;p28">
                <a:extLst>
                  <a:ext uri="{FF2B5EF4-FFF2-40B4-BE49-F238E27FC236}">
                    <a16:creationId xmlns:a16="http://schemas.microsoft.com/office/drawing/2014/main" id="{033A9655-A017-9B0D-2ECA-FA1077DA22E6}"/>
                  </a:ext>
                </a:extLst>
              </p:cNvPr>
              <p:cNvSpPr/>
              <p:nvPr/>
            </p:nvSpPr>
            <p:spPr>
              <a:xfrm>
                <a:off x="624596" y="982906"/>
                <a:ext cx="1881817" cy="2984405"/>
              </a:xfrm>
              <a:custGeom>
                <a:avLst/>
                <a:gdLst/>
                <a:ahLst/>
                <a:cxnLst/>
                <a:rect l="l" t="t" r="r" b="b"/>
                <a:pathLst>
                  <a:path w="53747" h="74336" extrusionOk="0">
                    <a:moveTo>
                      <a:pt x="52246" y="65"/>
                    </a:moveTo>
                    <a:cubicBezTo>
                      <a:pt x="53040" y="65"/>
                      <a:pt x="53682" y="711"/>
                      <a:pt x="53682" y="1501"/>
                    </a:cubicBezTo>
                    <a:lnTo>
                      <a:pt x="53682" y="72835"/>
                    </a:lnTo>
                    <a:cubicBezTo>
                      <a:pt x="53682" y="73625"/>
                      <a:pt x="53040" y="74268"/>
                      <a:pt x="52246" y="74268"/>
                    </a:cubicBezTo>
                    <a:lnTo>
                      <a:pt x="1501" y="74268"/>
                    </a:lnTo>
                    <a:cubicBezTo>
                      <a:pt x="711" y="74268"/>
                      <a:pt x="65" y="73625"/>
                      <a:pt x="65" y="72835"/>
                    </a:cubicBezTo>
                    <a:lnTo>
                      <a:pt x="65" y="1501"/>
                    </a:lnTo>
                    <a:cubicBezTo>
                      <a:pt x="65" y="711"/>
                      <a:pt x="711" y="65"/>
                      <a:pt x="1501" y="65"/>
                    </a:cubicBezTo>
                    <a:close/>
                    <a:moveTo>
                      <a:pt x="1501" y="1"/>
                    </a:moveTo>
                    <a:cubicBezTo>
                      <a:pt x="676" y="1"/>
                      <a:pt x="0" y="675"/>
                      <a:pt x="0" y="1501"/>
                    </a:cubicBezTo>
                    <a:lnTo>
                      <a:pt x="0" y="72835"/>
                    </a:lnTo>
                    <a:cubicBezTo>
                      <a:pt x="0" y="73660"/>
                      <a:pt x="676" y="74336"/>
                      <a:pt x="1501" y="74336"/>
                    </a:cubicBezTo>
                    <a:lnTo>
                      <a:pt x="52246" y="74336"/>
                    </a:lnTo>
                    <a:cubicBezTo>
                      <a:pt x="53076" y="74336"/>
                      <a:pt x="53747" y="73660"/>
                      <a:pt x="53747" y="72835"/>
                    </a:cubicBezTo>
                    <a:lnTo>
                      <a:pt x="53747" y="1501"/>
                    </a:lnTo>
                    <a:cubicBezTo>
                      <a:pt x="53747" y="675"/>
                      <a:pt x="53076" y="1"/>
                      <a:pt x="52246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38A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443;p28">
              <a:extLst>
                <a:ext uri="{FF2B5EF4-FFF2-40B4-BE49-F238E27FC236}">
                  <a16:creationId xmlns:a16="http://schemas.microsoft.com/office/drawing/2014/main" id="{CE4DFA25-21A0-BEC6-A36C-D9AF0DF521DE}"/>
                </a:ext>
              </a:extLst>
            </p:cNvPr>
            <p:cNvGrpSpPr/>
            <p:nvPr/>
          </p:nvGrpSpPr>
          <p:grpSpPr>
            <a:xfrm>
              <a:off x="0" y="4397412"/>
              <a:ext cx="4600713" cy="150450"/>
              <a:chOff x="0" y="4397412"/>
              <a:chExt cx="4600713" cy="150450"/>
            </a:xfrm>
          </p:grpSpPr>
          <p:sp>
            <p:nvSpPr>
              <p:cNvPr id="96" name="Google Shape;444;p28">
                <a:extLst>
                  <a:ext uri="{FF2B5EF4-FFF2-40B4-BE49-F238E27FC236}">
                    <a16:creationId xmlns:a16="http://schemas.microsoft.com/office/drawing/2014/main" id="{37B0388C-6725-BBEB-81E9-C13451C2E20B}"/>
                  </a:ext>
                </a:extLst>
              </p:cNvPr>
              <p:cNvSpPr/>
              <p:nvPr/>
            </p:nvSpPr>
            <p:spPr>
              <a:xfrm>
                <a:off x="0" y="4397412"/>
                <a:ext cx="4600713" cy="2416"/>
              </a:xfrm>
              <a:custGeom>
                <a:avLst/>
                <a:gdLst/>
                <a:ahLst/>
                <a:cxnLst/>
                <a:rect l="l" t="t" r="r" b="b"/>
                <a:pathLst>
                  <a:path w="131402" h="69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131401" y="69"/>
                    </a:lnTo>
                    <a:lnTo>
                      <a:pt x="131401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38A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445;p28">
                <a:extLst>
                  <a:ext uri="{FF2B5EF4-FFF2-40B4-BE49-F238E27FC236}">
                    <a16:creationId xmlns:a16="http://schemas.microsoft.com/office/drawing/2014/main" id="{F963682F-6FE3-A187-9B8B-EB649D45C6F6}"/>
                  </a:ext>
                </a:extLst>
              </p:cNvPr>
              <p:cNvSpPr/>
              <p:nvPr/>
            </p:nvSpPr>
            <p:spPr>
              <a:xfrm>
                <a:off x="755786" y="4545586"/>
                <a:ext cx="30551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8726" y="65"/>
                    </a:lnTo>
                    <a:lnTo>
                      <a:pt x="872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38A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446;p28">
                <a:extLst>
                  <a:ext uri="{FF2B5EF4-FFF2-40B4-BE49-F238E27FC236}">
                    <a16:creationId xmlns:a16="http://schemas.microsoft.com/office/drawing/2014/main" id="{83BEAA3F-F385-9125-BA69-F44C3B00AA34}"/>
                  </a:ext>
                </a:extLst>
              </p:cNvPr>
              <p:cNvSpPr/>
              <p:nvPr/>
            </p:nvSpPr>
            <p:spPr>
              <a:xfrm>
                <a:off x="1619552" y="4536412"/>
                <a:ext cx="497808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4218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4217" y="65"/>
                    </a:lnTo>
                    <a:lnTo>
                      <a:pt x="14217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38A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447;p28">
                <a:extLst>
                  <a:ext uri="{FF2B5EF4-FFF2-40B4-BE49-F238E27FC236}">
                    <a16:creationId xmlns:a16="http://schemas.microsoft.com/office/drawing/2014/main" id="{41D5DD3F-7F79-F20D-5C9A-75BD597E16F2}"/>
                  </a:ext>
                </a:extLst>
              </p:cNvPr>
              <p:cNvSpPr/>
              <p:nvPr/>
            </p:nvSpPr>
            <p:spPr>
              <a:xfrm>
                <a:off x="1070481" y="4460119"/>
                <a:ext cx="175833" cy="2311"/>
              </a:xfrm>
              <a:custGeom>
                <a:avLst/>
                <a:gdLst/>
                <a:ahLst/>
                <a:cxnLst/>
                <a:rect l="l" t="t" r="r" b="b"/>
                <a:pathLst>
                  <a:path w="5022" h="66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5022" y="65"/>
                    </a:lnTo>
                    <a:lnTo>
                      <a:pt x="5022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38A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448;p28">
                <a:extLst>
                  <a:ext uri="{FF2B5EF4-FFF2-40B4-BE49-F238E27FC236}">
                    <a16:creationId xmlns:a16="http://schemas.microsoft.com/office/drawing/2014/main" id="{20CDF336-EF94-1A07-322D-2DB95990A797}"/>
                  </a:ext>
                </a:extLst>
              </p:cNvPr>
              <p:cNvSpPr/>
              <p:nvPr/>
            </p:nvSpPr>
            <p:spPr>
              <a:xfrm>
                <a:off x="2732853" y="4514424"/>
                <a:ext cx="41825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194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1946" y="65"/>
                    </a:lnTo>
                    <a:lnTo>
                      <a:pt x="11946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38A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449;p28">
              <a:extLst>
                <a:ext uri="{FF2B5EF4-FFF2-40B4-BE49-F238E27FC236}">
                  <a16:creationId xmlns:a16="http://schemas.microsoft.com/office/drawing/2014/main" id="{224F9BA4-DB6F-AB59-E9B2-4F1BC2506890}"/>
                </a:ext>
              </a:extLst>
            </p:cNvPr>
            <p:cNvGrpSpPr/>
            <p:nvPr/>
          </p:nvGrpSpPr>
          <p:grpSpPr>
            <a:xfrm>
              <a:off x="2072827" y="1904259"/>
              <a:ext cx="1418991" cy="2804590"/>
              <a:chOff x="2072827" y="1904259"/>
              <a:chExt cx="1418991" cy="2804590"/>
            </a:xfrm>
          </p:grpSpPr>
          <p:sp>
            <p:nvSpPr>
              <p:cNvPr id="11" name="Google Shape;450;p28">
                <a:extLst>
                  <a:ext uri="{FF2B5EF4-FFF2-40B4-BE49-F238E27FC236}">
                    <a16:creationId xmlns:a16="http://schemas.microsoft.com/office/drawing/2014/main" id="{FC173363-C2EA-340D-F21A-D1B2AFAE3941}"/>
                  </a:ext>
                </a:extLst>
              </p:cNvPr>
              <p:cNvSpPr/>
              <p:nvPr/>
            </p:nvSpPr>
            <p:spPr>
              <a:xfrm>
                <a:off x="2399847" y="1904259"/>
                <a:ext cx="391230" cy="380866"/>
              </a:xfrm>
              <a:custGeom>
                <a:avLst/>
                <a:gdLst/>
                <a:ahLst/>
                <a:cxnLst/>
                <a:rect l="l" t="t" r="r" b="b"/>
                <a:pathLst>
                  <a:path w="11174" h="10878" extrusionOk="0">
                    <a:moveTo>
                      <a:pt x="7624" y="1"/>
                    </a:moveTo>
                    <a:cubicBezTo>
                      <a:pt x="7272" y="1"/>
                      <a:pt x="6880" y="36"/>
                      <a:pt x="6446" y="111"/>
                    </a:cubicBezTo>
                    <a:cubicBezTo>
                      <a:pt x="3478" y="623"/>
                      <a:pt x="1934" y="2250"/>
                      <a:pt x="2139" y="3136"/>
                    </a:cubicBezTo>
                    <a:cubicBezTo>
                      <a:pt x="851" y="3531"/>
                      <a:pt x="0" y="8656"/>
                      <a:pt x="2666" y="10308"/>
                    </a:cubicBezTo>
                    <a:cubicBezTo>
                      <a:pt x="3333" y="10722"/>
                      <a:pt x="4200" y="10877"/>
                      <a:pt x="5124" y="10877"/>
                    </a:cubicBezTo>
                    <a:cubicBezTo>
                      <a:pt x="7890" y="10877"/>
                      <a:pt x="11173" y="9486"/>
                      <a:pt x="11173" y="9486"/>
                    </a:cubicBezTo>
                    <a:cubicBezTo>
                      <a:pt x="11173" y="9486"/>
                      <a:pt x="10290" y="8434"/>
                      <a:pt x="10585" y="5641"/>
                    </a:cubicBezTo>
                    <a:cubicBezTo>
                      <a:pt x="10848" y="3167"/>
                      <a:pt x="10967" y="1"/>
                      <a:pt x="762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451;p28">
                <a:extLst>
                  <a:ext uri="{FF2B5EF4-FFF2-40B4-BE49-F238E27FC236}">
                    <a16:creationId xmlns:a16="http://schemas.microsoft.com/office/drawing/2014/main" id="{48156CB9-6021-52B3-1F9F-A02181AC03C0}"/>
                  </a:ext>
                </a:extLst>
              </p:cNvPr>
              <p:cNvSpPr/>
              <p:nvPr/>
            </p:nvSpPr>
            <p:spPr>
              <a:xfrm>
                <a:off x="2789784" y="2455395"/>
                <a:ext cx="313327" cy="524242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14973" extrusionOk="0">
                    <a:moveTo>
                      <a:pt x="2312" y="1"/>
                    </a:moveTo>
                    <a:lnTo>
                      <a:pt x="1" y="144"/>
                    </a:lnTo>
                    <a:cubicBezTo>
                      <a:pt x="44" y="913"/>
                      <a:pt x="133" y="1616"/>
                      <a:pt x="234" y="2345"/>
                    </a:cubicBezTo>
                    <a:cubicBezTo>
                      <a:pt x="338" y="3066"/>
                      <a:pt x="475" y="3784"/>
                      <a:pt x="629" y="4498"/>
                    </a:cubicBezTo>
                    <a:cubicBezTo>
                      <a:pt x="790" y="5212"/>
                      <a:pt x="959" y="5927"/>
                      <a:pt x="1185" y="6630"/>
                    </a:cubicBezTo>
                    <a:cubicBezTo>
                      <a:pt x="1397" y="7337"/>
                      <a:pt x="1651" y="8038"/>
                      <a:pt x="1949" y="8727"/>
                    </a:cubicBezTo>
                    <a:lnTo>
                      <a:pt x="2183" y="9244"/>
                    </a:lnTo>
                    <a:cubicBezTo>
                      <a:pt x="2216" y="9322"/>
                      <a:pt x="2276" y="9433"/>
                      <a:pt x="2327" y="9531"/>
                    </a:cubicBezTo>
                    <a:cubicBezTo>
                      <a:pt x="2380" y="9631"/>
                      <a:pt x="2438" y="9721"/>
                      <a:pt x="2491" y="9814"/>
                    </a:cubicBezTo>
                    <a:cubicBezTo>
                      <a:pt x="2714" y="10173"/>
                      <a:pt x="2962" y="10478"/>
                      <a:pt x="3210" y="10773"/>
                    </a:cubicBezTo>
                    <a:cubicBezTo>
                      <a:pt x="3712" y="11358"/>
                      <a:pt x="4243" y="11867"/>
                      <a:pt x="4789" y="12355"/>
                    </a:cubicBezTo>
                    <a:cubicBezTo>
                      <a:pt x="5890" y="13321"/>
                      <a:pt x="7025" y="14186"/>
                      <a:pt x="8246" y="14972"/>
                    </a:cubicBezTo>
                    <a:lnTo>
                      <a:pt x="8949" y="14068"/>
                    </a:lnTo>
                    <a:cubicBezTo>
                      <a:pt x="8453" y="13586"/>
                      <a:pt x="7948" y="13094"/>
                      <a:pt x="7463" y="12599"/>
                    </a:cubicBezTo>
                    <a:cubicBezTo>
                      <a:pt x="6971" y="12108"/>
                      <a:pt x="6493" y="11605"/>
                      <a:pt x="6038" y="11096"/>
                    </a:cubicBezTo>
                    <a:cubicBezTo>
                      <a:pt x="5579" y="10589"/>
                      <a:pt x="5144" y="10069"/>
                      <a:pt x="4764" y="9545"/>
                    </a:cubicBezTo>
                    <a:cubicBezTo>
                      <a:pt x="4573" y="9287"/>
                      <a:pt x="4404" y="9021"/>
                      <a:pt x="4268" y="8770"/>
                    </a:cubicBezTo>
                    <a:cubicBezTo>
                      <a:pt x="4240" y="8709"/>
                      <a:pt x="4204" y="8644"/>
                      <a:pt x="4179" y="8587"/>
                    </a:cubicBezTo>
                    <a:cubicBezTo>
                      <a:pt x="4154" y="8522"/>
                      <a:pt x="4132" y="8482"/>
                      <a:pt x="4100" y="8396"/>
                    </a:cubicBezTo>
                    <a:lnTo>
                      <a:pt x="3924" y="7934"/>
                    </a:lnTo>
                    <a:cubicBezTo>
                      <a:pt x="3465" y="6691"/>
                      <a:pt x="3142" y="5371"/>
                      <a:pt x="2875" y="4036"/>
                    </a:cubicBezTo>
                    <a:cubicBezTo>
                      <a:pt x="2743" y="3368"/>
                      <a:pt x="2646" y="2689"/>
                      <a:pt x="2545" y="2015"/>
                    </a:cubicBezTo>
                    <a:cubicBezTo>
                      <a:pt x="2448" y="1344"/>
                      <a:pt x="2373" y="643"/>
                      <a:pt x="2312" y="1"/>
                    </a:cubicBez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452;p28">
                <a:extLst>
                  <a:ext uri="{FF2B5EF4-FFF2-40B4-BE49-F238E27FC236}">
                    <a16:creationId xmlns:a16="http://schemas.microsoft.com/office/drawing/2014/main" id="{8DC2EE6D-E3BC-F2F5-2835-7A2BDB0A7F14}"/>
                  </a:ext>
                </a:extLst>
              </p:cNvPr>
              <p:cNvSpPr/>
              <p:nvPr/>
            </p:nvSpPr>
            <p:spPr>
              <a:xfrm>
                <a:off x="2724205" y="2358410"/>
                <a:ext cx="176358" cy="233253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6662" extrusionOk="0">
                    <a:moveTo>
                      <a:pt x="2431" y="1"/>
                    </a:moveTo>
                    <a:cubicBezTo>
                      <a:pt x="1717" y="1"/>
                      <a:pt x="1248" y="323"/>
                      <a:pt x="718" y="1080"/>
                    </a:cubicBezTo>
                    <a:cubicBezTo>
                      <a:pt x="0" y="2107"/>
                      <a:pt x="1468" y="6662"/>
                      <a:pt x="1468" y="6662"/>
                    </a:cubicBezTo>
                    <a:lnTo>
                      <a:pt x="5036" y="4235"/>
                    </a:lnTo>
                    <a:cubicBezTo>
                      <a:pt x="5036" y="4235"/>
                      <a:pt x="4386" y="391"/>
                      <a:pt x="3449" y="154"/>
                    </a:cubicBezTo>
                    <a:cubicBezTo>
                      <a:pt x="3055" y="55"/>
                      <a:pt x="2722" y="1"/>
                      <a:pt x="243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453;p28">
                <a:extLst>
                  <a:ext uri="{FF2B5EF4-FFF2-40B4-BE49-F238E27FC236}">
                    <a16:creationId xmlns:a16="http://schemas.microsoft.com/office/drawing/2014/main" id="{A6941EBD-595C-FC73-CB66-2FC2F26B45C9}"/>
                  </a:ext>
                </a:extLst>
              </p:cNvPr>
              <p:cNvSpPr/>
              <p:nvPr/>
            </p:nvSpPr>
            <p:spPr>
              <a:xfrm>
                <a:off x="2853507" y="2457531"/>
                <a:ext cx="1646" cy="8858"/>
              </a:xfrm>
              <a:custGeom>
                <a:avLst/>
                <a:gdLst/>
                <a:ahLst/>
                <a:cxnLst/>
                <a:rect l="l" t="t" r="r" b="b"/>
                <a:pathLst>
                  <a:path w="47" h="253" extrusionOk="0">
                    <a:moveTo>
                      <a:pt x="0" y="1"/>
                    </a:moveTo>
                    <a:lnTo>
                      <a:pt x="0" y="252"/>
                    </a:lnTo>
                    <a:lnTo>
                      <a:pt x="47" y="252"/>
                    </a:lnTo>
                    <a:lnTo>
                      <a:pt x="47" y="1"/>
                    </a:lnTo>
                    <a:close/>
                  </a:path>
                </a:pathLst>
              </a:custGeom>
              <a:solidFill>
                <a:srgbClr val="1E282D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454;p28">
                <a:extLst>
                  <a:ext uri="{FF2B5EF4-FFF2-40B4-BE49-F238E27FC236}">
                    <a16:creationId xmlns:a16="http://schemas.microsoft.com/office/drawing/2014/main" id="{BB957124-9754-BAB7-CDD1-0F1A57FDC860}"/>
                  </a:ext>
                </a:extLst>
              </p:cNvPr>
              <p:cNvSpPr/>
              <p:nvPr/>
            </p:nvSpPr>
            <p:spPr>
              <a:xfrm>
                <a:off x="2759253" y="2491738"/>
                <a:ext cx="149959" cy="113756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249" extrusionOk="0">
                    <a:moveTo>
                      <a:pt x="4200" y="1"/>
                    </a:moveTo>
                    <a:lnTo>
                      <a:pt x="0" y="2829"/>
                    </a:lnTo>
                    <a:lnTo>
                      <a:pt x="270" y="3248"/>
                    </a:lnTo>
                    <a:lnTo>
                      <a:pt x="4282" y="374"/>
                    </a:lnTo>
                    <a:lnTo>
                      <a:pt x="4200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455;p28">
                <a:extLst>
                  <a:ext uri="{FF2B5EF4-FFF2-40B4-BE49-F238E27FC236}">
                    <a16:creationId xmlns:a16="http://schemas.microsoft.com/office/drawing/2014/main" id="{9687C4BF-9AF8-E6B3-CD36-8CB48C7BC2FD}"/>
                  </a:ext>
                </a:extLst>
              </p:cNvPr>
              <p:cNvSpPr/>
              <p:nvPr/>
            </p:nvSpPr>
            <p:spPr>
              <a:xfrm>
                <a:off x="3066000" y="2936365"/>
                <a:ext cx="112040" cy="66769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907" extrusionOk="0">
                    <a:moveTo>
                      <a:pt x="632" y="0"/>
                    </a:moveTo>
                    <a:lnTo>
                      <a:pt x="1" y="671"/>
                    </a:lnTo>
                    <a:cubicBezTo>
                      <a:pt x="249" y="1580"/>
                      <a:pt x="1666" y="1906"/>
                      <a:pt x="1666" y="1906"/>
                    </a:cubicBezTo>
                    <a:lnTo>
                      <a:pt x="3199" y="184"/>
                    </a:lnTo>
                    <a:lnTo>
                      <a:pt x="632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456;p28">
                <a:extLst>
                  <a:ext uri="{FF2B5EF4-FFF2-40B4-BE49-F238E27FC236}">
                    <a16:creationId xmlns:a16="http://schemas.microsoft.com/office/drawing/2014/main" id="{707758AC-7642-4286-646E-3651B3E78100}"/>
                  </a:ext>
                </a:extLst>
              </p:cNvPr>
              <p:cNvSpPr/>
              <p:nvPr/>
            </p:nvSpPr>
            <p:spPr>
              <a:xfrm>
                <a:off x="2668115" y="4444154"/>
                <a:ext cx="84660" cy="183781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5249" extrusionOk="0">
                    <a:moveTo>
                      <a:pt x="152" y="1"/>
                    </a:moveTo>
                    <a:lnTo>
                      <a:pt x="1" y="5249"/>
                    </a:lnTo>
                    <a:lnTo>
                      <a:pt x="2266" y="5249"/>
                    </a:lnTo>
                    <a:lnTo>
                      <a:pt x="2417" y="1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457;p28">
                <a:extLst>
                  <a:ext uri="{FF2B5EF4-FFF2-40B4-BE49-F238E27FC236}">
                    <a16:creationId xmlns:a16="http://schemas.microsoft.com/office/drawing/2014/main" id="{16D5A39D-558E-048D-2233-B9313E9F286D}"/>
                  </a:ext>
                </a:extLst>
              </p:cNvPr>
              <p:cNvSpPr/>
              <p:nvPr/>
            </p:nvSpPr>
            <p:spPr>
              <a:xfrm>
                <a:off x="2119709" y="4233657"/>
                <a:ext cx="166414" cy="190433"/>
              </a:xfrm>
              <a:custGeom>
                <a:avLst/>
                <a:gdLst/>
                <a:ahLst/>
                <a:cxnLst/>
                <a:rect l="l" t="t" r="r" b="b"/>
                <a:pathLst>
                  <a:path w="4753" h="5439" extrusionOk="0">
                    <a:moveTo>
                      <a:pt x="2656" y="1"/>
                    </a:moveTo>
                    <a:lnTo>
                      <a:pt x="0" y="4585"/>
                    </a:lnTo>
                    <a:lnTo>
                      <a:pt x="2096" y="5438"/>
                    </a:lnTo>
                    <a:lnTo>
                      <a:pt x="4753" y="859"/>
                    </a:lnTo>
                    <a:lnTo>
                      <a:pt x="2656" y="1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458;p28">
                <a:extLst>
                  <a:ext uri="{FF2B5EF4-FFF2-40B4-BE49-F238E27FC236}">
                    <a16:creationId xmlns:a16="http://schemas.microsoft.com/office/drawing/2014/main" id="{FA26FF6B-55A1-DAC2-A126-21795D9AA114}"/>
                  </a:ext>
                </a:extLst>
              </p:cNvPr>
              <p:cNvSpPr/>
              <p:nvPr/>
            </p:nvSpPr>
            <p:spPr>
              <a:xfrm>
                <a:off x="2072827" y="4366600"/>
                <a:ext cx="225516" cy="194775"/>
              </a:xfrm>
              <a:custGeom>
                <a:avLst/>
                <a:gdLst/>
                <a:ahLst/>
                <a:cxnLst/>
                <a:rect l="l" t="t" r="r" b="b"/>
                <a:pathLst>
                  <a:path w="6441" h="5563" extrusionOk="0">
                    <a:moveTo>
                      <a:pt x="1551" y="0"/>
                    </a:moveTo>
                    <a:cubicBezTo>
                      <a:pt x="1497" y="0"/>
                      <a:pt x="1444" y="24"/>
                      <a:pt x="1407" y="69"/>
                    </a:cubicBezTo>
                    <a:lnTo>
                      <a:pt x="130" y="1653"/>
                    </a:lnTo>
                    <a:cubicBezTo>
                      <a:pt x="1" y="1814"/>
                      <a:pt x="51" y="2075"/>
                      <a:pt x="238" y="2183"/>
                    </a:cubicBezTo>
                    <a:cubicBezTo>
                      <a:pt x="1009" y="2622"/>
                      <a:pt x="1404" y="2797"/>
                      <a:pt x="2366" y="3368"/>
                    </a:cubicBezTo>
                    <a:cubicBezTo>
                      <a:pt x="2958" y="3720"/>
                      <a:pt x="4347" y="4926"/>
                      <a:pt x="5166" y="5410"/>
                    </a:cubicBezTo>
                    <a:cubicBezTo>
                      <a:pt x="5348" y="5519"/>
                      <a:pt x="5516" y="5563"/>
                      <a:pt x="5664" y="5563"/>
                    </a:cubicBezTo>
                    <a:cubicBezTo>
                      <a:pt x="6169" y="5563"/>
                      <a:pt x="6440" y="5054"/>
                      <a:pt x="6210" y="4840"/>
                    </a:cubicBezTo>
                    <a:cubicBezTo>
                      <a:pt x="4878" y="3605"/>
                      <a:pt x="4344" y="2377"/>
                      <a:pt x="4086" y="1641"/>
                    </a:cubicBezTo>
                    <a:cubicBezTo>
                      <a:pt x="4038" y="1509"/>
                      <a:pt x="3949" y="1398"/>
                      <a:pt x="3831" y="1329"/>
                    </a:cubicBezTo>
                    <a:lnTo>
                      <a:pt x="1644" y="26"/>
                    </a:lnTo>
                    <a:cubicBezTo>
                      <a:pt x="1615" y="9"/>
                      <a:pt x="1583" y="0"/>
                      <a:pt x="155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459;p28">
                <a:extLst>
                  <a:ext uri="{FF2B5EF4-FFF2-40B4-BE49-F238E27FC236}">
                    <a16:creationId xmlns:a16="http://schemas.microsoft.com/office/drawing/2014/main" id="{0175FA26-061C-8704-45B9-9D1BAC1C579A}"/>
                  </a:ext>
                </a:extLst>
              </p:cNvPr>
              <p:cNvSpPr/>
              <p:nvPr/>
            </p:nvSpPr>
            <p:spPr>
              <a:xfrm>
                <a:off x="2643536" y="4618587"/>
                <a:ext cx="241411" cy="90262"/>
              </a:xfrm>
              <a:custGeom>
                <a:avLst/>
                <a:gdLst/>
                <a:ahLst/>
                <a:cxnLst/>
                <a:rect l="l" t="t" r="r" b="b"/>
                <a:pathLst>
                  <a:path w="6895" h="2578" extrusionOk="0">
                    <a:moveTo>
                      <a:pt x="502" y="1"/>
                    </a:moveTo>
                    <a:cubicBezTo>
                      <a:pt x="409" y="1"/>
                      <a:pt x="333" y="65"/>
                      <a:pt x="323" y="159"/>
                    </a:cubicBezTo>
                    <a:lnTo>
                      <a:pt x="32" y="2172"/>
                    </a:lnTo>
                    <a:cubicBezTo>
                      <a:pt x="0" y="2379"/>
                      <a:pt x="176" y="2575"/>
                      <a:pt x="389" y="2575"/>
                    </a:cubicBezTo>
                    <a:cubicBezTo>
                      <a:pt x="391" y="2575"/>
                      <a:pt x="393" y="2575"/>
                      <a:pt x="394" y="2575"/>
                    </a:cubicBezTo>
                    <a:cubicBezTo>
                      <a:pt x="1281" y="2560"/>
                      <a:pt x="1708" y="2506"/>
                      <a:pt x="2828" y="2506"/>
                    </a:cubicBezTo>
                    <a:cubicBezTo>
                      <a:pt x="3517" y="2506"/>
                      <a:pt x="4942" y="2578"/>
                      <a:pt x="5893" y="2578"/>
                    </a:cubicBezTo>
                    <a:cubicBezTo>
                      <a:pt x="6823" y="2578"/>
                      <a:pt x="6895" y="1637"/>
                      <a:pt x="6496" y="1551"/>
                    </a:cubicBezTo>
                    <a:cubicBezTo>
                      <a:pt x="4723" y="1171"/>
                      <a:pt x="4024" y="643"/>
                      <a:pt x="3424" y="141"/>
                    </a:cubicBezTo>
                    <a:cubicBezTo>
                      <a:pt x="3316" y="51"/>
                      <a:pt x="3184" y="1"/>
                      <a:pt x="30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460;p28">
                <a:extLst>
                  <a:ext uri="{FF2B5EF4-FFF2-40B4-BE49-F238E27FC236}">
                    <a16:creationId xmlns:a16="http://schemas.microsoft.com/office/drawing/2014/main" id="{3DDBD2BD-804E-ADD7-E8CF-CB751C8891C3}"/>
                  </a:ext>
                </a:extLst>
              </p:cNvPr>
              <p:cNvSpPr/>
              <p:nvPr/>
            </p:nvSpPr>
            <p:spPr>
              <a:xfrm>
                <a:off x="2670670" y="4520551"/>
                <a:ext cx="665" cy="18417"/>
              </a:xfrm>
              <a:custGeom>
                <a:avLst/>
                <a:gdLst/>
                <a:ahLst/>
                <a:cxnLst/>
                <a:rect l="l" t="t" r="r" b="b"/>
                <a:pathLst>
                  <a:path w="19" h="526" extrusionOk="0">
                    <a:moveTo>
                      <a:pt x="18" y="1"/>
                    </a:moveTo>
                    <a:lnTo>
                      <a:pt x="0" y="526"/>
                    </a:lnTo>
                    <a:lnTo>
                      <a:pt x="4" y="526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461;p28">
                <a:extLst>
                  <a:ext uri="{FF2B5EF4-FFF2-40B4-BE49-F238E27FC236}">
                    <a16:creationId xmlns:a16="http://schemas.microsoft.com/office/drawing/2014/main" id="{8E65CAD5-B82D-154F-74B9-A6F474F64415}"/>
                  </a:ext>
                </a:extLst>
              </p:cNvPr>
              <p:cNvSpPr/>
              <p:nvPr/>
            </p:nvSpPr>
            <p:spPr>
              <a:xfrm>
                <a:off x="2670776" y="4520551"/>
                <a:ext cx="79828" cy="18417"/>
              </a:xfrm>
              <a:custGeom>
                <a:avLst/>
                <a:gdLst/>
                <a:ahLst/>
                <a:cxnLst/>
                <a:rect l="l" t="t" r="r" b="b"/>
                <a:pathLst>
                  <a:path w="2280" h="526" extrusionOk="0">
                    <a:moveTo>
                      <a:pt x="15" y="1"/>
                    </a:moveTo>
                    <a:lnTo>
                      <a:pt x="1" y="526"/>
                    </a:lnTo>
                    <a:lnTo>
                      <a:pt x="2265" y="526"/>
                    </a:lnTo>
                    <a:lnTo>
                      <a:pt x="2280" y="1"/>
                    </a:lnTo>
                    <a:close/>
                  </a:path>
                </a:pathLst>
              </a:custGeom>
              <a:solidFill>
                <a:srgbClr val="CC915C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462;p28">
                <a:extLst>
                  <a:ext uri="{FF2B5EF4-FFF2-40B4-BE49-F238E27FC236}">
                    <a16:creationId xmlns:a16="http://schemas.microsoft.com/office/drawing/2014/main" id="{6FA98F0A-3643-D798-20BC-3771117D2066}"/>
                  </a:ext>
                </a:extLst>
              </p:cNvPr>
              <p:cNvSpPr/>
              <p:nvPr/>
            </p:nvSpPr>
            <p:spPr>
              <a:xfrm>
                <a:off x="2164701" y="4300391"/>
                <a:ext cx="9313" cy="16141"/>
              </a:xfrm>
              <a:custGeom>
                <a:avLst/>
                <a:gdLst/>
                <a:ahLst/>
                <a:cxnLst/>
                <a:rect l="l" t="t" r="r" b="b"/>
                <a:pathLst>
                  <a:path w="266" h="461" extrusionOk="0">
                    <a:moveTo>
                      <a:pt x="266" y="0"/>
                    </a:moveTo>
                    <a:lnTo>
                      <a:pt x="1" y="456"/>
                    </a:lnTo>
                    <a:lnTo>
                      <a:pt x="1" y="460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463;p28">
                <a:extLst>
                  <a:ext uri="{FF2B5EF4-FFF2-40B4-BE49-F238E27FC236}">
                    <a16:creationId xmlns:a16="http://schemas.microsoft.com/office/drawing/2014/main" id="{6A4AC8F3-C714-057B-D6E6-738015CD8338}"/>
                  </a:ext>
                </a:extLst>
              </p:cNvPr>
              <p:cNvSpPr/>
              <p:nvPr/>
            </p:nvSpPr>
            <p:spPr>
              <a:xfrm>
                <a:off x="2164701" y="4300391"/>
                <a:ext cx="82700" cy="46041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1315" extrusionOk="0">
                    <a:moveTo>
                      <a:pt x="266" y="0"/>
                    </a:moveTo>
                    <a:lnTo>
                      <a:pt x="1" y="460"/>
                    </a:lnTo>
                    <a:lnTo>
                      <a:pt x="2100" y="1314"/>
                    </a:lnTo>
                    <a:lnTo>
                      <a:pt x="2362" y="858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CC915C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464;p28">
                <a:extLst>
                  <a:ext uri="{FF2B5EF4-FFF2-40B4-BE49-F238E27FC236}">
                    <a16:creationId xmlns:a16="http://schemas.microsoft.com/office/drawing/2014/main" id="{9895331A-6C0E-AEF9-B65E-11AED43AE221}"/>
                  </a:ext>
                </a:extLst>
              </p:cNvPr>
              <p:cNvSpPr/>
              <p:nvPr/>
            </p:nvSpPr>
            <p:spPr>
              <a:xfrm>
                <a:off x="2427857" y="2340868"/>
                <a:ext cx="454952" cy="501659"/>
              </a:xfrm>
              <a:custGeom>
                <a:avLst/>
                <a:gdLst/>
                <a:ahLst/>
                <a:cxnLst/>
                <a:rect l="l" t="t" r="r" b="b"/>
                <a:pathLst>
                  <a:path w="12994" h="14328" extrusionOk="0">
                    <a:moveTo>
                      <a:pt x="6302" y="1"/>
                    </a:moveTo>
                    <a:cubicBezTo>
                      <a:pt x="5548" y="1"/>
                      <a:pt x="4771" y="34"/>
                      <a:pt x="3909" y="74"/>
                    </a:cubicBezTo>
                    <a:cubicBezTo>
                      <a:pt x="1928" y="170"/>
                      <a:pt x="1" y="591"/>
                      <a:pt x="1" y="591"/>
                    </a:cubicBezTo>
                    <a:cubicBezTo>
                      <a:pt x="1792" y="8276"/>
                      <a:pt x="1788" y="10583"/>
                      <a:pt x="1634" y="14327"/>
                    </a:cubicBezTo>
                    <a:lnTo>
                      <a:pt x="10833" y="14327"/>
                    </a:lnTo>
                    <a:cubicBezTo>
                      <a:pt x="12994" y="1036"/>
                      <a:pt x="11913" y="655"/>
                      <a:pt x="11913" y="655"/>
                    </a:cubicBezTo>
                    <a:cubicBezTo>
                      <a:pt x="11913" y="655"/>
                      <a:pt x="9882" y="239"/>
                      <a:pt x="8087" y="77"/>
                    </a:cubicBezTo>
                    <a:cubicBezTo>
                      <a:pt x="7485" y="22"/>
                      <a:pt x="6900" y="1"/>
                      <a:pt x="63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465;p28">
                <a:extLst>
                  <a:ext uri="{FF2B5EF4-FFF2-40B4-BE49-F238E27FC236}">
                    <a16:creationId xmlns:a16="http://schemas.microsoft.com/office/drawing/2014/main" id="{08934669-DFE4-CC9F-E1CA-B7E8746DDFEE}"/>
                  </a:ext>
                </a:extLst>
              </p:cNvPr>
              <p:cNvSpPr/>
              <p:nvPr/>
            </p:nvSpPr>
            <p:spPr>
              <a:xfrm>
                <a:off x="2564687" y="2178829"/>
                <a:ext cx="194599" cy="293475"/>
              </a:xfrm>
              <a:custGeom>
                <a:avLst/>
                <a:gdLst/>
                <a:ahLst/>
                <a:cxnLst/>
                <a:rect l="l" t="t" r="r" b="b"/>
                <a:pathLst>
                  <a:path w="5558" h="8382" extrusionOk="0">
                    <a:moveTo>
                      <a:pt x="414" y="0"/>
                    </a:moveTo>
                    <a:lnTo>
                      <a:pt x="414" y="0"/>
                    </a:lnTo>
                    <a:cubicBezTo>
                      <a:pt x="680" y="1342"/>
                      <a:pt x="942" y="3808"/>
                      <a:pt x="1" y="4702"/>
                    </a:cubicBezTo>
                    <a:cubicBezTo>
                      <a:pt x="1" y="4702"/>
                      <a:pt x="1243" y="7089"/>
                      <a:pt x="3695" y="8381"/>
                    </a:cubicBezTo>
                    <a:cubicBezTo>
                      <a:pt x="5557" y="6892"/>
                      <a:pt x="4179" y="4705"/>
                      <a:pt x="4179" y="4705"/>
                    </a:cubicBezTo>
                    <a:cubicBezTo>
                      <a:pt x="2679" y="4346"/>
                      <a:pt x="2718" y="3234"/>
                      <a:pt x="2981" y="2189"/>
                    </a:cubicBezTo>
                    <a:lnTo>
                      <a:pt x="414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466;p28">
                <a:extLst>
                  <a:ext uri="{FF2B5EF4-FFF2-40B4-BE49-F238E27FC236}">
                    <a16:creationId xmlns:a16="http://schemas.microsoft.com/office/drawing/2014/main" id="{820235B5-3171-74F3-549D-126F045701D1}"/>
                  </a:ext>
                </a:extLst>
              </p:cNvPr>
              <p:cNvSpPr/>
              <p:nvPr/>
            </p:nvSpPr>
            <p:spPr>
              <a:xfrm>
                <a:off x="2657436" y="2245668"/>
                <a:ext cx="11484" cy="983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81" extrusionOk="0">
                    <a:moveTo>
                      <a:pt x="1" y="0"/>
                    </a:moveTo>
                    <a:lnTo>
                      <a:pt x="327" y="280"/>
                    </a:lnTo>
                    <a:lnTo>
                      <a:pt x="327" y="280"/>
                    </a:lnTo>
                    <a:close/>
                  </a:path>
                </a:pathLst>
              </a:custGeom>
              <a:solidFill>
                <a:srgbClr val="1E282D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467;p28">
                <a:extLst>
                  <a:ext uri="{FF2B5EF4-FFF2-40B4-BE49-F238E27FC236}">
                    <a16:creationId xmlns:a16="http://schemas.microsoft.com/office/drawing/2014/main" id="{55CEC53A-F28A-0BC8-2A64-BFB09A2A81CC}"/>
                  </a:ext>
                </a:extLst>
              </p:cNvPr>
              <p:cNvSpPr/>
              <p:nvPr/>
            </p:nvSpPr>
            <p:spPr>
              <a:xfrm>
                <a:off x="2664368" y="2279351"/>
                <a:ext cx="280" cy="2066"/>
              </a:xfrm>
              <a:custGeom>
                <a:avLst/>
                <a:gdLst/>
                <a:ahLst/>
                <a:cxnLst/>
                <a:rect l="l" t="t" r="r" b="b"/>
                <a:pathLst>
                  <a:path w="8" h="59" extrusionOk="0">
                    <a:moveTo>
                      <a:pt x="8" y="0"/>
                    </a:moveTo>
                    <a:cubicBezTo>
                      <a:pt x="4" y="22"/>
                      <a:pt x="4" y="40"/>
                      <a:pt x="0" y="58"/>
                    </a:cubicBezTo>
                    <a:lnTo>
                      <a:pt x="0" y="58"/>
                    </a:lnTo>
                    <a:cubicBezTo>
                      <a:pt x="4" y="40"/>
                      <a:pt x="4" y="22"/>
                      <a:pt x="8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468;p28">
                <a:extLst>
                  <a:ext uri="{FF2B5EF4-FFF2-40B4-BE49-F238E27FC236}">
                    <a16:creationId xmlns:a16="http://schemas.microsoft.com/office/drawing/2014/main" id="{1DF205CC-B7C7-B6C4-E73D-F5C7C3274A4B}"/>
                  </a:ext>
                </a:extLst>
              </p:cNvPr>
              <p:cNvSpPr/>
              <p:nvPr/>
            </p:nvSpPr>
            <p:spPr>
              <a:xfrm>
                <a:off x="2606562" y="2210096"/>
                <a:ext cx="62357" cy="7132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2037" extrusionOk="0">
                    <a:moveTo>
                      <a:pt x="262" y="1"/>
                    </a:moveTo>
                    <a:cubicBezTo>
                      <a:pt x="216" y="141"/>
                      <a:pt x="1" y="550"/>
                      <a:pt x="57" y="844"/>
                    </a:cubicBezTo>
                    <a:cubicBezTo>
                      <a:pt x="180" y="1465"/>
                      <a:pt x="1081" y="1953"/>
                      <a:pt x="1651" y="2036"/>
                    </a:cubicBezTo>
                    <a:cubicBezTo>
                      <a:pt x="1655" y="2018"/>
                      <a:pt x="1655" y="2000"/>
                      <a:pt x="1659" y="1978"/>
                    </a:cubicBezTo>
                    <a:cubicBezTo>
                      <a:pt x="1677" y="1752"/>
                      <a:pt x="1723" y="1523"/>
                      <a:pt x="1780" y="1296"/>
                    </a:cubicBezTo>
                    <a:lnTo>
                      <a:pt x="1454" y="1016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CC915C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469;p28">
                <a:extLst>
                  <a:ext uri="{FF2B5EF4-FFF2-40B4-BE49-F238E27FC236}">
                    <a16:creationId xmlns:a16="http://schemas.microsoft.com/office/drawing/2014/main" id="{C8C2B438-FA63-BD19-CAE6-C84911CF6A8F}"/>
                  </a:ext>
                </a:extLst>
              </p:cNvPr>
              <p:cNvSpPr/>
              <p:nvPr/>
            </p:nvSpPr>
            <p:spPr>
              <a:xfrm>
                <a:off x="2480236" y="1964936"/>
                <a:ext cx="258952" cy="296171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8459" extrusionOk="0">
                    <a:moveTo>
                      <a:pt x="3493" y="1"/>
                    </a:moveTo>
                    <a:cubicBezTo>
                      <a:pt x="1462" y="1"/>
                      <a:pt x="1" y="1964"/>
                      <a:pt x="572" y="3948"/>
                    </a:cubicBezTo>
                    <a:cubicBezTo>
                      <a:pt x="1193" y="6109"/>
                      <a:pt x="1412" y="7039"/>
                      <a:pt x="2769" y="7918"/>
                    </a:cubicBezTo>
                    <a:cubicBezTo>
                      <a:pt x="3342" y="8290"/>
                      <a:pt x="3953" y="8459"/>
                      <a:pt x="4536" y="8459"/>
                    </a:cubicBezTo>
                    <a:cubicBezTo>
                      <a:pt x="6027" y="8459"/>
                      <a:pt x="7337" y="7354"/>
                      <a:pt x="7363" y="5700"/>
                    </a:cubicBezTo>
                    <a:cubicBezTo>
                      <a:pt x="7395" y="3625"/>
                      <a:pt x="6372" y="441"/>
                      <a:pt x="4036" y="46"/>
                    </a:cubicBezTo>
                    <a:cubicBezTo>
                      <a:pt x="3851" y="15"/>
                      <a:pt x="3670" y="1"/>
                      <a:pt x="3493" y="1"/>
                    </a:cubicBez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470;p28">
                <a:extLst>
                  <a:ext uri="{FF2B5EF4-FFF2-40B4-BE49-F238E27FC236}">
                    <a16:creationId xmlns:a16="http://schemas.microsoft.com/office/drawing/2014/main" id="{5BBC0A4B-8404-390F-F347-F1E53E1D2EA3}"/>
                  </a:ext>
                </a:extLst>
              </p:cNvPr>
              <p:cNvSpPr/>
              <p:nvPr/>
            </p:nvSpPr>
            <p:spPr>
              <a:xfrm>
                <a:off x="2465671" y="1949286"/>
                <a:ext cx="221209" cy="210880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6023" extrusionOk="0">
                    <a:moveTo>
                      <a:pt x="5206" y="0"/>
                    </a:moveTo>
                    <a:cubicBezTo>
                      <a:pt x="5155" y="0"/>
                      <a:pt x="5105" y="4"/>
                      <a:pt x="5055" y="13"/>
                    </a:cubicBezTo>
                    <a:lnTo>
                      <a:pt x="2678" y="404"/>
                    </a:lnTo>
                    <a:cubicBezTo>
                      <a:pt x="2514" y="432"/>
                      <a:pt x="2359" y="505"/>
                      <a:pt x="2229" y="616"/>
                    </a:cubicBezTo>
                    <a:lnTo>
                      <a:pt x="561" y="2055"/>
                    </a:lnTo>
                    <a:cubicBezTo>
                      <a:pt x="395" y="2198"/>
                      <a:pt x="284" y="2396"/>
                      <a:pt x="252" y="2611"/>
                    </a:cubicBezTo>
                    <a:lnTo>
                      <a:pt x="19" y="4144"/>
                    </a:lnTo>
                    <a:cubicBezTo>
                      <a:pt x="1" y="4266"/>
                      <a:pt x="8" y="4391"/>
                      <a:pt x="37" y="4510"/>
                    </a:cubicBezTo>
                    <a:cubicBezTo>
                      <a:pt x="155" y="4956"/>
                      <a:pt x="505" y="6023"/>
                      <a:pt x="1139" y="6023"/>
                    </a:cubicBezTo>
                    <a:cubicBezTo>
                      <a:pt x="1178" y="6023"/>
                      <a:pt x="1219" y="6019"/>
                      <a:pt x="1260" y="6010"/>
                    </a:cubicBezTo>
                    <a:cubicBezTo>
                      <a:pt x="2151" y="5828"/>
                      <a:pt x="2746" y="3692"/>
                      <a:pt x="2204" y="2920"/>
                    </a:cubicBezTo>
                    <a:lnTo>
                      <a:pt x="2204" y="2920"/>
                    </a:lnTo>
                    <a:cubicBezTo>
                      <a:pt x="2302" y="2926"/>
                      <a:pt x="2398" y="2929"/>
                      <a:pt x="2493" y="2929"/>
                    </a:cubicBezTo>
                    <a:cubicBezTo>
                      <a:pt x="3998" y="2929"/>
                      <a:pt x="5113" y="2231"/>
                      <a:pt x="5819" y="1595"/>
                    </a:cubicBezTo>
                    <a:cubicBezTo>
                      <a:pt x="6318" y="1146"/>
                      <a:pt x="6178" y="339"/>
                      <a:pt x="5564" y="74"/>
                    </a:cubicBezTo>
                    <a:cubicBezTo>
                      <a:pt x="5450" y="25"/>
                      <a:pt x="5328" y="0"/>
                      <a:pt x="520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471;p28">
                <a:extLst>
                  <a:ext uri="{FF2B5EF4-FFF2-40B4-BE49-F238E27FC236}">
                    <a16:creationId xmlns:a16="http://schemas.microsoft.com/office/drawing/2014/main" id="{1B70B2EF-C2BB-CBD8-343E-3ADED820052B}"/>
                  </a:ext>
                </a:extLst>
              </p:cNvPr>
              <p:cNvSpPr/>
              <p:nvPr/>
            </p:nvSpPr>
            <p:spPr>
              <a:xfrm>
                <a:off x="2571234" y="2842496"/>
                <a:ext cx="298517" cy="1678079"/>
              </a:xfrm>
              <a:custGeom>
                <a:avLst/>
                <a:gdLst/>
                <a:ahLst/>
                <a:cxnLst/>
                <a:rect l="l" t="t" r="r" b="b"/>
                <a:pathLst>
                  <a:path w="8526" h="47928" extrusionOk="0">
                    <a:moveTo>
                      <a:pt x="1" y="0"/>
                    </a:moveTo>
                    <a:cubicBezTo>
                      <a:pt x="1" y="0"/>
                      <a:pt x="2445" y="17211"/>
                      <a:pt x="2739" y="24906"/>
                    </a:cubicBezTo>
                    <a:cubicBezTo>
                      <a:pt x="3009" y="31963"/>
                      <a:pt x="2524" y="47928"/>
                      <a:pt x="2524" y="47928"/>
                    </a:cubicBezTo>
                    <a:lnTo>
                      <a:pt x="5589" y="47928"/>
                    </a:lnTo>
                    <a:cubicBezTo>
                      <a:pt x="5589" y="47928"/>
                      <a:pt x="8221" y="31543"/>
                      <a:pt x="8375" y="24357"/>
                    </a:cubicBezTo>
                    <a:cubicBezTo>
                      <a:pt x="8526" y="17448"/>
                      <a:pt x="6738" y="0"/>
                      <a:pt x="6738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472;p28">
                <a:extLst>
                  <a:ext uri="{FF2B5EF4-FFF2-40B4-BE49-F238E27FC236}">
                    <a16:creationId xmlns:a16="http://schemas.microsoft.com/office/drawing/2014/main" id="{2A46A839-EF6D-A857-5541-2733033941E8}"/>
                  </a:ext>
                </a:extLst>
              </p:cNvPr>
              <p:cNvSpPr/>
              <p:nvPr/>
            </p:nvSpPr>
            <p:spPr>
              <a:xfrm>
                <a:off x="2644516" y="4479376"/>
                <a:ext cx="140925" cy="45131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1289" extrusionOk="0">
                    <a:moveTo>
                      <a:pt x="0" y="0"/>
                    </a:moveTo>
                    <a:lnTo>
                      <a:pt x="166" y="1288"/>
                    </a:lnTo>
                    <a:lnTo>
                      <a:pt x="3762" y="1288"/>
                    </a:lnTo>
                    <a:lnTo>
                      <a:pt x="4024" y="1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473;p28">
                <a:extLst>
                  <a:ext uri="{FF2B5EF4-FFF2-40B4-BE49-F238E27FC236}">
                    <a16:creationId xmlns:a16="http://schemas.microsoft.com/office/drawing/2014/main" id="{64D43764-94B0-19EC-3AEC-EE206FE9B486}"/>
                  </a:ext>
                </a:extLst>
              </p:cNvPr>
              <p:cNvSpPr/>
              <p:nvPr/>
            </p:nvSpPr>
            <p:spPr>
              <a:xfrm>
                <a:off x="2643641" y="3424583"/>
                <a:ext cx="4307" cy="41035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172" extrusionOk="0">
                    <a:moveTo>
                      <a:pt x="0" y="1"/>
                    </a:moveTo>
                    <a:lnTo>
                      <a:pt x="0" y="4"/>
                    </a:lnTo>
                    <a:cubicBezTo>
                      <a:pt x="43" y="395"/>
                      <a:pt x="83" y="785"/>
                      <a:pt x="122" y="1172"/>
                    </a:cubicBezTo>
                    <a:lnTo>
                      <a:pt x="122" y="1172"/>
                    </a:lnTo>
                    <a:cubicBezTo>
                      <a:pt x="83" y="785"/>
                      <a:pt x="43" y="395"/>
                      <a:pt x="0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474;p28">
                <a:extLst>
                  <a:ext uri="{FF2B5EF4-FFF2-40B4-BE49-F238E27FC236}">
                    <a16:creationId xmlns:a16="http://schemas.microsoft.com/office/drawing/2014/main" id="{54D0F684-38EB-80D1-01F3-6F6B06F6BB03}"/>
                  </a:ext>
                </a:extLst>
              </p:cNvPr>
              <p:cNvSpPr/>
              <p:nvPr/>
            </p:nvSpPr>
            <p:spPr>
              <a:xfrm>
                <a:off x="2643641" y="3130125"/>
                <a:ext cx="72406" cy="421936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2051" extrusionOk="0">
                    <a:moveTo>
                      <a:pt x="1213" y="1"/>
                    </a:moveTo>
                    <a:cubicBezTo>
                      <a:pt x="858" y="2682"/>
                      <a:pt x="438" y="5672"/>
                      <a:pt x="0" y="8411"/>
                    </a:cubicBezTo>
                    <a:cubicBezTo>
                      <a:pt x="43" y="8806"/>
                      <a:pt x="83" y="9197"/>
                      <a:pt x="123" y="9584"/>
                    </a:cubicBezTo>
                    <a:cubicBezTo>
                      <a:pt x="209" y="10428"/>
                      <a:pt x="284" y="11254"/>
                      <a:pt x="355" y="12051"/>
                    </a:cubicBezTo>
                    <a:cubicBezTo>
                      <a:pt x="941" y="9789"/>
                      <a:pt x="2068" y="4732"/>
                      <a:pt x="1738" y="403"/>
                    </a:cubicBezTo>
                    <a:lnTo>
                      <a:pt x="1213" y="1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475;p28">
                <a:extLst>
                  <a:ext uri="{FF2B5EF4-FFF2-40B4-BE49-F238E27FC236}">
                    <a16:creationId xmlns:a16="http://schemas.microsoft.com/office/drawing/2014/main" id="{64E82516-5DB6-2A3D-7FB1-2C1DFBDCA359}"/>
                  </a:ext>
                </a:extLst>
              </p:cNvPr>
              <p:cNvSpPr/>
              <p:nvPr/>
            </p:nvSpPr>
            <p:spPr>
              <a:xfrm>
                <a:off x="2162670" y="2842496"/>
                <a:ext cx="559430" cy="1494228"/>
              </a:xfrm>
              <a:custGeom>
                <a:avLst/>
                <a:gdLst/>
                <a:ahLst/>
                <a:cxnLst/>
                <a:rect l="l" t="t" r="r" b="b"/>
                <a:pathLst>
                  <a:path w="15978" h="42677" extrusionOk="0">
                    <a:moveTo>
                      <a:pt x="9208" y="0"/>
                    </a:moveTo>
                    <a:cubicBezTo>
                      <a:pt x="6770" y="5072"/>
                      <a:pt x="9380" y="16658"/>
                      <a:pt x="6332" y="24432"/>
                    </a:cubicBezTo>
                    <a:cubicBezTo>
                      <a:pt x="4904" y="28075"/>
                      <a:pt x="1" y="41507"/>
                      <a:pt x="1" y="41507"/>
                    </a:cubicBezTo>
                    <a:lnTo>
                      <a:pt x="2862" y="42677"/>
                    </a:lnTo>
                    <a:cubicBezTo>
                      <a:pt x="2862" y="42677"/>
                      <a:pt x="10449" y="30879"/>
                      <a:pt x="12319" y="23962"/>
                    </a:cubicBezTo>
                    <a:cubicBezTo>
                      <a:pt x="13891" y="18140"/>
                      <a:pt x="15977" y="0"/>
                      <a:pt x="15977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476;p28">
                <a:extLst>
                  <a:ext uri="{FF2B5EF4-FFF2-40B4-BE49-F238E27FC236}">
                    <a16:creationId xmlns:a16="http://schemas.microsoft.com/office/drawing/2014/main" id="{4B9EF563-9BDD-131A-6EF0-8BDC5EF56574}"/>
                  </a:ext>
                </a:extLst>
              </p:cNvPr>
              <p:cNvSpPr/>
              <p:nvPr/>
            </p:nvSpPr>
            <p:spPr>
              <a:xfrm>
                <a:off x="2148980" y="4247137"/>
                <a:ext cx="153460" cy="99926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2854" extrusionOk="0">
                    <a:moveTo>
                      <a:pt x="284" y="0"/>
                    </a:moveTo>
                    <a:lnTo>
                      <a:pt x="1" y="1403"/>
                    </a:lnTo>
                    <a:lnTo>
                      <a:pt x="3551" y="2853"/>
                    </a:lnTo>
                    <a:lnTo>
                      <a:pt x="4383" y="1891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477;p28">
                <a:extLst>
                  <a:ext uri="{FF2B5EF4-FFF2-40B4-BE49-F238E27FC236}">
                    <a16:creationId xmlns:a16="http://schemas.microsoft.com/office/drawing/2014/main" id="{8819E19B-F698-4D44-C05E-BF5069FDBE75}"/>
                  </a:ext>
                </a:extLst>
              </p:cNvPr>
              <p:cNvSpPr/>
              <p:nvPr/>
            </p:nvSpPr>
            <p:spPr>
              <a:xfrm>
                <a:off x="2625784" y="2083314"/>
                <a:ext cx="17506" cy="22863"/>
              </a:xfrm>
              <a:custGeom>
                <a:avLst/>
                <a:gdLst/>
                <a:ahLst/>
                <a:cxnLst/>
                <a:rect l="l" t="t" r="r" b="b"/>
                <a:pathLst>
                  <a:path w="500" h="653" extrusionOk="0">
                    <a:moveTo>
                      <a:pt x="207" y="0"/>
                    </a:moveTo>
                    <a:cubicBezTo>
                      <a:pt x="197" y="0"/>
                      <a:pt x="186" y="1"/>
                      <a:pt x="176" y="4"/>
                    </a:cubicBezTo>
                    <a:cubicBezTo>
                      <a:pt x="61" y="29"/>
                      <a:pt x="0" y="197"/>
                      <a:pt x="40" y="373"/>
                    </a:cubicBezTo>
                    <a:cubicBezTo>
                      <a:pt x="76" y="537"/>
                      <a:pt x="184" y="653"/>
                      <a:pt x="290" y="653"/>
                    </a:cubicBezTo>
                    <a:cubicBezTo>
                      <a:pt x="300" y="653"/>
                      <a:pt x="310" y="652"/>
                      <a:pt x="320" y="650"/>
                    </a:cubicBezTo>
                    <a:cubicBezTo>
                      <a:pt x="439" y="625"/>
                      <a:pt x="499" y="459"/>
                      <a:pt x="460" y="280"/>
                    </a:cubicBezTo>
                    <a:cubicBezTo>
                      <a:pt x="424" y="117"/>
                      <a:pt x="316" y="0"/>
                      <a:pt x="20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478;p28">
                <a:extLst>
                  <a:ext uri="{FF2B5EF4-FFF2-40B4-BE49-F238E27FC236}">
                    <a16:creationId xmlns:a16="http://schemas.microsoft.com/office/drawing/2014/main" id="{FE188F58-CA65-CE33-C764-7FD90DF28169}"/>
                  </a:ext>
                </a:extLst>
              </p:cNvPr>
              <p:cNvSpPr/>
              <p:nvPr/>
            </p:nvSpPr>
            <p:spPr>
              <a:xfrm>
                <a:off x="2696300" y="2067594"/>
                <a:ext cx="17611" cy="22898"/>
              </a:xfrm>
              <a:custGeom>
                <a:avLst/>
                <a:gdLst/>
                <a:ahLst/>
                <a:cxnLst/>
                <a:rect l="l" t="t" r="r" b="b"/>
                <a:pathLst>
                  <a:path w="503" h="654" extrusionOk="0">
                    <a:moveTo>
                      <a:pt x="210" y="1"/>
                    </a:moveTo>
                    <a:cubicBezTo>
                      <a:pt x="200" y="1"/>
                      <a:pt x="190" y="2"/>
                      <a:pt x="180" y="4"/>
                    </a:cubicBezTo>
                    <a:cubicBezTo>
                      <a:pt x="65" y="33"/>
                      <a:pt x="0" y="198"/>
                      <a:pt x="40" y="373"/>
                    </a:cubicBezTo>
                    <a:cubicBezTo>
                      <a:pt x="75" y="538"/>
                      <a:pt x="186" y="653"/>
                      <a:pt x="293" y="653"/>
                    </a:cubicBezTo>
                    <a:cubicBezTo>
                      <a:pt x="303" y="653"/>
                      <a:pt x="313" y="652"/>
                      <a:pt x="323" y="650"/>
                    </a:cubicBezTo>
                    <a:cubicBezTo>
                      <a:pt x="441" y="625"/>
                      <a:pt x="503" y="459"/>
                      <a:pt x="463" y="280"/>
                    </a:cubicBezTo>
                    <a:cubicBezTo>
                      <a:pt x="427" y="120"/>
                      <a:pt x="319" y="1"/>
                      <a:pt x="21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79;p28">
                <a:extLst>
                  <a:ext uri="{FF2B5EF4-FFF2-40B4-BE49-F238E27FC236}">
                    <a16:creationId xmlns:a16="http://schemas.microsoft.com/office/drawing/2014/main" id="{AE660F8B-434D-57D6-F6B8-613A6F41882D}"/>
                  </a:ext>
                </a:extLst>
              </p:cNvPr>
              <p:cNvSpPr/>
              <p:nvPr/>
            </p:nvSpPr>
            <p:spPr>
              <a:xfrm>
                <a:off x="2700817" y="2060801"/>
                <a:ext cx="14110" cy="9138"/>
              </a:xfrm>
              <a:custGeom>
                <a:avLst/>
                <a:gdLst/>
                <a:ahLst/>
                <a:cxnLst/>
                <a:rect l="l" t="t" r="r" b="b"/>
                <a:pathLst>
                  <a:path w="403" h="261" extrusionOk="0">
                    <a:moveTo>
                      <a:pt x="402" y="0"/>
                    </a:moveTo>
                    <a:lnTo>
                      <a:pt x="1" y="219"/>
                    </a:lnTo>
                    <a:cubicBezTo>
                      <a:pt x="46" y="249"/>
                      <a:pt x="88" y="261"/>
                      <a:pt x="126" y="261"/>
                    </a:cubicBezTo>
                    <a:cubicBezTo>
                      <a:pt x="303" y="261"/>
                      <a:pt x="402" y="1"/>
                      <a:pt x="4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80;p28">
                <a:extLst>
                  <a:ext uri="{FF2B5EF4-FFF2-40B4-BE49-F238E27FC236}">
                    <a16:creationId xmlns:a16="http://schemas.microsoft.com/office/drawing/2014/main" id="{C12DE30F-489C-A368-83CD-54E8425F30BA}"/>
                  </a:ext>
                </a:extLst>
              </p:cNvPr>
              <p:cNvSpPr/>
              <p:nvPr/>
            </p:nvSpPr>
            <p:spPr>
              <a:xfrm>
                <a:off x="2678443" y="2096759"/>
                <a:ext cx="31196" cy="44116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260" extrusionOk="0">
                    <a:moveTo>
                      <a:pt x="0" y="0"/>
                    </a:moveTo>
                    <a:lnTo>
                      <a:pt x="280" y="1260"/>
                    </a:lnTo>
                    <a:cubicBezTo>
                      <a:pt x="280" y="1260"/>
                      <a:pt x="283" y="1260"/>
                      <a:pt x="287" y="1260"/>
                    </a:cubicBezTo>
                    <a:cubicBezTo>
                      <a:pt x="343" y="1260"/>
                      <a:pt x="718" y="1250"/>
                      <a:pt x="890" y="998"/>
                    </a:cubicBezTo>
                    <a:cubicBezTo>
                      <a:pt x="474" y="703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ED893E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81;p28">
                <a:extLst>
                  <a:ext uri="{FF2B5EF4-FFF2-40B4-BE49-F238E27FC236}">
                    <a16:creationId xmlns:a16="http://schemas.microsoft.com/office/drawing/2014/main" id="{936DAEAF-80C7-4D0B-E807-091605FAC206}"/>
                  </a:ext>
                </a:extLst>
              </p:cNvPr>
              <p:cNvSpPr/>
              <p:nvPr/>
            </p:nvSpPr>
            <p:spPr>
              <a:xfrm>
                <a:off x="2620147" y="2156876"/>
                <a:ext cx="50558" cy="16176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462" extrusionOk="0">
                    <a:moveTo>
                      <a:pt x="59" y="0"/>
                    </a:moveTo>
                    <a:cubicBezTo>
                      <a:pt x="46" y="0"/>
                      <a:pt x="33" y="6"/>
                      <a:pt x="22" y="17"/>
                    </a:cubicBezTo>
                    <a:cubicBezTo>
                      <a:pt x="0" y="38"/>
                      <a:pt x="0" y="74"/>
                      <a:pt x="22" y="92"/>
                    </a:cubicBezTo>
                    <a:cubicBezTo>
                      <a:pt x="39" y="113"/>
                      <a:pt x="407" y="462"/>
                      <a:pt x="1022" y="462"/>
                    </a:cubicBezTo>
                    <a:cubicBezTo>
                      <a:pt x="1056" y="462"/>
                      <a:pt x="1091" y="461"/>
                      <a:pt x="1127" y="458"/>
                    </a:cubicBezTo>
                    <a:cubicBezTo>
                      <a:pt x="1213" y="451"/>
                      <a:pt x="1303" y="440"/>
                      <a:pt x="1397" y="419"/>
                    </a:cubicBezTo>
                    <a:cubicBezTo>
                      <a:pt x="1425" y="412"/>
                      <a:pt x="1443" y="383"/>
                      <a:pt x="1435" y="354"/>
                    </a:cubicBezTo>
                    <a:cubicBezTo>
                      <a:pt x="1430" y="331"/>
                      <a:pt x="1409" y="312"/>
                      <a:pt x="1386" y="312"/>
                    </a:cubicBezTo>
                    <a:cubicBezTo>
                      <a:pt x="1381" y="312"/>
                      <a:pt x="1376" y="313"/>
                      <a:pt x="1371" y="315"/>
                    </a:cubicBezTo>
                    <a:cubicBezTo>
                      <a:pt x="1249" y="341"/>
                      <a:pt x="1134" y="353"/>
                      <a:pt x="1028" y="353"/>
                    </a:cubicBezTo>
                    <a:cubicBezTo>
                      <a:pt x="448" y="353"/>
                      <a:pt x="100" y="19"/>
                      <a:pt x="97" y="17"/>
                    </a:cubicBezTo>
                    <a:cubicBezTo>
                      <a:pt x="86" y="6"/>
                      <a:pt x="73" y="0"/>
                      <a:pt x="5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82;p28">
                <a:extLst>
                  <a:ext uri="{FF2B5EF4-FFF2-40B4-BE49-F238E27FC236}">
                    <a16:creationId xmlns:a16="http://schemas.microsoft.com/office/drawing/2014/main" id="{D44E95B3-5671-3582-19E4-72B950B91C41}"/>
                  </a:ext>
                </a:extLst>
              </p:cNvPr>
              <p:cNvSpPr/>
              <p:nvPr/>
            </p:nvSpPr>
            <p:spPr>
              <a:xfrm>
                <a:off x="2484893" y="2137129"/>
                <a:ext cx="74472" cy="66174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1890" extrusionOk="0">
                    <a:moveTo>
                      <a:pt x="849" y="0"/>
                    </a:moveTo>
                    <a:cubicBezTo>
                      <a:pt x="800" y="0"/>
                      <a:pt x="751" y="6"/>
                      <a:pt x="701" y="17"/>
                    </a:cubicBezTo>
                    <a:cubicBezTo>
                      <a:pt x="163" y="143"/>
                      <a:pt x="1" y="742"/>
                      <a:pt x="295" y="1187"/>
                    </a:cubicBezTo>
                    <a:cubicBezTo>
                      <a:pt x="554" y="1575"/>
                      <a:pt x="966" y="1808"/>
                      <a:pt x="1344" y="1876"/>
                    </a:cubicBezTo>
                    <a:cubicBezTo>
                      <a:pt x="1393" y="1885"/>
                      <a:pt x="1441" y="1890"/>
                      <a:pt x="1485" y="1890"/>
                    </a:cubicBezTo>
                    <a:cubicBezTo>
                      <a:pt x="1948" y="1890"/>
                      <a:pt x="2126" y="1419"/>
                      <a:pt x="1943" y="954"/>
                    </a:cubicBezTo>
                    <a:cubicBezTo>
                      <a:pt x="1776" y="539"/>
                      <a:pt x="1340" y="0"/>
                      <a:pt x="849" y="0"/>
                    </a:cubicBez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83;p28">
                <a:extLst>
                  <a:ext uri="{FF2B5EF4-FFF2-40B4-BE49-F238E27FC236}">
                    <a16:creationId xmlns:a16="http://schemas.microsoft.com/office/drawing/2014/main" id="{DB40C75C-70E4-1126-A338-9EC6CBA28AF6}"/>
                  </a:ext>
                </a:extLst>
              </p:cNvPr>
              <p:cNvSpPr/>
              <p:nvPr/>
            </p:nvSpPr>
            <p:spPr>
              <a:xfrm>
                <a:off x="2594623" y="2046096"/>
                <a:ext cx="44011" cy="22968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656" extrusionOk="0">
                    <a:moveTo>
                      <a:pt x="1124" y="0"/>
                    </a:moveTo>
                    <a:cubicBezTo>
                      <a:pt x="990" y="0"/>
                      <a:pt x="359" y="38"/>
                      <a:pt x="37" y="485"/>
                    </a:cubicBezTo>
                    <a:cubicBezTo>
                      <a:pt x="0" y="532"/>
                      <a:pt x="11" y="600"/>
                      <a:pt x="58" y="636"/>
                    </a:cubicBezTo>
                    <a:cubicBezTo>
                      <a:pt x="69" y="639"/>
                      <a:pt x="80" y="647"/>
                      <a:pt x="90" y="650"/>
                    </a:cubicBezTo>
                    <a:cubicBezTo>
                      <a:pt x="101" y="654"/>
                      <a:pt x="112" y="656"/>
                      <a:pt x="123" y="656"/>
                    </a:cubicBezTo>
                    <a:cubicBezTo>
                      <a:pt x="155" y="656"/>
                      <a:pt x="187" y="641"/>
                      <a:pt x="209" y="611"/>
                    </a:cubicBezTo>
                    <a:cubicBezTo>
                      <a:pt x="494" y="215"/>
                      <a:pt x="1117" y="212"/>
                      <a:pt x="1144" y="212"/>
                    </a:cubicBezTo>
                    <a:cubicBezTo>
                      <a:pt x="1145" y="212"/>
                      <a:pt x="1145" y="212"/>
                      <a:pt x="1145" y="212"/>
                    </a:cubicBezTo>
                    <a:cubicBezTo>
                      <a:pt x="1148" y="212"/>
                      <a:pt x="1150" y="212"/>
                      <a:pt x="1153" y="212"/>
                    </a:cubicBezTo>
                    <a:cubicBezTo>
                      <a:pt x="1210" y="212"/>
                      <a:pt x="1253" y="163"/>
                      <a:pt x="1256" y="109"/>
                    </a:cubicBezTo>
                    <a:cubicBezTo>
                      <a:pt x="1256" y="47"/>
                      <a:pt x="1210" y="1"/>
                      <a:pt x="1149" y="1"/>
                    </a:cubicBezTo>
                    <a:cubicBezTo>
                      <a:pt x="1146" y="1"/>
                      <a:pt x="1138" y="0"/>
                      <a:pt x="112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84;p28">
                <a:extLst>
                  <a:ext uri="{FF2B5EF4-FFF2-40B4-BE49-F238E27FC236}">
                    <a16:creationId xmlns:a16="http://schemas.microsoft.com/office/drawing/2014/main" id="{54A552D6-2522-B1CB-58D5-6804C4B5E92A}"/>
                  </a:ext>
                </a:extLst>
              </p:cNvPr>
              <p:cNvSpPr/>
              <p:nvPr/>
            </p:nvSpPr>
            <p:spPr>
              <a:xfrm>
                <a:off x="2677183" y="2017490"/>
                <a:ext cx="39249" cy="1155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330" extrusionOk="0">
                    <a:moveTo>
                      <a:pt x="537" y="0"/>
                    </a:moveTo>
                    <a:cubicBezTo>
                      <a:pt x="265" y="0"/>
                      <a:pt x="80" y="103"/>
                      <a:pt x="69" y="111"/>
                    </a:cubicBezTo>
                    <a:cubicBezTo>
                      <a:pt x="18" y="139"/>
                      <a:pt x="0" y="204"/>
                      <a:pt x="30" y="258"/>
                    </a:cubicBezTo>
                    <a:cubicBezTo>
                      <a:pt x="49" y="292"/>
                      <a:pt x="84" y="311"/>
                      <a:pt x="122" y="311"/>
                    </a:cubicBezTo>
                    <a:cubicBezTo>
                      <a:pt x="140" y="311"/>
                      <a:pt x="159" y="306"/>
                      <a:pt x="177" y="297"/>
                    </a:cubicBezTo>
                    <a:cubicBezTo>
                      <a:pt x="188" y="290"/>
                      <a:pt x="327" y="214"/>
                      <a:pt x="535" y="214"/>
                    </a:cubicBezTo>
                    <a:cubicBezTo>
                      <a:pt x="655" y="214"/>
                      <a:pt x="798" y="239"/>
                      <a:pt x="952" y="318"/>
                    </a:cubicBezTo>
                    <a:cubicBezTo>
                      <a:pt x="969" y="326"/>
                      <a:pt x="987" y="330"/>
                      <a:pt x="1006" y="330"/>
                    </a:cubicBezTo>
                    <a:cubicBezTo>
                      <a:pt x="1042" y="326"/>
                      <a:pt x="1077" y="305"/>
                      <a:pt x="1095" y="272"/>
                    </a:cubicBezTo>
                    <a:cubicBezTo>
                      <a:pt x="1120" y="218"/>
                      <a:pt x="1099" y="154"/>
                      <a:pt x="1049" y="125"/>
                    </a:cubicBezTo>
                    <a:cubicBezTo>
                      <a:pt x="861" y="31"/>
                      <a:pt x="686" y="0"/>
                      <a:pt x="5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85;p28">
                <a:extLst>
                  <a:ext uri="{FF2B5EF4-FFF2-40B4-BE49-F238E27FC236}">
                    <a16:creationId xmlns:a16="http://schemas.microsoft.com/office/drawing/2014/main" id="{180C4E72-A874-A0D8-75A7-0B807D477618}"/>
                  </a:ext>
                </a:extLst>
              </p:cNvPr>
              <p:cNvSpPr/>
              <p:nvPr/>
            </p:nvSpPr>
            <p:spPr>
              <a:xfrm>
                <a:off x="2205911" y="4422306"/>
                <a:ext cx="41490" cy="20972"/>
              </a:xfrm>
              <a:custGeom>
                <a:avLst/>
                <a:gdLst/>
                <a:ahLst/>
                <a:cxnLst/>
                <a:rect l="l" t="t" r="r" b="b"/>
                <a:pathLst>
                  <a:path w="1185" h="599" extrusionOk="0">
                    <a:moveTo>
                      <a:pt x="191" y="108"/>
                    </a:moveTo>
                    <a:cubicBezTo>
                      <a:pt x="521" y="108"/>
                      <a:pt x="959" y="144"/>
                      <a:pt x="1045" y="269"/>
                    </a:cubicBezTo>
                    <a:cubicBezTo>
                      <a:pt x="1056" y="284"/>
                      <a:pt x="1067" y="309"/>
                      <a:pt x="1049" y="352"/>
                    </a:cubicBezTo>
                    <a:cubicBezTo>
                      <a:pt x="1017" y="428"/>
                      <a:pt x="969" y="474"/>
                      <a:pt x="905" y="489"/>
                    </a:cubicBezTo>
                    <a:cubicBezTo>
                      <a:pt x="891" y="492"/>
                      <a:pt x="876" y="493"/>
                      <a:pt x="860" y="493"/>
                    </a:cubicBezTo>
                    <a:cubicBezTo>
                      <a:pt x="702" y="493"/>
                      <a:pt x="461" y="352"/>
                      <a:pt x="191" y="108"/>
                    </a:cubicBezTo>
                    <a:close/>
                    <a:moveTo>
                      <a:pt x="213" y="1"/>
                    </a:moveTo>
                    <a:cubicBezTo>
                      <a:pt x="135" y="1"/>
                      <a:pt x="78" y="3"/>
                      <a:pt x="58" y="4"/>
                    </a:cubicBezTo>
                    <a:cubicBezTo>
                      <a:pt x="33" y="7"/>
                      <a:pt x="15" y="22"/>
                      <a:pt x="8" y="40"/>
                    </a:cubicBezTo>
                    <a:cubicBezTo>
                      <a:pt x="0" y="62"/>
                      <a:pt x="8" y="83"/>
                      <a:pt x="22" y="97"/>
                    </a:cubicBezTo>
                    <a:cubicBezTo>
                      <a:pt x="221" y="292"/>
                      <a:pt x="583" y="599"/>
                      <a:pt x="859" y="599"/>
                    </a:cubicBezTo>
                    <a:cubicBezTo>
                      <a:pt x="872" y="599"/>
                      <a:pt x="885" y="598"/>
                      <a:pt x="898" y="596"/>
                    </a:cubicBezTo>
                    <a:cubicBezTo>
                      <a:pt x="909" y="596"/>
                      <a:pt x="916" y="592"/>
                      <a:pt x="926" y="592"/>
                    </a:cubicBezTo>
                    <a:cubicBezTo>
                      <a:pt x="1027" y="571"/>
                      <a:pt x="1103" y="503"/>
                      <a:pt x="1149" y="391"/>
                    </a:cubicBezTo>
                    <a:cubicBezTo>
                      <a:pt x="1185" y="309"/>
                      <a:pt x="1160" y="244"/>
                      <a:pt x="1135" y="209"/>
                    </a:cubicBezTo>
                    <a:cubicBezTo>
                      <a:pt x="1004" y="25"/>
                      <a:pt x="483" y="1"/>
                      <a:pt x="213" y="1"/>
                    </a:cubicBezTo>
                    <a:close/>
                  </a:path>
                </a:pathLst>
              </a:custGeom>
              <a:solidFill>
                <a:srgbClr val="BF9000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86;p28">
                <a:extLst>
                  <a:ext uri="{FF2B5EF4-FFF2-40B4-BE49-F238E27FC236}">
                    <a16:creationId xmlns:a16="http://schemas.microsoft.com/office/drawing/2014/main" id="{2EFC14F6-D75D-1CE4-23CA-170109EF1E03}"/>
                  </a:ext>
                </a:extLst>
              </p:cNvPr>
              <p:cNvSpPr/>
              <p:nvPr/>
            </p:nvSpPr>
            <p:spPr>
              <a:xfrm>
                <a:off x="2206051" y="4400633"/>
                <a:ext cx="35713" cy="25594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731" extrusionOk="0">
                    <a:moveTo>
                      <a:pt x="742" y="108"/>
                    </a:moveTo>
                    <a:cubicBezTo>
                      <a:pt x="781" y="108"/>
                      <a:pt x="814" y="122"/>
                      <a:pt x="847" y="146"/>
                    </a:cubicBezTo>
                    <a:cubicBezTo>
                      <a:pt x="905" y="189"/>
                      <a:pt x="901" y="221"/>
                      <a:pt x="890" y="246"/>
                    </a:cubicBezTo>
                    <a:cubicBezTo>
                      <a:pt x="841" y="397"/>
                      <a:pt x="431" y="580"/>
                      <a:pt x="158" y="619"/>
                    </a:cubicBezTo>
                    <a:cubicBezTo>
                      <a:pt x="281" y="436"/>
                      <a:pt x="510" y="149"/>
                      <a:pt x="704" y="113"/>
                    </a:cubicBezTo>
                    <a:cubicBezTo>
                      <a:pt x="707" y="109"/>
                      <a:pt x="715" y="109"/>
                      <a:pt x="718" y="109"/>
                    </a:cubicBezTo>
                    <a:cubicBezTo>
                      <a:pt x="726" y="108"/>
                      <a:pt x="734" y="108"/>
                      <a:pt x="742" y="108"/>
                    </a:cubicBezTo>
                    <a:close/>
                    <a:moveTo>
                      <a:pt x="737" y="1"/>
                    </a:moveTo>
                    <a:cubicBezTo>
                      <a:pt x="719" y="1"/>
                      <a:pt x="701" y="2"/>
                      <a:pt x="682" y="5"/>
                    </a:cubicBezTo>
                    <a:cubicBezTo>
                      <a:pt x="359" y="66"/>
                      <a:pt x="22" y="626"/>
                      <a:pt x="8" y="651"/>
                    </a:cubicBezTo>
                    <a:cubicBezTo>
                      <a:pt x="1" y="666"/>
                      <a:pt x="1" y="687"/>
                      <a:pt x="8" y="706"/>
                    </a:cubicBezTo>
                    <a:cubicBezTo>
                      <a:pt x="18" y="720"/>
                      <a:pt x="36" y="730"/>
                      <a:pt x="54" y="730"/>
                    </a:cubicBezTo>
                    <a:cubicBezTo>
                      <a:pt x="79" y="730"/>
                      <a:pt x="108" y="730"/>
                      <a:pt x="137" y="727"/>
                    </a:cubicBezTo>
                    <a:cubicBezTo>
                      <a:pt x="417" y="694"/>
                      <a:pt x="915" y="505"/>
                      <a:pt x="995" y="282"/>
                    </a:cubicBezTo>
                    <a:cubicBezTo>
                      <a:pt x="1008" y="235"/>
                      <a:pt x="1020" y="142"/>
                      <a:pt x="915" y="59"/>
                    </a:cubicBezTo>
                    <a:cubicBezTo>
                      <a:pt x="862" y="20"/>
                      <a:pt x="802" y="1"/>
                      <a:pt x="737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7;p28">
                <a:extLst>
                  <a:ext uri="{FF2B5EF4-FFF2-40B4-BE49-F238E27FC236}">
                    <a16:creationId xmlns:a16="http://schemas.microsoft.com/office/drawing/2014/main" id="{12D7671B-FD86-5D6C-9C34-D57FEF54D761}"/>
                  </a:ext>
                </a:extLst>
              </p:cNvPr>
              <p:cNvSpPr/>
              <p:nvPr/>
            </p:nvSpPr>
            <p:spPr>
              <a:xfrm>
                <a:off x="2753336" y="4612390"/>
                <a:ext cx="49683" cy="20202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577" extrusionOk="0">
                    <a:moveTo>
                      <a:pt x="1163" y="106"/>
                    </a:moveTo>
                    <a:cubicBezTo>
                      <a:pt x="1206" y="106"/>
                      <a:pt x="1239" y="113"/>
                      <a:pt x="1264" y="128"/>
                    </a:cubicBezTo>
                    <a:cubicBezTo>
                      <a:pt x="1286" y="138"/>
                      <a:pt x="1297" y="156"/>
                      <a:pt x="1300" y="185"/>
                    </a:cubicBezTo>
                    <a:cubicBezTo>
                      <a:pt x="1307" y="257"/>
                      <a:pt x="1286" y="315"/>
                      <a:pt x="1239" y="358"/>
                    </a:cubicBezTo>
                    <a:cubicBezTo>
                      <a:pt x="1157" y="431"/>
                      <a:pt x="990" y="467"/>
                      <a:pt x="761" y="467"/>
                    </a:cubicBezTo>
                    <a:cubicBezTo>
                      <a:pt x="608" y="467"/>
                      <a:pt x="428" y="451"/>
                      <a:pt x="227" y="418"/>
                    </a:cubicBezTo>
                    <a:cubicBezTo>
                      <a:pt x="539" y="267"/>
                      <a:pt x="952" y="106"/>
                      <a:pt x="1163" y="106"/>
                    </a:cubicBezTo>
                    <a:close/>
                    <a:moveTo>
                      <a:pt x="1170" y="0"/>
                    </a:moveTo>
                    <a:cubicBezTo>
                      <a:pt x="804" y="0"/>
                      <a:pt x="123" y="350"/>
                      <a:pt x="33" y="393"/>
                    </a:cubicBezTo>
                    <a:cubicBezTo>
                      <a:pt x="15" y="404"/>
                      <a:pt x="0" y="426"/>
                      <a:pt x="5" y="451"/>
                    </a:cubicBezTo>
                    <a:cubicBezTo>
                      <a:pt x="8" y="472"/>
                      <a:pt x="26" y="490"/>
                      <a:pt x="48" y="494"/>
                    </a:cubicBezTo>
                    <a:cubicBezTo>
                      <a:pt x="242" y="533"/>
                      <a:pt x="510" y="576"/>
                      <a:pt x="762" y="576"/>
                    </a:cubicBezTo>
                    <a:cubicBezTo>
                      <a:pt x="988" y="576"/>
                      <a:pt x="1193" y="540"/>
                      <a:pt x="1311" y="436"/>
                    </a:cubicBezTo>
                    <a:cubicBezTo>
                      <a:pt x="1386" y="368"/>
                      <a:pt x="1418" y="282"/>
                      <a:pt x="1408" y="174"/>
                    </a:cubicBezTo>
                    <a:cubicBezTo>
                      <a:pt x="1400" y="110"/>
                      <a:pt x="1372" y="63"/>
                      <a:pt x="1318" y="30"/>
                    </a:cubicBezTo>
                    <a:cubicBezTo>
                      <a:pt x="1279" y="9"/>
                      <a:pt x="1229" y="0"/>
                      <a:pt x="1170" y="0"/>
                    </a:cubicBezTo>
                    <a:close/>
                  </a:path>
                </a:pathLst>
              </a:custGeom>
              <a:solidFill>
                <a:srgbClr val="BF9000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88;p28">
                <a:extLst>
                  <a:ext uri="{FF2B5EF4-FFF2-40B4-BE49-F238E27FC236}">
                    <a16:creationId xmlns:a16="http://schemas.microsoft.com/office/drawing/2014/main" id="{D8F71319-71F1-15EE-F888-4F9A56FF17E5}"/>
                  </a:ext>
                </a:extLst>
              </p:cNvPr>
              <p:cNvSpPr/>
              <p:nvPr/>
            </p:nvSpPr>
            <p:spPr>
              <a:xfrm>
                <a:off x="2753476" y="4593763"/>
                <a:ext cx="30811" cy="36063"/>
              </a:xfrm>
              <a:custGeom>
                <a:avLst/>
                <a:gdLst/>
                <a:ahLst/>
                <a:cxnLst/>
                <a:rect l="l" t="t" r="r" b="b"/>
                <a:pathLst>
                  <a:path w="880" h="1030" extrusionOk="0">
                    <a:moveTo>
                      <a:pt x="629" y="110"/>
                    </a:moveTo>
                    <a:cubicBezTo>
                      <a:pt x="725" y="121"/>
                      <a:pt x="733" y="161"/>
                      <a:pt x="733" y="171"/>
                    </a:cubicBezTo>
                    <a:cubicBezTo>
                      <a:pt x="758" y="325"/>
                      <a:pt x="395" y="710"/>
                      <a:pt x="119" y="878"/>
                    </a:cubicBezTo>
                    <a:cubicBezTo>
                      <a:pt x="147" y="699"/>
                      <a:pt x="223" y="337"/>
                      <a:pt x="410" y="179"/>
                    </a:cubicBezTo>
                    <a:cubicBezTo>
                      <a:pt x="467" y="132"/>
                      <a:pt x="528" y="110"/>
                      <a:pt x="596" y="110"/>
                    </a:cubicBezTo>
                    <a:close/>
                    <a:moveTo>
                      <a:pt x="599" y="0"/>
                    </a:moveTo>
                    <a:cubicBezTo>
                      <a:pt x="503" y="0"/>
                      <a:pt x="416" y="33"/>
                      <a:pt x="341" y="96"/>
                    </a:cubicBezTo>
                    <a:cubicBezTo>
                      <a:pt x="54" y="333"/>
                      <a:pt x="4" y="943"/>
                      <a:pt x="1" y="968"/>
                    </a:cubicBezTo>
                    <a:cubicBezTo>
                      <a:pt x="1" y="990"/>
                      <a:pt x="8" y="1008"/>
                      <a:pt x="26" y="1019"/>
                    </a:cubicBezTo>
                    <a:cubicBezTo>
                      <a:pt x="33" y="1026"/>
                      <a:pt x="44" y="1029"/>
                      <a:pt x="54" y="1029"/>
                    </a:cubicBezTo>
                    <a:cubicBezTo>
                      <a:pt x="61" y="1029"/>
                      <a:pt x="69" y="1026"/>
                      <a:pt x="76" y="1022"/>
                    </a:cubicBezTo>
                    <a:cubicBezTo>
                      <a:pt x="349" y="900"/>
                      <a:pt x="879" y="412"/>
                      <a:pt x="841" y="157"/>
                    </a:cubicBezTo>
                    <a:cubicBezTo>
                      <a:pt x="829" y="96"/>
                      <a:pt x="786" y="20"/>
                      <a:pt x="639" y="2"/>
                    </a:cubicBezTo>
                    <a:cubicBezTo>
                      <a:pt x="625" y="1"/>
                      <a:pt x="612" y="0"/>
                      <a:pt x="599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489;p28">
                <a:extLst>
                  <a:ext uri="{FF2B5EF4-FFF2-40B4-BE49-F238E27FC236}">
                    <a16:creationId xmlns:a16="http://schemas.microsoft.com/office/drawing/2014/main" id="{65BF55E8-D8EF-29A7-9085-2DAF4167FEBC}"/>
                  </a:ext>
                </a:extLst>
              </p:cNvPr>
              <p:cNvSpPr/>
              <p:nvPr/>
            </p:nvSpPr>
            <p:spPr>
              <a:xfrm>
                <a:off x="2630301" y="2076522"/>
                <a:ext cx="14005" cy="913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261" extrusionOk="0">
                    <a:moveTo>
                      <a:pt x="399" y="0"/>
                    </a:moveTo>
                    <a:lnTo>
                      <a:pt x="1" y="219"/>
                    </a:lnTo>
                    <a:cubicBezTo>
                      <a:pt x="46" y="248"/>
                      <a:pt x="87" y="260"/>
                      <a:pt x="125" y="260"/>
                    </a:cubicBezTo>
                    <a:cubicBezTo>
                      <a:pt x="302" y="260"/>
                      <a:pt x="399" y="0"/>
                      <a:pt x="3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490;p28">
                <a:extLst>
                  <a:ext uri="{FF2B5EF4-FFF2-40B4-BE49-F238E27FC236}">
                    <a16:creationId xmlns:a16="http://schemas.microsoft.com/office/drawing/2014/main" id="{A76EEEB9-A06E-0799-E6B5-034D5257BADA}"/>
                  </a:ext>
                </a:extLst>
              </p:cNvPr>
              <p:cNvSpPr/>
              <p:nvPr/>
            </p:nvSpPr>
            <p:spPr>
              <a:xfrm>
                <a:off x="2470853" y="2821103"/>
                <a:ext cx="346484" cy="35853"/>
              </a:xfrm>
              <a:custGeom>
                <a:avLst/>
                <a:gdLst/>
                <a:ahLst/>
                <a:cxnLst/>
                <a:rect l="l" t="t" r="r" b="b"/>
                <a:pathLst>
                  <a:path w="9896" h="1024" extrusionOk="0">
                    <a:moveTo>
                      <a:pt x="416" y="1"/>
                    </a:moveTo>
                    <a:cubicBezTo>
                      <a:pt x="348" y="1"/>
                      <a:pt x="287" y="30"/>
                      <a:pt x="265" y="73"/>
                    </a:cubicBezTo>
                    <a:lnTo>
                      <a:pt x="32" y="895"/>
                    </a:lnTo>
                    <a:cubicBezTo>
                      <a:pt x="0" y="959"/>
                      <a:pt x="75" y="1024"/>
                      <a:pt x="183" y="1024"/>
                    </a:cubicBezTo>
                    <a:lnTo>
                      <a:pt x="9652" y="1024"/>
                    </a:lnTo>
                    <a:cubicBezTo>
                      <a:pt x="9734" y="1024"/>
                      <a:pt x="9802" y="984"/>
                      <a:pt x="9806" y="931"/>
                    </a:cubicBezTo>
                    <a:lnTo>
                      <a:pt x="9889" y="108"/>
                    </a:lnTo>
                    <a:cubicBezTo>
                      <a:pt x="9895" y="51"/>
                      <a:pt x="9824" y="1"/>
                      <a:pt x="9734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491;p28">
                <a:extLst>
                  <a:ext uri="{FF2B5EF4-FFF2-40B4-BE49-F238E27FC236}">
                    <a16:creationId xmlns:a16="http://schemas.microsoft.com/office/drawing/2014/main" id="{10273444-3A53-B596-B6E1-0618B13981B2}"/>
                  </a:ext>
                </a:extLst>
              </p:cNvPr>
              <p:cNvSpPr/>
              <p:nvPr/>
            </p:nvSpPr>
            <p:spPr>
              <a:xfrm>
                <a:off x="2513323" y="2818617"/>
                <a:ext cx="19397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4" h="1185" extrusionOk="0">
                    <a:moveTo>
                      <a:pt x="215" y="0"/>
                    </a:moveTo>
                    <a:cubicBezTo>
                      <a:pt x="165" y="0"/>
                      <a:pt x="122" y="25"/>
                      <a:pt x="119" y="58"/>
                    </a:cubicBezTo>
                    <a:lnTo>
                      <a:pt x="3" y="1127"/>
                    </a:lnTo>
                    <a:cubicBezTo>
                      <a:pt x="0" y="1160"/>
                      <a:pt x="36" y="1185"/>
                      <a:pt x="86" y="1185"/>
                    </a:cubicBezTo>
                    <a:lnTo>
                      <a:pt x="338" y="1185"/>
                    </a:lnTo>
                    <a:cubicBezTo>
                      <a:pt x="384" y="1185"/>
                      <a:pt x="431" y="1160"/>
                      <a:pt x="431" y="1127"/>
                    </a:cubicBezTo>
                    <a:lnTo>
                      <a:pt x="550" y="58"/>
                    </a:lnTo>
                    <a:cubicBezTo>
                      <a:pt x="553" y="25"/>
                      <a:pt x="513" y="0"/>
                      <a:pt x="46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492;p28">
                <a:extLst>
                  <a:ext uri="{FF2B5EF4-FFF2-40B4-BE49-F238E27FC236}">
                    <a16:creationId xmlns:a16="http://schemas.microsoft.com/office/drawing/2014/main" id="{9E81121A-9A6E-66F1-6833-F0E9F36BCFA5}"/>
                  </a:ext>
                </a:extLst>
              </p:cNvPr>
              <p:cNvSpPr/>
              <p:nvPr/>
            </p:nvSpPr>
            <p:spPr>
              <a:xfrm>
                <a:off x="2513323" y="2818617"/>
                <a:ext cx="19257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185" extrusionOk="0">
                    <a:moveTo>
                      <a:pt x="215" y="0"/>
                    </a:moveTo>
                    <a:cubicBezTo>
                      <a:pt x="165" y="0"/>
                      <a:pt x="122" y="25"/>
                      <a:pt x="119" y="58"/>
                    </a:cubicBezTo>
                    <a:lnTo>
                      <a:pt x="3" y="1127"/>
                    </a:lnTo>
                    <a:lnTo>
                      <a:pt x="3" y="1131"/>
                    </a:lnTo>
                    <a:cubicBezTo>
                      <a:pt x="0" y="1160"/>
                      <a:pt x="40" y="1185"/>
                      <a:pt x="86" y="1185"/>
                    </a:cubicBezTo>
                    <a:lnTo>
                      <a:pt x="338" y="1185"/>
                    </a:lnTo>
                    <a:cubicBezTo>
                      <a:pt x="384" y="1185"/>
                      <a:pt x="431" y="1160"/>
                      <a:pt x="431" y="1127"/>
                    </a:cubicBezTo>
                    <a:lnTo>
                      <a:pt x="550" y="58"/>
                    </a:lnTo>
                    <a:lnTo>
                      <a:pt x="550" y="54"/>
                    </a:lnTo>
                    <a:cubicBezTo>
                      <a:pt x="550" y="25"/>
                      <a:pt x="513" y="0"/>
                      <a:pt x="467" y="0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493;p28">
                <a:extLst>
                  <a:ext uri="{FF2B5EF4-FFF2-40B4-BE49-F238E27FC236}">
                    <a16:creationId xmlns:a16="http://schemas.microsoft.com/office/drawing/2014/main" id="{413DC07D-2AF9-BC80-782F-C90031C54474}"/>
                  </a:ext>
                </a:extLst>
              </p:cNvPr>
              <p:cNvSpPr/>
              <p:nvPr/>
            </p:nvSpPr>
            <p:spPr>
              <a:xfrm>
                <a:off x="2772348" y="2818617"/>
                <a:ext cx="19467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6" h="1185" extrusionOk="0">
                    <a:moveTo>
                      <a:pt x="219" y="0"/>
                    </a:moveTo>
                    <a:cubicBezTo>
                      <a:pt x="168" y="0"/>
                      <a:pt x="125" y="25"/>
                      <a:pt x="122" y="58"/>
                    </a:cubicBezTo>
                    <a:lnTo>
                      <a:pt x="3" y="1127"/>
                    </a:lnTo>
                    <a:cubicBezTo>
                      <a:pt x="0" y="1160"/>
                      <a:pt x="39" y="1185"/>
                      <a:pt x="90" y="1185"/>
                    </a:cubicBezTo>
                    <a:lnTo>
                      <a:pt x="337" y="1185"/>
                    </a:lnTo>
                    <a:cubicBezTo>
                      <a:pt x="388" y="1185"/>
                      <a:pt x="431" y="1160"/>
                      <a:pt x="434" y="1127"/>
                    </a:cubicBezTo>
                    <a:lnTo>
                      <a:pt x="552" y="58"/>
                    </a:lnTo>
                    <a:cubicBezTo>
                      <a:pt x="556" y="25"/>
                      <a:pt x="517" y="0"/>
                      <a:pt x="46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494;p28">
                <a:extLst>
                  <a:ext uri="{FF2B5EF4-FFF2-40B4-BE49-F238E27FC236}">
                    <a16:creationId xmlns:a16="http://schemas.microsoft.com/office/drawing/2014/main" id="{84DE4981-502B-653B-D545-5D525D91864C}"/>
                  </a:ext>
                </a:extLst>
              </p:cNvPr>
              <p:cNvSpPr/>
              <p:nvPr/>
            </p:nvSpPr>
            <p:spPr>
              <a:xfrm>
                <a:off x="2643396" y="2818617"/>
                <a:ext cx="19362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185" extrusionOk="0">
                    <a:moveTo>
                      <a:pt x="216" y="0"/>
                    </a:moveTo>
                    <a:cubicBezTo>
                      <a:pt x="165" y="0"/>
                      <a:pt x="122" y="25"/>
                      <a:pt x="118" y="58"/>
                    </a:cubicBezTo>
                    <a:lnTo>
                      <a:pt x="4" y="1127"/>
                    </a:lnTo>
                    <a:cubicBezTo>
                      <a:pt x="0" y="1160"/>
                      <a:pt x="36" y="1185"/>
                      <a:pt x="87" y="1185"/>
                    </a:cubicBezTo>
                    <a:lnTo>
                      <a:pt x="337" y="1185"/>
                    </a:lnTo>
                    <a:cubicBezTo>
                      <a:pt x="384" y="1185"/>
                      <a:pt x="431" y="1160"/>
                      <a:pt x="435" y="1127"/>
                    </a:cubicBezTo>
                    <a:lnTo>
                      <a:pt x="549" y="58"/>
                    </a:lnTo>
                    <a:cubicBezTo>
                      <a:pt x="553" y="25"/>
                      <a:pt x="517" y="0"/>
                      <a:pt x="46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495;p28">
                <a:extLst>
                  <a:ext uri="{FF2B5EF4-FFF2-40B4-BE49-F238E27FC236}">
                    <a16:creationId xmlns:a16="http://schemas.microsoft.com/office/drawing/2014/main" id="{DD0F7023-A3D3-C44D-A832-B7795D5EC33A}"/>
                  </a:ext>
                </a:extLst>
              </p:cNvPr>
              <p:cNvSpPr/>
              <p:nvPr/>
            </p:nvSpPr>
            <p:spPr>
              <a:xfrm>
                <a:off x="2475381" y="2091484"/>
                <a:ext cx="1013577" cy="907769"/>
              </a:xfrm>
              <a:custGeom>
                <a:avLst/>
                <a:gdLst/>
                <a:ahLst/>
                <a:cxnLst/>
                <a:rect l="l" t="t" r="r" b="b"/>
                <a:pathLst>
                  <a:path w="28949" h="25927" extrusionOk="0">
                    <a:moveTo>
                      <a:pt x="27853" y="1"/>
                    </a:moveTo>
                    <a:lnTo>
                      <a:pt x="8130" y="5173"/>
                    </a:lnTo>
                    <a:lnTo>
                      <a:pt x="9221" y="6009"/>
                    </a:lnTo>
                    <a:lnTo>
                      <a:pt x="28948" y="837"/>
                    </a:lnTo>
                    <a:lnTo>
                      <a:pt x="27853" y="1"/>
                    </a:lnTo>
                    <a:close/>
                    <a:moveTo>
                      <a:pt x="12606" y="8594"/>
                    </a:moveTo>
                    <a:lnTo>
                      <a:pt x="10908" y="10815"/>
                    </a:lnTo>
                    <a:lnTo>
                      <a:pt x="3163" y="20948"/>
                    </a:lnTo>
                    <a:lnTo>
                      <a:pt x="1" y="25090"/>
                    </a:lnTo>
                    <a:lnTo>
                      <a:pt x="1091" y="25927"/>
                    </a:lnTo>
                    <a:lnTo>
                      <a:pt x="13697" y="9430"/>
                    </a:lnTo>
                    <a:lnTo>
                      <a:pt x="12606" y="8594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496;p28">
                <a:extLst>
                  <a:ext uri="{FF2B5EF4-FFF2-40B4-BE49-F238E27FC236}">
                    <a16:creationId xmlns:a16="http://schemas.microsoft.com/office/drawing/2014/main" id="{B168B997-D943-1DBC-13A5-246872CA0850}"/>
                  </a:ext>
                </a:extLst>
              </p:cNvPr>
              <p:cNvSpPr/>
              <p:nvPr/>
            </p:nvSpPr>
            <p:spPr>
              <a:xfrm>
                <a:off x="2509787" y="2116997"/>
                <a:ext cx="982031" cy="1171798"/>
              </a:xfrm>
              <a:custGeom>
                <a:avLst/>
                <a:gdLst/>
                <a:ahLst/>
                <a:cxnLst/>
                <a:rect l="l" t="t" r="r" b="b"/>
                <a:pathLst>
                  <a:path w="28048" h="33468" extrusionOk="0">
                    <a:moveTo>
                      <a:pt x="27857" y="0"/>
                    </a:moveTo>
                    <a:lnTo>
                      <a:pt x="8130" y="5172"/>
                    </a:lnTo>
                    <a:lnTo>
                      <a:pt x="12606" y="8593"/>
                    </a:lnTo>
                    <a:lnTo>
                      <a:pt x="0" y="25090"/>
                    </a:lnTo>
                    <a:lnTo>
                      <a:pt x="10962" y="33467"/>
                    </a:lnTo>
                    <a:lnTo>
                      <a:pt x="23572" y="16971"/>
                    </a:lnTo>
                    <a:lnTo>
                      <a:pt x="28048" y="20390"/>
                    </a:lnTo>
                    <a:lnTo>
                      <a:pt x="28048" y="20390"/>
                    </a:lnTo>
                    <a:lnTo>
                      <a:pt x="27857" y="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497;p28">
                <a:extLst>
                  <a:ext uri="{FF2B5EF4-FFF2-40B4-BE49-F238E27FC236}">
                    <a16:creationId xmlns:a16="http://schemas.microsoft.com/office/drawing/2014/main" id="{23FA31C0-79EE-3759-DC7A-493F600D081C}"/>
                  </a:ext>
                </a:extLst>
              </p:cNvPr>
              <p:cNvSpPr/>
              <p:nvPr/>
            </p:nvSpPr>
            <p:spPr>
              <a:xfrm>
                <a:off x="3247996" y="2515617"/>
                <a:ext cx="9663" cy="52449"/>
              </a:xfrm>
              <a:custGeom>
                <a:avLst/>
                <a:gdLst/>
                <a:ahLst/>
                <a:cxnLst/>
                <a:rect l="l" t="t" r="r" b="b"/>
                <a:pathLst>
                  <a:path w="276" h="1498" extrusionOk="0">
                    <a:moveTo>
                      <a:pt x="0" y="0"/>
                    </a:moveTo>
                    <a:lnTo>
                      <a:pt x="14" y="1497"/>
                    </a:lnTo>
                    <a:lnTo>
                      <a:pt x="276" y="1494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498;p28">
                <a:extLst>
                  <a:ext uri="{FF2B5EF4-FFF2-40B4-BE49-F238E27FC236}">
                    <a16:creationId xmlns:a16="http://schemas.microsoft.com/office/drawing/2014/main" id="{2886223B-C2CD-164F-8007-8B667CB97025}"/>
                  </a:ext>
                </a:extLst>
              </p:cNvPr>
              <p:cNvSpPr/>
              <p:nvPr/>
            </p:nvSpPr>
            <p:spPr>
              <a:xfrm>
                <a:off x="3246315" y="2340798"/>
                <a:ext cx="10364" cy="12506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3572" extrusionOk="0">
                    <a:moveTo>
                      <a:pt x="264" y="0"/>
                    </a:moveTo>
                    <a:lnTo>
                      <a:pt x="1" y="4"/>
                    </a:lnTo>
                    <a:lnTo>
                      <a:pt x="34" y="3572"/>
                    </a:lnTo>
                    <a:lnTo>
                      <a:pt x="295" y="3572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499;p28">
                <a:extLst>
                  <a:ext uri="{FF2B5EF4-FFF2-40B4-BE49-F238E27FC236}">
                    <a16:creationId xmlns:a16="http://schemas.microsoft.com/office/drawing/2014/main" id="{E14D6C35-303B-DF5E-7EE8-BAED6B10E14F}"/>
                  </a:ext>
                </a:extLst>
              </p:cNvPr>
              <p:cNvSpPr/>
              <p:nvPr/>
            </p:nvSpPr>
            <p:spPr>
              <a:xfrm>
                <a:off x="3105459" y="2917633"/>
                <a:ext cx="72581" cy="85501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2442" extrusionOk="0">
                    <a:moveTo>
                      <a:pt x="1375" y="0"/>
                    </a:moveTo>
                    <a:lnTo>
                      <a:pt x="1" y="1486"/>
                    </a:lnTo>
                    <a:lnTo>
                      <a:pt x="539" y="2441"/>
                    </a:lnTo>
                    <a:lnTo>
                      <a:pt x="2072" y="719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500;p28">
                <a:extLst>
                  <a:ext uri="{FF2B5EF4-FFF2-40B4-BE49-F238E27FC236}">
                    <a16:creationId xmlns:a16="http://schemas.microsoft.com/office/drawing/2014/main" id="{99AB81C6-DFEA-376F-5707-C86042EB7189}"/>
                  </a:ext>
                </a:extLst>
              </p:cNvPr>
              <p:cNvSpPr/>
              <p:nvPr/>
            </p:nvSpPr>
            <p:spPr>
              <a:xfrm>
                <a:off x="2592592" y="2194375"/>
                <a:ext cx="843906" cy="1008185"/>
              </a:xfrm>
              <a:custGeom>
                <a:avLst/>
                <a:gdLst/>
                <a:ahLst/>
                <a:cxnLst/>
                <a:rect l="l" t="t" r="r" b="b"/>
                <a:pathLst>
                  <a:path w="24103" h="28795" extrusionOk="0">
                    <a:moveTo>
                      <a:pt x="23213" y="181"/>
                    </a:moveTo>
                    <a:cubicBezTo>
                      <a:pt x="23342" y="181"/>
                      <a:pt x="23468" y="224"/>
                      <a:pt x="23572" y="302"/>
                    </a:cubicBezTo>
                    <a:cubicBezTo>
                      <a:pt x="23715" y="413"/>
                      <a:pt x="23801" y="582"/>
                      <a:pt x="23801" y="766"/>
                    </a:cubicBezTo>
                    <a:lnTo>
                      <a:pt x="23920" y="13475"/>
                    </a:lnTo>
                    <a:cubicBezTo>
                      <a:pt x="23924" y="13705"/>
                      <a:pt x="23801" y="13906"/>
                      <a:pt x="23594" y="14007"/>
                    </a:cubicBezTo>
                    <a:cubicBezTo>
                      <a:pt x="23508" y="14050"/>
                      <a:pt x="23418" y="14071"/>
                      <a:pt x="23328" y="14071"/>
                    </a:cubicBezTo>
                    <a:cubicBezTo>
                      <a:pt x="23203" y="14071"/>
                      <a:pt x="23080" y="14032"/>
                      <a:pt x="22973" y="13949"/>
                    </a:cubicBezTo>
                    <a:lnTo>
                      <a:pt x="21497" y="12822"/>
                    </a:lnTo>
                    <a:cubicBezTo>
                      <a:pt x="21357" y="12715"/>
                      <a:pt x="21192" y="12664"/>
                      <a:pt x="21031" y="12664"/>
                    </a:cubicBezTo>
                    <a:cubicBezTo>
                      <a:pt x="20798" y="12664"/>
                      <a:pt x="20568" y="12768"/>
                      <a:pt x="20417" y="12965"/>
                    </a:cubicBezTo>
                    <a:lnTo>
                      <a:pt x="8637" y="28382"/>
                    </a:lnTo>
                    <a:cubicBezTo>
                      <a:pt x="8519" y="28532"/>
                      <a:pt x="8343" y="28612"/>
                      <a:pt x="8166" y="28612"/>
                    </a:cubicBezTo>
                    <a:cubicBezTo>
                      <a:pt x="8041" y="28612"/>
                      <a:pt x="7916" y="28572"/>
                      <a:pt x="7808" y="28493"/>
                    </a:cubicBezTo>
                    <a:lnTo>
                      <a:pt x="511" y="22915"/>
                    </a:lnTo>
                    <a:cubicBezTo>
                      <a:pt x="252" y="22718"/>
                      <a:pt x="202" y="22348"/>
                      <a:pt x="400" y="22090"/>
                    </a:cubicBezTo>
                    <a:lnTo>
                      <a:pt x="12183" y="6673"/>
                    </a:lnTo>
                    <a:cubicBezTo>
                      <a:pt x="12438" y="6336"/>
                      <a:pt x="12374" y="5852"/>
                      <a:pt x="12036" y="5593"/>
                    </a:cubicBezTo>
                    <a:lnTo>
                      <a:pt x="10561" y="4462"/>
                    </a:lnTo>
                    <a:cubicBezTo>
                      <a:pt x="10378" y="4323"/>
                      <a:pt x="10295" y="4107"/>
                      <a:pt x="10341" y="3881"/>
                    </a:cubicBezTo>
                    <a:cubicBezTo>
                      <a:pt x="10384" y="3655"/>
                      <a:pt x="10546" y="3483"/>
                      <a:pt x="10769" y="3425"/>
                    </a:cubicBezTo>
                    <a:lnTo>
                      <a:pt x="23062" y="202"/>
                    </a:lnTo>
                    <a:cubicBezTo>
                      <a:pt x="23112" y="188"/>
                      <a:pt x="23163" y="181"/>
                      <a:pt x="23213" y="181"/>
                    </a:cubicBezTo>
                    <a:close/>
                    <a:moveTo>
                      <a:pt x="23213" y="1"/>
                    </a:moveTo>
                    <a:cubicBezTo>
                      <a:pt x="23148" y="1"/>
                      <a:pt x="23084" y="9"/>
                      <a:pt x="23016" y="26"/>
                    </a:cubicBezTo>
                    <a:lnTo>
                      <a:pt x="10722" y="3249"/>
                    </a:lnTo>
                    <a:cubicBezTo>
                      <a:pt x="10435" y="3325"/>
                      <a:pt x="10220" y="3554"/>
                      <a:pt x="10162" y="3845"/>
                    </a:cubicBezTo>
                    <a:cubicBezTo>
                      <a:pt x="10105" y="4136"/>
                      <a:pt x="10217" y="4427"/>
                      <a:pt x="10449" y="4606"/>
                    </a:cubicBezTo>
                    <a:lnTo>
                      <a:pt x="11928" y="5737"/>
                    </a:lnTo>
                    <a:cubicBezTo>
                      <a:pt x="12187" y="5934"/>
                      <a:pt x="12237" y="6304"/>
                      <a:pt x="12039" y="6562"/>
                    </a:cubicBezTo>
                    <a:lnTo>
                      <a:pt x="256" y="21979"/>
                    </a:lnTo>
                    <a:cubicBezTo>
                      <a:pt x="1" y="22315"/>
                      <a:pt x="65" y="22800"/>
                      <a:pt x="403" y="23059"/>
                    </a:cubicBezTo>
                    <a:lnTo>
                      <a:pt x="7700" y="28637"/>
                    </a:lnTo>
                    <a:cubicBezTo>
                      <a:pt x="7836" y="28741"/>
                      <a:pt x="8002" y="28794"/>
                      <a:pt x="8166" y="28794"/>
                    </a:cubicBezTo>
                    <a:cubicBezTo>
                      <a:pt x="8396" y="28794"/>
                      <a:pt x="8626" y="28690"/>
                      <a:pt x="8780" y="28489"/>
                    </a:cubicBezTo>
                    <a:lnTo>
                      <a:pt x="20561" y="13073"/>
                    </a:lnTo>
                    <a:cubicBezTo>
                      <a:pt x="20675" y="12922"/>
                      <a:pt x="20851" y="12844"/>
                      <a:pt x="21031" y="12844"/>
                    </a:cubicBezTo>
                    <a:cubicBezTo>
                      <a:pt x="21152" y="12844"/>
                      <a:pt x="21278" y="12883"/>
                      <a:pt x="21386" y="12965"/>
                    </a:cubicBezTo>
                    <a:lnTo>
                      <a:pt x="22865" y="14093"/>
                    </a:lnTo>
                    <a:cubicBezTo>
                      <a:pt x="23001" y="14196"/>
                      <a:pt x="23166" y="14251"/>
                      <a:pt x="23332" y="14251"/>
                    </a:cubicBezTo>
                    <a:cubicBezTo>
                      <a:pt x="23446" y="14251"/>
                      <a:pt x="23564" y="14226"/>
                      <a:pt x="23676" y="14171"/>
                    </a:cubicBezTo>
                    <a:cubicBezTo>
                      <a:pt x="23942" y="14039"/>
                      <a:pt x="24103" y="13770"/>
                      <a:pt x="24103" y="13475"/>
                    </a:cubicBezTo>
                    <a:lnTo>
                      <a:pt x="23985" y="766"/>
                    </a:lnTo>
                    <a:cubicBezTo>
                      <a:pt x="23981" y="525"/>
                      <a:pt x="23870" y="306"/>
                      <a:pt x="23680" y="159"/>
                    </a:cubicBezTo>
                    <a:cubicBezTo>
                      <a:pt x="23543" y="55"/>
                      <a:pt x="23382" y="1"/>
                      <a:pt x="23213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501;p28">
                <a:extLst>
                  <a:ext uri="{FF2B5EF4-FFF2-40B4-BE49-F238E27FC236}">
                    <a16:creationId xmlns:a16="http://schemas.microsoft.com/office/drawing/2014/main" id="{B227C555-1DA8-C896-A38B-AE4CA346AD12}"/>
                  </a:ext>
                </a:extLst>
              </p:cNvPr>
              <p:cNvSpPr/>
              <p:nvPr/>
            </p:nvSpPr>
            <p:spPr>
              <a:xfrm>
                <a:off x="2614090" y="2645304"/>
                <a:ext cx="7006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3024" extrusionOk="0">
                    <a:moveTo>
                      <a:pt x="1343" y="0"/>
                    </a:moveTo>
                    <a:lnTo>
                      <a:pt x="1" y="2046"/>
                    </a:lnTo>
                    <a:lnTo>
                      <a:pt x="76" y="2980"/>
                    </a:lnTo>
                    <a:cubicBezTo>
                      <a:pt x="178" y="3010"/>
                      <a:pt x="283" y="3023"/>
                      <a:pt x="386" y="3023"/>
                    </a:cubicBezTo>
                    <a:cubicBezTo>
                      <a:pt x="1199" y="3023"/>
                      <a:pt x="2000" y="2208"/>
                      <a:pt x="2000" y="2208"/>
                    </a:cubicBezTo>
                    <a:lnTo>
                      <a:pt x="1343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502;p28">
                <a:extLst>
                  <a:ext uri="{FF2B5EF4-FFF2-40B4-BE49-F238E27FC236}">
                    <a16:creationId xmlns:a16="http://schemas.microsoft.com/office/drawing/2014/main" id="{7E8E3A49-12CF-AE81-8949-7F3EA0563A9D}"/>
                  </a:ext>
                </a:extLst>
              </p:cNvPr>
              <p:cNvSpPr/>
              <p:nvPr/>
            </p:nvSpPr>
            <p:spPr>
              <a:xfrm>
                <a:off x="2359722" y="2457075"/>
                <a:ext cx="287488" cy="370957"/>
              </a:xfrm>
              <a:custGeom>
                <a:avLst/>
                <a:gdLst/>
                <a:ahLst/>
                <a:cxnLst/>
                <a:rect l="l" t="t" r="r" b="b"/>
                <a:pathLst>
                  <a:path w="8211" h="10595" extrusionOk="0">
                    <a:moveTo>
                      <a:pt x="1882" y="8579"/>
                    </a:moveTo>
                    <a:cubicBezTo>
                      <a:pt x="1885" y="8579"/>
                      <a:pt x="1888" y="8580"/>
                      <a:pt x="1892" y="8582"/>
                    </a:cubicBezTo>
                    <a:cubicBezTo>
                      <a:pt x="1905" y="8585"/>
                      <a:pt x="1922" y="8593"/>
                      <a:pt x="1940" y="8605"/>
                    </a:cubicBezTo>
                    <a:lnTo>
                      <a:pt x="1940" y="8605"/>
                    </a:lnTo>
                    <a:cubicBezTo>
                      <a:pt x="1919" y="8600"/>
                      <a:pt x="1902" y="8594"/>
                      <a:pt x="1892" y="8589"/>
                    </a:cubicBezTo>
                    <a:cubicBezTo>
                      <a:pt x="1877" y="8584"/>
                      <a:pt x="1877" y="8579"/>
                      <a:pt x="1882" y="8579"/>
                    </a:cubicBezTo>
                    <a:close/>
                    <a:moveTo>
                      <a:pt x="877" y="0"/>
                    </a:moveTo>
                    <a:cubicBezTo>
                      <a:pt x="701" y="1360"/>
                      <a:pt x="554" y="2724"/>
                      <a:pt x="421" y="4092"/>
                    </a:cubicBezTo>
                    <a:cubicBezTo>
                      <a:pt x="277" y="5455"/>
                      <a:pt x="156" y="6823"/>
                      <a:pt x="44" y="8191"/>
                    </a:cubicBezTo>
                    <a:lnTo>
                      <a:pt x="22" y="8446"/>
                    </a:lnTo>
                    <a:lnTo>
                      <a:pt x="8" y="8618"/>
                    </a:lnTo>
                    <a:cubicBezTo>
                      <a:pt x="5" y="8686"/>
                      <a:pt x="1" y="8765"/>
                      <a:pt x="8" y="8847"/>
                    </a:cubicBezTo>
                    <a:cubicBezTo>
                      <a:pt x="12" y="9005"/>
                      <a:pt x="37" y="9192"/>
                      <a:pt x="98" y="9382"/>
                    </a:cubicBezTo>
                    <a:cubicBezTo>
                      <a:pt x="163" y="9576"/>
                      <a:pt x="267" y="9781"/>
                      <a:pt x="414" y="9953"/>
                    </a:cubicBezTo>
                    <a:cubicBezTo>
                      <a:pt x="561" y="10125"/>
                      <a:pt x="737" y="10258"/>
                      <a:pt x="909" y="10351"/>
                    </a:cubicBezTo>
                    <a:cubicBezTo>
                      <a:pt x="1074" y="10434"/>
                      <a:pt x="1243" y="10495"/>
                      <a:pt x="1387" y="10527"/>
                    </a:cubicBezTo>
                    <a:cubicBezTo>
                      <a:pt x="1621" y="10580"/>
                      <a:pt x="1820" y="10594"/>
                      <a:pt x="2005" y="10594"/>
                    </a:cubicBezTo>
                    <a:cubicBezTo>
                      <a:pt x="2058" y="10594"/>
                      <a:pt x="2110" y="10593"/>
                      <a:pt x="2162" y="10591"/>
                    </a:cubicBezTo>
                    <a:cubicBezTo>
                      <a:pt x="2618" y="10566"/>
                      <a:pt x="3005" y="10484"/>
                      <a:pt x="3375" y="10384"/>
                    </a:cubicBezTo>
                    <a:cubicBezTo>
                      <a:pt x="3741" y="10280"/>
                      <a:pt x="4089" y="10161"/>
                      <a:pt x="4430" y="10031"/>
                    </a:cubicBezTo>
                    <a:cubicBezTo>
                      <a:pt x="5780" y="9493"/>
                      <a:pt x="7011" y="8851"/>
                      <a:pt x="8210" y="8093"/>
                    </a:cubicBezTo>
                    <a:lnTo>
                      <a:pt x="7679" y="7078"/>
                    </a:lnTo>
                    <a:cubicBezTo>
                      <a:pt x="7057" y="7314"/>
                      <a:pt x="6418" y="7555"/>
                      <a:pt x="5787" y="7774"/>
                    </a:cubicBezTo>
                    <a:cubicBezTo>
                      <a:pt x="5155" y="7997"/>
                      <a:pt x="4516" y="8197"/>
                      <a:pt x="3888" y="8356"/>
                    </a:cubicBezTo>
                    <a:cubicBezTo>
                      <a:pt x="3576" y="8438"/>
                      <a:pt x="3264" y="8510"/>
                      <a:pt x="2962" y="8560"/>
                    </a:cubicBezTo>
                    <a:cubicBezTo>
                      <a:pt x="2704" y="8603"/>
                      <a:pt x="2448" y="8634"/>
                      <a:pt x="2233" y="8634"/>
                    </a:cubicBezTo>
                    <a:cubicBezTo>
                      <a:pt x="2200" y="8634"/>
                      <a:pt x="2168" y="8633"/>
                      <a:pt x="2137" y="8632"/>
                    </a:cubicBezTo>
                    <a:cubicBezTo>
                      <a:pt x="2129" y="8631"/>
                      <a:pt x="2120" y="8630"/>
                      <a:pt x="2112" y="8630"/>
                    </a:cubicBezTo>
                    <a:lnTo>
                      <a:pt x="2112" y="8630"/>
                    </a:lnTo>
                    <a:lnTo>
                      <a:pt x="2140" y="8431"/>
                    </a:lnTo>
                    <a:cubicBezTo>
                      <a:pt x="2338" y="7074"/>
                      <a:pt x="2528" y="5714"/>
                      <a:pt x="2697" y="4350"/>
                    </a:cubicBezTo>
                    <a:cubicBezTo>
                      <a:pt x="2873" y="2989"/>
                      <a:pt x="3037" y="1626"/>
                      <a:pt x="3178" y="262"/>
                    </a:cubicBez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503;p28">
                <a:extLst>
                  <a:ext uri="{FF2B5EF4-FFF2-40B4-BE49-F238E27FC236}">
                    <a16:creationId xmlns:a16="http://schemas.microsoft.com/office/drawing/2014/main" id="{D0C1CC17-CE94-C70C-48FE-551CDE41A7AD}"/>
                  </a:ext>
                </a:extLst>
              </p:cNvPr>
              <p:cNvSpPr/>
              <p:nvPr/>
            </p:nvSpPr>
            <p:spPr>
              <a:xfrm>
                <a:off x="2356851" y="2359775"/>
                <a:ext cx="170931" cy="212176"/>
              </a:xfrm>
              <a:custGeom>
                <a:avLst/>
                <a:gdLst/>
                <a:ahLst/>
                <a:cxnLst/>
                <a:rect l="l" t="t" r="r" b="b"/>
                <a:pathLst>
                  <a:path w="4882" h="6060" extrusionOk="0">
                    <a:moveTo>
                      <a:pt x="2366" y="0"/>
                    </a:moveTo>
                    <a:cubicBezTo>
                      <a:pt x="2255" y="0"/>
                      <a:pt x="2142" y="16"/>
                      <a:pt x="2029" y="51"/>
                    </a:cubicBezTo>
                    <a:cubicBezTo>
                      <a:pt x="1109" y="331"/>
                      <a:pt x="1" y="3503"/>
                      <a:pt x="1" y="3503"/>
                    </a:cubicBezTo>
                    <a:lnTo>
                      <a:pt x="3576" y="6059"/>
                    </a:lnTo>
                    <a:cubicBezTo>
                      <a:pt x="3576" y="6059"/>
                      <a:pt x="4882" y="3410"/>
                      <a:pt x="4494" y="2219"/>
                    </a:cubicBezTo>
                    <a:cubicBezTo>
                      <a:pt x="4136" y="1114"/>
                      <a:pt x="3291" y="0"/>
                      <a:pt x="236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504;p28">
                <a:extLst>
                  <a:ext uri="{FF2B5EF4-FFF2-40B4-BE49-F238E27FC236}">
                    <a16:creationId xmlns:a16="http://schemas.microsoft.com/office/drawing/2014/main" id="{93EC079C-A062-740A-32DA-904E6C09E95F}"/>
                  </a:ext>
                </a:extLst>
              </p:cNvPr>
              <p:cNvSpPr/>
              <p:nvPr/>
            </p:nvSpPr>
            <p:spPr>
              <a:xfrm>
                <a:off x="2348168" y="2472376"/>
                <a:ext cx="146702" cy="110640"/>
              </a:xfrm>
              <a:custGeom>
                <a:avLst/>
                <a:gdLst/>
                <a:ahLst/>
                <a:cxnLst/>
                <a:rect l="l" t="t" r="r" b="b"/>
                <a:pathLst>
                  <a:path w="4190" h="3160" extrusionOk="0">
                    <a:moveTo>
                      <a:pt x="83" y="1"/>
                    </a:moveTo>
                    <a:lnTo>
                      <a:pt x="1" y="370"/>
                    </a:lnTo>
                    <a:lnTo>
                      <a:pt x="3856" y="3160"/>
                    </a:lnTo>
                    <a:lnTo>
                      <a:pt x="4190" y="2786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505;p28">
                <a:extLst>
                  <a:ext uri="{FF2B5EF4-FFF2-40B4-BE49-F238E27FC236}">
                    <a16:creationId xmlns:a16="http://schemas.microsoft.com/office/drawing/2014/main" id="{1EAF8757-50AE-5866-7ABB-DFD7B5572C13}"/>
                  </a:ext>
                </a:extLst>
              </p:cNvPr>
              <p:cNvSpPr/>
              <p:nvPr/>
            </p:nvSpPr>
            <p:spPr>
              <a:xfrm>
                <a:off x="2661112" y="2623946"/>
                <a:ext cx="78953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2255" h="2819" extrusionOk="0">
                    <a:moveTo>
                      <a:pt x="1802" y="0"/>
                    </a:moveTo>
                    <a:lnTo>
                      <a:pt x="0" y="610"/>
                    </a:lnTo>
                    <a:lnTo>
                      <a:pt x="657" y="2818"/>
                    </a:lnTo>
                    <a:lnTo>
                      <a:pt x="2254" y="1881"/>
                    </a:lnTo>
                    <a:lnTo>
                      <a:pt x="1802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solidFill>
                  <a:srgbClr val="38AA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2910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E0D91-AD3C-7983-05E2-ED1679E9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ítulo 1">
            <a:extLst>
              <a:ext uri="{FF2B5EF4-FFF2-40B4-BE49-F238E27FC236}">
                <a16:creationId xmlns:a16="http://schemas.microsoft.com/office/drawing/2014/main" id="{867919B6-687C-103D-9E1F-55CE71640DD3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Modelo Correo DESERCIONES</a:t>
            </a: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338BB757-DE79-F397-0E05-E68AF1FE61AA}"/>
              </a:ext>
            </a:extLst>
          </p:cNvPr>
          <p:cNvSpPr txBox="1"/>
          <p:nvPr/>
        </p:nvSpPr>
        <p:spPr>
          <a:xfrm>
            <a:off x="995310" y="2228671"/>
            <a:ext cx="10201379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fontAlgn="base"/>
            <a:r>
              <a:rPr lang="es-ES" sz="2000" b="0" dirty="0">
                <a:solidFill>
                  <a:srgbClr val="000000"/>
                </a:solidFill>
                <a:latin typeface="Calibri"/>
                <a:cs typeface="Calibri"/>
              </a:rPr>
              <a:t>Buen día </a:t>
            </a:r>
            <a:r>
              <a:rPr lang="es-ES" sz="2000" dirty="0">
                <a:solidFill>
                  <a:srgbClr val="000000"/>
                </a:solidFill>
                <a:latin typeface="Calibri"/>
                <a:cs typeface="Calibri"/>
              </a:rPr>
              <a:t>coordinadora Yuly Esperanza </a:t>
            </a:r>
            <a:r>
              <a:rPr lang="es-ES" sz="2000" dirty="0" err="1">
                <a:solidFill>
                  <a:srgbClr val="000000"/>
                </a:solidFill>
                <a:latin typeface="Calibri"/>
                <a:cs typeface="Calibri"/>
              </a:rPr>
              <a:t>Avila</a:t>
            </a:r>
            <a:r>
              <a:rPr lang="es-ES" sz="2000" dirty="0">
                <a:solidFill>
                  <a:srgbClr val="000000"/>
                </a:solidFill>
                <a:latin typeface="Calibri"/>
                <a:cs typeface="Calibri"/>
              </a:rPr>
              <a:t> Vargas</a:t>
            </a:r>
            <a:r>
              <a:rPr lang="es-ES" sz="2000" b="0" i="0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. Atentamente me permito enviar relación de los aprendices de la ficha </a:t>
            </a:r>
            <a:r>
              <a:rPr lang="es-ES" sz="2000" b="0" i="0" dirty="0" err="1">
                <a:solidFill>
                  <a:srgbClr val="FF0000"/>
                </a:solidFill>
                <a:effectLst/>
                <a:latin typeface="Calibri"/>
                <a:cs typeface="Calibri"/>
              </a:rPr>
              <a:t>FICHA</a:t>
            </a:r>
            <a:r>
              <a:rPr lang="es-ES" sz="2000" b="0" i="0" dirty="0">
                <a:solidFill>
                  <a:srgbClr val="FF0000"/>
                </a:solidFill>
                <a:effectLst/>
                <a:latin typeface="Calibri"/>
                <a:cs typeface="Calibri"/>
              </a:rPr>
              <a:t> </a:t>
            </a:r>
            <a:r>
              <a:rPr lang="es-ES" sz="2000" b="0" i="0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– </a:t>
            </a:r>
            <a:r>
              <a:rPr lang="es-ES" sz="2000" b="0" i="0" dirty="0">
                <a:solidFill>
                  <a:srgbClr val="FF0000"/>
                </a:solidFill>
                <a:effectLst/>
                <a:latin typeface="Calibri"/>
                <a:cs typeface="Calibri"/>
              </a:rPr>
              <a:t>NIVEL Y NOMBRE DEL PROGRAMA</a:t>
            </a:r>
            <a:r>
              <a:rPr lang="es-ES" sz="2000" b="0" i="0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, la cual inicia Etapa Productiva el </a:t>
            </a:r>
            <a:r>
              <a:rPr lang="es-ES" sz="2000" b="0" i="0" dirty="0">
                <a:solidFill>
                  <a:srgbClr val="FF0000"/>
                </a:solidFill>
                <a:effectLst/>
                <a:latin typeface="Calibri"/>
                <a:cs typeface="Calibri"/>
              </a:rPr>
              <a:t>DIA </a:t>
            </a:r>
            <a:r>
              <a:rPr lang="es-ES" sz="2000" b="0" i="0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de </a:t>
            </a:r>
            <a:r>
              <a:rPr lang="es-ES" sz="2000" b="0" i="0" dirty="0">
                <a:solidFill>
                  <a:srgbClr val="FF0000"/>
                </a:solidFill>
                <a:effectLst/>
                <a:latin typeface="Calibri"/>
                <a:cs typeface="Calibri"/>
              </a:rPr>
              <a:t>MES </a:t>
            </a:r>
            <a:r>
              <a:rPr lang="es-ES" sz="2000" b="0" i="0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de </a:t>
            </a:r>
            <a:r>
              <a:rPr lang="es-ES" sz="2000" b="0" i="0" dirty="0">
                <a:solidFill>
                  <a:srgbClr val="FF0000"/>
                </a:solidFill>
                <a:effectLst/>
                <a:latin typeface="Calibri"/>
                <a:cs typeface="Calibri"/>
              </a:rPr>
              <a:t>AÑO</a:t>
            </a:r>
            <a:r>
              <a:rPr lang="es-ES" sz="2000" b="0" i="0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 y en el taller de Vida Laboral se evidencio que presentaron posible deserción durante la etapa lectiva y aún se encuentran en estado” EN FORMACIÓN" </a:t>
            </a:r>
          </a:p>
        </p:txBody>
      </p:sp>
      <p:graphicFrame>
        <p:nvGraphicFramePr>
          <p:cNvPr id="144" name="Tabla 5">
            <a:extLst>
              <a:ext uri="{FF2B5EF4-FFF2-40B4-BE49-F238E27FC236}">
                <a16:creationId xmlns:a16="http://schemas.microsoft.com/office/drawing/2014/main" id="{C557CA2B-4431-161B-F249-84083A12B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577282"/>
              </p:ext>
            </p:extLst>
          </p:nvPr>
        </p:nvGraphicFramePr>
        <p:xfrm>
          <a:off x="2217980" y="4090200"/>
          <a:ext cx="8088395" cy="1656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17679">
                  <a:extLst>
                    <a:ext uri="{9D8B030D-6E8A-4147-A177-3AD203B41FA5}">
                      <a16:colId xmlns:a16="http://schemas.microsoft.com/office/drawing/2014/main" val="741206814"/>
                    </a:ext>
                  </a:extLst>
                </a:gridCol>
                <a:gridCol w="1617679">
                  <a:extLst>
                    <a:ext uri="{9D8B030D-6E8A-4147-A177-3AD203B41FA5}">
                      <a16:colId xmlns:a16="http://schemas.microsoft.com/office/drawing/2014/main" val="4197465302"/>
                    </a:ext>
                  </a:extLst>
                </a:gridCol>
                <a:gridCol w="1617679">
                  <a:extLst>
                    <a:ext uri="{9D8B030D-6E8A-4147-A177-3AD203B41FA5}">
                      <a16:colId xmlns:a16="http://schemas.microsoft.com/office/drawing/2014/main" val="332679207"/>
                    </a:ext>
                  </a:extLst>
                </a:gridCol>
                <a:gridCol w="1617679">
                  <a:extLst>
                    <a:ext uri="{9D8B030D-6E8A-4147-A177-3AD203B41FA5}">
                      <a16:colId xmlns:a16="http://schemas.microsoft.com/office/drawing/2014/main" val="1654041340"/>
                    </a:ext>
                  </a:extLst>
                </a:gridCol>
                <a:gridCol w="1617679">
                  <a:extLst>
                    <a:ext uri="{9D8B030D-6E8A-4147-A177-3AD203B41FA5}">
                      <a16:colId xmlns:a16="http://schemas.microsoft.com/office/drawing/2014/main" val="3614945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</a:rPr>
                        <a:t>Tipo de Documento</a:t>
                      </a: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s-ES" sz="4800" b="0" i="0" dirty="0">
                        <a:effectLst/>
                      </a:endParaRPr>
                    </a:p>
                    <a:p>
                      <a:pPr algn="ctr"/>
                      <a:endParaRPr lang="es-E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</a:rPr>
                        <a:t>Número de Documento</a:t>
                      </a: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s-ES" sz="4800" b="0" i="0" dirty="0">
                        <a:effectLst/>
                      </a:endParaRPr>
                    </a:p>
                    <a:p>
                      <a:pPr algn="ctr"/>
                      <a:endParaRPr lang="es-E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</a:rPr>
                        <a:t>Nombre</a:t>
                      </a:r>
                      <a:endParaRPr lang="es-E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</a:rPr>
                        <a:t>Apellidos</a:t>
                      </a: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s-ES" sz="4800" b="0" i="0" dirty="0">
                        <a:effectLst/>
                      </a:endParaRPr>
                    </a:p>
                    <a:p>
                      <a:pPr algn="ctr"/>
                      <a:endParaRPr lang="es-E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</a:rPr>
                        <a:t>Estado</a:t>
                      </a: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s-ES" sz="4800" b="0" i="0" dirty="0">
                        <a:effectLst/>
                      </a:endParaRPr>
                    </a:p>
                    <a:p>
                      <a:pPr algn="ctr"/>
                      <a:endParaRPr lang="es-E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4333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2423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5571999"/>
                  </a:ext>
                </a:extLst>
              </a:tr>
            </a:tbl>
          </a:graphicData>
        </a:graphic>
      </p:graphicFrame>
      <p:sp>
        <p:nvSpPr>
          <p:cNvPr id="145" name="CuadroTexto 144">
            <a:extLst>
              <a:ext uri="{FF2B5EF4-FFF2-40B4-BE49-F238E27FC236}">
                <a16:creationId xmlns:a16="http://schemas.microsoft.com/office/drawing/2014/main" id="{ECF8C41E-5D98-2F17-12ED-1214C3BC4DAD}"/>
              </a:ext>
            </a:extLst>
          </p:cNvPr>
          <p:cNvSpPr txBox="1"/>
          <p:nvPr/>
        </p:nvSpPr>
        <p:spPr>
          <a:xfrm>
            <a:off x="0" y="6027003"/>
            <a:ext cx="12197442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s-ES" sz="2400" b="0" i="0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Correo:</a:t>
            </a:r>
            <a:r>
              <a:rPr lang="es-ES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Calibri"/>
                <a:cs typeface="Calibri"/>
                <a:hlinkClick r:id="rId3"/>
              </a:rPr>
              <a:t>yeavilav@sena.edu.co</a:t>
            </a:r>
            <a:endParaRPr lang="es-ES" sz="1200" dirty="0">
              <a:solidFill>
                <a:srgbClr val="000000"/>
              </a:solidFill>
              <a:latin typeface="Calibri"/>
              <a:cs typeface="Calibri"/>
            </a:endParaRPr>
          </a:p>
          <a:p>
            <a:endParaRPr lang="es-ES" sz="24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7942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1F1D7-6C92-F2F5-EA9F-F3E5E67A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uadroTexto 5">
            <a:extLst>
              <a:ext uri="{FF2B5EF4-FFF2-40B4-BE49-F238E27FC236}">
                <a16:creationId xmlns:a16="http://schemas.microsoft.com/office/drawing/2014/main" id="{521C6290-7E5F-F937-F0E6-ADB32F94B487}"/>
              </a:ext>
            </a:extLst>
          </p:cNvPr>
          <p:cNvSpPr txBox="1"/>
          <p:nvPr/>
        </p:nvSpPr>
        <p:spPr>
          <a:xfrm>
            <a:off x="5545139" y="5714144"/>
            <a:ext cx="1031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Primeros </a:t>
            </a:r>
            <a:r>
              <a:rPr lang="es-CO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(15) </a:t>
            </a: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días hábiles  del I trimestre de la EP</a:t>
            </a:r>
            <a:endParaRPr lang="es-CO" sz="3200" b="1" dirty="0">
              <a:solidFill>
                <a:schemeClr val="bg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grpSp>
        <p:nvGrpSpPr>
          <p:cNvPr id="31" name="Group 9">
            <a:extLst>
              <a:ext uri="{FF2B5EF4-FFF2-40B4-BE49-F238E27FC236}">
                <a16:creationId xmlns:a16="http://schemas.microsoft.com/office/drawing/2014/main" id="{7854C20B-ABEC-71B5-9396-F349A3FA8C1F}"/>
              </a:ext>
            </a:extLst>
          </p:cNvPr>
          <p:cNvGrpSpPr>
            <a:grpSpLocks/>
          </p:cNvGrpSpPr>
          <p:nvPr/>
        </p:nvGrpSpPr>
        <p:grpSpPr bwMode="auto">
          <a:xfrm rot="4976862" flipH="1">
            <a:off x="5034123" y="5664323"/>
            <a:ext cx="493705" cy="600302"/>
            <a:chOff x="1944" y="1111"/>
            <a:chExt cx="204" cy="196"/>
          </a:xfrm>
        </p:grpSpPr>
        <p:pic>
          <p:nvPicPr>
            <p:cNvPr id="32" name="Picture 10" descr="circuler_1">
              <a:extLst>
                <a:ext uri="{FF2B5EF4-FFF2-40B4-BE49-F238E27FC236}">
                  <a16:creationId xmlns:a16="http://schemas.microsoft.com/office/drawing/2014/main" id="{A2B2FCD8-1E6C-D375-8123-49ED06C628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H="1">
              <a:off x="1961" y="1124"/>
              <a:ext cx="174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Oval 11">
              <a:extLst>
                <a:ext uri="{FF2B5EF4-FFF2-40B4-BE49-F238E27FC236}">
                  <a16:creationId xmlns:a16="http://schemas.microsoft.com/office/drawing/2014/main" id="{45758544-3C6D-ADEA-AD2A-B3BCEE0D098F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1962" y="1124"/>
              <a:ext cx="173" cy="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grpSp>
          <p:nvGrpSpPr>
            <p:cNvPr id="34" name="Group 12">
              <a:extLst>
                <a:ext uri="{FF2B5EF4-FFF2-40B4-BE49-F238E27FC236}">
                  <a16:creationId xmlns:a16="http://schemas.microsoft.com/office/drawing/2014/main" id="{82C3AC81-5F3B-BBB1-3BE1-7EB85ADBE8E0}"/>
                </a:ext>
              </a:extLst>
            </p:cNvPr>
            <p:cNvGrpSpPr>
              <a:grpSpLocks/>
            </p:cNvGrpSpPr>
            <p:nvPr/>
          </p:nvGrpSpPr>
          <p:grpSpPr bwMode="auto">
            <a:xfrm rot="1297425" flipV="1">
              <a:off x="1971" y="1258"/>
              <a:ext cx="151" cy="37"/>
              <a:chOff x="2532" y="1051"/>
              <a:chExt cx="893" cy="246"/>
            </a:xfrm>
          </p:grpSpPr>
          <p:grpSp>
            <p:nvGrpSpPr>
              <p:cNvPr id="37" name="Group 13">
                <a:extLst>
                  <a:ext uri="{FF2B5EF4-FFF2-40B4-BE49-F238E27FC236}">
                    <a16:creationId xmlns:a16="http://schemas.microsoft.com/office/drawing/2014/main" id="{6D07EC72-B72B-7C46-3AAF-10059DED9D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1051"/>
                <a:ext cx="743" cy="185"/>
                <a:chOff x="1565" y="2568"/>
                <a:chExt cx="1118" cy="279"/>
              </a:xfrm>
            </p:grpSpPr>
            <p:sp>
              <p:nvSpPr>
                <p:cNvPr id="43" name="AutoShape 14">
                  <a:extLst>
                    <a:ext uri="{FF2B5EF4-FFF2-40B4-BE49-F238E27FC236}">
                      <a16:creationId xmlns:a16="http://schemas.microsoft.com/office/drawing/2014/main" id="{98302098-A09B-3866-33BD-863B1FD1F8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4" name="AutoShape 15">
                  <a:extLst>
                    <a:ext uri="{FF2B5EF4-FFF2-40B4-BE49-F238E27FC236}">
                      <a16:creationId xmlns:a16="http://schemas.microsoft.com/office/drawing/2014/main" id="{909FA9CE-7EE9-D4D6-AA16-0CAA06246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5" name="AutoShape 16">
                  <a:extLst>
                    <a:ext uri="{FF2B5EF4-FFF2-40B4-BE49-F238E27FC236}">
                      <a16:creationId xmlns:a16="http://schemas.microsoft.com/office/drawing/2014/main" id="{3F122796-5E39-E3E5-C713-82667AD5C6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6" name="AutoShape 17">
                  <a:extLst>
                    <a:ext uri="{FF2B5EF4-FFF2-40B4-BE49-F238E27FC236}">
                      <a16:creationId xmlns:a16="http://schemas.microsoft.com/office/drawing/2014/main" id="{04A46347-14C1-DA7F-F063-6C423D3F90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8" name="Group 18">
                <a:extLst>
                  <a:ext uri="{FF2B5EF4-FFF2-40B4-BE49-F238E27FC236}">
                    <a16:creationId xmlns:a16="http://schemas.microsoft.com/office/drawing/2014/main" id="{EAB6FBDF-117A-F679-24E9-F07583AF27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353540">
                <a:off x="2682" y="1111"/>
                <a:ext cx="743" cy="186"/>
                <a:chOff x="1565" y="2568"/>
                <a:chExt cx="1118" cy="279"/>
              </a:xfrm>
            </p:grpSpPr>
            <p:sp>
              <p:nvSpPr>
                <p:cNvPr id="39" name="AutoShape 19">
                  <a:extLst>
                    <a:ext uri="{FF2B5EF4-FFF2-40B4-BE49-F238E27FC236}">
                      <a16:creationId xmlns:a16="http://schemas.microsoft.com/office/drawing/2014/main" id="{AE387166-3C06-0D17-2930-E616AA743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0" name="AutoShape 20">
                  <a:extLst>
                    <a:ext uri="{FF2B5EF4-FFF2-40B4-BE49-F238E27FC236}">
                      <a16:creationId xmlns:a16="http://schemas.microsoft.com/office/drawing/2014/main" id="{E6B2B8EE-8BE3-AFE5-8593-56C25AC60C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1" name="AutoShape 21">
                  <a:extLst>
                    <a:ext uri="{FF2B5EF4-FFF2-40B4-BE49-F238E27FC236}">
                      <a16:creationId xmlns:a16="http://schemas.microsoft.com/office/drawing/2014/main" id="{F2C78C36-E55E-9C29-A951-D48E52322D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2" name="AutoShape 22">
                  <a:extLst>
                    <a:ext uri="{FF2B5EF4-FFF2-40B4-BE49-F238E27FC236}">
                      <a16:creationId xmlns:a16="http://schemas.microsoft.com/office/drawing/2014/main" id="{9EE62FBA-E69F-984E-62B0-C081ACD319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</p:grpSp>
        <p:sp>
          <p:nvSpPr>
            <p:cNvPr id="35" name="Arc 23">
              <a:extLst>
                <a:ext uri="{FF2B5EF4-FFF2-40B4-BE49-F238E27FC236}">
                  <a16:creationId xmlns:a16="http://schemas.microsoft.com/office/drawing/2014/main" id="{88216FFF-1E3F-C986-9201-AC1A8CD8B67D}"/>
                </a:ext>
              </a:extLst>
            </p:cNvPr>
            <p:cNvSpPr>
              <a:spLocks/>
            </p:cNvSpPr>
            <p:nvPr/>
          </p:nvSpPr>
          <p:spPr bwMode="gray">
            <a:xfrm rot="25447716">
              <a:off x="1948" y="1107"/>
              <a:ext cx="196" cy="20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603 w 43200"/>
                <a:gd name="T1" fmla="*/ 33545 h 43155"/>
                <a:gd name="T2" fmla="*/ 22996 w 43200"/>
                <a:gd name="T3" fmla="*/ 43155 h 43155"/>
                <a:gd name="T4" fmla="*/ 21600 w 43200"/>
                <a:gd name="T5" fmla="*/ 21600 h 43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155" fill="none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</a:path>
                <a:path w="43200" h="43155" stroke="0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pic>
          <p:nvPicPr>
            <p:cNvPr id="36" name="Picture 24" descr="light_shadow1">
              <a:extLst>
                <a:ext uri="{FF2B5EF4-FFF2-40B4-BE49-F238E27FC236}">
                  <a16:creationId xmlns:a16="http://schemas.microsoft.com/office/drawing/2014/main" id="{FFEF455B-B710-9238-1273-3C4FC8988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740"/>
            <a:stretch>
              <a:fillRect/>
            </a:stretch>
          </p:blipFill>
          <p:spPr bwMode="gray">
            <a:xfrm rot="2569845" flipH="1">
              <a:off x="2015" y="1139"/>
              <a:ext cx="129" cy="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ítulo 1">
            <a:extLst>
              <a:ext uri="{FF2B5EF4-FFF2-40B4-BE49-F238E27FC236}">
                <a16:creationId xmlns:a16="http://schemas.microsoft.com/office/drawing/2014/main" id="{C850FB4F-8C66-E50A-E628-A11A68318C5D}"/>
              </a:ext>
            </a:extLst>
          </p:cNvPr>
          <p:cNvSpPr txBox="1">
            <a:spLocks/>
          </p:cNvSpPr>
          <p:nvPr/>
        </p:nvSpPr>
        <p:spPr>
          <a:xfrm>
            <a:off x="487409" y="29751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>
                <a:solidFill>
                  <a:schemeClr val="bg1"/>
                </a:solidFill>
                <a:latin typeface="Work Sans Medium" pitchFamily="2" charset="77"/>
              </a:rPr>
              <a:t>M3 – Visita Concertación Actividades</a:t>
            </a:r>
            <a:endParaRPr lang="es-ES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811D2061-8EF9-A2AD-B825-DF6712917411}"/>
              </a:ext>
            </a:extLst>
          </p:cNvPr>
          <p:cNvSpPr/>
          <p:nvPr/>
        </p:nvSpPr>
        <p:spPr>
          <a:xfrm>
            <a:off x="2962520" y="2027535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19" name="Rectángulo: esquinas redondeadas 4">
            <a:extLst>
              <a:ext uri="{FF2B5EF4-FFF2-40B4-BE49-F238E27FC236}">
                <a16:creationId xmlns:a16="http://schemas.microsoft.com/office/drawing/2014/main" id="{13062851-5B06-E002-E6B6-A0E6719C3EE3}"/>
              </a:ext>
            </a:extLst>
          </p:cNvPr>
          <p:cNvSpPr txBox="1"/>
          <p:nvPr/>
        </p:nvSpPr>
        <p:spPr>
          <a:xfrm>
            <a:off x="3498031" y="1746206"/>
            <a:ext cx="2392071" cy="7980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184912" tIns="184912" rIns="184912" bIns="99060" numCol="1" spcCol="1270" anchor="t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2000" b="1" dirty="0">
                <a:solidFill>
                  <a:schemeClr val="lt1"/>
                </a:solidFill>
              </a:rPr>
              <a:t>Realización Visita</a:t>
            </a: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02014689-679F-D068-34BE-761B3030021F}"/>
              </a:ext>
            </a:extLst>
          </p:cNvPr>
          <p:cNvSpPr/>
          <p:nvPr/>
        </p:nvSpPr>
        <p:spPr>
          <a:xfrm>
            <a:off x="5929704" y="2062771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6496B7C5-E9CB-3A23-58BA-837695E388CE}"/>
              </a:ext>
            </a:extLst>
          </p:cNvPr>
          <p:cNvSpPr/>
          <p:nvPr/>
        </p:nvSpPr>
        <p:spPr>
          <a:xfrm>
            <a:off x="6393863" y="1772382"/>
            <a:ext cx="2499352" cy="798023"/>
          </a:xfrm>
          <a:prstGeom prst="roundRect">
            <a:avLst>
              <a:gd name="adj" fmla="val 1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s-ES" b="1" dirty="0">
                <a:solidFill>
                  <a:schemeClr val="lt1"/>
                </a:solidFill>
              </a:rPr>
              <a:t>Seguimiento Plataforma Territorium</a:t>
            </a:r>
            <a:endParaRPr lang="es-ES" sz="2000" b="1" dirty="0">
              <a:solidFill>
                <a:schemeClr val="lt1"/>
              </a:solidFill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CA94A239-1CAE-DAFD-F7F9-694CC684EFFE}"/>
              </a:ext>
            </a:extLst>
          </p:cNvPr>
          <p:cNvGrpSpPr/>
          <p:nvPr/>
        </p:nvGrpSpPr>
        <p:grpSpPr>
          <a:xfrm>
            <a:off x="6284057" y="2429081"/>
            <a:ext cx="2743845" cy="2897685"/>
            <a:chOff x="12786040" y="158238"/>
            <a:chExt cx="3995055" cy="692659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57A9723F-2226-7849-F0BB-DB4CDE850AD4}"/>
                </a:ext>
              </a:extLst>
            </p:cNvPr>
            <p:cNvSpPr/>
            <p:nvPr/>
          </p:nvSpPr>
          <p:spPr>
            <a:xfrm>
              <a:off x="12786040" y="418756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50" name="Rectángulo: esquinas redondeadas 4">
              <a:extLst>
                <a:ext uri="{FF2B5EF4-FFF2-40B4-BE49-F238E27FC236}">
                  <a16:creationId xmlns:a16="http://schemas.microsoft.com/office/drawing/2014/main" id="{35A04B63-7F0E-F732-6B6A-70739DD0B30D}"/>
                </a:ext>
              </a:extLst>
            </p:cNvPr>
            <p:cNvSpPr txBox="1"/>
            <p:nvPr/>
          </p:nvSpPr>
          <p:spPr>
            <a:xfrm>
              <a:off x="13104729" y="158238"/>
              <a:ext cx="3676366" cy="64373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kern="1200" dirty="0">
                  <a:solidFill>
                    <a:schemeClr val="tx1"/>
                  </a:solidFill>
                </a:rPr>
                <a:t>Revisión y calificación de evidencias de seguimiento a etapa productiva.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kern="1200" dirty="0">
                  <a:solidFill>
                    <a:schemeClr val="tx1"/>
                  </a:solidFill>
                </a:rPr>
                <a:t>Publicación anuncios de  retroalimentación y recordatorio envío de evidencias – vía correo electrónico.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000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600" kern="1200" dirty="0"/>
            </a:p>
          </p:txBody>
        </p:sp>
      </p:grpSp>
      <p:sp>
        <p:nvSpPr>
          <p:cNvPr id="51" name="Flecha: a la derecha 50">
            <a:extLst>
              <a:ext uri="{FF2B5EF4-FFF2-40B4-BE49-F238E27FC236}">
                <a16:creationId xmlns:a16="http://schemas.microsoft.com/office/drawing/2014/main" id="{57F84AA1-2787-7156-373F-8DECB675135C}"/>
              </a:ext>
            </a:extLst>
          </p:cNvPr>
          <p:cNvSpPr/>
          <p:nvPr/>
        </p:nvSpPr>
        <p:spPr>
          <a:xfrm>
            <a:off x="8959371" y="2043193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83194077-61E5-7489-941D-3DDA54CC8E17}"/>
              </a:ext>
            </a:extLst>
          </p:cNvPr>
          <p:cNvGrpSpPr/>
          <p:nvPr/>
        </p:nvGrpSpPr>
        <p:grpSpPr>
          <a:xfrm>
            <a:off x="9426051" y="1683651"/>
            <a:ext cx="2392071" cy="890963"/>
            <a:chOff x="18822489" y="168613"/>
            <a:chExt cx="3905119" cy="1466288"/>
          </a:xfrm>
        </p:grpSpPr>
        <p:sp>
          <p:nvSpPr>
            <p:cNvPr id="53" name="Rectángulo: esquinas redondeadas 52">
              <a:extLst>
                <a:ext uri="{FF2B5EF4-FFF2-40B4-BE49-F238E27FC236}">
                  <a16:creationId xmlns:a16="http://schemas.microsoft.com/office/drawing/2014/main" id="{D154D270-28B3-8D9B-5E54-A6CE0D89040F}"/>
                </a:ext>
              </a:extLst>
            </p:cNvPr>
            <p:cNvSpPr/>
            <p:nvPr/>
          </p:nvSpPr>
          <p:spPr>
            <a:xfrm>
              <a:off x="18822489" y="168613"/>
              <a:ext cx="3905119" cy="1466288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54" name="Rectángulo: esquinas redondeadas 4">
              <a:extLst>
                <a:ext uri="{FF2B5EF4-FFF2-40B4-BE49-F238E27FC236}">
                  <a16:creationId xmlns:a16="http://schemas.microsoft.com/office/drawing/2014/main" id="{1D0B2DB6-2977-46C0-C819-EC6F74820094}"/>
                </a:ext>
              </a:extLst>
            </p:cNvPr>
            <p:cNvSpPr txBox="1"/>
            <p:nvPr/>
          </p:nvSpPr>
          <p:spPr>
            <a:xfrm>
              <a:off x="18822489" y="168613"/>
              <a:ext cx="3905119" cy="9775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O" b="1" dirty="0"/>
                <a:t>Visitas Extraordinarias</a:t>
              </a:r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9D6DA3DF-B979-88E1-9D43-FA8C346500BD}"/>
              </a:ext>
            </a:extLst>
          </p:cNvPr>
          <p:cNvGrpSpPr/>
          <p:nvPr/>
        </p:nvGrpSpPr>
        <p:grpSpPr>
          <a:xfrm>
            <a:off x="9310569" y="2422444"/>
            <a:ext cx="2780983" cy="3053768"/>
            <a:chOff x="19212476" y="249082"/>
            <a:chExt cx="4133873" cy="7396695"/>
          </a:xfrm>
        </p:grpSpPr>
        <p:sp>
          <p:nvSpPr>
            <p:cNvPr id="56" name="Rectángulo: esquinas redondeadas 55">
              <a:extLst>
                <a:ext uri="{FF2B5EF4-FFF2-40B4-BE49-F238E27FC236}">
                  <a16:creationId xmlns:a16="http://schemas.microsoft.com/office/drawing/2014/main" id="{1E016DD4-8EF0-1F4B-7B0F-94495F3382C2}"/>
                </a:ext>
              </a:extLst>
            </p:cNvPr>
            <p:cNvSpPr/>
            <p:nvPr/>
          </p:nvSpPr>
          <p:spPr>
            <a:xfrm>
              <a:off x="19212476" y="414455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57" name="Rectángulo: esquinas redondeadas 4">
              <a:extLst>
                <a:ext uri="{FF2B5EF4-FFF2-40B4-BE49-F238E27FC236}">
                  <a16:creationId xmlns:a16="http://schemas.microsoft.com/office/drawing/2014/main" id="{0894E766-1AD0-CC0C-8261-56FEEE79D29F}"/>
                </a:ext>
              </a:extLst>
            </p:cNvPr>
            <p:cNvSpPr txBox="1"/>
            <p:nvPr/>
          </p:nvSpPr>
          <p:spPr>
            <a:xfrm>
              <a:off x="19441230" y="249082"/>
              <a:ext cx="3905119" cy="73966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688" tIns="170688" rIns="170688" bIns="170688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Atención visitas extraordinarias si fuese necesario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400" kern="1200" dirty="0">
                <a:solidFill>
                  <a:schemeClr val="bg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EBBD30E1-0EB2-C7B2-DDAC-6F78E28488C8}"/>
              </a:ext>
            </a:extLst>
          </p:cNvPr>
          <p:cNvGrpSpPr/>
          <p:nvPr/>
        </p:nvGrpSpPr>
        <p:grpSpPr>
          <a:xfrm>
            <a:off x="3189547" y="2449581"/>
            <a:ext cx="2802494" cy="4924033"/>
            <a:chOff x="7260529" y="3289630"/>
            <a:chExt cx="2177289" cy="6483717"/>
          </a:xfrm>
        </p:grpSpPr>
        <p:sp>
          <p:nvSpPr>
            <p:cNvPr id="59" name="Rectángulo: esquinas redondeadas 58">
              <a:extLst>
                <a:ext uri="{FF2B5EF4-FFF2-40B4-BE49-F238E27FC236}">
                  <a16:creationId xmlns:a16="http://schemas.microsoft.com/office/drawing/2014/main" id="{A289C203-F936-AF45-3E56-4B3CC9F865D1}"/>
                </a:ext>
              </a:extLst>
            </p:cNvPr>
            <p:cNvSpPr/>
            <p:nvPr/>
          </p:nvSpPr>
          <p:spPr>
            <a:xfrm>
              <a:off x="7260529" y="3289630"/>
              <a:ext cx="2177289" cy="367201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60" name="Rectángulo: esquinas redondeadas 4">
              <a:extLst>
                <a:ext uri="{FF2B5EF4-FFF2-40B4-BE49-F238E27FC236}">
                  <a16:creationId xmlns:a16="http://schemas.microsoft.com/office/drawing/2014/main" id="{54173FEC-4812-9B35-9DC6-8464EF060306}"/>
                </a:ext>
              </a:extLst>
            </p:cNvPr>
            <p:cNvSpPr txBox="1"/>
            <p:nvPr/>
          </p:nvSpPr>
          <p:spPr>
            <a:xfrm>
              <a:off x="7293075" y="3336027"/>
              <a:ext cx="2112196" cy="64373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Condiciones Seguimiento Etapa Productiva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Concertación Actividades (F023)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Firmar listado de asistencia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Envío correo aprendiz y Jefe Inmediato (Programa de Formación y F023)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Subir Evidencias al SharePoint</a:t>
              </a:r>
              <a:endParaRPr lang="es-ES" sz="1600" dirty="0" err="1">
                <a:solidFill>
                  <a:schemeClr val="tx1"/>
                </a:solidFill>
                <a:cs typeface="Calibri"/>
              </a:endParaRPr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9C8093AB-7A10-0C65-E310-ECAC2514C746}"/>
              </a:ext>
            </a:extLst>
          </p:cNvPr>
          <p:cNvGrpSpPr/>
          <p:nvPr/>
        </p:nvGrpSpPr>
        <p:grpSpPr>
          <a:xfrm>
            <a:off x="123847" y="1620663"/>
            <a:ext cx="3019120" cy="934508"/>
            <a:chOff x="3108" y="-867"/>
            <a:chExt cx="3867569" cy="1381989"/>
          </a:xfrm>
        </p:grpSpPr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C16A4314-583E-1E73-C89A-F3EA6C3D3512}"/>
                </a:ext>
              </a:extLst>
            </p:cNvPr>
            <p:cNvSpPr/>
            <p:nvPr/>
          </p:nvSpPr>
          <p:spPr>
            <a:xfrm>
              <a:off x="3108" y="168613"/>
              <a:ext cx="3453774" cy="12125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63" name="Rectángulo: esquinas redondeadas 4">
              <a:extLst>
                <a:ext uri="{FF2B5EF4-FFF2-40B4-BE49-F238E27FC236}">
                  <a16:creationId xmlns:a16="http://schemas.microsoft.com/office/drawing/2014/main" id="{8DE69222-619F-A576-6E6C-72A13C8BA720}"/>
                </a:ext>
              </a:extLst>
            </p:cNvPr>
            <p:cNvSpPr txBox="1"/>
            <p:nvPr/>
          </p:nvSpPr>
          <p:spPr>
            <a:xfrm>
              <a:off x="3108" y="-867"/>
              <a:ext cx="3867569" cy="9879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lvl="0"/>
              <a:r>
                <a:rPr lang="es-CO" sz="2000" b="1" dirty="0"/>
                <a:t>Agendamiento Visitas</a:t>
              </a:r>
            </a:p>
          </p:txBody>
        </p:sp>
      </p:grp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F624912F-A630-40A6-1691-780355CA8A3B}"/>
              </a:ext>
            </a:extLst>
          </p:cNvPr>
          <p:cNvSpPr/>
          <p:nvPr/>
        </p:nvSpPr>
        <p:spPr>
          <a:xfrm>
            <a:off x="305380" y="2429081"/>
            <a:ext cx="2501048" cy="2808256"/>
          </a:xfrm>
          <a:prstGeom prst="roundRect">
            <a:avLst>
              <a:gd name="adj" fmla="val 1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EA55BAAF-76E2-E369-F3EE-1F0253448146}"/>
              </a:ext>
            </a:extLst>
          </p:cNvPr>
          <p:cNvSpPr txBox="1"/>
          <p:nvPr/>
        </p:nvSpPr>
        <p:spPr>
          <a:xfrm>
            <a:off x="380844" y="2572051"/>
            <a:ext cx="2425584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ES" sz="1600" kern="1200" dirty="0">
                <a:solidFill>
                  <a:schemeClr val="tx1"/>
                </a:solidFill>
              </a:rPr>
              <a:t>Agendar y realizar visitas del 100% de  los aprendices en etapa practica asignados.</a:t>
            </a:r>
          </a:p>
        </p:txBody>
      </p:sp>
    </p:spTree>
    <p:extLst>
      <p:ext uri="{BB962C8B-B14F-4D97-AF65-F5344CB8AC3E}">
        <p14:creationId xmlns:p14="http://schemas.microsoft.com/office/powerpoint/2010/main" val="299256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83385-6C52-CF7A-0D80-CD939174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o 46">
            <a:extLst>
              <a:ext uri="{FF2B5EF4-FFF2-40B4-BE49-F238E27FC236}">
                <a16:creationId xmlns:a16="http://schemas.microsoft.com/office/drawing/2014/main" id="{EFC9BA1F-A3C7-5805-12CF-D5602C2B1FF9}"/>
              </a:ext>
            </a:extLst>
          </p:cNvPr>
          <p:cNvGrpSpPr/>
          <p:nvPr/>
        </p:nvGrpSpPr>
        <p:grpSpPr>
          <a:xfrm>
            <a:off x="123847" y="1620663"/>
            <a:ext cx="3019120" cy="934508"/>
            <a:chOff x="3108" y="-867"/>
            <a:chExt cx="3867569" cy="1381989"/>
          </a:xfrm>
        </p:grpSpPr>
        <p:sp>
          <p:nvSpPr>
            <p:cNvPr id="48" name="Rectángulo: esquinas redondeadas 47">
              <a:extLst>
                <a:ext uri="{FF2B5EF4-FFF2-40B4-BE49-F238E27FC236}">
                  <a16:creationId xmlns:a16="http://schemas.microsoft.com/office/drawing/2014/main" id="{8E1079E0-69CB-F426-53AD-29E8801CDDD4}"/>
                </a:ext>
              </a:extLst>
            </p:cNvPr>
            <p:cNvSpPr/>
            <p:nvPr/>
          </p:nvSpPr>
          <p:spPr>
            <a:xfrm>
              <a:off x="3108" y="168613"/>
              <a:ext cx="3453774" cy="12125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49" name="Rectángulo: esquinas redondeadas 4">
              <a:extLst>
                <a:ext uri="{FF2B5EF4-FFF2-40B4-BE49-F238E27FC236}">
                  <a16:creationId xmlns:a16="http://schemas.microsoft.com/office/drawing/2014/main" id="{79D71204-66D9-850D-E96E-48CC0D828BD1}"/>
                </a:ext>
              </a:extLst>
            </p:cNvPr>
            <p:cNvSpPr txBox="1"/>
            <p:nvPr/>
          </p:nvSpPr>
          <p:spPr>
            <a:xfrm>
              <a:off x="3108" y="-867"/>
              <a:ext cx="3867569" cy="9879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lvl="0"/>
              <a:r>
                <a:rPr lang="es-CO" sz="2000" b="1" dirty="0"/>
                <a:t>Agendamiento Visitas</a:t>
              </a:r>
            </a:p>
          </p:txBody>
        </p:sp>
      </p:grpSp>
      <p:grpSp>
        <p:nvGrpSpPr>
          <p:cNvPr id="31" name="Group 9">
            <a:extLst>
              <a:ext uri="{FF2B5EF4-FFF2-40B4-BE49-F238E27FC236}">
                <a16:creationId xmlns:a16="http://schemas.microsoft.com/office/drawing/2014/main" id="{C858684C-EBD3-4B5A-AC6B-A57460C4C52D}"/>
              </a:ext>
            </a:extLst>
          </p:cNvPr>
          <p:cNvGrpSpPr>
            <a:grpSpLocks/>
          </p:cNvGrpSpPr>
          <p:nvPr/>
        </p:nvGrpSpPr>
        <p:grpSpPr bwMode="auto">
          <a:xfrm rot="4976862" flipH="1">
            <a:off x="5034123" y="5664323"/>
            <a:ext cx="493705" cy="600302"/>
            <a:chOff x="1944" y="1111"/>
            <a:chExt cx="204" cy="196"/>
          </a:xfrm>
        </p:grpSpPr>
        <p:pic>
          <p:nvPicPr>
            <p:cNvPr id="32" name="Picture 10" descr="circuler_1">
              <a:extLst>
                <a:ext uri="{FF2B5EF4-FFF2-40B4-BE49-F238E27FC236}">
                  <a16:creationId xmlns:a16="http://schemas.microsoft.com/office/drawing/2014/main" id="{B0D1E696-7913-B293-B152-BAA4D8F584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H="1">
              <a:off x="1961" y="1124"/>
              <a:ext cx="174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Oval 11">
              <a:extLst>
                <a:ext uri="{FF2B5EF4-FFF2-40B4-BE49-F238E27FC236}">
                  <a16:creationId xmlns:a16="http://schemas.microsoft.com/office/drawing/2014/main" id="{2278C82C-0EA5-BF3F-A262-35621D937EBC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1962" y="1124"/>
              <a:ext cx="173" cy="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grpSp>
          <p:nvGrpSpPr>
            <p:cNvPr id="34" name="Group 12">
              <a:extLst>
                <a:ext uri="{FF2B5EF4-FFF2-40B4-BE49-F238E27FC236}">
                  <a16:creationId xmlns:a16="http://schemas.microsoft.com/office/drawing/2014/main" id="{BE4AD1DB-BD7C-BD43-E442-8F05206C8C20}"/>
                </a:ext>
              </a:extLst>
            </p:cNvPr>
            <p:cNvGrpSpPr>
              <a:grpSpLocks/>
            </p:cNvGrpSpPr>
            <p:nvPr/>
          </p:nvGrpSpPr>
          <p:grpSpPr bwMode="auto">
            <a:xfrm rot="1297425" flipV="1">
              <a:off x="1971" y="1258"/>
              <a:ext cx="151" cy="37"/>
              <a:chOff x="2532" y="1051"/>
              <a:chExt cx="893" cy="246"/>
            </a:xfrm>
          </p:grpSpPr>
          <p:grpSp>
            <p:nvGrpSpPr>
              <p:cNvPr id="37" name="Group 13">
                <a:extLst>
                  <a:ext uri="{FF2B5EF4-FFF2-40B4-BE49-F238E27FC236}">
                    <a16:creationId xmlns:a16="http://schemas.microsoft.com/office/drawing/2014/main" id="{A5361121-8209-7F82-FEAF-C6D603D683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1051"/>
                <a:ext cx="743" cy="185"/>
                <a:chOff x="1565" y="2568"/>
                <a:chExt cx="1118" cy="279"/>
              </a:xfrm>
            </p:grpSpPr>
            <p:sp>
              <p:nvSpPr>
                <p:cNvPr id="43" name="AutoShape 14">
                  <a:extLst>
                    <a:ext uri="{FF2B5EF4-FFF2-40B4-BE49-F238E27FC236}">
                      <a16:creationId xmlns:a16="http://schemas.microsoft.com/office/drawing/2014/main" id="{FD4A7DD7-784E-2F0B-6DAB-9A4C6A6DF8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4" name="AutoShape 15">
                  <a:extLst>
                    <a:ext uri="{FF2B5EF4-FFF2-40B4-BE49-F238E27FC236}">
                      <a16:creationId xmlns:a16="http://schemas.microsoft.com/office/drawing/2014/main" id="{1D6A2ABE-8C84-1705-C4EC-CA7FEEC845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5" name="AutoShape 16">
                  <a:extLst>
                    <a:ext uri="{FF2B5EF4-FFF2-40B4-BE49-F238E27FC236}">
                      <a16:creationId xmlns:a16="http://schemas.microsoft.com/office/drawing/2014/main" id="{7116CB80-7597-068D-B8C0-73E7A0C9F2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6" name="AutoShape 17">
                  <a:extLst>
                    <a:ext uri="{FF2B5EF4-FFF2-40B4-BE49-F238E27FC236}">
                      <a16:creationId xmlns:a16="http://schemas.microsoft.com/office/drawing/2014/main" id="{98B861E5-1F13-324E-3928-2F322925DD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8" name="Group 18">
                <a:extLst>
                  <a:ext uri="{FF2B5EF4-FFF2-40B4-BE49-F238E27FC236}">
                    <a16:creationId xmlns:a16="http://schemas.microsoft.com/office/drawing/2014/main" id="{3D657B8C-29B6-168E-8B75-D081F07C3D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353540">
                <a:off x="2682" y="1111"/>
                <a:ext cx="743" cy="186"/>
                <a:chOff x="1565" y="2568"/>
                <a:chExt cx="1118" cy="279"/>
              </a:xfrm>
            </p:grpSpPr>
            <p:sp>
              <p:nvSpPr>
                <p:cNvPr id="39" name="AutoShape 19">
                  <a:extLst>
                    <a:ext uri="{FF2B5EF4-FFF2-40B4-BE49-F238E27FC236}">
                      <a16:creationId xmlns:a16="http://schemas.microsoft.com/office/drawing/2014/main" id="{078141CC-D21E-8D69-2C73-5D42A1ED8F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0" name="AutoShape 20">
                  <a:extLst>
                    <a:ext uri="{FF2B5EF4-FFF2-40B4-BE49-F238E27FC236}">
                      <a16:creationId xmlns:a16="http://schemas.microsoft.com/office/drawing/2014/main" id="{E6A2AD9D-CA47-16E2-81D8-20CC0A1B90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1" name="AutoShape 21">
                  <a:extLst>
                    <a:ext uri="{FF2B5EF4-FFF2-40B4-BE49-F238E27FC236}">
                      <a16:creationId xmlns:a16="http://schemas.microsoft.com/office/drawing/2014/main" id="{C2294C47-E690-2655-44C8-3305FB9A06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2" name="AutoShape 22">
                  <a:extLst>
                    <a:ext uri="{FF2B5EF4-FFF2-40B4-BE49-F238E27FC236}">
                      <a16:creationId xmlns:a16="http://schemas.microsoft.com/office/drawing/2014/main" id="{638B7A34-ECD9-AA5E-CB82-9BA855A6DB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</p:grpSp>
        <p:sp>
          <p:nvSpPr>
            <p:cNvPr id="35" name="Arc 23">
              <a:extLst>
                <a:ext uri="{FF2B5EF4-FFF2-40B4-BE49-F238E27FC236}">
                  <a16:creationId xmlns:a16="http://schemas.microsoft.com/office/drawing/2014/main" id="{C8982914-D620-2412-0D4B-3A14E763A88E}"/>
                </a:ext>
              </a:extLst>
            </p:cNvPr>
            <p:cNvSpPr>
              <a:spLocks/>
            </p:cNvSpPr>
            <p:nvPr/>
          </p:nvSpPr>
          <p:spPr bwMode="gray">
            <a:xfrm rot="25447716">
              <a:off x="1948" y="1107"/>
              <a:ext cx="196" cy="20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603 w 43200"/>
                <a:gd name="T1" fmla="*/ 33545 h 43155"/>
                <a:gd name="T2" fmla="*/ 22996 w 43200"/>
                <a:gd name="T3" fmla="*/ 43155 h 43155"/>
                <a:gd name="T4" fmla="*/ 21600 w 43200"/>
                <a:gd name="T5" fmla="*/ 21600 h 43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155" fill="none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</a:path>
                <a:path w="43200" h="43155" stroke="0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pic>
          <p:nvPicPr>
            <p:cNvPr id="36" name="Picture 24" descr="light_shadow1">
              <a:extLst>
                <a:ext uri="{FF2B5EF4-FFF2-40B4-BE49-F238E27FC236}">
                  <a16:creationId xmlns:a16="http://schemas.microsoft.com/office/drawing/2014/main" id="{63951E52-C48A-9F3D-BD7C-B33A66DA0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740"/>
            <a:stretch>
              <a:fillRect/>
            </a:stretch>
          </p:blipFill>
          <p:spPr bwMode="gray">
            <a:xfrm rot="2569845" flipH="1">
              <a:off x="2015" y="1139"/>
              <a:ext cx="129" cy="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671BB7C-0062-7984-07AD-EF1C543FAA2C}"/>
              </a:ext>
            </a:extLst>
          </p:cNvPr>
          <p:cNvSpPr txBox="1">
            <a:spLocks/>
          </p:cNvSpPr>
          <p:nvPr/>
        </p:nvSpPr>
        <p:spPr>
          <a:xfrm>
            <a:off x="456236" y="110481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>
                <a:solidFill>
                  <a:schemeClr val="bg1"/>
                </a:solidFill>
                <a:latin typeface="Work Sans Medium" pitchFamily="2" charset="77"/>
              </a:rPr>
              <a:t>M4 – Visita Evaluación Parcial</a:t>
            </a:r>
            <a:endParaRPr lang="es-ES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5">
            <a:extLst>
              <a:ext uri="{FF2B5EF4-FFF2-40B4-BE49-F238E27FC236}">
                <a16:creationId xmlns:a16="http://schemas.microsoft.com/office/drawing/2014/main" id="{78AC5FC5-FA35-A497-A98F-668CE12AC818}"/>
              </a:ext>
            </a:extLst>
          </p:cNvPr>
          <p:cNvSpPr txBox="1"/>
          <p:nvPr/>
        </p:nvSpPr>
        <p:spPr>
          <a:xfrm>
            <a:off x="5623668" y="5823376"/>
            <a:ext cx="9975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Primeros (15) días hábiles  del II trimestre de la EP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42233E6-F086-47CA-C57D-FC60714A4F49}"/>
              </a:ext>
            </a:extLst>
          </p:cNvPr>
          <p:cNvSpPr/>
          <p:nvPr/>
        </p:nvSpPr>
        <p:spPr>
          <a:xfrm>
            <a:off x="305380" y="2429081"/>
            <a:ext cx="2501048" cy="2808256"/>
          </a:xfrm>
          <a:prstGeom prst="roundRect">
            <a:avLst>
              <a:gd name="adj" fmla="val 1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A7DE70-D7E1-BF73-D6F9-2D73C7E40AC4}"/>
              </a:ext>
            </a:extLst>
          </p:cNvPr>
          <p:cNvSpPr txBox="1"/>
          <p:nvPr/>
        </p:nvSpPr>
        <p:spPr>
          <a:xfrm>
            <a:off x="380844" y="2572051"/>
            <a:ext cx="2425584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ES" sz="1600" kern="1200" dirty="0">
                <a:solidFill>
                  <a:schemeClr val="tx1"/>
                </a:solidFill>
              </a:rPr>
              <a:t>Agendar y realizar visitas del 100% de  los aprendices en etapa practica asignados.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8A4EAD1C-350B-71C4-2980-641891A14936}"/>
              </a:ext>
            </a:extLst>
          </p:cNvPr>
          <p:cNvSpPr/>
          <p:nvPr/>
        </p:nvSpPr>
        <p:spPr>
          <a:xfrm>
            <a:off x="2962520" y="2027535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8" name="Rectángulo: esquinas redondeadas 4">
            <a:extLst>
              <a:ext uri="{FF2B5EF4-FFF2-40B4-BE49-F238E27FC236}">
                <a16:creationId xmlns:a16="http://schemas.microsoft.com/office/drawing/2014/main" id="{D38C6BE2-E938-4841-6E2A-88121A254183}"/>
              </a:ext>
            </a:extLst>
          </p:cNvPr>
          <p:cNvSpPr txBox="1"/>
          <p:nvPr/>
        </p:nvSpPr>
        <p:spPr>
          <a:xfrm>
            <a:off x="3498031" y="1746206"/>
            <a:ext cx="2392071" cy="7980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184912" tIns="184912" rIns="184912" bIns="99060" numCol="1" spcCol="1270" anchor="t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2000" b="1" dirty="0">
                <a:solidFill>
                  <a:schemeClr val="lt1"/>
                </a:solidFill>
              </a:rPr>
              <a:t>Realización Visita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3BD17716-6083-5372-F675-675A9BCC1377}"/>
              </a:ext>
            </a:extLst>
          </p:cNvPr>
          <p:cNvSpPr/>
          <p:nvPr/>
        </p:nvSpPr>
        <p:spPr>
          <a:xfrm>
            <a:off x="5929704" y="2062771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A95355F-0B82-2941-AAB6-65BACAC92BC5}"/>
              </a:ext>
            </a:extLst>
          </p:cNvPr>
          <p:cNvSpPr/>
          <p:nvPr/>
        </p:nvSpPr>
        <p:spPr>
          <a:xfrm>
            <a:off x="6393863" y="1772382"/>
            <a:ext cx="2499352" cy="798023"/>
          </a:xfrm>
          <a:prstGeom prst="roundRect">
            <a:avLst>
              <a:gd name="adj" fmla="val 1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s-ES" b="1" dirty="0">
                <a:solidFill>
                  <a:schemeClr val="lt1"/>
                </a:solidFill>
              </a:rPr>
              <a:t>Seguimiento Plataforma Territorium</a:t>
            </a:r>
            <a:endParaRPr lang="es-ES" sz="2000" b="1" dirty="0">
              <a:solidFill>
                <a:schemeClr val="lt1"/>
              </a:solidFill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29A5351-CB69-84F1-FA24-156D0B2B13E0}"/>
              </a:ext>
            </a:extLst>
          </p:cNvPr>
          <p:cNvGrpSpPr/>
          <p:nvPr/>
        </p:nvGrpSpPr>
        <p:grpSpPr>
          <a:xfrm>
            <a:off x="6276475" y="2408250"/>
            <a:ext cx="2743845" cy="2897685"/>
            <a:chOff x="12786040" y="158238"/>
            <a:chExt cx="3995055" cy="6926592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077EDB2D-4BC2-A152-9987-6B01B716764E}"/>
                </a:ext>
              </a:extLst>
            </p:cNvPr>
            <p:cNvSpPr/>
            <p:nvPr/>
          </p:nvSpPr>
          <p:spPr>
            <a:xfrm>
              <a:off x="12786040" y="418756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3" name="Rectángulo: esquinas redondeadas 4">
              <a:extLst>
                <a:ext uri="{FF2B5EF4-FFF2-40B4-BE49-F238E27FC236}">
                  <a16:creationId xmlns:a16="http://schemas.microsoft.com/office/drawing/2014/main" id="{A73D6A06-FCE0-1F6B-1210-6AEB4EF0EFDD}"/>
                </a:ext>
              </a:extLst>
            </p:cNvPr>
            <p:cNvSpPr txBox="1"/>
            <p:nvPr/>
          </p:nvSpPr>
          <p:spPr>
            <a:xfrm>
              <a:off x="13104729" y="158238"/>
              <a:ext cx="3676366" cy="64373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kern="1200" dirty="0">
                  <a:solidFill>
                    <a:schemeClr val="tx1"/>
                  </a:solidFill>
                </a:rPr>
                <a:t>Revisión y calificación de evidencias de seguimiento a etapa productiva.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kern="1200" dirty="0">
                  <a:solidFill>
                    <a:schemeClr val="tx1"/>
                  </a:solidFill>
                </a:rPr>
                <a:t>Publicación anuncios de  retroalimentación y recordatorio envío de evidencias.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000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600" kern="1200" dirty="0"/>
            </a:p>
          </p:txBody>
        </p:sp>
      </p:grp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67FC72ED-DA91-78C8-9207-8BC5EC4F8B83}"/>
              </a:ext>
            </a:extLst>
          </p:cNvPr>
          <p:cNvSpPr/>
          <p:nvPr/>
        </p:nvSpPr>
        <p:spPr>
          <a:xfrm>
            <a:off x="8959371" y="2043193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1D76C3C-3E90-497F-4391-A55DBAFC99DE}"/>
              </a:ext>
            </a:extLst>
          </p:cNvPr>
          <p:cNvGrpSpPr/>
          <p:nvPr/>
        </p:nvGrpSpPr>
        <p:grpSpPr>
          <a:xfrm>
            <a:off x="9426051" y="1683651"/>
            <a:ext cx="2392071" cy="890963"/>
            <a:chOff x="18822489" y="168613"/>
            <a:chExt cx="3905119" cy="1466288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9F195877-6605-25F6-9E1E-07C2C61FCCD2}"/>
                </a:ext>
              </a:extLst>
            </p:cNvPr>
            <p:cNvSpPr/>
            <p:nvPr/>
          </p:nvSpPr>
          <p:spPr>
            <a:xfrm>
              <a:off x="18822489" y="168613"/>
              <a:ext cx="3905119" cy="1466288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7" name="Rectángulo: esquinas redondeadas 4">
              <a:extLst>
                <a:ext uri="{FF2B5EF4-FFF2-40B4-BE49-F238E27FC236}">
                  <a16:creationId xmlns:a16="http://schemas.microsoft.com/office/drawing/2014/main" id="{83EE7155-5D71-9BF2-BFD6-F9133A523319}"/>
                </a:ext>
              </a:extLst>
            </p:cNvPr>
            <p:cNvSpPr txBox="1"/>
            <p:nvPr/>
          </p:nvSpPr>
          <p:spPr>
            <a:xfrm>
              <a:off x="18822489" y="168613"/>
              <a:ext cx="3905119" cy="9775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O" b="1" dirty="0"/>
                <a:t>Visitas Extraordinarias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842C4E72-20F7-537A-EBA4-00ABC31A633F}"/>
              </a:ext>
            </a:extLst>
          </p:cNvPr>
          <p:cNvGrpSpPr/>
          <p:nvPr/>
        </p:nvGrpSpPr>
        <p:grpSpPr>
          <a:xfrm>
            <a:off x="9442567" y="2343522"/>
            <a:ext cx="2509757" cy="3182866"/>
            <a:chOff x="19212476" y="249082"/>
            <a:chExt cx="4133873" cy="7396695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6DBDF5B7-72D8-AE31-DE9D-774714C2177C}"/>
                </a:ext>
              </a:extLst>
            </p:cNvPr>
            <p:cNvSpPr/>
            <p:nvPr/>
          </p:nvSpPr>
          <p:spPr>
            <a:xfrm>
              <a:off x="19212476" y="414455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3" name="Rectángulo: esquinas redondeadas 4">
              <a:extLst>
                <a:ext uri="{FF2B5EF4-FFF2-40B4-BE49-F238E27FC236}">
                  <a16:creationId xmlns:a16="http://schemas.microsoft.com/office/drawing/2014/main" id="{D0AB3F42-7D82-CF63-99FF-937F3DA7C246}"/>
                </a:ext>
              </a:extLst>
            </p:cNvPr>
            <p:cNvSpPr txBox="1"/>
            <p:nvPr/>
          </p:nvSpPr>
          <p:spPr>
            <a:xfrm>
              <a:off x="19441230" y="249082"/>
              <a:ext cx="3905119" cy="73966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688" tIns="170688" rIns="170688" bIns="170688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Atención visitas extraordinarias si fuese necesario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400" kern="1200" dirty="0">
                <a:solidFill>
                  <a:schemeClr val="bg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0995F334-0841-319B-D1C0-76BF16D45F52}"/>
              </a:ext>
            </a:extLst>
          </p:cNvPr>
          <p:cNvGrpSpPr/>
          <p:nvPr/>
        </p:nvGrpSpPr>
        <p:grpSpPr>
          <a:xfrm>
            <a:off x="3189547" y="2449581"/>
            <a:ext cx="2802494" cy="5012638"/>
            <a:chOff x="7260529" y="3289630"/>
            <a:chExt cx="2177289" cy="6600388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75D4CA8B-B0DC-8E93-DA13-ED3DFF5392BF}"/>
                </a:ext>
              </a:extLst>
            </p:cNvPr>
            <p:cNvSpPr/>
            <p:nvPr/>
          </p:nvSpPr>
          <p:spPr>
            <a:xfrm>
              <a:off x="7260529" y="3289630"/>
              <a:ext cx="2177289" cy="367201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26" name="Rectángulo: esquinas redondeadas 4">
              <a:extLst>
                <a:ext uri="{FF2B5EF4-FFF2-40B4-BE49-F238E27FC236}">
                  <a16:creationId xmlns:a16="http://schemas.microsoft.com/office/drawing/2014/main" id="{411AD844-033D-1DD6-C15D-3914D1696331}"/>
                </a:ext>
              </a:extLst>
            </p:cNvPr>
            <p:cNvSpPr txBox="1"/>
            <p:nvPr/>
          </p:nvSpPr>
          <p:spPr>
            <a:xfrm>
              <a:off x="7297624" y="3452698"/>
              <a:ext cx="2112196" cy="64373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Verificar el diligenciamiento y aprobación por las partes de las respectivas bitácoras.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Realización Evaluación parcial (F023)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Firmar listado asistencia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Subir Evidencias al SharePoint</a:t>
              </a:r>
              <a:endParaRPr lang="es-ES" sz="1600" dirty="0" err="1">
                <a:solidFill>
                  <a:schemeClr val="tx1"/>
                </a:solidFill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872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E6F55B-23E7-C675-1731-F09BDD2C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1CA94-531D-662D-29D6-823F55023D63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Evidencias M3 y M4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7386869D-0402-44E8-5798-C7912D5A8E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345593"/>
              </p:ext>
            </p:extLst>
          </p:nvPr>
        </p:nvGraphicFramePr>
        <p:xfrm>
          <a:off x="0" y="1398258"/>
          <a:ext cx="8060045" cy="5540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oogle Shape;2036;p43">
            <a:extLst>
              <a:ext uri="{FF2B5EF4-FFF2-40B4-BE49-F238E27FC236}">
                <a16:creationId xmlns:a16="http://schemas.microsoft.com/office/drawing/2014/main" id="{DF870D95-0B89-F57A-F7ED-8E43EAEEA4BE}"/>
              </a:ext>
            </a:extLst>
          </p:cNvPr>
          <p:cNvGrpSpPr/>
          <p:nvPr/>
        </p:nvGrpSpPr>
        <p:grpSpPr>
          <a:xfrm>
            <a:off x="7873139" y="1286360"/>
            <a:ext cx="3089856" cy="4990454"/>
            <a:chOff x="387615" y="1194445"/>
            <a:chExt cx="2247250" cy="3504956"/>
          </a:xfrm>
        </p:grpSpPr>
        <p:sp>
          <p:nvSpPr>
            <p:cNvPr id="5" name="Google Shape;2037;p43">
              <a:extLst>
                <a:ext uri="{FF2B5EF4-FFF2-40B4-BE49-F238E27FC236}">
                  <a16:creationId xmlns:a16="http://schemas.microsoft.com/office/drawing/2014/main" id="{E0475CA8-FD8F-3428-6314-06DBAF1FA838}"/>
                </a:ext>
              </a:extLst>
            </p:cNvPr>
            <p:cNvSpPr/>
            <p:nvPr/>
          </p:nvSpPr>
          <p:spPr>
            <a:xfrm>
              <a:off x="1243574" y="4625814"/>
              <a:ext cx="76055" cy="49806"/>
            </a:xfrm>
            <a:custGeom>
              <a:avLst/>
              <a:gdLst/>
              <a:ahLst/>
              <a:cxnLst/>
              <a:rect l="l" t="t" r="r" b="b"/>
              <a:pathLst>
                <a:path w="2373" h="1554" extrusionOk="0">
                  <a:moveTo>
                    <a:pt x="1516" y="1"/>
                  </a:moveTo>
                  <a:cubicBezTo>
                    <a:pt x="1373" y="1"/>
                    <a:pt x="1229" y="17"/>
                    <a:pt x="1086" y="50"/>
                  </a:cubicBezTo>
                  <a:cubicBezTo>
                    <a:pt x="652" y="150"/>
                    <a:pt x="268" y="418"/>
                    <a:pt x="0" y="785"/>
                  </a:cubicBezTo>
                  <a:lnTo>
                    <a:pt x="1755" y="1554"/>
                  </a:lnTo>
                  <a:lnTo>
                    <a:pt x="2373" y="217"/>
                  </a:lnTo>
                  <a:cubicBezTo>
                    <a:pt x="2103" y="71"/>
                    <a:pt x="1811" y="1"/>
                    <a:pt x="1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" name="Google Shape;2038;p43">
              <a:extLst>
                <a:ext uri="{FF2B5EF4-FFF2-40B4-BE49-F238E27FC236}">
                  <a16:creationId xmlns:a16="http://schemas.microsoft.com/office/drawing/2014/main" id="{D9858547-70ED-0E86-1832-046A1B4D5C6B}"/>
                </a:ext>
              </a:extLst>
            </p:cNvPr>
            <p:cNvSpPr/>
            <p:nvPr/>
          </p:nvSpPr>
          <p:spPr>
            <a:xfrm>
              <a:off x="1252677" y="4640589"/>
              <a:ext cx="9134" cy="72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255" y="1"/>
                  </a:moveTo>
                  <a:cubicBezTo>
                    <a:pt x="228" y="1"/>
                    <a:pt x="164" y="23"/>
                    <a:pt x="101" y="74"/>
                  </a:cubicBezTo>
                  <a:cubicBezTo>
                    <a:pt x="34" y="141"/>
                    <a:pt x="0" y="224"/>
                    <a:pt x="17" y="224"/>
                  </a:cubicBezTo>
                  <a:cubicBezTo>
                    <a:pt x="19" y="226"/>
                    <a:pt x="21" y="227"/>
                    <a:pt x="24" y="227"/>
                  </a:cubicBezTo>
                  <a:cubicBezTo>
                    <a:pt x="45" y="227"/>
                    <a:pt x="91" y="169"/>
                    <a:pt x="151" y="124"/>
                  </a:cubicBezTo>
                  <a:cubicBezTo>
                    <a:pt x="218" y="74"/>
                    <a:pt x="284" y="24"/>
                    <a:pt x="268" y="7"/>
                  </a:cubicBezTo>
                  <a:cubicBezTo>
                    <a:pt x="268" y="3"/>
                    <a:pt x="263" y="1"/>
                    <a:pt x="2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2039;p43">
              <a:extLst>
                <a:ext uri="{FF2B5EF4-FFF2-40B4-BE49-F238E27FC236}">
                  <a16:creationId xmlns:a16="http://schemas.microsoft.com/office/drawing/2014/main" id="{0B65EA06-C77F-75E9-8C34-08FD47AD71D9}"/>
                </a:ext>
              </a:extLst>
            </p:cNvPr>
            <p:cNvSpPr/>
            <p:nvPr/>
          </p:nvSpPr>
          <p:spPr>
            <a:xfrm>
              <a:off x="1270336" y="4631871"/>
              <a:ext cx="9134" cy="3814"/>
            </a:xfrm>
            <a:custGeom>
              <a:avLst/>
              <a:gdLst/>
              <a:ahLst/>
              <a:cxnLst/>
              <a:rect l="l" t="t" r="r" b="b"/>
              <a:pathLst>
                <a:path w="285" h="119" extrusionOk="0">
                  <a:moveTo>
                    <a:pt x="242" y="1"/>
                  </a:moveTo>
                  <a:cubicBezTo>
                    <a:pt x="213" y="1"/>
                    <a:pt x="174" y="9"/>
                    <a:pt x="134" y="28"/>
                  </a:cubicBezTo>
                  <a:cubicBezTo>
                    <a:pt x="68" y="62"/>
                    <a:pt x="1" y="95"/>
                    <a:pt x="17" y="112"/>
                  </a:cubicBezTo>
                  <a:cubicBezTo>
                    <a:pt x="17" y="117"/>
                    <a:pt x="23" y="119"/>
                    <a:pt x="33" y="119"/>
                  </a:cubicBezTo>
                  <a:cubicBezTo>
                    <a:pt x="57" y="119"/>
                    <a:pt x="104" y="107"/>
                    <a:pt x="151" y="95"/>
                  </a:cubicBezTo>
                  <a:cubicBezTo>
                    <a:pt x="235" y="62"/>
                    <a:pt x="285" y="28"/>
                    <a:pt x="285" y="11"/>
                  </a:cubicBezTo>
                  <a:cubicBezTo>
                    <a:pt x="278" y="5"/>
                    <a:pt x="262" y="1"/>
                    <a:pt x="2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2040;p43">
              <a:extLst>
                <a:ext uri="{FF2B5EF4-FFF2-40B4-BE49-F238E27FC236}">
                  <a16:creationId xmlns:a16="http://schemas.microsoft.com/office/drawing/2014/main" id="{5DBB3078-AC74-744E-58B0-B63911130CBF}"/>
                </a:ext>
              </a:extLst>
            </p:cNvPr>
            <p:cNvSpPr/>
            <p:nvPr/>
          </p:nvSpPr>
          <p:spPr>
            <a:xfrm>
              <a:off x="1288092" y="4630525"/>
              <a:ext cx="10673" cy="2949"/>
            </a:xfrm>
            <a:custGeom>
              <a:avLst/>
              <a:gdLst/>
              <a:ahLst/>
              <a:cxnLst/>
              <a:rect l="l" t="t" r="r" b="b"/>
              <a:pathLst>
                <a:path w="333" h="92" extrusionOk="0">
                  <a:moveTo>
                    <a:pt x="141" y="0"/>
                  </a:moveTo>
                  <a:cubicBezTo>
                    <a:pt x="60" y="0"/>
                    <a:pt x="0" y="39"/>
                    <a:pt x="15" y="53"/>
                  </a:cubicBezTo>
                  <a:cubicBezTo>
                    <a:pt x="15" y="62"/>
                    <a:pt x="32" y="62"/>
                    <a:pt x="59" y="62"/>
                  </a:cubicBezTo>
                  <a:cubicBezTo>
                    <a:pt x="86" y="62"/>
                    <a:pt x="123" y="62"/>
                    <a:pt x="165" y="70"/>
                  </a:cubicBezTo>
                  <a:cubicBezTo>
                    <a:pt x="232" y="70"/>
                    <a:pt x="288" y="92"/>
                    <a:pt x="317" y="92"/>
                  </a:cubicBezTo>
                  <a:cubicBezTo>
                    <a:pt x="324" y="92"/>
                    <a:pt x="329" y="90"/>
                    <a:pt x="332" y="87"/>
                  </a:cubicBezTo>
                  <a:cubicBezTo>
                    <a:pt x="332" y="70"/>
                    <a:pt x="282" y="3"/>
                    <a:pt x="182" y="3"/>
                  </a:cubicBezTo>
                  <a:cubicBezTo>
                    <a:pt x="168" y="1"/>
                    <a:pt x="154" y="0"/>
                    <a:pt x="14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2041;p43">
              <a:extLst>
                <a:ext uri="{FF2B5EF4-FFF2-40B4-BE49-F238E27FC236}">
                  <a16:creationId xmlns:a16="http://schemas.microsoft.com/office/drawing/2014/main" id="{DEDB34B0-A848-6421-B4BF-7676731A62D1}"/>
                </a:ext>
              </a:extLst>
            </p:cNvPr>
            <p:cNvSpPr/>
            <p:nvPr/>
          </p:nvSpPr>
          <p:spPr>
            <a:xfrm>
              <a:off x="1306232" y="4634371"/>
              <a:ext cx="5384" cy="2179"/>
            </a:xfrm>
            <a:custGeom>
              <a:avLst/>
              <a:gdLst/>
              <a:ahLst/>
              <a:cxnLst/>
              <a:rect l="l" t="t" r="r" b="b"/>
              <a:pathLst>
                <a:path w="168" h="68" extrusionOk="0">
                  <a:moveTo>
                    <a:pt x="84" y="0"/>
                  </a:moveTo>
                  <a:cubicBezTo>
                    <a:pt x="34" y="0"/>
                    <a:pt x="0" y="17"/>
                    <a:pt x="0" y="34"/>
                  </a:cubicBezTo>
                  <a:cubicBezTo>
                    <a:pt x="0" y="50"/>
                    <a:pt x="34" y="67"/>
                    <a:pt x="84" y="67"/>
                  </a:cubicBezTo>
                  <a:cubicBezTo>
                    <a:pt x="117" y="67"/>
                    <a:pt x="167" y="50"/>
                    <a:pt x="167" y="34"/>
                  </a:cubicBezTo>
                  <a:cubicBezTo>
                    <a:pt x="167" y="17"/>
                    <a:pt x="134" y="0"/>
                    <a:pt x="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Google Shape;2042;p43">
              <a:extLst>
                <a:ext uri="{FF2B5EF4-FFF2-40B4-BE49-F238E27FC236}">
                  <a16:creationId xmlns:a16="http://schemas.microsoft.com/office/drawing/2014/main" id="{F0469904-1E3A-63C2-4995-C3450A646AD5}"/>
                </a:ext>
              </a:extLst>
            </p:cNvPr>
            <p:cNvSpPr/>
            <p:nvPr/>
          </p:nvSpPr>
          <p:spPr>
            <a:xfrm>
              <a:off x="2398656" y="4658441"/>
              <a:ext cx="25736" cy="16666"/>
            </a:xfrm>
            <a:custGeom>
              <a:avLst/>
              <a:gdLst/>
              <a:ahLst/>
              <a:cxnLst/>
              <a:rect l="l" t="t" r="r" b="b"/>
              <a:pathLst>
                <a:path w="803" h="520" extrusionOk="0">
                  <a:moveTo>
                    <a:pt x="39" y="0"/>
                  </a:moveTo>
                  <a:cubicBezTo>
                    <a:pt x="26" y="0"/>
                    <a:pt x="13" y="1"/>
                    <a:pt x="1" y="1"/>
                  </a:cubicBezTo>
                  <a:cubicBezTo>
                    <a:pt x="318" y="68"/>
                    <a:pt x="602" y="252"/>
                    <a:pt x="803" y="519"/>
                  </a:cubicBezTo>
                  <a:cubicBezTo>
                    <a:pt x="674" y="213"/>
                    <a:pt x="374" y="0"/>
                    <a:pt x="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2043;p43">
              <a:extLst>
                <a:ext uri="{FF2B5EF4-FFF2-40B4-BE49-F238E27FC236}">
                  <a16:creationId xmlns:a16="http://schemas.microsoft.com/office/drawing/2014/main" id="{46C0E94A-6955-035D-40DE-67AB4A37BF9E}"/>
                </a:ext>
              </a:extLst>
            </p:cNvPr>
            <p:cNvSpPr/>
            <p:nvPr/>
          </p:nvSpPr>
          <p:spPr>
            <a:xfrm>
              <a:off x="1184122" y="1956626"/>
              <a:ext cx="211562" cy="279764"/>
            </a:xfrm>
            <a:custGeom>
              <a:avLst/>
              <a:gdLst/>
              <a:ahLst/>
              <a:cxnLst/>
              <a:rect l="l" t="t" r="r" b="b"/>
              <a:pathLst>
                <a:path w="6601" h="8729" extrusionOk="0">
                  <a:moveTo>
                    <a:pt x="3676" y="0"/>
                  </a:moveTo>
                  <a:cubicBezTo>
                    <a:pt x="3571" y="0"/>
                    <a:pt x="3468" y="44"/>
                    <a:pt x="3392" y="140"/>
                  </a:cubicBezTo>
                  <a:cubicBezTo>
                    <a:pt x="3159" y="441"/>
                    <a:pt x="3092" y="1594"/>
                    <a:pt x="3610" y="2847"/>
                  </a:cubicBezTo>
                  <a:cubicBezTo>
                    <a:pt x="3802" y="3292"/>
                    <a:pt x="3681" y="3447"/>
                    <a:pt x="3415" y="3447"/>
                  </a:cubicBezTo>
                  <a:cubicBezTo>
                    <a:pt x="2942" y="3447"/>
                    <a:pt x="2010" y="2955"/>
                    <a:pt x="1571" y="2730"/>
                  </a:cubicBezTo>
                  <a:cubicBezTo>
                    <a:pt x="1571" y="2730"/>
                    <a:pt x="809" y="2179"/>
                    <a:pt x="515" y="2179"/>
                  </a:cubicBezTo>
                  <a:cubicBezTo>
                    <a:pt x="510" y="2179"/>
                    <a:pt x="506" y="2179"/>
                    <a:pt x="502" y="2179"/>
                  </a:cubicBezTo>
                  <a:cubicBezTo>
                    <a:pt x="235" y="2196"/>
                    <a:pt x="1" y="2847"/>
                    <a:pt x="986" y="3766"/>
                  </a:cubicBezTo>
                  <a:cubicBezTo>
                    <a:pt x="986" y="3766"/>
                    <a:pt x="352" y="3883"/>
                    <a:pt x="485" y="4401"/>
                  </a:cubicBezTo>
                  <a:cubicBezTo>
                    <a:pt x="585" y="4769"/>
                    <a:pt x="1337" y="5253"/>
                    <a:pt x="1337" y="5253"/>
                  </a:cubicBezTo>
                  <a:cubicBezTo>
                    <a:pt x="1312" y="5250"/>
                    <a:pt x="1286" y="5248"/>
                    <a:pt x="1261" y="5248"/>
                  </a:cubicBezTo>
                  <a:cubicBezTo>
                    <a:pt x="1040" y="5248"/>
                    <a:pt x="843" y="5376"/>
                    <a:pt x="753" y="5571"/>
                  </a:cubicBezTo>
                  <a:cubicBezTo>
                    <a:pt x="552" y="6122"/>
                    <a:pt x="1421" y="6623"/>
                    <a:pt x="1421" y="6623"/>
                  </a:cubicBezTo>
                  <a:cubicBezTo>
                    <a:pt x="1421" y="6623"/>
                    <a:pt x="669" y="6941"/>
                    <a:pt x="1053" y="7492"/>
                  </a:cubicBezTo>
                  <a:cubicBezTo>
                    <a:pt x="1354" y="7910"/>
                    <a:pt x="2056" y="8060"/>
                    <a:pt x="3309" y="8445"/>
                  </a:cubicBezTo>
                  <a:lnTo>
                    <a:pt x="4712" y="8729"/>
                  </a:lnTo>
                  <a:lnTo>
                    <a:pt x="6601" y="5086"/>
                  </a:lnTo>
                  <a:lnTo>
                    <a:pt x="5598" y="3633"/>
                  </a:lnTo>
                  <a:cubicBezTo>
                    <a:pt x="5398" y="3399"/>
                    <a:pt x="5164" y="3131"/>
                    <a:pt x="4896" y="2780"/>
                  </a:cubicBezTo>
                  <a:cubicBezTo>
                    <a:pt x="4679" y="2496"/>
                    <a:pt x="4512" y="2162"/>
                    <a:pt x="4395" y="1811"/>
                  </a:cubicBezTo>
                  <a:cubicBezTo>
                    <a:pt x="4245" y="1377"/>
                    <a:pt x="4144" y="926"/>
                    <a:pt x="4128" y="475"/>
                  </a:cubicBezTo>
                  <a:cubicBezTo>
                    <a:pt x="4128" y="191"/>
                    <a:pt x="3897" y="0"/>
                    <a:pt x="3676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Google Shape;2044;p43">
              <a:extLst>
                <a:ext uri="{FF2B5EF4-FFF2-40B4-BE49-F238E27FC236}">
                  <a16:creationId xmlns:a16="http://schemas.microsoft.com/office/drawing/2014/main" id="{C785F0FE-AA71-9C10-E5D5-176B637CFB42}"/>
                </a:ext>
              </a:extLst>
            </p:cNvPr>
            <p:cNvSpPr/>
            <p:nvPr/>
          </p:nvSpPr>
          <p:spPr>
            <a:xfrm>
              <a:off x="1037493" y="4486557"/>
              <a:ext cx="316430" cy="191755"/>
            </a:xfrm>
            <a:custGeom>
              <a:avLst/>
              <a:gdLst/>
              <a:ahLst/>
              <a:cxnLst/>
              <a:rect l="l" t="t" r="r" b="b"/>
              <a:pathLst>
                <a:path w="9873" h="5983" extrusionOk="0">
                  <a:moveTo>
                    <a:pt x="5094" y="1"/>
                  </a:moveTo>
                  <a:lnTo>
                    <a:pt x="3891" y="2540"/>
                  </a:lnTo>
                  <a:lnTo>
                    <a:pt x="3891" y="2557"/>
                  </a:lnTo>
                  <a:cubicBezTo>
                    <a:pt x="3891" y="2557"/>
                    <a:pt x="1535" y="2041"/>
                    <a:pt x="551" y="2041"/>
                  </a:cubicBezTo>
                  <a:cubicBezTo>
                    <a:pt x="176" y="2041"/>
                    <a:pt x="1" y="2116"/>
                    <a:pt x="231" y="2323"/>
                  </a:cubicBezTo>
                  <a:cubicBezTo>
                    <a:pt x="1000" y="3008"/>
                    <a:pt x="6497" y="5314"/>
                    <a:pt x="7851" y="5865"/>
                  </a:cubicBezTo>
                  <a:lnTo>
                    <a:pt x="8151" y="5982"/>
                  </a:lnTo>
                  <a:lnTo>
                    <a:pt x="9872" y="2240"/>
                  </a:lnTo>
                  <a:lnTo>
                    <a:pt x="5094" y="1"/>
                  </a:ln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Google Shape;2045;p43">
              <a:extLst>
                <a:ext uri="{FF2B5EF4-FFF2-40B4-BE49-F238E27FC236}">
                  <a16:creationId xmlns:a16="http://schemas.microsoft.com/office/drawing/2014/main" id="{6071A258-D88A-E957-21B1-0FC447491C4B}"/>
                </a:ext>
              </a:extLst>
            </p:cNvPr>
            <p:cNvSpPr/>
            <p:nvPr/>
          </p:nvSpPr>
          <p:spPr>
            <a:xfrm>
              <a:off x="1040313" y="4552099"/>
              <a:ext cx="259509" cy="126213"/>
            </a:xfrm>
            <a:custGeom>
              <a:avLst/>
              <a:gdLst/>
              <a:ahLst/>
              <a:cxnLst/>
              <a:rect l="l" t="t" r="r" b="b"/>
              <a:pathLst>
                <a:path w="8097" h="3938" extrusionOk="0">
                  <a:moveTo>
                    <a:pt x="511" y="1"/>
                  </a:moveTo>
                  <a:cubicBezTo>
                    <a:pt x="226" y="1"/>
                    <a:pt x="1" y="38"/>
                    <a:pt x="26" y="161"/>
                  </a:cubicBezTo>
                  <a:cubicBezTo>
                    <a:pt x="93" y="479"/>
                    <a:pt x="5557" y="3018"/>
                    <a:pt x="8063" y="3937"/>
                  </a:cubicBezTo>
                  <a:lnTo>
                    <a:pt x="8097" y="3820"/>
                  </a:lnTo>
                  <a:lnTo>
                    <a:pt x="1697" y="913"/>
                  </a:lnTo>
                  <a:cubicBezTo>
                    <a:pt x="1697" y="913"/>
                    <a:pt x="1848" y="245"/>
                    <a:pt x="1564" y="94"/>
                  </a:cubicBezTo>
                  <a:cubicBezTo>
                    <a:pt x="1564" y="94"/>
                    <a:pt x="962" y="1"/>
                    <a:pt x="51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2046;p43">
              <a:extLst>
                <a:ext uri="{FF2B5EF4-FFF2-40B4-BE49-F238E27FC236}">
                  <a16:creationId xmlns:a16="http://schemas.microsoft.com/office/drawing/2014/main" id="{882F4149-FA2C-4A5F-62D1-50AF56212495}"/>
                </a:ext>
              </a:extLst>
            </p:cNvPr>
            <p:cNvSpPr/>
            <p:nvPr/>
          </p:nvSpPr>
          <p:spPr>
            <a:xfrm>
              <a:off x="1090407" y="4552964"/>
              <a:ext cx="8589" cy="30576"/>
            </a:xfrm>
            <a:custGeom>
              <a:avLst/>
              <a:gdLst/>
              <a:ahLst/>
              <a:cxnLst/>
              <a:rect l="l" t="t" r="r" b="b"/>
              <a:pathLst>
                <a:path w="268" h="954" extrusionOk="0">
                  <a:moveTo>
                    <a:pt x="1" y="1"/>
                  </a:moveTo>
                  <a:lnTo>
                    <a:pt x="1" y="1"/>
                  </a:lnTo>
                  <a:cubicBezTo>
                    <a:pt x="67" y="151"/>
                    <a:pt x="118" y="301"/>
                    <a:pt x="134" y="468"/>
                  </a:cubicBezTo>
                  <a:cubicBezTo>
                    <a:pt x="151" y="636"/>
                    <a:pt x="134" y="803"/>
                    <a:pt x="101" y="953"/>
                  </a:cubicBezTo>
                  <a:cubicBezTo>
                    <a:pt x="268" y="652"/>
                    <a:pt x="235" y="268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Google Shape;2047;p43">
              <a:extLst>
                <a:ext uri="{FF2B5EF4-FFF2-40B4-BE49-F238E27FC236}">
                  <a16:creationId xmlns:a16="http://schemas.microsoft.com/office/drawing/2014/main" id="{1FA0DD08-EA7C-4B26-2E41-36C2CCDF16B6}"/>
                </a:ext>
              </a:extLst>
            </p:cNvPr>
            <p:cNvSpPr/>
            <p:nvPr/>
          </p:nvSpPr>
          <p:spPr>
            <a:xfrm>
              <a:off x="1147168" y="4565271"/>
              <a:ext cx="3269" cy="16634"/>
            </a:xfrm>
            <a:custGeom>
              <a:avLst/>
              <a:gdLst/>
              <a:ahLst/>
              <a:cxnLst/>
              <a:rect l="l" t="t" r="r" b="b"/>
              <a:pathLst>
                <a:path w="102" h="519" extrusionOk="0">
                  <a:moveTo>
                    <a:pt x="17" y="1"/>
                  </a:moveTo>
                  <a:cubicBezTo>
                    <a:pt x="1" y="84"/>
                    <a:pt x="1" y="168"/>
                    <a:pt x="17" y="268"/>
                  </a:cubicBezTo>
                  <a:cubicBezTo>
                    <a:pt x="34" y="402"/>
                    <a:pt x="68" y="519"/>
                    <a:pt x="84" y="519"/>
                  </a:cubicBezTo>
                  <a:cubicBezTo>
                    <a:pt x="101" y="435"/>
                    <a:pt x="101" y="335"/>
                    <a:pt x="84" y="252"/>
                  </a:cubicBezTo>
                  <a:cubicBezTo>
                    <a:pt x="84" y="168"/>
                    <a:pt x="51" y="84"/>
                    <a:pt x="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2048;p43">
              <a:extLst>
                <a:ext uri="{FF2B5EF4-FFF2-40B4-BE49-F238E27FC236}">
                  <a16:creationId xmlns:a16="http://schemas.microsoft.com/office/drawing/2014/main" id="{57332075-1E4B-3581-DBEF-B090914B6B70}"/>
                </a:ext>
              </a:extLst>
            </p:cNvPr>
            <p:cNvSpPr/>
            <p:nvPr/>
          </p:nvSpPr>
          <p:spPr>
            <a:xfrm>
              <a:off x="1158962" y="4567899"/>
              <a:ext cx="6987" cy="13012"/>
            </a:xfrm>
            <a:custGeom>
              <a:avLst/>
              <a:gdLst/>
              <a:ahLst/>
              <a:cxnLst/>
              <a:rect l="l" t="t" r="r" b="b"/>
              <a:pathLst>
                <a:path w="218" h="406" extrusionOk="0">
                  <a:moveTo>
                    <a:pt x="21" y="1"/>
                  </a:moveTo>
                  <a:cubicBezTo>
                    <a:pt x="20" y="1"/>
                    <a:pt x="18" y="1"/>
                    <a:pt x="17" y="2"/>
                  </a:cubicBezTo>
                  <a:cubicBezTo>
                    <a:pt x="0" y="2"/>
                    <a:pt x="34" y="103"/>
                    <a:pt x="84" y="220"/>
                  </a:cubicBezTo>
                  <a:cubicBezTo>
                    <a:pt x="130" y="327"/>
                    <a:pt x="176" y="406"/>
                    <a:pt x="196" y="406"/>
                  </a:cubicBezTo>
                  <a:cubicBezTo>
                    <a:pt x="198" y="406"/>
                    <a:pt x="199" y="405"/>
                    <a:pt x="201" y="403"/>
                  </a:cubicBezTo>
                  <a:cubicBezTo>
                    <a:pt x="218" y="403"/>
                    <a:pt x="184" y="303"/>
                    <a:pt x="134" y="186"/>
                  </a:cubicBezTo>
                  <a:cubicBezTo>
                    <a:pt x="88" y="93"/>
                    <a:pt x="41" y="1"/>
                    <a:pt x="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2049;p43">
              <a:extLst>
                <a:ext uri="{FF2B5EF4-FFF2-40B4-BE49-F238E27FC236}">
                  <a16:creationId xmlns:a16="http://schemas.microsoft.com/office/drawing/2014/main" id="{92C4FC47-26AD-94B1-7DC1-90C11A888E00}"/>
                </a:ext>
              </a:extLst>
            </p:cNvPr>
            <p:cNvSpPr/>
            <p:nvPr/>
          </p:nvSpPr>
          <p:spPr>
            <a:xfrm>
              <a:off x="1163770" y="4562611"/>
              <a:ext cx="16089" cy="7532"/>
            </a:xfrm>
            <a:custGeom>
              <a:avLst/>
              <a:gdLst/>
              <a:ahLst/>
              <a:cxnLst/>
              <a:rect l="l" t="t" r="r" b="b"/>
              <a:pathLst>
                <a:path w="502" h="235" extrusionOk="0">
                  <a:moveTo>
                    <a:pt x="1" y="0"/>
                  </a:moveTo>
                  <a:cubicBezTo>
                    <a:pt x="1" y="17"/>
                    <a:pt x="101" y="84"/>
                    <a:pt x="235" y="151"/>
                  </a:cubicBezTo>
                  <a:cubicBezTo>
                    <a:pt x="318" y="201"/>
                    <a:pt x="402" y="234"/>
                    <a:pt x="502" y="234"/>
                  </a:cubicBezTo>
                  <a:cubicBezTo>
                    <a:pt x="502" y="218"/>
                    <a:pt x="402" y="151"/>
                    <a:pt x="268" y="84"/>
                  </a:cubicBezTo>
                  <a:cubicBezTo>
                    <a:pt x="185" y="51"/>
                    <a:pt x="101" y="17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2050;p43">
              <a:extLst>
                <a:ext uri="{FF2B5EF4-FFF2-40B4-BE49-F238E27FC236}">
                  <a16:creationId xmlns:a16="http://schemas.microsoft.com/office/drawing/2014/main" id="{63C535EE-E35F-A0E6-5EAD-0E4930F6A3F1}"/>
                </a:ext>
              </a:extLst>
            </p:cNvPr>
            <p:cNvSpPr/>
            <p:nvPr/>
          </p:nvSpPr>
          <p:spPr>
            <a:xfrm>
              <a:off x="1168609" y="4554054"/>
              <a:ext cx="18749" cy="7051"/>
            </a:xfrm>
            <a:custGeom>
              <a:avLst/>
              <a:gdLst/>
              <a:ahLst/>
              <a:cxnLst/>
              <a:rect l="l" t="t" r="r" b="b"/>
              <a:pathLst>
                <a:path w="585" h="220" extrusionOk="0">
                  <a:moveTo>
                    <a:pt x="0" y="0"/>
                  </a:moveTo>
                  <a:cubicBezTo>
                    <a:pt x="138" y="138"/>
                    <a:pt x="331" y="219"/>
                    <a:pt x="530" y="219"/>
                  </a:cubicBezTo>
                  <a:cubicBezTo>
                    <a:pt x="548" y="219"/>
                    <a:pt x="567" y="219"/>
                    <a:pt x="585" y="217"/>
                  </a:cubicBezTo>
                  <a:cubicBezTo>
                    <a:pt x="485" y="184"/>
                    <a:pt x="384" y="134"/>
                    <a:pt x="284" y="117"/>
                  </a:cubicBezTo>
                  <a:cubicBezTo>
                    <a:pt x="201" y="67"/>
                    <a:pt x="100" y="33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2051;p43">
              <a:extLst>
                <a:ext uri="{FF2B5EF4-FFF2-40B4-BE49-F238E27FC236}">
                  <a16:creationId xmlns:a16="http://schemas.microsoft.com/office/drawing/2014/main" id="{AA07D2E2-CB25-5938-645B-51E8E1393103}"/>
                </a:ext>
              </a:extLst>
            </p:cNvPr>
            <p:cNvSpPr/>
            <p:nvPr/>
          </p:nvSpPr>
          <p:spPr>
            <a:xfrm>
              <a:off x="1125214" y="4541202"/>
              <a:ext cx="25736" cy="26794"/>
            </a:xfrm>
            <a:custGeom>
              <a:avLst/>
              <a:gdLst/>
              <a:ahLst/>
              <a:cxnLst/>
              <a:rect l="l" t="t" r="r" b="b"/>
              <a:pathLst>
                <a:path w="803" h="836" extrusionOk="0">
                  <a:moveTo>
                    <a:pt x="134" y="67"/>
                  </a:moveTo>
                  <a:cubicBezTo>
                    <a:pt x="268" y="67"/>
                    <a:pt x="418" y="117"/>
                    <a:pt x="519" y="217"/>
                  </a:cubicBezTo>
                  <a:cubicBezTo>
                    <a:pt x="602" y="284"/>
                    <a:pt x="669" y="401"/>
                    <a:pt x="702" y="501"/>
                  </a:cubicBezTo>
                  <a:cubicBezTo>
                    <a:pt x="713" y="577"/>
                    <a:pt x="717" y="646"/>
                    <a:pt x="718" y="718"/>
                  </a:cubicBezTo>
                  <a:lnTo>
                    <a:pt x="718" y="718"/>
                  </a:lnTo>
                  <a:cubicBezTo>
                    <a:pt x="669" y="686"/>
                    <a:pt x="600" y="641"/>
                    <a:pt x="519" y="585"/>
                  </a:cubicBezTo>
                  <a:cubicBezTo>
                    <a:pt x="418" y="518"/>
                    <a:pt x="318" y="451"/>
                    <a:pt x="235" y="368"/>
                  </a:cubicBezTo>
                  <a:cubicBezTo>
                    <a:pt x="185" y="318"/>
                    <a:pt x="134" y="267"/>
                    <a:pt x="101" y="201"/>
                  </a:cubicBezTo>
                  <a:cubicBezTo>
                    <a:pt x="68" y="150"/>
                    <a:pt x="68" y="84"/>
                    <a:pt x="134" y="67"/>
                  </a:cubicBezTo>
                  <a:close/>
                  <a:moveTo>
                    <a:pt x="118" y="0"/>
                  </a:moveTo>
                  <a:cubicBezTo>
                    <a:pt x="68" y="17"/>
                    <a:pt x="34" y="50"/>
                    <a:pt x="17" y="100"/>
                  </a:cubicBezTo>
                  <a:cubicBezTo>
                    <a:pt x="1" y="150"/>
                    <a:pt x="17" y="201"/>
                    <a:pt x="51" y="234"/>
                  </a:cubicBezTo>
                  <a:cubicBezTo>
                    <a:pt x="84" y="301"/>
                    <a:pt x="134" y="351"/>
                    <a:pt x="201" y="401"/>
                  </a:cubicBezTo>
                  <a:cubicBezTo>
                    <a:pt x="285" y="485"/>
                    <a:pt x="385" y="568"/>
                    <a:pt x="485" y="635"/>
                  </a:cubicBezTo>
                  <a:cubicBezTo>
                    <a:pt x="561" y="673"/>
                    <a:pt x="636" y="710"/>
                    <a:pt x="719" y="741"/>
                  </a:cubicBezTo>
                  <a:lnTo>
                    <a:pt x="719" y="741"/>
                  </a:lnTo>
                  <a:cubicBezTo>
                    <a:pt x="719" y="772"/>
                    <a:pt x="719" y="803"/>
                    <a:pt x="719" y="835"/>
                  </a:cubicBezTo>
                  <a:cubicBezTo>
                    <a:pt x="736" y="802"/>
                    <a:pt x="736" y="786"/>
                    <a:pt x="752" y="753"/>
                  </a:cubicBezTo>
                  <a:lnTo>
                    <a:pt x="752" y="753"/>
                  </a:lnTo>
                  <a:cubicBezTo>
                    <a:pt x="769" y="758"/>
                    <a:pt x="786" y="764"/>
                    <a:pt x="803" y="769"/>
                  </a:cubicBezTo>
                  <a:cubicBezTo>
                    <a:pt x="803" y="769"/>
                    <a:pt x="785" y="758"/>
                    <a:pt x="753" y="739"/>
                  </a:cubicBezTo>
                  <a:lnTo>
                    <a:pt x="753" y="739"/>
                  </a:lnTo>
                  <a:cubicBezTo>
                    <a:pt x="753" y="660"/>
                    <a:pt x="752" y="580"/>
                    <a:pt x="736" y="501"/>
                  </a:cubicBezTo>
                  <a:cubicBezTo>
                    <a:pt x="669" y="201"/>
                    <a:pt x="418" y="0"/>
                    <a:pt x="1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2052;p43">
              <a:extLst>
                <a:ext uri="{FF2B5EF4-FFF2-40B4-BE49-F238E27FC236}">
                  <a16:creationId xmlns:a16="http://schemas.microsoft.com/office/drawing/2014/main" id="{8B3CF5DD-9E00-8692-90FA-E5E2C878FE22}"/>
                </a:ext>
              </a:extLst>
            </p:cNvPr>
            <p:cNvSpPr/>
            <p:nvPr/>
          </p:nvSpPr>
          <p:spPr>
            <a:xfrm>
              <a:off x="1147713" y="4549887"/>
              <a:ext cx="21441" cy="15640"/>
            </a:xfrm>
            <a:custGeom>
              <a:avLst/>
              <a:gdLst/>
              <a:ahLst/>
              <a:cxnLst/>
              <a:rect l="l" t="t" r="r" b="b"/>
              <a:pathLst>
                <a:path w="669" h="488" extrusionOk="0">
                  <a:moveTo>
                    <a:pt x="456" y="1"/>
                  </a:moveTo>
                  <a:cubicBezTo>
                    <a:pt x="387" y="1"/>
                    <a:pt x="318" y="23"/>
                    <a:pt x="268" y="63"/>
                  </a:cubicBezTo>
                  <a:cubicBezTo>
                    <a:pt x="184" y="113"/>
                    <a:pt x="117" y="180"/>
                    <a:pt x="67" y="247"/>
                  </a:cubicBezTo>
                  <a:cubicBezTo>
                    <a:pt x="34" y="314"/>
                    <a:pt x="0" y="397"/>
                    <a:pt x="17" y="481"/>
                  </a:cubicBezTo>
                  <a:cubicBezTo>
                    <a:pt x="34" y="414"/>
                    <a:pt x="67" y="331"/>
                    <a:pt x="117" y="280"/>
                  </a:cubicBezTo>
                  <a:cubicBezTo>
                    <a:pt x="168" y="214"/>
                    <a:pt x="218" y="147"/>
                    <a:pt x="285" y="113"/>
                  </a:cubicBezTo>
                  <a:cubicBezTo>
                    <a:pt x="338" y="81"/>
                    <a:pt x="399" y="63"/>
                    <a:pt x="458" y="63"/>
                  </a:cubicBezTo>
                  <a:cubicBezTo>
                    <a:pt x="491" y="63"/>
                    <a:pt x="522" y="68"/>
                    <a:pt x="552" y="80"/>
                  </a:cubicBezTo>
                  <a:cubicBezTo>
                    <a:pt x="619" y="130"/>
                    <a:pt x="535" y="230"/>
                    <a:pt x="468" y="280"/>
                  </a:cubicBezTo>
                  <a:cubicBezTo>
                    <a:pt x="401" y="331"/>
                    <a:pt x="335" y="364"/>
                    <a:pt x="251" y="397"/>
                  </a:cubicBezTo>
                  <a:cubicBezTo>
                    <a:pt x="117" y="464"/>
                    <a:pt x="34" y="481"/>
                    <a:pt x="34" y="481"/>
                  </a:cubicBezTo>
                  <a:cubicBezTo>
                    <a:pt x="56" y="485"/>
                    <a:pt x="79" y="487"/>
                    <a:pt x="101" y="487"/>
                  </a:cubicBezTo>
                  <a:cubicBezTo>
                    <a:pt x="161" y="487"/>
                    <a:pt x="219" y="472"/>
                    <a:pt x="268" y="448"/>
                  </a:cubicBezTo>
                  <a:cubicBezTo>
                    <a:pt x="351" y="414"/>
                    <a:pt x="435" y="381"/>
                    <a:pt x="502" y="331"/>
                  </a:cubicBezTo>
                  <a:cubicBezTo>
                    <a:pt x="552" y="297"/>
                    <a:pt x="585" y="264"/>
                    <a:pt x="619" y="214"/>
                  </a:cubicBezTo>
                  <a:cubicBezTo>
                    <a:pt x="669" y="147"/>
                    <a:pt x="652" y="63"/>
                    <a:pt x="585" y="30"/>
                  </a:cubicBezTo>
                  <a:cubicBezTo>
                    <a:pt x="546" y="10"/>
                    <a:pt x="501" y="1"/>
                    <a:pt x="45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2053;p43">
              <a:extLst>
                <a:ext uri="{FF2B5EF4-FFF2-40B4-BE49-F238E27FC236}">
                  <a16:creationId xmlns:a16="http://schemas.microsoft.com/office/drawing/2014/main" id="{A5BD0813-B732-8AD3-DDA5-C5C31160ED9F}"/>
                </a:ext>
              </a:extLst>
            </p:cNvPr>
            <p:cNvSpPr/>
            <p:nvPr/>
          </p:nvSpPr>
          <p:spPr>
            <a:xfrm>
              <a:off x="1304085" y="4561009"/>
              <a:ext cx="28396" cy="63203"/>
            </a:xfrm>
            <a:custGeom>
              <a:avLst/>
              <a:gdLst/>
              <a:ahLst/>
              <a:cxnLst/>
              <a:rect l="l" t="t" r="r" b="b"/>
              <a:pathLst>
                <a:path w="886" h="1972" extrusionOk="0">
                  <a:moveTo>
                    <a:pt x="886" y="0"/>
                  </a:moveTo>
                  <a:lnTo>
                    <a:pt x="886" y="0"/>
                  </a:lnTo>
                  <a:cubicBezTo>
                    <a:pt x="552" y="635"/>
                    <a:pt x="268" y="1304"/>
                    <a:pt x="0" y="1972"/>
                  </a:cubicBezTo>
                  <a:cubicBezTo>
                    <a:pt x="335" y="1337"/>
                    <a:pt x="635" y="669"/>
                    <a:pt x="8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2054;p43">
              <a:extLst>
                <a:ext uri="{FF2B5EF4-FFF2-40B4-BE49-F238E27FC236}">
                  <a16:creationId xmlns:a16="http://schemas.microsoft.com/office/drawing/2014/main" id="{BD8132CE-E17F-C0B4-86DD-48661021FB80}"/>
                </a:ext>
              </a:extLst>
            </p:cNvPr>
            <p:cNvSpPr/>
            <p:nvPr/>
          </p:nvSpPr>
          <p:spPr>
            <a:xfrm>
              <a:off x="1186269" y="4606488"/>
              <a:ext cx="45030" cy="20416"/>
            </a:xfrm>
            <a:custGeom>
              <a:avLst/>
              <a:gdLst/>
              <a:ahLst/>
              <a:cxnLst/>
              <a:rect l="l" t="t" r="r" b="b"/>
              <a:pathLst>
                <a:path w="1405" h="637" extrusionOk="0">
                  <a:moveTo>
                    <a:pt x="5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435" y="302"/>
                    <a:pt x="903" y="519"/>
                    <a:pt x="1404" y="636"/>
                  </a:cubicBezTo>
                  <a:cubicBezTo>
                    <a:pt x="1404" y="620"/>
                    <a:pt x="1087" y="503"/>
                    <a:pt x="702" y="336"/>
                  </a:cubicBezTo>
                  <a:cubicBezTo>
                    <a:pt x="336" y="160"/>
                    <a:pt x="45" y="0"/>
                    <a:pt x="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2055;p43">
              <a:extLst>
                <a:ext uri="{FF2B5EF4-FFF2-40B4-BE49-F238E27FC236}">
                  <a16:creationId xmlns:a16="http://schemas.microsoft.com/office/drawing/2014/main" id="{9A7F0D70-2FF5-032F-B5DA-61E29ED4AD3D}"/>
                </a:ext>
              </a:extLst>
            </p:cNvPr>
            <p:cNvSpPr/>
            <p:nvPr/>
          </p:nvSpPr>
          <p:spPr>
            <a:xfrm>
              <a:off x="2346799" y="4458705"/>
              <a:ext cx="281079" cy="240183"/>
            </a:xfrm>
            <a:custGeom>
              <a:avLst/>
              <a:gdLst/>
              <a:ahLst/>
              <a:cxnLst/>
              <a:rect l="l" t="t" r="r" b="b"/>
              <a:pathLst>
                <a:path w="8770" h="7494" extrusionOk="0">
                  <a:moveTo>
                    <a:pt x="6982" y="1"/>
                  </a:moveTo>
                  <a:lnTo>
                    <a:pt x="2220" y="2257"/>
                  </a:lnTo>
                  <a:lnTo>
                    <a:pt x="3407" y="4813"/>
                  </a:lnTo>
                  <a:cubicBezTo>
                    <a:pt x="3407" y="4813"/>
                    <a:pt x="1" y="7493"/>
                    <a:pt x="832" y="7493"/>
                  </a:cubicBezTo>
                  <a:cubicBezTo>
                    <a:pt x="857" y="7493"/>
                    <a:pt x="885" y="7491"/>
                    <a:pt x="917" y="7486"/>
                  </a:cubicBezTo>
                  <a:cubicBezTo>
                    <a:pt x="1919" y="7336"/>
                    <a:pt x="7199" y="4562"/>
                    <a:pt x="8486" y="3877"/>
                  </a:cubicBezTo>
                  <a:lnTo>
                    <a:pt x="8770" y="3710"/>
                  </a:lnTo>
                  <a:lnTo>
                    <a:pt x="6982" y="1"/>
                  </a:ln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2056;p43">
              <a:extLst>
                <a:ext uri="{FF2B5EF4-FFF2-40B4-BE49-F238E27FC236}">
                  <a16:creationId xmlns:a16="http://schemas.microsoft.com/office/drawing/2014/main" id="{57FC2EA2-D444-605F-AAE3-2CB84EE4EBAA}"/>
                </a:ext>
              </a:extLst>
            </p:cNvPr>
            <p:cNvSpPr/>
            <p:nvPr/>
          </p:nvSpPr>
          <p:spPr>
            <a:xfrm>
              <a:off x="2567880" y="4532612"/>
              <a:ext cx="58940" cy="70189"/>
            </a:xfrm>
            <a:custGeom>
              <a:avLst/>
              <a:gdLst/>
              <a:ahLst/>
              <a:cxnLst/>
              <a:rect l="l" t="t" r="r" b="b"/>
              <a:pathLst>
                <a:path w="1839" h="2190" extrusionOk="0">
                  <a:moveTo>
                    <a:pt x="1204" y="1"/>
                  </a:moveTo>
                  <a:cubicBezTo>
                    <a:pt x="786" y="168"/>
                    <a:pt x="452" y="485"/>
                    <a:pt x="251" y="886"/>
                  </a:cubicBezTo>
                  <a:cubicBezTo>
                    <a:pt x="51" y="1287"/>
                    <a:pt x="1" y="1755"/>
                    <a:pt x="118" y="2190"/>
                  </a:cubicBezTo>
                  <a:lnTo>
                    <a:pt x="1839" y="1337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2057;p43">
              <a:extLst>
                <a:ext uri="{FF2B5EF4-FFF2-40B4-BE49-F238E27FC236}">
                  <a16:creationId xmlns:a16="http://schemas.microsoft.com/office/drawing/2014/main" id="{0850BB0D-3DA8-B3D7-BFE8-00F5E0782231}"/>
                </a:ext>
              </a:extLst>
            </p:cNvPr>
            <p:cNvSpPr/>
            <p:nvPr/>
          </p:nvSpPr>
          <p:spPr>
            <a:xfrm>
              <a:off x="2361190" y="4574374"/>
              <a:ext cx="266688" cy="125027"/>
            </a:xfrm>
            <a:custGeom>
              <a:avLst/>
              <a:gdLst/>
              <a:ahLst/>
              <a:cxnLst/>
              <a:rect l="l" t="t" r="r" b="b"/>
              <a:pathLst>
                <a:path w="8321" h="3901" extrusionOk="0">
                  <a:moveTo>
                    <a:pt x="8254" y="1"/>
                  </a:moveTo>
                  <a:lnTo>
                    <a:pt x="1938" y="3075"/>
                  </a:lnTo>
                  <a:cubicBezTo>
                    <a:pt x="1938" y="3075"/>
                    <a:pt x="1585" y="2641"/>
                    <a:pt x="1308" y="2641"/>
                  </a:cubicBezTo>
                  <a:cubicBezTo>
                    <a:pt x="1277" y="2641"/>
                    <a:pt x="1248" y="2646"/>
                    <a:pt x="1220" y="2658"/>
                  </a:cubicBezTo>
                  <a:cubicBezTo>
                    <a:pt x="1220" y="2658"/>
                    <a:pt x="0" y="3744"/>
                    <a:pt x="284" y="3894"/>
                  </a:cubicBezTo>
                  <a:cubicBezTo>
                    <a:pt x="292" y="3898"/>
                    <a:pt x="304" y="3900"/>
                    <a:pt x="320" y="3900"/>
                  </a:cubicBezTo>
                  <a:cubicBezTo>
                    <a:pt x="871" y="3900"/>
                    <a:pt x="6080" y="1417"/>
                    <a:pt x="8321" y="101"/>
                  </a:cubicBezTo>
                  <a:lnTo>
                    <a:pt x="825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2058;p43">
              <a:extLst>
                <a:ext uri="{FF2B5EF4-FFF2-40B4-BE49-F238E27FC236}">
                  <a16:creationId xmlns:a16="http://schemas.microsoft.com/office/drawing/2014/main" id="{3A1196D3-7F27-28F2-2BDD-11C26823126F}"/>
                </a:ext>
              </a:extLst>
            </p:cNvPr>
            <p:cNvSpPr/>
            <p:nvPr/>
          </p:nvSpPr>
          <p:spPr>
            <a:xfrm>
              <a:off x="2369202" y="4573316"/>
              <a:ext cx="259220" cy="123200"/>
            </a:xfrm>
            <a:custGeom>
              <a:avLst/>
              <a:gdLst/>
              <a:ahLst/>
              <a:cxnLst/>
              <a:rect l="l" t="t" r="r" b="b"/>
              <a:pathLst>
                <a:path w="8088" h="3844" extrusionOk="0">
                  <a:moveTo>
                    <a:pt x="8088" y="1"/>
                  </a:moveTo>
                  <a:cubicBezTo>
                    <a:pt x="8054" y="1"/>
                    <a:pt x="8021" y="17"/>
                    <a:pt x="8004" y="34"/>
                  </a:cubicBezTo>
                  <a:cubicBezTo>
                    <a:pt x="8038" y="34"/>
                    <a:pt x="8054" y="17"/>
                    <a:pt x="8088" y="1"/>
                  </a:cubicBezTo>
                  <a:close/>
                  <a:moveTo>
                    <a:pt x="8004" y="34"/>
                  </a:moveTo>
                  <a:lnTo>
                    <a:pt x="8004" y="34"/>
                  </a:lnTo>
                  <a:cubicBezTo>
                    <a:pt x="7937" y="67"/>
                    <a:pt x="7854" y="101"/>
                    <a:pt x="7770" y="151"/>
                  </a:cubicBezTo>
                  <a:lnTo>
                    <a:pt x="6918" y="585"/>
                  </a:lnTo>
                  <a:cubicBezTo>
                    <a:pt x="6183" y="936"/>
                    <a:pt x="5180" y="1437"/>
                    <a:pt x="4061" y="1972"/>
                  </a:cubicBezTo>
                  <a:cubicBezTo>
                    <a:pt x="2941" y="2507"/>
                    <a:pt x="1922" y="2975"/>
                    <a:pt x="1187" y="3309"/>
                  </a:cubicBezTo>
                  <a:cubicBezTo>
                    <a:pt x="853" y="3459"/>
                    <a:pt x="552" y="3593"/>
                    <a:pt x="318" y="3693"/>
                  </a:cubicBezTo>
                  <a:cubicBezTo>
                    <a:pt x="235" y="3743"/>
                    <a:pt x="151" y="3777"/>
                    <a:pt x="84" y="3810"/>
                  </a:cubicBezTo>
                  <a:lnTo>
                    <a:pt x="318" y="3727"/>
                  </a:lnTo>
                  <a:lnTo>
                    <a:pt x="1204" y="3342"/>
                  </a:lnTo>
                  <a:cubicBezTo>
                    <a:pt x="1956" y="3025"/>
                    <a:pt x="2975" y="2557"/>
                    <a:pt x="4094" y="2022"/>
                  </a:cubicBezTo>
                  <a:cubicBezTo>
                    <a:pt x="5214" y="1488"/>
                    <a:pt x="6216" y="986"/>
                    <a:pt x="6935" y="619"/>
                  </a:cubicBezTo>
                  <a:cubicBezTo>
                    <a:pt x="7269" y="435"/>
                    <a:pt x="7553" y="285"/>
                    <a:pt x="7770" y="168"/>
                  </a:cubicBezTo>
                  <a:lnTo>
                    <a:pt x="8004" y="34"/>
                  </a:lnTo>
                  <a:close/>
                  <a:moveTo>
                    <a:pt x="84" y="3810"/>
                  </a:moveTo>
                  <a:cubicBezTo>
                    <a:pt x="51" y="3810"/>
                    <a:pt x="17" y="3827"/>
                    <a:pt x="1" y="3844"/>
                  </a:cubicBezTo>
                  <a:cubicBezTo>
                    <a:pt x="34" y="3844"/>
                    <a:pt x="51" y="3827"/>
                    <a:pt x="84" y="38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Google Shape;2059;p43">
              <a:extLst>
                <a:ext uri="{FF2B5EF4-FFF2-40B4-BE49-F238E27FC236}">
                  <a16:creationId xmlns:a16="http://schemas.microsoft.com/office/drawing/2014/main" id="{BD8D5D87-E47C-E737-5A61-032D238917E7}"/>
                </a:ext>
              </a:extLst>
            </p:cNvPr>
            <p:cNvSpPr/>
            <p:nvPr/>
          </p:nvSpPr>
          <p:spPr>
            <a:xfrm>
              <a:off x="2444167" y="4621936"/>
              <a:ext cx="15031" cy="9262"/>
            </a:xfrm>
            <a:custGeom>
              <a:avLst/>
              <a:gdLst/>
              <a:ahLst/>
              <a:cxnLst/>
              <a:rect l="l" t="t" r="r" b="b"/>
              <a:pathLst>
                <a:path w="469" h="289" extrusionOk="0">
                  <a:moveTo>
                    <a:pt x="23" y="1"/>
                  </a:moveTo>
                  <a:cubicBezTo>
                    <a:pt x="20" y="1"/>
                    <a:pt x="18" y="2"/>
                    <a:pt x="18" y="4"/>
                  </a:cubicBezTo>
                  <a:cubicBezTo>
                    <a:pt x="1" y="21"/>
                    <a:pt x="101" y="88"/>
                    <a:pt x="218" y="171"/>
                  </a:cubicBezTo>
                  <a:cubicBezTo>
                    <a:pt x="335" y="238"/>
                    <a:pt x="452" y="288"/>
                    <a:pt x="452" y="288"/>
                  </a:cubicBezTo>
                  <a:cubicBezTo>
                    <a:pt x="469" y="271"/>
                    <a:pt x="369" y="188"/>
                    <a:pt x="252" y="121"/>
                  </a:cubicBezTo>
                  <a:cubicBezTo>
                    <a:pt x="150" y="48"/>
                    <a:pt x="48" y="1"/>
                    <a:pt x="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Google Shape;2060;p43">
              <a:extLst>
                <a:ext uri="{FF2B5EF4-FFF2-40B4-BE49-F238E27FC236}">
                  <a16:creationId xmlns:a16="http://schemas.microsoft.com/office/drawing/2014/main" id="{16CE6CF7-E274-B151-56F5-5F535889F415}"/>
                </a:ext>
              </a:extLst>
            </p:cNvPr>
            <p:cNvSpPr/>
            <p:nvPr/>
          </p:nvSpPr>
          <p:spPr>
            <a:xfrm>
              <a:off x="2454359" y="4614340"/>
              <a:ext cx="13942" cy="4199"/>
            </a:xfrm>
            <a:custGeom>
              <a:avLst/>
              <a:gdLst/>
              <a:ahLst/>
              <a:cxnLst/>
              <a:rect l="l" t="t" r="r" b="b"/>
              <a:pathLst>
                <a:path w="435" h="131" extrusionOk="0">
                  <a:moveTo>
                    <a:pt x="20" y="1"/>
                  </a:moveTo>
                  <a:cubicBezTo>
                    <a:pt x="8" y="1"/>
                    <a:pt x="0" y="3"/>
                    <a:pt x="0" y="7"/>
                  </a:cubicBezTo>
                  <a:cubicBezTo>
                    <a:pt x="0" y="24"/>
                    <a:pt x="84" y="57"/>
                    <a:pt x="201" y="91"/>
                  </a:cubicBezTo>
                  <a:cubicBezTo>
                    <a:pt x="287" y="115"/>
                    <a:pt x="363" y="131"/>
                    <a:pt x="398" y="131"/>
                  </a:cubicBezTo>
                  <a:cubicBezTo>
                    <a:pt x="411" y="131"/>
                    <a:pt x="418" y="129"/>
                    <a:pt x="418" y="124"/>
                  </a:cubicBezTo>
                  <a:cubicBezTo>
                    <a:pt x="435" y="107"/>
                    <a:pt x="335" y="74"/>
                    <a:pt x="218" y="41"/>
                  </a:cubicBezTo>
                  <a:cubicBezTo>
                    <a:pt x="132" y="16"/>
                    <a:pt x="55" y="1"/>
                    <a:pt x="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Google Shape;2061;p43">
              <a:extLst>
                <a:ext uri="{FF2B5EF4-FFF2-40B4-BE49-F238E27FC236}">
                  <a16:creationId xmlns:a16="http://schemas.microsoft.com/office/drawing/2014/main" id="{338C1265-0077-B796-249F-A9899854CB29}"/>
                </a:ext>
              </a:extLst>
            </p:cNvPr>
            <p:cNvSpPr/>
            <p:nvPr/>
          </p:nvSpPr>
          <p:spPr>
            <a:xfrm>
              <a:off x="2452757" y="4600078"/>
              <a:ext cx="16634" cy="8077"/>
            </a:xfrm>
            <a:custGeom>
              <a:avLst/>
              <a:gdLst/>
              <a:ahLst/>
              <a:cxnLst/>
              <a:rect l="l" t="t" r="r" b="b"/>
              <a:pathLst>
                <a:path w="519" h="252" extrusionOk="0">
                  <a:moveTo>
                    <a:pt x="502" y="1"/>
                  </a:moveTo>
                  <a:cubicBezTo>
                    <a:pt x="418" y="18"/>
                    <a:pt x="318" y="51"/>
                    <a:pt x="234" y="101"/>
                  </a:cubicBezTo>
                  <a:cubicBezTo>
                    <a:pt x="101" y="168"/>
                    <a:pt x="0" y="235"/>
                    <a:pt x="0" y="252"/>
                  </a:cubicBezTo>
                  <a:cubicBezTo>
                    <a:pt x="101" y="235"/>
                    <a:pt x="184" y="201"/>
                    <a:pt x="268" y="151"/>
                  </a:cubicBezTo>
                  <a:cubicBezTo>
                    <a:pt x="401" y="85"/>
                    <a:pt x="518" y="18"/>
                    <a:pt x="5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2062;p43">
              <a:extLst>
                <a:ext uri="{FF2B5EF4-FFF2-40B4-BE49-F238E27FC236}">
                  <a16:creationId xmlns:a16="http://schemas.microsoft.com/office/drawing/2014/main" id="{C3191D5B-CE0C-2EA6-F318-17D3BA648D9E}"/>
                </a:ext>
              </a:extLst>
            </p:cNvPr>
            <p:cNvSpPr/>
            <p:nvPr/>
          </p:nvSpPr>
          <p:spPr>
            <a:xfrm>
              <a:off x="2449552" y="4588860"/>
              <a:ext cx="17692" cy="10192"/>
            </a:xfrm>
            <a:custGeom>
              <a:avLst/>
              <a:gdLst/>
              <a:ahLst/>
              <a:cxnLst/>
              <a:rect l="l" t="t" r="r" b="b"/>
              <a:pathLst>
                <a:path w="552" h="318" extrusionOk="0">
                  <a:moveTo>
                    <a:pt x="535" y="0"/>
                  </a:moveTo>
                  <a:cubicBezTo>
                    <a:pt x="351" y="100"/>
                    <a:pt x="167" y="217"/>
                    <a:pt x="0" y="318"/>
                  </a:cubicBezTo>
                  <a:cubicBezTo>
                    <a:pt x="100" y="318"/>
                    <a:pt x="201" y="284"/>
                    <a:pt x="301" y="217"/>
                  </a:cubicBezTo>
                  <a:cubicBezTo>
                    <a:pt x="451" y="117"/>
                    <a:pt x="551" y="17"/>
                    <a:pt x="5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2063;p43">
              <a:extLst>
                <a:ext uri="{FF2B5EF4-FFF2-40B4-BE49-F238E27FC236}">
                  <a16:creationId xmlns:a16="http://schemas.microsoft.com/office/drawing/2014/main" id="{958627E4-7462-6632-0864-9565F029A9BE}"/>
                </a:ext>
              </a:extLst>
            </p:cNvPr>
            <p:cNvSpPr/>
            <p:nvPr/>
          </p:nvSpPr>
          <p:spPr>
            <a:xfrm>
              <a:off x="2413656" y="4613443"/>
              <a:ext cx="33781" cy="14519"/>
            </a:xfrm>
            <a:custGeom>
              <a:avLst/>
              <a:gdLst/>
              <a:ahLst/>
              <a:cxnLst/>
              <a:rect l="l" t="t" r="r" b="b"/>
              <a:pathLst>
                <a:path w="1054" h="453" extrusionOk="0">
                  <a:moveTo>
                    <a:pt x="522" y="62"/>
                  </a:moveTo>
                  <a:cubicBezTo>
                    <a:pt x="609" y="62"/>
                    <a:pt x="694" y="81"/>
                    <a:pt x="769" y="119"/>
                  </a:cubicBezTo>
                  <a:cubicBezTo>
                    <a:pt x="834" y="151"/>
                    <a:pt x="900" y="191"/>
                    <a:pt x="956" y="233"/>
                  </a:cubicBezTo>
                  <a:lnTo>
                    <a:pt x="956" y="233"/>
                  </a:lnTo>
                  <a:cubicBezTo>
                    <a:pt x="899" y="252"/>
                    <a:pt x="820" y="277"/>
                    <a:pt x="719" y="302"/>
                  </a:cubicBezTo>
                  <a:cubicBezTo>
                    <a:pt x="602" y="336"/>
                    <a:pt x="485" y="369"/>
                    <a:pt x="368" y="369"/>
                  </a:cubicBezTo>
                  <a:cubicBezTo>
                    <a:pt x="301" y="386"/>
                    <a:pt x="234" y="386"/>
                    <a:pt x="168" y="386"/>
                  </a:cubicBezTo>
                  <a:cubicBezTo>
                    <a:pt x="101" y="369"/>
                    <a:pt x="51" y="336"/>
                    <a:pt x="84" y="269"/>
                  </a:cubicBezTo>
                  <a:cubicBezTo>
                    <a:pt x="168" y="152"/>
                    <a:pt x="301" y="85"/>
                    <a:pt x="435" y="69"/>
                  </a:cubicBezTo>
                  <a:cubicBezTo>
                    <a:pt x="464" y="64"/>
                    <a:pt x="493" y="62"/>
                    <a:pt x="522" y="62"/>
                  </a:cubicBezTo>
                  <a:close/>
                  <a:moveTo>
                    <a:pt x="513" y="0"/>
                  </a:moveTo>
                  <a:cubicBezTo>
                    <a:pt x="324" y="0"/>
                    <a:pt x="138" y="82"/>
                    <a:pt x="17" y="236"/>
                  </a:cubicBezTo>
                  <a:cubicBezTo>
                    <a:pt x="1" y="286"/>
                    <a:pt x="1" y="353"/>
                    <a:pt x="34" y="386"/>
                  </a:cubicBezTo>
                  <a:cubicBezTo>
                    <a:pt x="67" y="419"/>
                    <a:pt x="101" y="436"/>
                    <a:pt x="151" y="453"/>
                  </a:cubicBezTo>
                  <a:cubicBezTo>
                    <a:pt x="234" y="453"/>
                    <a:pt x="301" y="453"/>
                    <a:pt x="385" y="436"/>
                  </a:cubicBezTo>
                  <a:cubicBezTo>
                    <a:pt x="502" y="419"/>
                    <a:pt x="619" y="386"/>
                    <a:pt x="736" y="353"/>
                  </a:cubicBezTo>
                  <a:cubicBezTo>
                    <a:pt x="823" y="328"/>
                    <a:pt x="901" y="293"/>
                    <a:pt x="977" y="250"/>
                  </a:cubicBezTo>
                  <a:lnTo>
                    <a:pt x="977" y="250"/>
                  </a:lnTo>
                  <a:cubicBezTo>
                    <a:pt x="999" y="267"/>
                    <a:pt x="1019" y="285"/>
                    <a:pt x="1036" y="302"/>
                  </a:cubicBezTo>
                  <a:cubicBezTo>
                    <a:pt x="1036" y="302"/>
                    <a:pt x="1036" y="287"/>
                    <a:pt x="992" y="241"/>
                  </a:cubicBezTo>
                  <a:lnTo>
                    <a:pt x="992" y="241"/>
                  </a:lnTo>
                  <a:cubicBezTo>
                    <a:pt x="1012" y="229"/>
                    <a:pt x="1033" y="216"/>
                    <a:pt x="1053" y="202"/>
                  </a:cubicBezTo>
                  <a:cubicBezTo>
                    <a:pt x="1046" y="202"/>
                    <a:pt x="1021" y="211"/>
                    <a:pt x="979" y="226"/>
                  </a:cubicBezTo>
                  <a:lnTo>
                    <a:pt x="979" y="226"/>
                  </a:lnTo>
                  <a:cubicBezTo>
                    <a:pt x="929" y="164"/>
                    <a:pt x="866" y="116"/>
                    <a:pt x="803" y="69"/>
                  </a:cubicBezTo>
                  <a:cubicBezTo>
                    <a:pt x="711" y="23"/>
                    <a:pt x="611" y="0"/>
                    <a:pt x="5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2064;p43">
              <a:extLst>
                <a:ext uri="{FF2B5EF4-FFF2-40B4-BE49-F238E27FC236}">
                  <a16:creationId xmlns:a16="http://schemas.microsoft.com/office/drawing/2014/main" id="{636AA43C-C712-D302-5163-E75B1243B89F}"/>
                </a:ext>
              </a:extLst>
            </p:cNvPr>
            <p:cNvSpPr/>
            <p:nvPr/>
          </p:nvSpPr>
          <p:spPr>
            <a:xfrm>
              <a:off x="2439360" y="4597834"/>
              <a:ext cx="11826" cy="23717"/>
            </a:xfrm>
            <a:custGeom>
              <a:avLst/>
              <a:gdLst/>
              <a:ahLst/>
              <a:cxnLst/>
              <a:rect l="l" t="t" r="r" b="b"/>
              <a:pathLst>
                <a:path w="369" h="740" extrusionOk="0">
                  <a:moveTo>
                    <a:pt x="227" y="1"/>
                  </a:moveTo>
                  <a:cubicBezTo>
                    <a:pt x="219" y="1"/>
                    <a:pt x="210" y="2"/>
                    <a:pt x="201" y="4"/>
                  </a:cubicBezTo>
                  <a:cubicBezTo>
                    <a:pt x="84" y="71"/>
                    <a:pt x="17" y="171"/>
                    <a:pt x="17" y="288"/>
                  </a:cubicBezTo>
                  <a:cubicBezTo>
                    <a:pt x="1" y="372"/>
                    <a:pt x="1" y="472"/>
                    <a:pt x="34" y="556"/>
                  </a:cubicBezTo>
                  <a:cubicBezTo>
                    <a:pt x="51" y="622"/>
                    <a:pt x="101" y="706"/>
                    <a:pt x="168" y="739"/>
                  </a:cubicBezTo>
                  <a:cubicBezTo>
                    <a:pt x="134" y="672"/>
                    <a:pt x="101" y="606"/>
                    <a:pt x="84" y="539"/>
                  </a:cubicBezTo>
                  <a:cubicBezTo>
                    <a:pt x="51" y="455"/>
                    <a:pt x="51" y="372"/>
                    <a:pt x="67" y="305"/>
                  </a:cubicBezTo>
                  <a:cubicBezTo>
                    <a:pt x="84" y="221"/>
                    <a:pt x="134" y="104"/>
                    <a:pt x="218" y="71"/>
                  </a:cubicBezTo>
                  <a:cubicBezTo>
                    <a:pt x="223" y="70"/>
                    <a:pt x="228" y="69"/>
                    <a:pt x="233" y="69"/>
                  </a:cubicBezTo>
                  <a:cubicBezTo>
                    <a:pt x="303" y="69"/>
                    <a:pt x="318" y="177"/>
                    <a:pt x="318" y="255"/>
                  </a:cubicBezTo>
                  <a:cubicBezTo>
                    <a:pt x="301" y="338"/>
                    <a:pt x="285" y="422"/>
                    <a:pt x="268" y="505"/>
                  </a:cubicBezTo>
                  <a:cubicBezTo>
                    <a:pt x="234" y="639"/>
                    <a:pt x="184" y="723"/>
                    <a:pt x="201" y="723"/>
                  </a:cubicBezTo>
                  <a:cubicBezTo>
                    <a:pt x="251" y="672"/>
                    <a:pt x="285" y="606"/>
                    <a:pt x="318" y="522"/>
                  </a:cubicBezTo>
                  <a:cubicBezTo>
                    <a:pt x="335" y="439"/>
                    <a:pt x="351" y="355"/>
                    <a:pt x="368" y="271"/>
                  </a:cubicBezTo>
                  <a:cubicBezTo>
                    <a:pt x="368" y="221"/>
                    <a:pt x="368" y="155"/>
                    <a:pt x="351" y="104"/>
                  </a:cubicBezTo>
                  <a:cubicBezTo>
                    <a:pt x="337" y="46"/>
                    <a:pt x="285" y="1"/>
                    <a:pt x="2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2065;p43">
              <a:extLst>
                <a:ext uri="{FF2B5EF4-FFF2-40B4-BE49-F238E27FC236}">
                  <a16:creationId xmlns:a16="http://schemas.microsoft.com/office/drawing/2014/main" id="{07219248-3D82-71DC-46B0-AAAB2AD3BBDC}"/>
                </a:ext>
              </a:extLst>
            </p:cNvPr>
            <p:cNvSpPr/>
            <p:nvPr/>
          </p:nvSpPr>
          <p:spPr>
            <a:xfrm>
              <a:off x="2564675" y="4532612"/>
              <a:ext cx="40736" cy="69132"/>
            </a:xfrm>
            <a:custGeom>
              <a:avLst/>
              <a:gdLst/>
              <a:ahLst/>
              <a:cxnLst/>
              <a:rect l="l" t="t" r="r" b="b"/>
              <a:pathLst>
                <a:path w="1271" h="2157" extrusionOk="0">
                  <a:moveTo>
                    <a:pt x="1270" y="1"/>
                  </a:moveTo>
                  <a:cubicBezTo>
                    <a:pt x="1237" y="1"/>
                    <a:pt x="1203" y="17"/>
                    <a:pt x="1170" y="34"/>
                  </a:cubicBezTo>
                  <a:cubicBezTo>
                    <a:pt x="1070" y="51"/>
                    <a:pt x="986" y="101"/>
                    <a:pt x="903" y="151"/>
                  </a:cubicBezTo>
                  <a:cubicBezTo>
                    <a:pt x="318" y="469"/>
                    <a:pt x="0" y="1120"/>
                    <a:pt x="101" y="1772"/>
                  </a:cubicBezTo>
                  <a:cubicBezTo>
                    <a:pt x="117" y="1872"/>
                    <a:pt x="134" y="1972"/>
                    <a:pt x="167" y="2056"/>
                  </a:cubicBezTo>
                  <a:cubicBezTo>
                    <a:pt x="184" y="2089"/>
                    <a:pt x="201" y="2123"/>
                    <a:pt x="218" y="2156"/>
                  </a:cubicBezTo>
                  <a:cubicBezTo>
                    <a:pt x="234" y="2156"/>
                    <a:pt x="167" y="2006"/>
                    <a:pt x="151" y="1772"/>
                  </a:cubicBezTo>
                  <a:cubicBezTo>
                    <a:pt x="84" y="1137"/>
                    <a:pt x="385" y="519"/>
                    <a:pt x="919" y="185"/>
                  </a:cubicBezTo>
                  <a:cubicBezTo>
                    <a:pt x="1120" y="51"/>
                    <a:pt x="1270" y="17"/>
                    <a:pt x="12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2066;p43">
              <a:extLst>
                <a:ext uri="{FF2B5EF4-FFF2-40B4-BE49-F238E27FC236}">
                  <a16:creationId xmlns:a16="http://schemas.microsoft.com/office/drawing/2014/main" id="{00C33CF1-5CA6-FC38-4374-83BF861211CE}"/>
                </a:ext>
              </a:extLst>
            </p:cNvPr>
            <p:cNvSpPr/>
            <p:nvPr/>
          </p:nvSpPr>
          <p:spPr>
            <a:xfrm>
              <a:off x="2559323" y="4476942"/>
              <a:ext cx="30544" cy="62145"/>
            </a:xfrm>
            <a:custGeom>
              <a:avLst/>
              <a:gdLst/>
              <a:ahLst/>
              <a:cxnLst/>
              <a:rect l="l" t="t" r="r" b="b"/>
              <a:pathLst>
                <a:path w="953" h="1939" extrusionOk="0">
                  <a:moveTo>
                    <a:pt x="0" y="0"/>
                  </a:moveTo>
                  <a:cubicBezTo>
                    <a:pt x="284" y="668"/>
                    <a:pt x="602" y="1303"/>
                    <a:pt x="953" y="1938"/>
                  </a:cubicBezTo>
                  <a:cubicBezTo>
                    <a:pt x="819" y="1604"/>
                    <a:pt x="669" y="1270"/>
                    <a:pt x="502" y="952"/>
                  </a:cubicBezTo>
                  <a:cubicBezTo>
                    <a:pt x="351" y="618"/>
                    <a:pt x="184" y="30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2067;p43">
              <a:extLst>
                <a:ext uri="{FF2B5EF4-FFF2-40B4-BE49-F238E27FC236}">
                  <a16:creationId xmlns:a16="http://schemas.microsoft.com/office/drawing/2014/main" id="{5229C39D-4B34-42B2-131B-458EB4B705D9}"/>
                </a:ext>
              </a:extLst>
            </p:cNvPr>
            <p:cNvSpPr/>
            <p:nvPr/>
          </p:nvSpPr>
          <p:spPr>
            <a:xfrm>
              <a:off x="2500960" y="4596841"/>
              <a:ext cx="44453" cy="22018"/>
            </a:xfrm>
            <a:custGeom>
              <a:avLst/>
              <a:gdLst/>
              <a:ahLst/>
              <a:cxnLst/>
              <a:rect l="l" t="t" r="r" b="b"/>
              <a:pathLst>
                <a:path w="1387" h="687" extrusionOk="0">
                  <a:moveTo>
                    <a:pt x="1385" y="1"/>
                  </a:moveTo>
                  <a:cubicBezTo>
                    <a:pt x="1359" y="1"/>
                    <a:pt x="1068" y="161"/>
                    <a:pt x="702" y="353"/>
                  </a:cubicBezTo>
                  <a:cubicBezTo>
                    <a:pt x="317" y="536"/>
                    <a:pt x="0" y="670"/>
                    <a:pt x="0" y="687"/>
                  </a:cubicBezTo>
                  <a:cubicBezTo>
                    <a:pt x="501" y="536"/>
                    <a:pt x="969" y="319"/>
                    <a:pt x="1387" y="2"/>
                  </a:cubicBezTo>
                  <a:cubicBezTo>
                    <a:pt x="1387" y="1"/>
                    <a:pt x="1386" y="1"/>
                    <a:pt x="13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Google Shape;2068;p43">
              <a:extLst>
                <a:ext uri="{FF2B5EF4-FFF2-40B4-BE49-F238E27FC236}">
                  <a16:creationId xmlns:a16="http://schemas.microsoft.com/office/drawing/2014/main" id="{1963CDAA-F6DB-E8CE-50C1-C1A3EDBBD3E9}"/>
                </a:ext>
              </a:extLst>
            </p:cNvPr>
            <p:cNvSpPr/>
            <p:nvPr/>
          </p:nvSpPr>
          <p:spPr>
            <a:xfrm>
              <a:off x="2573778" y="4582867"/>
              <a:ext cx="2692" cy="10352"/>
            </a:xfrm>
            <a:custGeom>
              <a:avLst/>
              <a:gdLst/>
              <a:ahLst/>
              <a:cxnLst/>
              <a:rect l="l" t="t" r="r" b="b"/>
              <a:pathLst>
                <a:path w="84" h="323" extrusionOk="0">
                  <a:moveTo>
                    <a:pt x="45" y="1"/>
                  </a:moveTo>
                  <a:cubicBezTo>
                    <a:pt x="27" y="1"/>
                    <a:pt x="0" y="64"/>
                    <a:pt x="0" y="154"/>
                  </a:cubicBezTo>
                  <a:cubicBezTo>
                    <a:pt x="0" y="245"/>
                    <a:pt x="42" y="323"/>
                    <a:pt x="62" y="323"/>
                  </a:cubicBezTo>
                  <a:cubicBezTo>
                    <a:pt x="64" y="323"/>
                    <a:pt x="66" y="322"/>
                    <a:pt x="67" y="321"/>
                  </a:cubicBezTo>
                  <a:cubicBezTo>
                    <a:pt x="84" y="321"/>
                    <a:pt x="67" y="254"/>
                    <a:pt x="67" y="154"/>
                  </a:cubicBezTo>
                  <a:cubicBezTo>
                    <a:pt x="67" y="70"/>
                    <a:pt x="67" y="3"/>
                    <a:pt x="51" y="3"/>
                  </a:cubicBezTo>
                  <a:cubicBezTo>
                    <a:pt x="49" y="2"/>
                    <a:pt x="47" y="1"/>
                    <a:pt x="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2069;p43">
              <a:extLst>
                <a:ext uri="{FF2B5EF4-FFF2-40B4-BE49-F238E27FC236}">
                  <a16:creationId xmlns:a16="http://schemas.microsoft.com/office/drawing/2014/main" id="{6269836C-AED5-3BE2-155C-A0736479487F}"/>
                </a:ext>
              </a:extLst>
            </p:cNvPr>
            <p:cNvSpPr/>
            <p:nvPr/>
          </p:nvSpPr>
          <p:spPr>
            <a:xfrm>
              <a:off x="2576438" y="4563156"/>
              <a:ext cx="4327" cy="8686"/>
            </a:xfrm>
            <a:custGeom>
              <a:avLst/>
              <a:gdLst/>
              <a:ahLst/>
              <a:cxnLst/>
              <a:rect l="l" t="t" r="r" b="b"/>
              <a:pathLst>
                <a:path w="135" h="271" extrusionOk="0">
                  <a:moveTo>
                    <a:pt x="118" y="0"/>
                  </a:moveTo>
                  <a:cubicBezTo>
                    <a:pt x="101" y="0"/>
                    <a:pt x="68" y="50"/>
                    <a:pt x="34" y="134"/>
                  </a:cubicBezTo>
                  <a:cubicBezTo>
                    <a:pt x="18" y="201"/>
                    <a:pt x="1" y="267"/>
                    <a:pt x="18" y="267"/>
                  </a:cubicBezTo>
                  <a:cubicBezTo>
                    <a:pt x="19" y="269"/>
                    <a:pt x="21" y="270"/>
                    <a:pt x="23" y="270"/>
                  </a:cubicBezTo>
                  <a:cubicBezTo>
                    <a:pt x="41" y="270"/>
                    <a:pt x="71" y="210"/>
                    <a:pt x="101" y="150"/>
                  </a:cubicBezTo>
                  <a:cubicBezTo>
                    <a:pt x="118" y="67"/>
                    <a:pt x="135" y="17"/>
                    <a:pt x="1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2070;p43">
              <a:extLst>
                <a:ext uri="{FF2B5EF4-FFF2-40B4-BE49-F238E27FC236}">
                  <a16:creationId xmlns:a16="http://schemas.microsoft.com/office/drawing/2014/main" id="{428CA7B9-04E2-25A8-1A51-5AEA18492F86}"/>
                </a:ext>
              </a:extLst>
            </p:cNvPr>
            <p:cNvSpPr/>
            <p:nvPr/>
          </p:nvSpPr>
          <p:spPr>
            <a:xfrm>
              <a:off x="2585540" y="4548926"/>
              <a:ext cx="7532" cy="7275"/>
            </a:xfrm>
            <a:custGeom>
              <a:avLst/>
              <a:gdLst/>
              <a:ahLst/>
              <a:cxnLst/>
              <a:rect l="l" t="t" r="r" b="b"/>
              <a:pathLst>
                <a:path w="235" h="227" extrusionOk="0">
                  <a:moveTo>
                    <a:pt x="211" y="0"/>
                  </a:moveTo>
                  <a:cubicBezTo>
                    <a:pt x="181" y="0"/>
                    <a:pt x="129" y="15"/>
                    <a:pt x="85" y="60"/>
                  </a:cubicBezTo>
                  <a:cubicBezTo>
                    <a:pt x="1" y="143"/>
                    <a:pt x="1" y="227"/>
                    <a:pt x="18" y="227"/>
                  </a:cubicBezTo>
                  <a:cubicBezTo>
                    <a:pt x="34" y="227"/>
                    <a:pt x="68" y="177"/>
                    <a:pt x="118" y="110"/>
                  </a:cubicBezTo>
                  <a:cubicBezTo>
                    <a:pt x="185" y="60"/>
                    <a:pt x="235" y="26"/>
                    <a:pt x="235" y="10"/>
                  </a:cubicBezTo>
                  <a:cubicBezTo>
                    <a:pt x="235" y="4"/>
                    <a:pt x="226" y="0"/>
                    <a:pt x="2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9" name="Google Shape;2071;p43">
              <a:extLst>
                <a:ext uri="{FF2B5EF4-FFF2-40B4-BE49-F238E27FC236}">
                  <a16:creationId xmlns:a16="http://schemas.microsoft.com/office/drawing/2014/main" id="{4874737E-43C2-599E-7EE5-C231C3849954}"/>
                </a:ext>
              </a:extLst>
            </p:cNvPr>
            <p:cNvSpPr/>
            <p:nvPr/>
          </p:nvSpPr>
          <p:spPr>
            <a:xfrm>
              <a:off x="2598937" y="4540433"/>
              <a:ext cx="4872" cy="4199"/>
            </a:xfrm>
            <a:custGeom>
              <a:avLst/>
              <a:gdLst/>
              <a:ahLst/>
              <a:cxnLst/>
              <a:rect l="l" t="t" r="r" b="b"/>
              <a:pathLst>
                <a:path w="152" h="131" extrusionOk="0">
                  <a:moveTo>
                    <a:pt x="118" y="1"/>
                  </a:moveTo>
                  <a:cubicBezTo>
                    <a:pt x="100" y="1"/>
                    <a:pt x="75" y="16"/>
                    <a:pt x="51" y="41"/>
                  </a:cubicBezTo>
                  <a:cubicBezTo>
                    <a:pt x="17" y="74"/>
                    <a:pt x="1" y="124"/>
                    <a:pt x="17" y="124"/>
                  </a:cubicBezTo>
                  <a:cubicBezTo>
                    <a:pt x="22" y="129"/>
                    <a:pt x="28" y="131"/>
                    <a:pt x="34" y="131"/>
                  </a:cubicBezTo>
                  <a:cubicBezTo>
                    <a:pt x="52" y="131"/>
                    <a:pt x="76" y="115"/>
                    <a:pt x="101" y="91"/>
                  </a:cubicBezTo>
                  <a:cubicBezTo>
                    <a:pt x="134" y="57"/>
                    <a:pt x="151" y="24"/>
                    <a:pt x="134" y="7"/>
                  </a:cubicBezTo>
                  <a:cubicBezTo>
                    <a:pt x="130" y="3"/>
                    <a:pt x="124" y="1"/>
                    <a:pt x="1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0" name="Google Shape;2072;p43">
              <a:extLst>
                <a:ext uri="{FF2B5EF4-FFF2-40B4-BE49-F238E27FC236}">
                  <a16:creationId xmlns:a16="http://schemas.microsoft.com/office/drawing/2014/main" id="{631CB727-385D-1A8A-76A6-08C456F99C9C}"/>
                </a:ext>
              </a:extLst>
            </p:cNvPr>
            <p:cNvSpPr/>
            <p:nvPr/>
          </p:nvSpPr>
          <p:spPr>
            <a:xfrm>
              <a:off x="1828359" y="2877358"/>
              <a:ext cx="806506" cy="1736693"/>
            </a:xfrm>
            <a:custGeom>
              <a:avLst/>
              <a:gdLst/>
              <a:ahLst/>
              <a:cxnLst/>
              <a:rect l="l" t="t" r="r" b="b"/>
              <a:pathLst>
                <a:path w="25164" h="54187" extrusionOk="0">
                  <a:moveTo>
                    <a:pt x="0" y="1"/>
                  </a:moveTo>
                  <a:cubicBezTo>
                    <a:pt x="0" y="1"/>
                    <a:pt x="1754" y="22958"/>
                    <a:pt x="3559" y="29475"/>
                  </a:cubicBezTo>
                  <a:lnTo>
                    <a:pt x="17427" y="54186"/>
                  </a:lnTo>
                  <a:lnTo>
                    <a:pt x="25163" y="50594"/>
                  </a:lnTo>
                  <a:lnTo>
                    <a:pt x="14002" y="25732"/>
                  </a:lnTo>
                  <a:cubicBezTo>
                    <a:pt x="11579" y="17244"/>
                    <a:pt x="10042" y="753"/>
                    <a:pt x="10042" y="75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" name="Google Shape;2073;p43">
              <a:extLst>
                <a:ext uri="{FF2B5EF4-FFF2-40B4-BE49-F238E27FC236}">
                  <a16:creationId xmlns:a16="http://schemas.microsoft.com/office/drawing/2014/main" id="{507C315F-7DCE-AA40-E4A7-A02F7E32F3B9}"/>
                </a:ext>
              </a:extLst>
            </p:cNvPr>
            <p:cNvSpPr/>
            <p:nvPr/>
          </p:nvSpPr>
          <p:spPr>
            <a:xfrm>
              <a:off x="2347793" y="4419636"/>
              <a:ext cx="251176" cy="116758"/>
            </a:xfrm>
            <a:custGeom>
              <a:avLst/>
              <a:gdLst/>
              <a:ahLst/>
              <a:cxnLst/>
              <a:rect l="l" t="t" r="r" b="b"/>
              <a:pathLst>
                <a:path w="7837" h="3643" extrusionOk="0">
                  <a:moveTo>
                    <a:pt x="7837" y="0"/>
                  </a:moveTo>
                  <a:cubicBezTo>
                    <a:pt x="7736" y="17"/>
                    <a:pt x="7619" y="67"/>
                    <a:pt x="7519" y="117"/>
                  </a:cubicBezTo>
                  <a:cubicBezTo>
                    <a:pt x="7319" y="201"/>
                    <a:pt x="7018" y="318"/>
                    <a:pt x="6667" y="485"/>
                  </a:cubicBezTo>
                  <a:cubicBezTo>
                    <a:pt x="5949" y="786"/>
                    <a:pt x="4963" y="1237"/>
                    <a:pt x="3877" y="1738"/>
                  </a:cubicBezTo>
                  <a:cubicBezTo>
                    <a:pt x="2791" y="2239"/>
                    <a:pt x="1822" y="2707"/>
                    <a:pt x="1120" y="3058"/>
                  </a:cubicBezTo>
                  <a:cubicBezTo>
                    <a:pt x="769" y="3225"/>
                    <a:pt x="485" y="3375"/>
                    <a:pt x="284" y="3476"/>
                  </a:cubicBezTo>
                  <a:cubicBezTo>
                    <a:pt x="184" y="3526"/>
                    <a:pt x="84" y="3576"/>
                    <a:pt x="0" y="3643"/>
                  </a:cubicBezTo>
                  <a:cubicBezTo>
                    <a:pt x="117" y="3626"/>
                    <a:pt x="218" y="3593"/>
                    <a:pt x="318" y="3542"/>
                  </a:cubicBezTo>
                  <a:cubicBezTo>
                    <a:pt x="518" y="3459"/>
                    <a:pt x="819" y="3325"/>
                    <a:pt x="1170" y="3175"/>
                  </a:cubicBezTo>
                  <a:cubicBezTo>
                    <a:pt x="1888" y="2857"/>
                    <a:pt x="2874" y="2406"/>
                    <a:pt x="3960" y="1905"/>
                  </a:cubicBezTo>
                  <a:cubicBezTo>
                    <a:pt x="5046" y="1404"/>
                    <a:pt x="6015" y="936"/>
                    <a:pt x="6717" y="602"/>
                  </a:cubicBezTo>
                  <a:cubicBezTo>
                    <a:pt x="7068" y="418"/>
                    <a:pt x="7352" y="284"/>
                    <a:pt x="7553" y="184"/>
                  </a:cubicBezTo>
                  <a:cubicBezTo>
                    <a:pt x="7653" y="134"/>
                    <a:pt x="7753" y="67"/>
                    <a:pt x="783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2074;p43">
              <a:extLst>
                <a:ext uri="{FF2B5EF4-FFF2-40B4-BE49-F238E27FC236}">
                  <a16:creationId xmlns:a16="http://schemas.microsoft.com/office/drawing/2014/main" id="{D5F90510-3D89-9DE5-D20D-4901C1C8A52B}"/>
                </a:ext>
              </a:extLst>
            </p:cNvPr>
            <p:cNvSpPr/>
            <p:nvPr/>
          </p:nvSpPr>
          <p:spPr>
            <a:xfrm>
              <a:off x="1130053" y="2581216"/>
              <a:ext cx="1238668" cy="2047835"/>
            </a:xfrm>
            <a:custGeom>
              <a:avLst/>
              <a:gdLst/>
              <a:ahLst/>
              <a:cxnLst/>
              <a:rect l="l" t="t" r="r" b="b"/>
              <a:pathLst>
                <a:path w="38648" h="63895" extrusionOk="0">
                  <a:moveTo>
                    <a:pt x="36408" y="1"/>
                  </a:moveTo>
                  <a:lnTo>
                    <a:pt x="20936" y="5882"/>
                  </a:lnTo>
                  <a:lnTo>
                    <a:pt x="10978" y="31363"/>
                  </a:lnTo>
                  <a:lnTo>
                    <a:pt x="0" y="59600"/>
                  </a:lnTo>
                  <a:lnTo>
                    <a:pt x="7502" y="63894"/>
                  </a:lnTo>
                  <a:cubicBezTo>
                    <a:pt x="7502" y="63894"/>
                    <a:pt x="19198" y="41722"/>
                    <a:pt x="22373" y="34972"/>
                  </a:cubicBezTo>
                  <a:cubicBezTo>
                    <a:pt x="23910" y="31697"/>
                    <a:pt x="29457" y="19182"/>
                    <a:pt x="34921" y="12733"/>
                  </a:cubicBezTo>
                  <a:cubicBezTo>
                    <a:pt x="34921" y="12733"/>
                    <a:pt x="36475" y="10511"/>
                    <a:pt x="36675" y="10110"/>
                  </a:cubicBezTo>
                  <a:cubicBezTo>
                    <a:pt x="38647" y="6083"/>
                    <a:pt x="36592" y="1"/>
                    <a:pt x="36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2075;p43">
              <a:extLst>
                <a:ext uri="{FF2B5EF4-FFF2-40B4-BE49-F238E27FC236}">
                  <a16:creationId xmlns:a16="http://schemas.microsoft.com/office/drawing/2014/main" id="{3034A108-E68D-697D-7F16-1A4015835763}"/>
                </a:ext>
              </a:extLst>
            </p:cNvPr>
            <p:cNvSpPr/>
            <p:nvPr/>
          </p:nvSpPr>
          <p:spPr>
            <a:xfrm>
              <a:off x="1639296" y="3365223"/>
              <a:ext cx="223356" cy="129290"/>
            </a:xfrm>
            <a:custGeom>
              <a:avLst/>
              <a:gdLst/>
              <a:ahLst/>
              <a:cxnLst/>
              <a:rect l="l" t="t" r="r" b="b"/>
              <a:pathLst>
                <a:path w="6969" h="4034" extrusionOk="0">
                  <a:moveTo>
                    <a:pt x="1455" y="0"/>
                  </a:moveTo>
                  <a:lnTo>
                    <a:pt x="1" y="1604"/>
                  </a:lnTo>
                  <a:cubicBezTo>
                    <a:pt x="1" y="1604"/>
                    <a:pt x="5381" y="3609"/>
                    <a:pt x="6166" y="4027"/>
                  </a:cubicBezTo>
                  <a:cubicBezTo>
                    <a:pt x="6175" y="4031"/>
                    <a:pt x="6183" y="4033"/>
                    <a:pt x="6191" y="4033"/>
                  </a:cubicBezTo>
                  <a:cubicBezTo>
                    <a:pt x="6480" y="4033"/>
                    <a:pt x="6968" y="1621"/>
                    <a:pt x="6968" y="1621"/>
                  </a:cubicBezTo>
                  <a:lnTo>
                    <a:pt x="1455" y="0"/>
                  </a:lnTo>
                  <a:close/>
                </a:path>
              </a:pathLst>
            </a:custGeom>
            <a:solidFill>
              <a:srgbClr val="045A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2076;p43">
              <a:extLst>
                <a:ext uri="{FF2B5EF4-FFF2-40B4-BE49-F238E27FC236}">
                  <a16:creationId xmlns:a16="http://schemas.microsoft.com/office/drawing/2014/main" id="{2619610D-F4D6-FFAB-E75D-46A6E7A70251}"/>
                </a:ext>
              </a:extLst>
            </p:cNvPr>
            <p:cNvSpPr/>
            <p:nvPr/>
          </p:nvSpPr>
          <p:spPr>
            <a:xfrm>
              <a:off x="1609842" y="3424644"/>
              <a:ext cx="201947" cy="181884"/>
            </a:xfrm>
            <a:custGeom>
              <a:avLst/>
              <a:gdLst/>
              <a:ahLst/>
              <a:cxnLst/>
              <a:rect l="l" t="t" r="r" b="b"/>
              <a:pathLst>
                <a:path w="6301" h="5675" extrusionOk="0">
                  <a:moveTo>
                    <a:pt x="1638" y="1"/>
                  </a:moveTo>
                  <a:lnTo>
                    <a:pt x="1" y="4078"/>
                  </a:lnTo>
                  <a:cubicBezTo>
                    <a:pt x="1" y="4078"/>
                    <a:pt x="2708" y="5448"/>
                    <a:pt x="3994" y="5665"/>
                  </a:cubicBezTo>
                  <a:cubicBezTo>
                    <a:pt x="4030" y="5671"/>
                    <a:pt x="4066" y="5675"/>
                    <a:pt x="4101" y="5675"/>
                  </a:cubicBezTo>
                  <a:cubicBezTo>
                    <a:pt x="5352" y="5675"/>
                    <a:pt x="6300" y="1755"/>
                    <a:pt x="6300" y="1755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rgbClr val="045A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2077;p43">
              <a:extLst>
                <a:ext uri="{FF2B5EF4-FFF2-40B4-BE49-F238E27FC236}">
                  <a16:creationId xmlns:a16="http://schemas.microsoft.com/office/drawing/2014/main" id="{86D99FC3-4607-E993-C511-51075DACABA7}"/>
                </a:ext>
              </a:extLst>
            </p:cNvPr>
            <p:cNvSpPr/>
            <p:nvPr/>
          </p:nvSpPr>
          <p:spPr>
            <a:xfrm>
              <a:off x="1644680" y="3417689"/>
              <a:ext cx="192268" cy="84099"/>
            </a:xfrm>
            <a:custGeom>
              <a:avLst/>
              <a:gdLst/>
              <a:ahLst/>
              <a:cxnLst/>
              <a:rect l="l" t="t" r="r" b="b"/>
              <a:pathLst>
                <a:path w="5999" h="2624" extrusionOk="0">
                  <a:moveTo>
                    <a:pt x="0" y="1"/>
                  </a:moveTo>
                  <a:lnTo>
                    <a:pt x="284" y="869"/>
                  </a:lnTo>
                  <a:lnTo>
                    <a:pt x="5046" y="2624"/>
                  </a:lnTo>
                  <a:lnTo>
                    <a:pt x="5998" y="23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2078;p43">
              <a:extLst>
                <a:ext uri="{FF2B5EF4-FFF2-40B4-BE49-F238E27FC236}">
                  <a16:creationId xmlns:a16="http://schemas.microsoft.com/office/drawing/2014/main" id="{2470C6C2-0F14-7169-E083-B41BD0601342}"/>
                </a:ext>
              </a:extLst>
            </p:cNvPr>
            <p:cNvSpPr/>
            <p:nvPr/>
          </p:nvSpPr>
          <p:spPr>
            <a:xfrm>
              <a:off x="1147168" y="4449058"/>
              <a:ext cx="252810" cy="125957"/>
            </a:xfrm>
            <a:custGeom>
              <a:avLst/>
              <a:gdLst/>
              <a:ahLst/>
              <a:cxnLst/>
              <a:rect l="l" t="t" r="r" b="b"/>
              <a:pathLst>
                <a:path w="7888" h="3930" extrusionOk="0">
                  <a:moveTo>
                    <a:pt x="21" y="0"/>
                  </a:moveTo>
                  <a:cubicBezTo>
                    <a:pt x="19" y="0"/>
                    <a:pt x="18" y="1"/>
                    <a:pt x="17" y="1"/>
                  </a:cubicBezTo>
                  <a:cubicBezTo>
                    <a:pt x="1" y="51"/>
                    <a:pt x="1738" y="970"/>
                    <a:pt x="3894" y="2056"/>
                  </a:cubicBezTo>
                  <a:cubicBezTo>
                    <a:pt x="6004" y="3111"/>
                    <a:pt x="7735" y="3930"/>
                    <a:pt x="7848" y="3930"/>
                  </a:cubicBezTo>
                  <a:cubicBezTo>
                    <a:pt x="7851" y="3930"/>
                    <a:pt x="7853" y="3929"/>
                    <a:pt x="7854" y="3928"/>
                  </a:cubicBezTo>
                  <a:cubicBezTo>
                    <a:pt x="7887" y="3894"/>
                    <a:pt x="6150" y="2975"/>
                    <a:pt x="3977" y="1889"/>
                  </a:cubicBezTo>
                  <a:cubicBezTo>
                    <a:pt x="1864" y="824"/>
                    <a:pt x="120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" name="Google Shape;2079;p43">
              <a:extLst>
                <a:ext uri="{FF2B5EF4-FFF2-40B4-BE49-F238E27FC236}">
                  <a16:creationId xmlns:a16="http://schemas.microsoft.com/office/drawing/2014/main" id="{24A570FD-4C89-1068-9532-744D11CD0DA5}"/>
                </a:ext>
              </a:extLst>
            </p:cNvPr>
            <p:cNvSpPr/>
            <p:nvPr/>
          </p:nvSpPr>
          <p:spPr>
            <a:xfrm>
              <a:off x="1338891" y="2115305"/>
              <a:ext cx="96406" cy="168743"/>
            </a:xfrm>
            <a:custGeom>
              <a:avLst/>
              <a:gdLst/>
              <a:ahLst/>
              <a:cxnLst/>
              <a:rect l="l" t="t" r="r" b="b"/>
              <a:pathLst>
                <a:path w="3008" h="5265" extrusionOk="0">
                  <a:moveTo>
                    <a:pt x="2956" y="1"/>
                  </a:moveTo>
                  <a:cubicBezTo>
                    <a:pt x="2905" y="1"/>
                    <a:pt x="2211" y="1158"/>
                    <a:pt x="1421" y="2591"/>
                  </a:cubicBezTo>
                  <a:cubicBezTo>
                    <a:pt x="619" y="4045"/>
                    <a:pt x="0" y="5231"/>
                    <a:pt x="34" y="5265"/>
                  </a:cubicBezTo>
                  <a:cubicBezTo>
                    <a:pt x="34" y="5265"/>
                    <a:pt x="35" y="5265"/>
                    <a:pt x="35" y="5265"/>
                  </a:cubicBezTo>
                  <a:cubicBezTo>
                    <a:pt x="94" y="5265"/>
                    <a:pt x="775" y="4118"/>
                    <a:pt x="1588" y="2675"/>
                  </a:cubicBezTo>
                  <a:cubicBezTo>
                    <a:pt x="2390" y="1221"/>
                    <a:pt x="3008" y="18"/>
                    <a:pt x="2958" y="1"/>
                  </a:cubicBezTo>
                  <a:cubicBezTo>
                    <a:pt x="2957" y="1"/>
                    <a:pt x="2957" y="1"/>
                    <a:pt x="295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2080;p43">
              <a:extLst>
                <a:ext uri="{FF2B5EF4-FFF2-40B4-BE49-F238E27FC236}">
                  <a16:creationId xmlns:a16="http://schemas.microsoft.com/office/drawing/2014/main" id="{0B0DF76B-EF52-E123-4661-E74F9022BFF7}"/>
                </a:ext>
              </a:extLst>
            </p:cNvPr>
            <p:cNvSpPr/>
            <p:nvPr/>
          </p:nvSpPr>
          <p:spPr>
            <a:xfrm>
              <a:off x="1309982" y="1772627"/>
              <a:ext cx="635680" cy="847947"/>
            </a:xfrm>
            <a:custGeom>
              <a:avLst/>
              <a:gdLst/>
              <a:ahLst/>
              <a:cxnLst/>
              <a:rect l="l" t="t" r="r" b="b"/>
              <a:pathLst>
                <a:path w="19834" h="26457" extrusionOk="0">
                  <a:moveTo>
                    <a:pt x="18062" y="0"/>
                  </a:moveTo>
                  <a:cubicBezTo>
                    <a:pt x="14370" y="33"/>
                    <a:pt x="11964" y="4344"/>
                    <a:pt x="12080" y="6767"/>
                  </a:cubicBezTo>
                  <a:cubicBezTo>
                    <a:pt x="12248" y="9942"/>
                    <a:pt x="11395" y="16859"/>
                    <a:pt x="11395" y="16859"/>
                  </a:cubicBezTo>
                  <a:lnTo>
                    <a:pt x="2941" y="10025"/>
                  </a:lnTo>
                  <a:lnTo>
                    <a:pt x="0" y="15221"/>
                  </a:lnTo>
                  <a:cubicBezTo>
                    <a:pt x="0" y="15221"/>
                    <a:pt x="10476" y="26456"/>
                    <a:pt x="15408" y="26456"/>
                  </a:cubicBezTo>
                  <a:cubicBezTo>
                    <a:pt x="15753" y="26456"/>
                    <a:pt x="16072" y="26401"/>
                    <a:pt x="16358" y="26283"/>
                  </a:cubicBezTo>
                  <a:cubicBezTo>
                    <a:pt x="17160" y="25948"/>
                    <a:pt x="17728" y="25297"/>
                    <a:pt x="18112" y="24428"/>
                  </a:cubicBezTo>
                  <a:cubicBezTo>
                    <a:pt x="19800" y="20568"/>
                    <a:pt x="19833" y="14419"/>
                    <a:pt x="19365" y="8354"/>
                  </a:cubicBezTo>
                  <a:cubicBezTo>
                    <a:pt x="18948" y="2991"/>
                    <a:pt x="18463" y="0"/>
                    <a:pt x="18062" y="0"/>
                  </a:cubicBezTo>
                  <a:close/>
                </a:path>
              </a:pathLst>
            </a:custGeom>
            <a:solidFill>
              <a:srgbClr val="045A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2081;p43">
              <a:extLst>
                <a:ext uri="{FF2B5EF4-FFF2-40B4-BE49-F238E27FC236}">
                  <a16:creationId xmlns:a16="http://schemas.microsoft.com/office/drawing/2014/main" id="{2060C037-E759-32F5-A2A6-01788D68567E}"/>
                </a:ext>
              </a:extLst>
            </p:cNvPr>
            <p:cNvSpPr/>
            <p:nvPr/>
          </p:nvSpPr>
          <p:spPr>
            <a:xfrm>
              <a:off x="1729805" y="1772178"/>
              <a:ext cx="635680" cy="1073098"/>
            </a:xfrm>
            <a:custGeom>
              <a:avLst/>
              <a:gdLst/>
              <a:ahLst/>
              <a:cxnLst/>
              <a:rect l="l" t="t" r="r" b="b"/>
              <a:pathLst>
                <a:path w="19834" h="33482" extrusionOk="0">
                  <a:moveTo>
                    <a:pt x="7321" y="0"/>
                  </a:moveTo>
                  <a:cubicBezTo>
                    <a:pt x="5987" y="0"/>
                    <a:pt x="3957" y="143"/>
                    <a:pt x="2457" y="733"/>
                  </a:cubicBezTo>
                  <a:cubicBezTo>
                    <a:pt x="1521" y="1100"/>
                    <a:pt x="1" y="33481"/>
                    <a:pt x="1" y="33481"/>
                  </a:cubicBezTo>
                  <a:lnTo>
                    <a:pt x="18881" y="32362"/>
                  </a:lnTo>
                  <a:cubicBezTo>
                    <a:pt x="18881" y="32362"/>
                    <a:pt x="19834" y="6931"/>
                    <a:pt x="17946" y="4041"/>
                  </a:cubicBezTo>
                  <a:cubicBezTo>
                    <a:pt x="16041" y="1150"/>
                    <a:pt x="8706" y="81"/>
                    <a:pt x="8706" y="81"/>
                  </a:cubicBezTo>
                  <a:lnTo>
                    <a:pt x="8689" y="81"/>
                  </a:lnTo>
                  <a:cubicBezTo>
                    <a:pt x="8593" y="45"/>
                    <a:pt x="8066" y="0"/>
                    <a:pt x="7321" y="0"/>
                  </a:cubicBezTo>
                  <a:close/>
                </a:path>
              </a:pathLst>
            </a:custGeom>
            <a:solidFill>
              <a:srgbClr val="045A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2082;p43">
              <a:extLst>
                <a:ext uri="{FF2B5EF4-FFF2-40B4-BE49-F238E27FC236}">
                  <a16:creationId xmlns:a16="http://schemas.microsoft.com/office/drawing/2014/main" id="{7503FC56-9834-2036-3BA7-785CDCEDACAB}"/>
                </a:ext>
              </a:extLst>
            </p:cNvPr>
            <p:cNvSpPr/>
            <p:nvPr/>
          </p:nvSpPr>
          <p:spPr>
            <a:xfrm>
              <a:off x="387615" y="1429884"/>
              <a:ext cx="1317063" cy="1053387"/>
            </a:xfrm>
            <a:custGeom>
              <a:avLst/>
              <a:gdLst/>
              <a:ahLst/>
              <a:cxnLst/>
              <a:rect l="l" t="t" r="r" b="b"/>
              <a:pathLst>
                <a:path w="41094" h="32867" extrusionOk="0">
                  <a:moveTo>
                    <a:pt x="9999" y="1"/>
                  </a:moveTo>
                  <a:cubicBezTo>
                    <a:pt x="9063" y="1"/>
                    <a:pt x="8311" y="752"/>
                    <a:pt x="8311" y="1688"/>
                  </a:cubicBezTo>
                  <a:lnTo>
                    <a:pt x="8311" y="12649"/>
                  </a:lnTo>
                  <a:lnTo>
                    <a:pt x="7576" y="12649"/>
                  </a:lnTo>
                  <a:cubicBezTo>
                    <a:pt x="7225" y="12649"/>
                    <a:pt x="6891" y="12565"/>
                    <a:pt x="6573" y="12398"/>
                  </a:cubicBezTo>
                  <a:cubicBezTo>
                    <a:pt x="5928" y="12088"/>
                    <a:pt x="5260" y="11946"/>
                    <a:pt x="4608" y="11946"/>
                  </a:cubicBezTo>
                  <a:cubicBezTo>
                    <a:pt x="2236" y="11946"/>
                    <a:pt x="80" y="13834"/>
                    <a:pt x="40" y="16442"/>
                  </a:cubicBezTo>
                  <a:cubicBezTo>
                    <a:pt x="0" y="19099"/>
                    <a:pt x="2169" y="21083"/>
                    <a:pt x="4593" y="21083"/>
                  </a:cubicBezTo>
                  <a:cubicBezTo>
                    <a:pt x="5203" y="21083"/>
                    <a:pt x="5829" y="20958"/>
                    <a:pt x="6440" y="20686"/>
                  </a:cubicBezTo>
                  <a:cubicBezTo>
                    <a:pt x="6724" y="20552"/>
                    <a:pt x="7041" y="20485"/>
                    <a:pt x="7359" y="20485"/>
                  </a:cubicBezTo>
                  <a:lnTo>
                    <a:pt x="8311" y="20485"/>
                  </a:lnTo>
                  <a:lnTo>
                    <a:pt x="8311" y="31179"/>
                  </a:lnTo>
                  <a:cubicBezTo>
                    <a:pt x="8311" y="32098"/>
                    <a:pt x="9063" y="32866"/>
                    <a:pt x="9999" y="32866"/>
                  </a:cubicBezTo>
                  <a:lnTo>
                    <a:pt x="39723" y="32866"/>
                  </a:lnTo>
                  <a:cubicBezTo>
                    <a:pt x="40475" y="32866"/>
                    <a:pt x="41093" y="32248"/>
                    <a:pt x="41093" y="31479"/>
                  </a:cubicBezTo>
                  <a:lnTo>
                    <a:pt x="41093" y="1371"/>
                  </a:lnTo>
                  <a:cubicBezTo>
                    <a:pt x="41093" y="619"/>
                    <a:pt x="40475" y="1"/>
                    <a:pt x="39723" y="1"/>
                  </a:cubicBezTo>
                  <a:lnTo>
                    <a:pt x="28980" y="1"/>
                  </a:lnTo>
                  <a:lnTo>
                    <a:pt x="28980" y="1220"/>
                  </a:lnTo>
                  <a:cubicBezTo>
                    <a:pt x="28980" y="1504"/>
                    <a:pt x="29030" y="1772"/>
                    <a:pt x="29147" y="2039"/>
                  </a:cubicBezTo>
                  <a:cubicBezTo>
                    <a:pt x="29364" y="2574"/>
                    <a:pt x="29481" y="3158"/>
                    <a:pt x="29481" y="3743"/>
                  </a:cubicBezTo>
                  <a:cubicBezTo>
                    <a:pt x="29481" y="6199"/>
                    <a:pt x="27526" y="8204"/>
                    <a:pt x="25070" y="8288"/>
                  </a:cubicBezTo>
                  <a:cubicBezTo>
                    <a:pt x="25007" y="8291"/>
                    <a:pt x="24944" y="8292"/>
                    <a:pt x="24882" y="8292"/>
                  </a:cubicBezTo>
                  <a:cubicBezTo>
                    <a:pt x="22509" y="8292"/>
                    <a:pt x="20537" y="6454"/>
                    <a:pt x="20358" y="4061"/>
                  </a:cubicBezTo>
                  <a:cubicBezTo>
                    <a:pt x="20308" y="3292"/>
                    <a:pt x="20442" y="2507"/>
                    <a:pt x="20776" y="1822"/>
                  </a:cubicBezTo>
                  <a:cubicBezTo>
                    <a:pt x="20926" y="1521"/>
                    <a:pt x="20993" y="1187"/>
                    <a:pt x="21010" y="853"/>
                  </a:cubicBezTo>
                  <a:lnTo>
                    <a:pt x="21010" y="1"/>
                  </a:ln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2083;p43">
              <a:extLst>
                <a:ext uri="{FF2B5EF4-FFF2-40B4-BE49-F238E27FC236}">
                  <a16:creationId xmlns:a16="http://schemas.microsoft.com/office/drawing/2014/main" id="{47D5F507-3E57-B49E-0C98-0FABA2167EEA}"/>
                </a:ext>
              </a:extLst>
            </p:cNvPr>
            <p:cNvSpPr/>
            <p:nvPr/>
          </p:nvSpPr>
          <p:spPr>
            <a:xfrm>
              <a:off x="1745349" y="1948261"/>
              <a:ext cx="28396" cy="666191"/>
            </a:xfrm>
            <a:custGeom>
              <a:avLst/>
              <a:gdLst/>
              <a:ahLst/>
              <a:cxnLst/>
              <a:rect l="l" t="t" r="r" b="b"/>
              <a:pathLst>
                <a:path w="886" h="20786" extrusionOk="0">
                  <a:moveTo>
                    <a:pt x="802" y="0"/>
                  </a:moveTo>
                  <a:cubicBezTo>
                    <a:pt x="786" y="67"/>
                    <a:pt x="769" y="134"/>
                    <a:pt x="786" y="218"/>
                  </a:cubicBezTo>
                  <a:cubicBezTo>
                    <a:pt x="769" y="368"/>
                    <a:pt x="769" y="569"/>
                    <a:pt x="752" y="819"/>
                  </a:cubicBezTo>
                  <a:cubicBezTo>
                    <a:pt x="752" y="1371"/>
                    <a:pt x="735" y="2122"/>
                    <a:pt x="735" y="3041"/>
                  </a:cubicBezTo>
                  <a:cubicBezTo>
                    <a:pt x="702" y="4929"/>
                    <a:pt x="702" y="7536"/>
                    <a:pt x="652" y="10410"/>
                  </a:cubicBezTo>
                  <a:cubicBezTo>
                    <a:pt x="602" y="13284"/>
                    <a:pt x="451" y="15874"/>
                    <a:pt x="284" y="17762"/>
                  </a:cubicBezTo>
                  <a:cubicBezTo>
                    <a:pt x="201" y="18697"/>
                    <a:pt x="134" y="19449"/>
                    <a:pt x="84" y="19984"/>
                  </a:cubicBezTo>
                  <a:cubicBezTo>
                    <a:pt x="50" y="20218"/>
                    <a:pt x="34" y="20418"/>
                    <a:pt x="17" y="20585"/>
                  </a:cubicBezTo>
                  <a:cubicBezTo>
                    <a:pt x="0" y="20652"/>
                    <a:pt x="0" y="20719"/>
                    <a:pt x="0" y="20786"/>
                  </a:cubicBezTo>
                  <a:cubicBezTo>
                    <a:pt x="34" y="20719"/>
                    <a:pt x="50" y="20652"/>
                    <a:pt x="50" y="20585"/>
                  </a:cubicBezTo>
                  <a:cubicBezTo>
                    <a:pt x="84" y="20435"/>
                    <a:pt x="100" y="20234"/>
                    <a:pt x="151" y="19984"/>
                  </a:cubicBezTo>
                  <a:cubicBezTo>
                    <a:pt x="217" y="19466"/>
                    <a:pt x="318" y="18714"/>
                    <a:pt x="418" y="17762"/>
                  </a:cubicBezTo>
                  <a:cubicBezTo>
                    <a:pt x="618" y="15890"/>
                    <a:pt x="769" y="13284"/>
                    <a:pt x="836" y="10410"/>
                  </a:cubicBezTo>
                  <a:cubicBezTo>
                    <a:pt x="886" y="7536"/>
                    <a:pt x="869" y="4929"/>
                    <a:pt x="852" y="3041"/>
                  </a:cubicBezTo>
                  <a:cubicBezTo>
                    <a:pt x="852" y="2122"/>
                    <a:pt x="836" y="1371"/>
                    <a:pt x="836" y="819"/>
                  </a:cubicBezTo>
                  <a:cubicBezTo>
                    <a:pt x="819" y="569"/>
                    <a:pt x="819" y="368"/>
                    <a:pt x="819" y="218"/>
                  </a:cubicBezTo>
                  <a:cubicBezTo>
                    <a:pt x="819" y="134"/>
                    <a:pt x="819" y="67"/>
                    <a:pt x="8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2084;p43">
              <a:extLst>
                <a:ext uri="{FF2B5EF4-FFF2-40B4-BE49-F238E27FC236}">
                  <a16:creationId xmlns:a16="http://schemas.microsoft.com/office/drawing/2014/main" id="{AB734FB8-54A5-A338-3921-827FF6537DD3}"/>
                </a:ext>
              </a:extLst>
            </p:cNvPr>
            <p:cNvSpPr/>
            <p:nvPr/>
          </p:nvSpPr>
          <p:spPr>
            <a:xfrm>
              <a:off x="2053798" y="1390270"/>
              <a:ext cx="123200" cy="263451"/>
            </a:xfrm>
            <a:custGeom>
              <a:avLst/>
              <a:gdLst/>
              <a:ahLst/>
              <a:cxnLst/>
              <a:rect l="l" t="t" r="r" b="b"/>
              <a:pathLst>
                <a:path w="3844" h="8220" extrusionOk="0">
                  <a:moveTo>
                    <a:pt x="2406" y="0"/>
                  </a:moveTo>
                  <a:lnTo>
                    <a:pt x="786" y="1537"/>
                  </a:lnTo>
                  <a:lnTo>
                    <a:pt x="0" y="8204"/>
                  </a:lnTo>
                  <a:cubicBezTo>
                    <a:pt x="81" y="8215"/>
                    <a:pt x="154" y="8220"/>
                    <a:pt x="221" y="8220"/>
                  </a:cubicBezTo>
                  <a:cubicBezTo>
                    <a:pt x="879" y="8220"/>
                    <a:pt x="911" y="7736"/>
                    <a:pt x="888" y="7505"/>
                  </a:cubicBezTo>
                  <a:lnTo>
                    <a:pt x="888" y="7505"/>
                  </a:lnTo>
                  <a:cubicBezTo>
                    <a:pt x="966" y="7774"/>
                    <a:pt x="1263" y="7954"/>
                    <a:pt x="1559" y="7954"/>
                  </a:cubicBezTo>
                  <a:cubicBezTo>
                    <a:pt x="1660" y="7954"/>
                    <a:pt x="1762" y="7933"/>
                    <a:pt x="1855" y="7887"/>
                  </a:cubicBezTo>
                  <a:cubicBezTo>
                    <a:pt x="2256" y="7703"/>
                    <a:pt x="2423" y="7218"/>
                    <a:pt x="2390" y="6784"/>
                  </a:cubicBezTo>
                  <a:lnTo>
                    <a:pt x="2390" y="6784"/>
                  </a:lnTo>
                  <a:cubicBezTo>
                    <a:pt x="2550" y="6978"/>
                    <a:pt x="2773" y="7067"/>
                    <a:pt x="2993" y="7067"/>
                  </a:cubicBezTo>
                  <a:cubicBezTo>
                    <a:pt x="3323" y="7067"/>
                    <a:pt x="3650" y="6867"/>
                    <a:pt x="3760" y="6516"/>
                  </a:cubicBezTo>
                  <a:cubicBezTo>
                    <a:pt x="3843" y="6199"/>
                    <a:pt x="3793" y="5882"/>
                    <a:pt x="3609" y="5598"/>
                  </a:cubicBezTo>
                  <a:cubicBezTo>
                    <a:pt x="3442" y="5347"/>
                    <a:pt x="3259" y="5080"/>
                    <a:pt x="3058" y="4846"/>
                  </a:cubicBezTo>
                  <a:cubicBezTo>
                    <a:pt x="2122" y="3592"/>
                    <a:pt x="2106" y="1922"/>
                    <a:pt x="24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2085;p43">
              <a:extLst>
                <a:ext uri="{FF2B5EF4-FFF2-40B4-BE49-F238E27FC236}">
                  <a16:creationId xmlns:a16="http://schemas.microsoft.com/office/drawing/2014/main" id="{9C581BFB-9325-B82E-8AE7-6E6E32CE93B3}"/>
                </a:ext>
              </a:extLst>
            </p:cNvPr>
            <p:cNvSpPr/>
            <p:nvPr/>
          </p:nvSpPr>
          <p:spPr>
            <a:xfrm>
              <a:off x="1796212" y="1322068"/>
              <a:ext cx="300469" cy="540555"/>
            </a:xfrm>
            <a:custGeom>
              <a:avLst/>
              <a:gdLst/>
              <a:ahLst/>
              <a:cxnLst/>
              <a:rect l="l" t="t" r="r" b="b"/>
              <a:pathLst>
                <a:path w="9375" h="16866" extrusionOk="0">
                  <a:moveTo>
                    <a:pt x="3791" y="1"/>
                  </a:moveTo>
                  <a:cubicBezTo>
                    <a:pt x="2655" y="1"/>
                    <a:pt x="1514" y="228"/>
                    <a:pt x="435" y="691"/>
                  </a:cubicBezTo>
                  <a:cubicBezTo>
                    <a:pt x="435" y="691"/>
                    <a:pt x="1" y="6339"/>
                    <a:pt x="34" y="8795"/>
                  </a:cubicBezTo>
                  <a:cubicBezTo>
                    <a:pt x="67" y="11251"/>
                    <a:pt x="2524" y="11635"/>
                    <a:pt x="2524" y="11635"/>
                  </a:cubicBezTo>
                  <a:cubicBezTo>
                    <a:pt x="2524" y="11635"/>
                    <a:pt x="2440" y="12437"/>
                    <a:pt x="2323" y="13440"/>
                  </a:cubicBezTo>
                  <a:cubicBezTo>
                    <a:pt x="2139" y="15278"/>
                    <a:pt x="3576" y="16865"/>
                    <a:pt x="5414" y="16865"/>
                  </a:cubicBezTo>
                  <a:cubicBezTo>
                    <a:pt x="7052" y="16865"/>
                    <a:pt x="8405" y="15612"/>
                    <a:pt x="8522" y="13974"/>
                  </a:cubicBezTo>
                  <a:lnTo>
                    <a:pt x="9374" y="2061"/>
                  </a:lnTo>
                  <a:lnTo>
                    <a:pt x="9006" y="1777"/>
                  </a:lnTo>
                  <a:cubicBezTo>
                    <a:pt x="7483" y="606"/>
                    <a:pt x="5645" y="1"/>
                    <a:pt x="3791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" name="Google Shape;2086;p43">
              <a:extLst>
                <a:ext uri="{FF2B5EF4-FFF2-40B4-BE49-F238E27FC236}">
                  <a16:creationId xmlns:a16="http://schemas.microsoft.com/office/drawing/2014/main" id="{7E813B71-84AC-539A-22D6-D68FE12D376D}"/>
                </a:ext>
              </a:extLst>
            </p:cNvPr>
            <p:cNvSpPr/>
            <p:nvPr/>
          </p:nvSpPr>
          <p:spPr>
            <a:xfrm>
              <a:off x="1808135" y="1466806"/>
              <a:ext cx="30415" cy="22788"/>
            </a:xfrm>
            <a:custGeom>
              <a:avLst/>
              <a:gdLst/>
              <a:ahLst/>
              <a:cxnLst/>
              <a:rect l="l" t="t" r="r" b="b"/>
              <a:pathLst>
                <a:path w="949" h="711" extrusionOk="0">
                  <a:moveTo>
                    <a:pt x="460" y="1"/>
                  </a:moveTo>
                  <a:cubicBezTo>
                    <a:pt x="156" y="1"/>
                    <a:pt x="1" y="358"/>
                    <a:pt x="213" y="586"/>
                  </a:cubicBezTo>
                  <a:cubicBezTo>
                    <a:pt x="286" y="668"/>
                    <a:pt x="384" y="710"/>
                    <a:pt x="481" y="710"/>
                  </a:cubicBezTo>
                  <a:cubicBezTo>
                    <a:pt x="564" y="710"/>
                    <a:pt x="646" y="681"/>
                    <a:pt x="715" y="620"/>
                  </a:cubicBezTo>
                  <a:cubicBezTo>
                    <a:pt x="949" y="402"/>
                    <a:pt x="798" y="18"/>
                    <a:pt x="481" y="1"/>
                  </a:cubicBezTo>
                  <a:cubicBezTo>
                    <a:pt x="474" y="1"/>
                    <a:pt x="467" y="1"/>
                    <a:pt x="4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2087;p43">
              <a:extLst>
                <a:ext uri="{FF2B5EF4-FFF2-40B4-BE49-F238E27FC236}">
                  <a16:creationId xmlns:a16="http://schemas.microsoft.com/office/drawing/2014/main" id="{97C673DB-A09D-7E0F-70FB-5972D5509CAA}"/>
                </a:ext>
              </a:extLst>
            </p:cNvPr>
            <p:cNvSpPr/>
            <p:nvPr/>
          </p:nvSpPr>
          <p:spPr>
            <a:xfrm>
              <a:off x="1808520" y="1450364"/>
              <a:ext cx="40736" cy="11442"/>
            </a:xfrm>
            <a:custGeom>
              <a:avLst/>
              <a:gdLst/>
              <a:ahLst/>
              <a:cxnLst/>
              <a:rect l="l" t="t" r="r" b="b"/>
              <a:pathLst>
                <a:path w="1271" h="357" extrusionOk="0">
                  <a:moveTo>
                    <a:pt x="636" y="1"/>
                  </a:moveTo>
                  <a:cubicBezTo>
                    <a:pt x="460" y="1"/>
                    <a:pt x="285" y="55"/>
                    <a:pt x="135" y="164"/>
                  </a:cubicBezTo>
                  <a:cubicBezTo>
                    <a:pt x="34" y="247"/>
                    <a:pt x="1" y="331"/>
                    <a:pt x="18" y="347"/>
                  </a:cubicBezTo>
                  <a:cubicBezTo>
                    <a:pt x="22" y="353"/>
                    <a:pt x="29" y="356"/>
                    <a:pt x="39" y="356"/>
                  </a:cubicBezTo>
                  <a:cubicBezTo>
                    <a:pt x="112" y="356"/>
                    <a:pt x="342" y="214"/>
                    <a:pt x="636" y="214"/>
                  </a:cubicBezTo>
                  <a:cubicBezTo>
                    <a:pt x="650" y="213"/>
                    <a:pt x="665" y="213"/>
                    <a:pt x="679" y="213"/>
                  </a:cubicBezTo>
                  <a:cubicBezTo>
                    <a:pt x="952" y="213"/>
                    <a:pt x="1163" y="339"/>
                    <a:pt x="1233" y="339"/>
                  </a:cubicBezTo>
                  <a:cubicBezTo>
                    <a:pt x="1243" y="339"/>
                    <a:pt x="1250" y="337"/>
                    <a:pt x="1254" y="331"/>
                  </a:cubicBezTo>
                  <a:cubicBezTo>
                    <a:pt x="1271" y="314"/>
                    <a:pt x="1237" y="247"/>
                    <a:pt x="1137" y="164"/>
                  </a:cubicBezTo>
                  <a:cubicBezTo>
                    <a:pt x="987" y="55"/>
                    <a:pt x="811" y="1"/>
                    <a:pt x="6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2088;p43">
              <a:extLst>
                <a:ext uri="{FF2B5EF4-FFF2-40B4-BE49-F238E27FC236}">
                  <a16:creationId xmlns:a16="http://schemas.microsoft.com/office/drawing/2014/main" id="{AAFCBBC4-B6EB-2D0F-17E2-E529892CFA5E}"/>
                </a:ext>
              </a:extLst>
            </p:cNvPr>
            <p:cNvSpPr/>
            <p:nvPr/>
          </p:nvSpPr>
          <p:spPr>
            <a:xfrm>
              <a:off x="1925278" y="1476421"/>
              <a:ext cx="29550" cy="22852"/>
            </a:xfrm>
            <a:custGeom>
              <a:avLst/>
              <a:gdLst/>
              <a:ahLst/>
              <a:cxnLst/>
              <a:rect l="l" t="t" r="r" b="b"/>
              <a:pathLst>
                <a:path w="922" h="713" extrusionOk="0">
                  <a:moveTo>
                    <a:pt x="453" y="1"/>
                  </a:moveTo>
                  <a:cubicBezTo>
                    <a:pt x="390" y="1"/>
                    <a:pt x="326" y="18"/>
                    <a:pt x="268" y="52"/>
                  </a:cubicBezTo>
                  <a:cubicBezTo>
                    <a:pt x="0" y="219"/>
                    <a:pt x="67" y="620"/>
                    <a:pt x="368" y="704"/>
                  </a:cubicBezTo>
                  <a:cubicBezTo>
                    <a:pt x="396" y="710"/>
                    <a:pt x="423" y="713"/>
                    <a:pt x="450" y="713"/>
                  </a:cubicBezTo>
                  <a:cubicBezTo>
                    <a:pt x="726" y="713"/>
                    <a:pt x="921" y="413"/>
                    <a:pt x="769" y="169"/>
                  </a:cubicBezTo>
                  <a:cubicBezTo>
                    <a:pt x="693" y="60"/>
                    <a:pt x="573" y="1"/>
                    <a:pt x="4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2089;p43">
              <a:extLst>
                <a:ext uri="{FF2B5EF4-FFF2-40B4-BE49-F238E27FC236}">
                  <a16:creationId xmlns:a16="http://schemas.microsoft.com/office/drawing/2014/main" id="{25BFF2D0-3A1A-78BA-085A-6C4CC6C092D1}"/>
                </a:ext>
              </a:extLst>
            </p:cNvPr>
            <p:cNvSpPr/>
            <p:nvPr/>
          </p:nvSpPr>
          <p:spPr>
            <a:xfrm>
              <a:off x="1926335" y="1460011"/>
              <a:ext cx="40736" cy="11410"/>
            </a:xfrm>
            <a:custGeom>
              <a:avLst/>
              <a:gdLst/>
              <a:ahLst/>
              <a:cxnLst/>
              <a:rect l="l" t="t" r="r" b="b"/>
              <a:pathLst>
                <a:path w="1271" h="356" extrusionOk="0">
                  <a:moveTo>
                    <a:pt x="634" y="0"/>
                  </a:moveTo>
                  <a:cubicBezTo>
                    <a:pt x="460" y="0"/>
                    <a:pt x="285" y="55"/>
                    <a:pt x="134" y="163"/>
                  </a:cubicBezTo>
                  <a:cubicBezTo>
                    <a:pt x="34" y="247"/>
                    <a:pt x="1" y="330"/>
                    <a:pt x="17" y="347"/>
                  </a:cubicBezTo>
                  <a:cubicBezTo>
                    <a:pt x="21" y="353"/>
                    <a:pt x="29" y="356"/>
                    <a:pt x="38" y="356"/>
                  </a:cubicBezTo>
                  <a:cubicBezTo>
                    <a:pt x="112" y="356"/>
                    <a:pt x="341" y="211"/>
                    <a:pt x="636" y="197"/>
                  </a:cubicBezTo>
                  <a:cubicBezTo>
                    <a:pt x="930" y="197"/>
                    <a:pt x="1159" y="339"/>
                    <a:pt x="1233" y="339"/>
                  </a:cubicBezTo>
                  <a:cubicBezTo>
                    <a:pt x="1243" y="339"/>
                    <a:pt x="1250" y="336"/>
                    <a:pt x="1254" y="330"/>
                  </a:cubicBezTo>
                  <a:cubicBezTo>
                    <a:pt x="1271" y="314"/>
                    <a:pt x="1237" y="230"/>
                    <a:pt x="1120" y="163"/>
                  </a:cubicBezTo>
                  <a:cubicBezTo>
                    <a:pt x="978" y="55"/>
                    <a:pt x="807" y="0"/>
                    <a:pt x="6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2090;p43">
              <a:extLst>
                <a:ext uri="{FF2B5EF4-FFF2-40B4-BE49-F238E27FC236}">
                  <a16:creationId xmlns:a16="http://schemas.microsoft.com/office/drawing/2014/main" id="{1BC27A32-1CC3-FB7B-D7C9-7F052F40AE60}"/>
                </a:ext>
              </a:extLst>
            </p:cNvPr>
            <p:cNvSpPr/>
            <p:nvPr/>
          </p:nvSpPr>
          <p:spPr>
            <a:xfrm>
              <a:off x="1855120" y="1466293"/>
              <a:ext cx="36441" cy="95413"/>
            </a:xfrm>
            <a:custGeom>
              <a:avLst/>
              <a:gdLst/>
              <a:ahLst/>
              <a:cxnLst/>
              <a:rect l="l" t="t" r="r" b="b"/>
              <a:pathLst>
                <a:path w="1137" h="2977" extrusionOk="0">
                  <a:moveTo>
                    <a:pt x="1085" y="1"/>
                  </a:moveTo>
                  <a:cubicBezTo>
                    <a:pt x="1029" y="1"/>
                    <a:pt x="682" y="779"/>
                    <a:pt x="318" y="1738"/>
                  </a:cubicBezTo>
                  <a:cubicBezTo>
                    <a:pt x="234" y="1972"/>
                    <a:pt x="151" y="2206"/>
                    <a:pt x="67" y="2440"/>
                  </a:cubicBezTo>
                  <a:cubicBezTo>
                    <a:pt x="17" y="2540"/>
                    <a:pt x="0" y="2674"/>
                    <a:pt x="17" y="2808"/>
                  </a:cubicBezTo>
                  <a:cubicBezTo>
                    <a:pt x="51" y="2875"/>
                    <a:pt x="101" y="2925"/>
                    <a:pt x="168" y="2941"/>
                  </a:cubicBezTo>
                  <a:cubicBezTo>
                    <a:pt x="218" y="2958"/>
                    <a:pt x="268" y="2958"/>
                    <a:pt x="318" y="2958"/>
                  </a:cubicBezTo>
                  <a:cubicBezTo>
                    <a:pt x="388" y="2971"/>
                    <a:pt x="461" y="2976"/>
                    <a:pt x="534" y="2976"/>
                  </a:cubicBezTo>
                  <a:cubicBezTo>
                    <a:pt x="652" y="2976"/>
                    <a:pt x="772" y="2962"/>
                    <a:pt x="886" y="2941"/>
                  </a:cubicBezTo>
                  <a:cubicBezTo>
                    <a:pt x="702" y="2875"/>
                    <a:pt x="518" y="2841"/>
                    <a:pt x="335" y="2825"/>
                  </a:cubicBezTo>
                  <a:cubicBezTo>
                    <a:pt x="251" y="2825"/>
                    <a:pt x="184" y="2791"/>
                    <a:pt x="168" y="2758"/>
                  </a:cubicBezTo>
                  <a:cubicBezTo>
                    <a:pt x="168" y="2657"/>
                    <a:pt x="184" y="2574"/>
                    <a:pt x="234" y="2490"/>
                  </a:cubicBezTo>
                  <a:cubicBezTo>
                    <a:pt x="318" y="2273"/>
                    <a:pt x="402" y="2039"/>
                    <a:pt x="502" y="1805"/>
                  </a:cubicBezTo>
                  <a:cubicBezTo>
                    <a:pt x="869" y="836"/>
                    <a:pt x="1137" y="17"/>
                    <a:pt x="1087" y="1"/>
                  </a:cubicBezTo>
                  <a:cubicBezTo>
                    <a:pt x="1086" y="1"/>
                    <a:pt x="1085" y="1"/>
                    <a:pt x="10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2091;p43">
              <a:extLst>
                <a:ext uri="{FF2B5EF4-FFF2-40B4-BE49-F238E27FC236}">
                  <a16:creationId xmlns:a16="http://schemas.microsoft.com/office/drawing/2014/main" id="{E55CED03-E0E4-90AA-0D2E-2797FEA050D6}"/>
                </a:ext>
              </a:extLst>
            </p:cNvPr>
            <p:cNvSpPr/>
            <p:nvPr/>
          </p:nvSpPr>
          <p:spPr>
            <a:xfrm>
              <a:off x="1865280" y="1571192"/>
              <a:ext cx="58940" cy="30544"/>
            </a:xfrm>
            <a:custGeom>
              <a:avLst/>
              <a:gdLst/>
              <a:ahLst/>
              <a:cxnLst/>
              <a:rect l="l" t="t" r="r" b="b"/>
              <a:pathLst>
                <a:path w="1839" h="953" extrusionOk="0">
                  <a:moveTo>
                    <a:pt x="1729" y="1"/>
                  </a:moveTo>
                  <a:cubicBezTo>
                    <a:pt x="1705" y="1"/>
                    <a:pt x="658" y="522"/>
                    <a:pt x="49" y="522"/>
                  </a:cubicBezTo>
                  <a:cubicBezTo>
                    <a:pt x="33" y="522"/>
                    <a:pt x="17" y="521"/>
                    <a:pt x="1" y="521"/>
                  </a:cubicBezTo>
                  <a:lnTo>
                    <a:pt x="1" y="521"/>
                  </a:lnTo>
                  <a:cubicBezTo>
                    <a:pt x="178" y="799"/>
                    <a:pt x="490" y="953"/>
                    <a:pt x="805" y="953"/>
                  </a:cubicBezTo>
                  <a:cubicBezTo>
                    <a:pt x="906" y="953"/>
                    <a:pt x="1007" y="937"/>
                    <a:pt x="1104" y="905"/>
                  </a:cubicBezTo>
                  <a:cubicBezTo>
                    <a:pt x="1839" y="621"/>
                    <a:pt x="1672" y="36"/>
                    <a:pt x="1672" y="36"/>
                  </a:cubicBezTo>
                  <a:cubicBezTo>
                    <a:pt x="1715" y="11"/>
                    <a:pt x="1733" y="1"/>
                    <a:pt x="17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2092;p43">
              <a:extLst>
                <a:ext uri="{FF2B5EF4-FFF2-40B4-BE49-F238E27FC236}">
                  <a16:creationId xmlns:a16="http://schemas.microsoft.com/office/drawing/2014/main" id="{AA1CAA87-15FD-2181-D800-AF90DD5E9477}"/>
                </a:ext>
              </a:extLst>
            </p:cNvPr>
            <p:cNvSpPr/>
            <p:nvPr/>
          </p:nvSpPr>
          <p:spPr>
            <a:xfrm>
              <a:off x="1876530" y="1664426"/>
              <a:ext cx="102848" cy="49998"/>
            </a:xfrm>
            <a:custGeom>
              <a:avLst/>
              <a:gdLst/>
              <a:ahLst/>
              <a:cxnLst/>
              <a:rect l="l" t="t" r="r" b="b"/>
              <a:pathLst>
                <a:path w="3209" h="1560" extrusionOk="0">
                  <a:moveTo>
                    <a:pt x="3209" y="1"/>
                  </a:moveTo>
                  <a:lnTo>
                    <a:pt x="3209" y="1"/>
                  </a:lnTo>
                  <a:cubicBezTo>
                    <a:pt x="2302" y="590"/>
                    <a:pt x="1259" y="906"/>
                    <a:pt x="180" y="906"/>
                  </a:cubicBezTo>
                  <a:cubicBezTo>
                    <a:pt x="126" y="906"/>
                    <a:pt x="72" y="905"/>
                    <a:pt x="18" y="903"/>
                  </a:cubicBezTo>
                  <a:lnTo>
                    <a:pt x="1" y="1538"/>
                  </a:lnTo>
                  <a:cubicBezTo>
                    <a:pt x="153" y="1553"/>
                    <a:pt x="299" y="1559"/>
                    <a:pt x="438" y="1559"/>
                  </a:cubicBezTo>
                  <a:cubicBezTo>
                    <a:pt x="2547" y="1559"/>
                    <a:pt x="3209" y="1"/>
                    <a:pt x="3209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2093;p43">
              <a:extLst>
                <a:ext uri="{FF2B5EF4-FFF2-40B4-BE49-F238E27FC236}">
                  <a16:creationId xmlns:a16="http://schemas.microsoft.com/office/drawing/2014/main" id="{62D673CA-ECAB-6E7F-2A09-AC71A0482080}"/>
                </a:ext>
              </a:extLst>
            </p:cNvPr>
            <p:cNvSpPr/>
            <p:nvPr/>
          </p:nvSpPr>
          <p:spPr>
            <a:xfrm>
              <a:off x="2072548" y="1463921"/>
              <a:ext cx="81599" cy="104163"/>
            </a:xfrm>
            <a:custGeom>
              <a:avLst/>
              <a:gdLst/>
              <a:ahLst/>
              <a:cxnLst/>
              <a:rect l="l" t="t" r="r" b="b"/>
              <a:pathLst>
                <a:path w="2546" h="3250" extrusionOk="0">
                  <a:moveTo>
                    <a:pt x="878" y="0"/>
                  </a:moveTo>
                  <a:cubicBezTo>
                    <a:pt x="806" y="0"/>
                    <a:pt x="760" y="5"/>
                    <a:pt x="752" y="8"/>
                  </a:cubicBezTo>
                  <a:cubicBezTo>
                    <a:pt x="752" y="8"/>
                    <a:pt x="17" y="2899"/>
                    <a:pt x="0" y="2965"/>
                  </a:cubicBezTo>
                  <a:cubicBezTo>
                    <a:pt x="0" y="2998"/>
                    <a:pt x="486" y="3250"/>
                    <a:pt x="1013" y="3250"/>
                  </a:cubicBezTo>
                  <a:cubicBezTo>
                    <a:pt x="1557" y="3250"/>
                    <a:pt x="2145" y="2982"/>
                    <a:pt x="2289" y="1929"/>
                  </a:cubicBezTo>
                  <a:cubicBezTo>
                    <a:pt x="2545" y="166"/>
                    <a:pt x="1289" y="0"/>
                    <a:pt x="878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2094;p43">
              <a:extLst>
                <a:ext uri="{FF2B5EF4-FFF2-40B4-BE49-F238E27FC236}">
                  <a16:creationId xmlns:a16="http://schemas.microsoft.com/office/drawing/2014/main" id="{758E2389-5816-9BC1-B2DF-36AF49793FF3}"/>
                </a:ext>
              </a:extLst>
            </p:cNvPr>
            <p:cNvSpPr/>
            <p:nvPr/>
          </p:nvSpPr>
          <p:spPr>
            <a:xfrm>
              <a:off x="2096104" y="1487670"/>
              <a:ext cx="34294" cy="58010"/>
            </a:xfrm>
            <a:custGeom>
              <a:avLst/>
              <a:gdLst/>
              <a:ahLst/>
              <a:cxnLst/>
              <a:rect l="l" t="t" r="r" b="b"/>
              <a:pathLst>
                <a:path w="1070" h="1810" extrusionOk="0">
                  <a:moveTo>
                    <a:pt x="587" y="1"/>
                  </a:moveTo>
                  <a:cubicBezTo>
                    <a:pt x="540" y="1"/>
                    <a:pt x="493" y="15"/>
                    <a:pt x="451" y="36"/>
                  </a:cubicBezTo>
                  <a:cubicBezTo>
                    <a:pt x="418" y="69"/>
                    <a:pt x="385" y="102"/>
                    <a:pt x="351" y="152"/>
                  </a:cubicBezTo>
                  <a:cubicBezTo>
                    <a:pt x="335" y="236"/>
                    <a:pt x="368" y="286"/>
                    <a:pt x="368" y="286"/>
                  </a:cubicBezTo>
                  <a:cubicBezTo>
                    <a:pt x="385" y="269"/>
                    <a:pt x="368" y="236"/>
                    <a:pt x="418" y="186"/>
                  </a:cubicBezTo>
                  <a:cubicBezTo>
                    <a:pt x="443" y="124"/>
                    <a:pt x="504" y="90"/>
                    <a:pt x="569" y="90"/>
                  </a:cubicBezTo>
                  <a:cubicBezTo>
                    <a:pt x="591" y="90"/>
                    <a:pt x="614" y="94"/>
                    <a:pt x="635" y="102"/>
                  </a:cubicBezTo>
                  <a:cubicBezTo>
                    <a:pt x="769" y="169"/>
                    <a:pt x="852" y="286"/>
                    <a:pt x="869" y="420"/>
                  </a:cubicBezTo>
                  <a:cubicBezTo>
                    <a:pt x="919" y="604"/>
                    <a:pt x="919" y="787"/>
                    <a:pt x="903" y="954"/>
                  </a:cubicBezTo>
                  <a:cubicBezTo>
                    <a:pt x="836" y="1322"/>
                    <a:pt x="602" y="1656"/>
                    <a:pt x="368" y="1706"/>
                  </a:cubicBezTo>
                  <a:cubicBezTo>
                    <a:pt x="347" y="1711"/>
                    <a:pt x="325" y="1713"/>
                    <a:pt x="303" y="1713"/>
                  </a:cubicBezTo>
                  <a:cubicBezTo>
                    <a:pt x="235" y="1713"/>
                    <a:pt x="163" y="1694"/>
                    <a:pt x="101" y="1656"/>
                  </a:cubicBezTo>
                  <a:cubicBezTo>
                    <a:pt x="50" y="1623"/>
                    <a:pt x="17" y="1589"/>
                    <a:pt x="17" y="1589"/>
                  </a:cubicBezTo>
                  <a:cubicBezTo>
                    <a:pt x="0" y="1589"/>
                    <a:pt x="0" y="1640"/>
                    <a:pt x="67" y="1706"/>
                  </a:cubicBezTo>
                  <a:cubicBezTo>
                    <a:pt x="140" y="1764"/>
                    <a:pt x="238" y="1810"/>
                    <a:pt x="339" y="1810"/>
                  </a:cubicBezTo>
                  <a:cubicBezTo>
                    <a:pt x="354" y="1810"/>
                    <a:pt x="369" y="1809"/>
                    <a:pt x="385" y="1807"/>
                  </a:cubicBezTo>
                  <a:cubicBezTo>
                    <a:pt x="702" y="1757"/>
                    <a:pt x="969" y="1389"/>
                    <a:pt x="1036" y="988"/>
                  </a:cubicBezTo>
                  <a:cubicBezTo>
                    <a:pt x="1070" y="787"/>
                    <a:pt x="1053" y="570"/>
                    <a:pt x="1003" y="386"/>
                  </a:cubicBezTo>
                  <a:cubicBezTo>
                    <a:pt x="953" y="219"/>
                    <a:pt x="836" y="69"/>
                    <a:pt x="669" y="19"/>
                  </a:cubicBezTo>
                  <a:cubicBezTo>
                    <a:pt x="643" y="6"/>
                    <a:pt x="615" y="1"/>
                    <a:pt x="587" y="1"/>
                  </a:cubicBezTo>
                  <a:close/>
                </a:path>
              </a:pathLst>
            </a:custGeom>
            <a:solidFill>
              <a:srgbClr val="000000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2095;p43">
              <a:extLst>
                <a:ext uri="{FF2B5EF4-FFF2-40B4-BE49-F238E27FC236}">
                  <a16:creationId xmlns:a16="http://schemas.microsoft.com/office/drawing/2014/main" id="{C20CE920-F82E-8221-A5FB-0BE8339B8E08}"/>
                </a:ext>
              </a:extLst>
            </p:cNvPr>
            <p:cNvSpPr/>
            <p:nvPr/>
          </p:nvSpPr>
          <p:spPr>
            <a:xfrm>
              <a:off x="1787271" y="1194445"/>
              <a:ext cx="442194" cy="329730"/>
            </a:xfrm>
            <a:custGeom>
              <a:avLst/>
              <a:gdLst/>
              <a:ahLst/>
              <a:cxnLst/>
              <a:rect l="l" t="t" r="r" b="b"/>
              <a:pathLst>
                <a:path w="13797" h="10288" extrusionOk="0">
                  <a:moveTo>
                    <a:pt x="1670" y="1"/>
                  </a:moveTo>
                  <a:cubicBezTo>
                    <a:pt x="1497" y="1"/>
                    <a:pt x="1331" y="44"/>
                    <a:pt x="1199" y="145"/>
                  </a:cubicBezTo>
                  <a:cubicBezTo>
                    <a:pt x="898" y="413"/>
                    <a:pt x="814" y="830"/>
                    <a:pt x="948" y="1181"/>
                  </a:cubicBezTo>
                  <a:cubicBezTo>
                    <a:pt x="1098" y="1532"/>
                    <a:pt x="1315" y="1849"/>
                    <a:pt x="1600" y="2100"/>
                  </a:cubicBezTo>
                  <a:cubicBezTo>
                    <a:pt x="1438" y="1993"/>
                    <a:pt x="1258" y="1942"/>
                    <a:pt x="1081" y="1942"/>
                  </a:cubicBezTo>
                  <a:cubicBezTo>
                    <a:pt x="707" y="1942"/>
                    <a:pt x="349" y="2166"/>
                    <a:pt x="213" y="2551"/>
                  </a:cubicBezTo>
                  <a:cubicBezTo>
                    <a:pt x="0" y="3107"/>
                    <a:pt x="364" y="3695"/>
                    <a:pt x="943" y="3783"/>
                  </a:cubicBezTo>
                  <a:lnTo>
                    <a:pt x="943" y="3783"/>
                  </a:lnTo>
                  <a:cubicBezTo>
                    <a:pt x="914" y="3780"/>
                    <a:pt x="884" y="3778"/>
                    <a:pt x="855" y="3778"/>
                  </a:cubicBezTo>
                  <a:cubicBezTo>
                    <a:pt x="471" y="3778"/>
                    <a:pt x="138" y="4047"/>
                    <a:pt x="62" y="4439"/>
                  </a:cubicBezTo>
                  <a:cubicBezTo>
                    <a:pt x="12" y="4874"/>
                    <a:pt x="213" y="5291"/>
                    <a:pt x="547" y="5542"/>
                  </a:cubicBezTo>
                  <a:cubicBezTo>
                    <a:pt x="898" y="5809"/>
                    <a:pt x="1315" y="5876"/>
                    <a:pt x="1733" y="5960"/>
                  </a:cubicBezTo>
                  <a:cubicBezTo>
                    <a:pt x="2149" y="6047"/>
                    <a:pt x="2547" y="6083"/>
                    <a:pt x="2928" y="6083"/>
                  </a:cubicBezTo>
                  <a:cubicBezTo>
                    <a:pt x="4889" y="6083"/>
                    <a:pt x="6395" y="5113"/>
                    <a:pt x="7514" y="5058"/>
                  </a:cubicBezTo>
                  <a:cubicBezTo>
                    <a:pt x="7536" y="5057"/>
                    <a:pt x="7557" y="5056"/>
                    <a:pt x="7578" y="5056"/>
                  </a:cubicBezTo>
                  <a:cubicBezTo>
                    <a:pt x="8845" y="5056"/>
                    <a:pt x="8651" y="6545"/>
                    <a:pt x="8651" y="6545"/>
                  </a:cubicBezTo>
                  <a:lnTo>
                    <a:pt x="8350" y="10187"/>
                  </a:lnTo>
                  <a:lnTo>
                    <a:pt x="9436" y="10287"/>
                  </a:lnTo>
                  <a:lnTo>
                    <a:pt x="9837" y="8550"/>
                  </a:lnTo>
                  <a:lnTo>
                    <a:pt x="9887" y="8132"/>
                  </a:lnTo>
                  <a:cubicBezTo>
                    <a:pt x="10138" y="7497"/>
                    <a:pt x="10672" y="6795"/>
                    <a:pt x="10722" y="6110"/>
                  </a:cubicBezTo>
                  <a:cubicBezTo>
                    <a:pt x="10739" y="5726"/>
                    <a:pt x="10689" y="5325"/>
                    <a:pt x="10539" y="4957"/>
                  </a:cubicBezTo>
                  <a:lnTo>
                    <a:pt x="10539" y="4957"/>
                  </a:lnTo>
                  <a:cubicBezTo>
                    <a:pt x="10765" y="5011"/>
                    <a:pt x="10993" y="5037"/>
                    <a:pt x="11220" y="5037"/>
                  </a:cubicBezTo>
                  <a:cubicBezTo>
                    <a:pt x="11913" y="5037"/>
                    <a:pt x="12587" y="4792"/>
                    <a:pt x="13128" y="4339"/>
                  </a:cubicBezTo>
                  <a:cubicBezTo>
                    <a:pt x="13496" y="4005"/>
                    <a:pt x="13797" y="3504"/>
                    <a:pt x="13630" y="3019"/>
                  </a:cubicBezTo>
                  <a:cubicBezTo>
                    <a:pt x="13496" y="2685"/>
                    <a:pt x="13212" y="2434"/>
                    <a:pt x="12878" y="2317"/>
                  </a:cubicBezTo>
                  <a:cubicBezTo>
                    <a:pt x="12589" y="2190"/>
                    <a:pt x="12280" y="2127"/>
                    <a:pt x="11973" y="2127"/>
                  </a:cubicBezTo>
                  <a:cubicBezTo>
                    <a:pt x="11516" y="2127"/>
                    <a:pt x="11062" y="2265"/>
                    <a:pt x="10672" y="2535"/>
                  </a:cubicBezTo>
                  <a:cubicBezTo>
                    <a:pt x="10154" y="2936"/>
                    <a:pt x="9904" y="3570"/>
                    <a:pt x="9987" y="4205"/>
                  </a:cubicBezTo>
                  <a:cubicBezTo>
                    <a:pt x="9513" y="3813"/>
                    <a:pt x="8864" y="3705"/>
                    <a:pt x="8217" y="3705"/>
                  </a:cubicBezTo>
                  <a:cubicBezTo>
                    <a:pt x="8066" y="3705"/>
                    <a:pt x="7914" y="3711"/>
                    <a:pt x="7765" y="3721"/>
                  </a:cubicBezTo>
                  <a:cubicBezTo>
                    <a:pt x="7815" y="3086"/>
                    <a:pt x="7564" y="2451"/>
                    <a:pt x="7080" y="2033"/>
                  </a:cubicBezTo>
                  <a:cubicBezTo>
                    <a:pt x="6595" y="1616"/>
                    <a:pt x="5994" y="1365"/>
                    <a:pt x="5359" y="1315"/>
                  </a:cubicBezTo>
                  <a:cubicBezTo>
                    <a:pt x="4791" y="1248"/>
                    <a:pt x="4189" y="1315"/>
                    <a:pt x="3671" y="1081"/>
                  </a:cubicBezTo>
                  <a:cubicBezTo>
                    <a:pt x="3137" y="864"/>
                    <a:pt x="2752" y="396"/>
                    <a:pt x="2251" y="145"/>
                  </a:cubicBezTo>
                  <a:cubicBezTo>
                    <a:pt x="2073" y="56"/>
                    <a:pt x="1867" y="1"/>
                    <a:pt x="16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2096;p43">
              <a:extLst>
                <a:ext uri="{FF2B5EF4-FFF2-40B4-BE49-F238E27FC236}">
                  <a16:creationId xmlns:a16="http://schemas.microsoft.com/office/drawing/2014/main" id="{8BB405F3-20B1-8202-038F-63C139D38CC0}"/>
                </a:ext>
              </a:extLst>
            </p:cNvPr>
            <p:cNvSpPr/>
            <p:nvPr/>
          </p:nvSpPr>
          <p:spPr>
            <a:xfrm>
              <a:off x="2118603" y="1324407"/>
              <a:ext cx="129610" cy="75542"/>
            </a:xfrm>
            <a:custGeom>
              <a:avLst/>
              <a:gdLst/>
              <a:ahLst/>
              <a:cxnLst/>
              <a:rect l="l" t="t" r="r" b="b"/>
              <a:pathLst>
                <a:path w="4044" h="2357" extrusionOk="0">
                  <a:moveTo>
                    <a:pt x="0" y="0"/>
                  </a:moveTo>
                  <a:cubicBezTo>
                    <a:pt x="0" y="267"/>
                    <a:pt x="67" y="518"/>
                    <a:pt x="201" y="752"/>
                  </a:cubicBezTo>
                  <a:cubicBezTo>
                    <a:pt x="664" y="1749"/>
                    <a:pt x="1658" y="2356"/>
                    <a:pt x="2718" y="2356"/>
                  </a:cubicBezTo>
                  <a:cubicBezTo>
                    <a:pt x="2919" y="2356"/>
                    <a:pt x="3122" y="2334"/>
                    <a:pt x="3325" y="2289"/>
                  </a:cubicBezTo>
                  <a:cubicBezTo>
                    <a:pt x="3592" y="2256"/>
                    <a:pt x="3826" y="2139"/>
                    <a:pt x="4044" y="1988"/>
                  </a:cubicBezTo>
                  <a:cubicBezTo>
                    <a:pt x="4042" y="1985"/>
                    <a:pt x="4037" y="1983"/>
                    <a:pt x="4029" y="1983"/>
                  </a:cubicBezTo>
                  <a:cubicBezTo>
                    <a:pt x="3967" y="1983"/>
                    <a:pt x="3711" y="2096"/>
                    <a:pt x="3308" y="2155"/>
                  </a:cubicBezTo>
                  <a:cubicBezTo>
                    <a:pt x="3142" y="2185"/>
                    <a:pt x="2976" y="2199"/>
                    <a:pt x="2812" y="2199"/>
                  </a:cubicBezTo>
                  <a:cubicBezTo>
                    <a:pt x="1772" y="2199"/>
                    <a:pt x="806" y="1623"/>
                    <a:pt x="301" y="685"/>
                  </a:cubicBezTo>
                  <a:cubicBezTo>
                    <a:pt x="84" y="284"/>
                    <a:pt x="34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2097;p43">
              <a:extLst>
                <a:ext uri="{FF2B5EF4-FFF2-40B4-BE49-F238E27FC236}">
                  <a16:creationId xmlns:a16="http://schemas.microsoft.com/office/drawing/2014/main" id="{11936D05-A85A-8BFF-AF48-28760FD2A84B}"/>
                </a:ext>
              </a:extLst>
            </p:cNvPr>
            <p:cNvSpPr/>
            <p:nvPr/>
          </p:nvSpPr>
          <p:spPr>
            <a:xfrm>
              <a:off x="2120206" y="1343125"/>
              <a:ext cx="47690" cy="109835"/>
            </a:xfrm>
            <a:custGeom>
              <a:avLst/>
              <a:gdLst/>
              <a:ahLst/>
              <a:cxnLst/>
              <a:rect l="l" t="t" r="r" b="b"/>
              <a:pathLst>
                <a:path w="1488" h="3427" extrusionOk="0">
                  <a:moveTo>
                    <a:pt x="0" y="1"/>
                  </a:moveTo>
                  <a:cubicBezTo>
                    <a:pt x="0" y="185"/>
                    <a:pt x="50" y="368"/>
                    <a:pt x="151" y="535"/>
                  </a:cubicBezTo>
                  <a:cubicBezTo>
                    <a:pt x="334" y="936"/>
                    <a:pt x="568" y="1337"/>
                    <a:pt x="802" y="1705"/>
                  </a:cubicBezTo>
                  <a:cubicBezTo>
                    <a:pt x="1053" y="2056"/>
                    <a:pt x="1220" y="2457"/>
                    <a:pt x="1320" y="2891"/>
                  </a:cubicBezTo>
                  <a:cubicBezTo>
                    <a:pt x="1387" y="3209"/>
                    <a:pt x="1354" y="3426"/>
                    <a:pt x="1387" y="3426"/>
                  </a:cubicBezTo>
                  <a:cubicBezTo>
                    <a:pt x="1471" y="3259"/>
                    <a:pt x="1487" y="3058"/>
                    <a:pt x="1454" y="2875"/>
                  </a:cubicBezTo>
                  <a:cubicBezTo>
                    <a:pt x="1387" y="2424"/>
                    <a:pt x="1220" y="1989"/>
                    <a:pt x="969" y="1605"/>
                  </a:cubicBezTo>
                  <a:cubicBezTo>
                    <a:pt x="685" y="1154"/>
                    <a:pt x="418" y="786"/>
                    <a:pt x="268" y="485"/>
                  </a:cubicBezTo>
                  <a:cubicBezTo>
                    <a:pt x="184" y="318"/>
                    <a:pt x="100" y="15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" name="Google Shape;2098;p43">
              <a:extLst>
                <a:ext uri="{FF2B5EF4-FFF2-40B4-BE49-F238E27FC236}">
                  <a16:creationId xmlns:a16="http://schemas.microsoft.com/office/drawing/2014/main" id="{6DF9A7E2-B5BC-3442-006A-7AA911FB3BE5}"/>
                </a:ext>
              </a:extLst>
            </p:cNvPr>
            <p:cNvSpPr/>
            <p:nvPr/>
          </p:nvSpPr>
          <p:spPr>
            <a:xfrm>
              <a:off x="1416548" y="1863617"/>
              <a:ext cx="290790" cy="275854"/>
            </a:xfrm>
            <a:custGeom>
              <a:avLst/>
              <a:gdLst/>
              <a:ahLst/>
              <a:cxnLst/>
              <a:rect l="l" t="t" r="r" b="b"/>
              <a:pathLst>
                <a:path w="9073" h="8607" extrusionOk="0">
                  <a:moveTo>
                    <a:pt x="3017" y="1"/>
                  </a:moveTo>
                  <a:cubicBezTo>
                    <a:pt x="3014" y="1"/>
                    <a:pt x="3011" y="1"/>
                    <a:pt x="3008" y="1"/>
                  </a:cubicBezTo>
                  <a:cubicBezTo>
                    <a:pt x="2623" y="35"/>
                    <a:pt x="2590" y="469"/>
                    <a:pt x="3075" y="954"/>
                  </a:cubicBezTo>
                  <a:cubicBezTo>
                    <a:pt x="3559" y="1455"/>
                    <a:pt x="4879" y="3026"/>
                    <a:pt x="4612" y="3276"/>
                  </a:cubicBezTo>
                  <a:cubicBezTo>
                    <a:pt x="4600" y="3286"/>
                    <a:pt x="4585" y="3291"/>
                    <a:pt x="4566" y="3291"/>
                  </a:cubicBezTo>
                  <a:cubicBezTo>
                    <a:pt x="4147" y="3291"/>
                    <a:pt x="2005" y="920"/>
                    <a:pt x="2005" y="920"/>
                  </a:cubicBezTo>
                  <a:cubicBezTo>
                    <a:pt x="2005" y="920"/>
                    <a:pt x="1718" y="472"/>
                    <a:pt x="1429" y="472"/>
                  </a:cubicBezTo>
                  <a:cubicBezTo>
                    <a:pt x="1369" y="472"/>
                    <a:pt x="1310" y="491"/>
                    <a:pt x="1253" y="536"/>
                  </a:cubicBezTo>
                  <a:cubicBezTo>
                    <a:pt x="685" y="1021"/>
                    <a:pt x="3375" y="3594"/>
                    <a:pt x="3643" y="3828"/>
                  </a:cubicBezTo>
                  <a:cubicBezTo>
                    <a:pt x="3782" y="3954"/>
                    <a:pt x="3653" y="4147"/>
                    <a:pt x="3495" y="4147"/>
                  </a:cubicBezTo>
                  <a:cubicBezTo>
                    <a:pt x="3445" y="4147"/>
                    <a:pt x="3391" y="4127"/>
                    <a:pt x="3342" y="4078"/>
                  </a:cubicBezTo>
                  <a:cubicBezTo>
                    <a:pt x="3175" y="3911"/>
                    <a:pt x="1428" y="1860"/>
                    <a:pt x="663" y="1860"/>
                  </a:cubicBezTo>
                  <a:cubicBezTo>
                    <a:pt x="588" y="1860"/>
                    <a:pt x="522" y="1880"/>
                    <a:pt x="468" y="1923"/>
                  </a:cubicBezTo>
                  <a:cubicBezTo>
                    <a:pt x="0" y="2291"/>
                    <a:pt x="2657" y="4062"/>
                    <a:pt x="2824" y="4814"/>
                  </a:cubicBezTo>
                  <a:cubicBezTo>
                    <a:pt x="2846" y="4925"/>
                    <a:pt x="2822" y="4971"/>
                    <a:pt x="2763" y="4971"/>
                  </a:cubicBezTo>
                  <a:cubicBezTo>
                    <a:pt x="2449" y="4971"/>
                    <a:pt x="1136" y="3604"/>
                    <a:pt x="637" y="3604"/>
                  </a:cubicBezTo>
                  <a:cubicBezTo>
                    <a:pt x="590" y="3604"/>
                    <a:pt x="549" y="3616"/>
                    <a:pt x="518" y="3644"/>
                  </a:cubicBezTo>
                  <a:cubicBezTo>
                    <a:pt x="368" y="3778"/>
                    <a:pt x="268" y="3911"/>
                    <a:pt x="1621" y="5064"/>
                  </a:cubicBezTo>
                  <a:cubicBezTo>
                    <a:pt x="2356" y="5682"/>
                    <a:pt x="3877" y="6685"/>
                    <a:pt x="5163" y="7487"/>
                  </a:cubicBezTo>
                  <a:lnTo>
                    <a:pt x="7001" y="8606"/>
                  </a:lnTo>
                  <a:lnTo>
                    <a:pt x="9073" y="5983"/>
                  </a:lnTo>
                  <a:lnTo>
                    <a:pt x="8254" y="3711"/>
                  </a:lnTo>
                  <a:cubicBezTo>
                    <a:pt x="8171" y="3510"/>
                    <a:pt x="8087" y="3260"/>
                    <a:pt x="8004" y="2992"/>
                  </a:cubicBezTo>
                  <a:cubicBezTo>
                    <a:pt x="7903" y="2675"/>
                    <a:pt x="7853" y="2357"/>
                    <a:pt x="7870" y="2023"/>
                  </a:cubicBezTo>
                  <a:cubicBezTo>
                    <a:pt x="7870" y="1606"/>
                    <a:pt x="7920" y="1204"/>
                    <a:pt x="8020" y="803"/>
                  </a:cubicBezTo>
                  <a:cubicBezTo>
                    <a:pt x="8128" y="521"/>
                    <a:pt x="7922" y="250"/>
                    <a:pt x="7690" y="250"/>
                  </a:cubicBezTo>
                  <a:cubicBezTo>
                    <a:pt x="7633" y="250"/>
                    <a:pt x="7575" y="266"/>
                    <a:pt x="7519" y="302"/>
                  </a:cubicBezTo>
                  <a:cubicBezTo>
                    <a:pt x="7235" y="486"/>
                    <a:pt x="6851" y="1455"/>
                    <a:pt x="6918" y="2658"/>
                  </a:cubicBezTo>
                  <a:cubicBezTo>
                    <a:pt x="6942" y="3010"/>
                    <a:pt x="6853" y="3143"/>
                    <a:pt x="6704" y="3143"/>
                  </a:cubicBezTo>
                  <a:cubicBezTo>
                    <a:pt x="6335" y="3143"/>
                    <a:pt x="5596" y="2330"/>
                    <a:pt x="5263" y="1973"/>
                  </a:cubicBezTo>
                  <a:cubicBezTo>
                    <a:pt x="4801" y="1461"/>
                    <a:pt x="3309" y="1"/>
                    <a:pt x="3017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" name="Google Shape;2099;p43">
              <a:extLst>
                <a:ext uri="{FF2B5EF4-FFF2-40B4-BE49-F238E27FC236}">
                  <a16:creationId xmlns:a16="http://schemas.microsoft.com/office/drawing/2014/main" id="{B6948D64-0A33-88DD-5BFE-6E647E672807}"/>
                </a:ext>
              </a:extLst>
            </p:cNvPr>
            <p:cNvSpPr/>
            <p:nvPr/>
          </p:nvSpPr>
          <p:spPr>
            <a:xfrm>
              <a:off x="1568625" y="1845957"/>
              <a:ext cx="767405" cy="788077"/>
            </a:xfrm>
            <a:custGeom>
              <a:avLst/>
              <a:gdLst/>
              <a:ahLst/>
              <a:cxnLst/>
              <a:rect l="l" t="t" r="r" b="b"/>
              <a:pathLst>
                <a:path w="23944" h="24589" extrusionOk="0">
                  <a:moveTo>
                    <a:pt x="19178" y="0"/>
                  </a:moveTo>
                  <a:cubicBezTo>
                    <a:pt x="17434" y="0"/>
                    <a:pt x="16311" y="1026"/>
                    <a:pt x="15974" y="3944"/>
                  </a:cubicBezTo>
                  <a:cubicBezTo>
                    <a:pt x="15372" y="9241"/>
                    <a:pt x="16458" y="14604"/>
                    <a:pt x="15757" y="15239"/>
                  </a:cubicBezTo>
                  <a:cubicBezTo>
                    <a:pt x="15748" y="15246"/>
                    <a:pt x="15737" y="15250"/>
                    <a:pt x="15722" y="15250"/>
                  </a:cubicBezTo>
                  <a:cubicBezTo>
                    <a:pt x="14905" y="15250"/>
                    <a:pt x="4244" y="4412"/>
                    <a:pt x="4244" y="4412"/>
                  </a:cubicBezTo>
                  <a:lnTo>
                    <a:pt x="0" y="8940"/>
                  </a:lnTo>
                  <a:cubicBezTo>
                    <a:pt x="0" y="8940"/>
                    <a:pt x="9491" y="20118"/>
                    <a:pt x="14854" y="23577"/>
                  </a:cubicBezTo>
                  <a:cubicBezTo>
                    <a:pt x="15946" y="24286"/>
                    <a:pt x="17132" y="24588"/>
                    <a:pt x="18215" y="24588"/>
                  </a:cubicBezTo>
                  <a:cubicBezTo>
                    <a:pt x="19022" y="24588"/>
                    <a:pt x="19772" y="24421"/>
                    <a:pt x="20385" y="24128"/>
                  </a:cubicBezTo>
                  <a:cubicBezTo>
                    <a:pt x="23576" y="22574"/>
                    <a:pt x="23944" y="12215"/>
                    <a:pt x="23910" y="7553"/>
                  </a:cubicBezTo>
                  <a:cubicBezTo>
                    <a:pt x="23860" y="1672"/>
                    <a:pt x="21270" y="335"/>
                    <a:pt x="20836" y="235"/>
                  </a:cubicBezTo>
                  <a:cubicBezTo>
                    <a:pt x="20234" y="86"/>
                    <a:pt x="19680" y="0"/>
                    <a:pt x="19178" y="0"/>
                  </a:cubicBezTo>
                  <a:close/>
                </a:path>
              </a:pathLst>
            </a:custGeom>
            <a:solidFill>
              <a:srgbClr val="045A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" name="Google Shape;2100;p43">
              <a:extLst>
                <a:ext uri="{FF2B5EF4-FFF2-40B4-BE49-F238E27FC236}">
                  <a16:creationId xmlns:a16="http://schemas.microsoft.com/office/drawing/2014/main" id="{C1400DBD-28C7-CFB7-FA1A-C4F479F89D80}"/>
                </a:ext>
              </a:extLst>
            </p:cNvPr>
            <p:cNvSpPr/>
            <p:nvPr/>
          </p:nvSpPr>
          <p:spPr>
            <a:xfrm>
              <a:off x="1569683" y="1992714"/>
              <a:ext cx="765290" cy="631289"/>
            </a:xfrm>
            <a:custGeom>
              <a:avLst/>
              <a:gdLst/>
              <a:ahLst/>
              <a:cxnLst/>
              <a:rect l="l" t="t" r="r" b="b"/>
              <a:pathLst>
                <a:path w="23878" h="19697" extrusionOk="0">
                  <a:moveTo>
                    <a:pt x="4211" y="0"/>
                  </a:moveTo>
                  <a:lnTo>
                    <a:pt x="4211" y="0"/>
                  </a:lnTo>
                  <a:cubicBezTo>
                    <a:pt x="4178" y="17"/>
                    <a:pt x="4145" y="50"/>
                    <a:pt x="4128" y="67"/>
                  </a:cubicBezTo>
                  <a:cubicBezTo>
                    <a:pt x="4061" y="117"/>
                    <a:pt x="3977" y="184"/>
                    <a:pt x="3894" y="284"/>
                  </a:cubicBezTo>
                  <a:cubicBezTo>
                    <a:pt x="3677" y="468"/>
                    <a:pt x="3376" y="752"/>
                    <a:pt x="2992" y="1120"/>
                  </a:cubicBezTo>
                  <a:cubicBezTo>
                    <a:pt x="1906" y="2206"/>
                    <a:pt x="920" y="3359"/>
                    <a:pt x="34" y="4612"/>
                  </a:cubicBezTo>
                  <a:lnTo>
                    <a:pt x="1" y="4645"/>
                  </a:lnTo>
                  <a:lnTo>
                    <a:pt x="34" y="4679"/>
                  </a:lnTo>
                  <a:cubicBezTo>
                    <a:pt x="3008" y="7753"/>
                    <a:pt x="7353" y="12231"/>
                    <a:pt x="12215" y="17177"/>
                  </a:cubicBezTo>
                  <a:cubicBezTo>
                    <a:pt x="13384" y="18296"/>
                    <a:pt x="14821" y="19098"/>
                    <a:pt x="16375" y="19516"/>
                  </a:cubicBezTo>
                  <a:cubicBezTo>
                    <a:pt x="16826" y="19636"/>
                    <a:pt x="17290" y="19696"/>
                    <a:pt x="17750" y="19696"/>
                  </a:cubicBezTo>
                  <a:cubicBezTo>
                    <a:pt x="18057" y="19696"/>
                    <a:pt x="18364" y="19669"/>
                    <a:pt x="18664" y="19616"/>
                  </a:cubicBezTo>
                  <a:cubicBezTo>
                    <a:pt x="19383" y="19449"/>
                    <a:pt x="20068" y="19115"/>
                    <a:pt x="20619" y="18614"/>
                  </a:cubicBezTo>
                  <a:cubicBezTo>
                    <a:pt x="21722" y="17678"/>
                    <a:pt x="22340" y="16408"/>
                    <a:pt x="22741" y="15205"/>
                  </a:cubicBezTo>
                  <a:cubicBezTo>
                    <a:pt x="23142" y="14002"/>
                    <a:pt x="23259" y="12816"/>
                    <a:pt x="23393" y="11763"/>
                  </a:cubicBezTo>
                  <a:cubicBezTo>
                    <a:pt x="23660" y="9641"/>
                    <a:pt x="23794" y="7903"/>
                    <a:pt x="23844" y="6700"/>
                  </a:cubicBezTo>
                  <a:cubicBezTo>
                    <a:pt x="23861" y="6099"/>
                    <a:pt x="23877" y="5648"/>
                    <a:pt x="23877" y="5330"/>
                  </a:cubicBezTo>
                  <a:cubicBezTo>
                    <a:pt x="23877" y="5180"/>
                    <a:pt x="23877" y="5063"/>
                    <a:pt x="23877" y="4963"/>
                  </a:cubicBezTo>
                  <a:cubicBezTo>
                    <a:pt x="23877" y="4929"/>
                    <a:pt x="23861" y="4879"/>
                    <a:pt x="23861" y="4846"/>
                  </a:cubicBezTo>
                  <a:cubicBezTo>
                    <a:pt x="23861" y="4879"/>
                    <a:pt x="23844" y="4929"/>
                    <a:pt x="23844" y="4963"/>
                  </a:cubicBezTo>
                  <a:cubicBezTo>
                    <a:pt x="23844" y="5063"/>
                    <a:pt x="23844" y="5180"/>
                    <a:pt x="23827" y="5330"/>
                  </a:cubicBezTo>
                  <a:cubicBezTo>
                    <a:pt x="23827" y="5631"/>
                    <a:pt x="23811" y="6099"/>
                    <a:pt x="23777" y="6700"/>
                  </a:cubicBezTo>
                  <a:cubicBezTo>
                    <a:pt x="23694" y="7903"/>
                    <a:pt x="23560" y="9624"/>
                    <a:pt x="23259" y="11746"/>
                  </a:cubicBezTo>
                  <a:cubicBezTo>
                    <a:pt x="23125" y="12799"/>
                    <a:pt x="22992" y="13969"/>
                    <a:pt x="22591" y="15155"/>
                  </a:cubicBezTo>
                  <a:cubicBezTo>
                    <a:pt x="22207" y="16341"/>
                    <a:pt x="21572" y="17578"/>
                    <a:pt x="20519" y="18497"/>
                  </a:cubicBezTo>
                  <a:cubicBezTo>
                    <a:pt x="19968" y="18964"/>
                    <a:pt x="19333" y="19282"/>
                    <a:pt x="18631" y="19449"/>
                  </a:cubicBezTo>
                  <a:cubicBezTo>
                    <a:pt x="18337" y="19502"/>
                    <a:pt x="18040" y="19529"/>
                    <a:pt x="17744" y="19529"/>
                  </a:cubicBezTo>
                  <a:cubicBezTo>
                    <a:pt x="17300" y="19529"/>
                    <a:pt x="16856" y="19469"/>
                    <a:pt x="16425" y="19349"/>
                  </a:cubicBezTo>
                  <a:cubicBezTo>
                    <a:pt x="14888" y="18931"/>
                    <a:pt x="13501" y="18129"/>
                    <a:pt x="12348" y="17043"/>
                  </a:cubicBezTo>
                  <a:lnTo>
                    <a:pt x="162" y="4640"/>
                  </a:lnTo>
                  <a:lnTo>
                    <a:pt x="162" y="4640"/>
                  </a:lnTo>
                  <a:cubicBezTo>
                    <a:pt x="1024" y="3417"/>
                    <a:pt x="2000" y="2245"/>
                    <a:pt x="3042" y="1170"/>
                  </a:cubicBezTo>
                  <a:cubicBezTo>
                    <a:pt x="3409" y="786"/>
                    <a:pt x="3710" y="501"/>
                    <a:pt x="3911" y="301"/>
                  </a:cubicBezTo>
                  <a:cubicBezTo>
                    <a:pt x="4011" y="201"/>
                    <a:pt x="4078" y="134"/>
                    <a:pt x="4145" y="84"/>
                  </a:cubicBezTo>
                  <a:cubicBezTo>
                    <a:pt x="4161" y="50"/>
                    <a:pt x="4195" y="34"/>
                    <a:pt x="42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" name="Google Shape;2101;p43">
              <a:extLst>
                <a:ext uri="{FF2B5EF4-FFF2-40B4-BE49-F238E27FC236}">
                  <a16:creationId xmlns:a16="http://schemas.microsoft.com/office/drawing/2014/main" id="{736F6D6A-EB25-C452-0B28-40AA817FA180}"/>
                </a:ext>
              </a:extLst>
            </p:cNvPr>
            <p:cNvSpPr/>
            <p:nvPr/>
          </p:nvSpPr>
          <p:spPr>
            <a:xfrm>
              <a:off x="1704646" y="1844771"/>
              <a:ext cx="531774" cy="492288"/>
            </a:xfrm>
            <a:custGeom>
              <a:avLst/>
              <a:gdLst/>
              <a:ahLst/>
              <a:cxnLst/>
              <a:rect l="l" t="t" r="r" b="b"/>
              <a:pathLst>
                <a:path w="16592" h="15360" extrusionOk="0">
                  <a:moveTo>
                    <a:pt x="15468" y="1"/>
                  </a:moveTo>
                  <a:cubicBezTo>
                    <a:pt x="15414" y="1"/>
                    <a:pt x="15360" y="2"/>
                    <a:pt x="15305" y="5"/>
                  </a:cubicBezTo>
                  <a:cubicBezTo>
                    <a:pt x="14787" y="55"/>
                    <a:pt x="14270" y="222"/>
                    <a:pt x="13835" y="506"/>
                  </a:cubicBezTo>
                  <a:cubicBezTo>
                    <a:pt x="13250" y="907"/>
                    <a:pt x="12799" y="1442"/>
                    <a:pt x="12482" y="2077"/>
                  </a:cubicBezTo>
                  <a:cubicBezTo>
                    <a:pt x="12114" y="2828"/>
                    <a:pt x="11880" y="3647"/>
                    <a:pt x="11797" y="4483"/>
                  </a:cubicBezTo>
                  <a:cubicBezTo>
                    <a:pt x="11696" y="5368"/>
                    <a:pt x="11680" y="6337"/>
                    <a:pt x="11613" y="7340"/>
                  </a:cubicBezTo>
                  <a:cubicBezTo>
                    <a:pt x="11479" y="9345"/>
                    <a:pt x="11362" y="11550"/>
                    <a:pt x="11212" y="13873"/>
                  </a:cubicBezTo>
                  <a:cubicBezTo>
                    <a:pt x="11198" y="14258"/>
                    <a:pt x="11171" y="14631"/>
                    <a:pt x="11153" y="14991"/>
                  </a:cubicBezTo>
                  <a:lnTo>
                    <a:pt x="11153" y="14991"/>
                  </a:lnTo>
                  <a:cubicBezTo>
                    <a:pt x="10366" y="14350"/>
                    <a:pt x="9637" y="13655"/>
                    <a:pt x="8923" y="13021"/>
                  </a:cubicBezTo>
                  <a:lnTo>
                    <a:pt x="6767" y="11032"/>
                  </a:lnTo>
                  <a:cubicBezTo>
                    <a:pt x="5414" y="9746"/>
                    <a:pt x="4194" y="8593"/>
                    <a:pt x="3192" y="7624"/>
                  </a:cubicBezTo>
                  <a:cubicBezTo>
                    <a:pt x="2206" y="6655"/>
                    <a:pt x="1404" y="5853"/>
                    <a:pt x="853" y="5301"/>
                  </a:cubicBezTo>
                  <a:cubicBezTo>
                    <a:pt x="585" y="5034"/>
                    <a:pt x="385" y="4817"/>
                    <a:pt x="234" y="4666"/>
                  </a:cubicBezTo>
                  <a:lnTo>
                    <a:pt x="67" y="4499"/>
                  </a:lnTo>
                  <a:cubicBezTo>
                    <a:pt x="51" y="4483"/>
                    <a:pt x="34" y="4466"/>
                    <a:pt x="0" y="4449"/>
                  </a:cubicBezTo>
                  <a:lnTo>
                    <a:pt x="0" y="4449"/>
                  </a:lnTo>
                  <a:cubicBezTo>
                    <a:pt x="17" y="4483"/>
                    <a:pt x="34" y="4499"/>
                    <a:pt x="51" y="4516"/>
                  </a:cubicBezTo>
                  <a:cubicBezTo>
                    <a:pt x="101" y="4566"/>
                    <a:pt x="151" y="4616"/>
                    <a:pt x="201" y="4683"/>
                  </a:cubicBezTo>
                  <a:cubicBezTo>
                    <a:pt x="351" y="4850"/>
                    <a:pt x="535" y="5067"/>
                    <a:pt x="802" y="5351"/>
                  </a:cubicBezTo>
                  <a:cubicBezTo>
                    <a:pt x="1337" y="5920"/>
                    <a:pt x="2122" y="6722"/>
                    <a:pt x="3108" y="7707"/>
                  </a:cubicBezTo>
                  <a:cubicBezTo>
                    <a:pt x="4111" y="8693"/>
                    <a:pt x="5297" y="9863"/>
                    <a:pt x="6650" y="11149"/>
                  </a:cubicBezTo>
                  <a:cubicBezTo>
                    <a:pt x="7335" y="11784"/>
                    <a:pt x="8054" y="12453"/>
                    <a:pt x="8806" y="13138"/>
                  </a:cubicBezTo>
                  <a:cubicBezTo>
                    <a:pt x="9558" y="13823"/>
                    <a:pt x="10326" y="14558"/>
                    <a:pt x="11178" y="15243"/>
                  </a:cubicBezTo>
                  <a:lnTo>
                    <a:pt x="11312" y="15360"/>
                  </a:lnTo>
                  <a:lnTo>
                    <a:pt x="11329" y="15176"/>
                  </a:lnTo>
                  <a:cubicBezTo>
                    <a:pt x="11346" y="14758"/>
                    <a:pt x="11379" y="14324"/>
                    <a:pt x="11396" y="13873"/>
                  </a:cubicBezTo>
                  <a:cubicBezTo>
                    <a:pt x="11529" y="11567"/>
                    <a:pt x="11663" y="9345"/>
                    <a:pt x="11780" y="7340"/>
                  </a:cubicBezTo>
                  <a:cubicBezTo>
                    <a:pt x="11847" y="6337"/>
                    <a:pt x="11847" y="5385"/>
                    <a:pt x="11964" y="4499"/>
                  </a:cubicBezTo>
                  <a:cubicBezTo>
                    <a:pt x="12031" y="3681"/>
                    <a:pt x="12248" y="2879"/>
                    <a:pt x="12599" y="2127"/>
                  </a:cubicBezTo>
                  <a:cubicBezTo>
                    <a:pt x="12899" y="1508"/>
                    <a:pt x="13334" y="990"/>
                    <a:pt x="13885" y="589"/>
                  </a:cubicBezTo>
                  <a:cubicBezTo>
                    <a:pt x="14320" y="305"/>
                    <a:pt x="14804" y="138"/>
                    <a:pt x="15322" y="72"/>
                  </a:cubicBezTo>
                  <a:cubicBezTo>
                    <a:pt x="15404" y="63"/>
                    <a:pt x="15486" y="59"/>
                    <a:pt x="15568" y="59"/>
                  </a:cubicBezTo>
                  <a:cubicBezTo>
                    <a:pt x="15804" y="59"/>
                    <a:pt x="16039" y="93"/>
                    <a:pt x="16275" y="155"/>
                  </a:cubicBezTo>
                  <a:cubicBezTo>
                    <a:pt x="16492" y="222"/>
                    <a:pt x="16592" y="272"/>
                    <a:pt x="16592" y="272"/>
                  </a:cubicBezTo>
                  <a:cubicBezTo>
                    <a:pt x="16492" y="205"/>
                    <a:pt x="16391" y="155"/>
                    <a:pt x="16291" y="122"/>
                  </a:cubicBezTo>
                  <a:cubicBezTo>
                    <a:pt x="16025" y="38"/>
                    <a:pt x="15748" y="1"/>
                    <a:pt x="154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2102;p43">
              <a:extLst>
                <a:ext uri="{FF2B5EF4-FFF2-40B4-BE49-F238E27FC236}">
                  <a16:creationId xmlns:a16="http://schemas.microsoft.com/office/drawing/2014/main" id="{F4A5D273-A000-4356-7CA4-5B131297A5C7}"/>
                </a:ext>
              </a:extLst>
            </p:cNvPr>
            <p:cNvSpPr/>
            <p:nvPr/>
          </p:nvSpPr>
          <p:spPr>
            <a:xfrm>
              <a:off x="1628591" y="2040917"/>
              <a:ext cx="132302" cy="152109"/>
            </a:xfrm>
            <a:custGeom>
              <a:avLst/>
              <a:gdLst/>
              <a:ahLst/>
              <a:cxnLst/>
              <a:rect l="l" t="t" r="r" b="b"/>
              <a:pathLst>
                <a:path w="4128" h="4746" extrusionOk="0">
                  <a:moveTo>
                    <a:pt x="4128" y="0"/>
                  </a:moveTo>
                  <a:lnTo>
                    <a:pt x="4128" y="0"/>
                  </a:lnTo>
                  <a:cubicBezTo>
                    <a:pt x="3877" y="184"/>
                    <a:pt x="3660" y="401"/>
                    <a:pt x="3459" y="635"/>
                  </a:cubicBezTo>
                  <a:cubicBezTo>
                    <a:pt x="3058" y="1036"/>
                    <a:pt x="2524" y="1621"/>
                    <a:pt x="1956" y="2272"/>
                  </a:cubicBezTo>
                  <a:cubicBezTo>
                    <a:pt x="1388" y="2924"/>
                    <a:pt x="886" y="3542"/>
                    <a:pt x="535" y="3977"/>
                  </a:cubicBezTo>
                  <a:cubicBezTo>
                    <a:pt x="342" y="4202"/>
                    <a:pt x="165" y="4443"/>
                    <a:pt x="17" y="4714"/>
                  </a:cubicBezTo>
                  <a:lnTo>
                    <a:pt x="17" y="4714"/>
                  </a:lnTo>
                  <a:cubicBezTo>
                    <a:pt x="245" y="4518"/>
                    <a:pt x="456" y="4305"/>
                    <a:pt x="636" y="4060"/>
                  </a:cubicBezTo>
                  <a:cubicBezTo>
                    <a:pt x="1053" y="3592"/>
                    <a:pt x="1555" y="3024"/>
                    <a:pt x="2106" y="2389"/>
                  </a:cubicBezTo>
                  <a:cubicBezTo>
                    <a:pt x="2641" y="1771"/>
                    <a:pt x="3142" y="1186"/>
                    <a:pt x="3560" y="718"/>
                  </a:cubicBezTo>
                  <a:cubicBezTo>
                    <a:pt x="3760" y="501"/>
                    <a:pt x="3961" y="251"/>
                    <a:pt x="4128" y="0"/>
                  </a:cubicBezTo>
                  <a:close/>
                  <a:moveTo>
                    <a:pt x="17" y="4714"/>
                  </a:moveTo>
                  <a:lnTo>
                    <a:pt x="17" y="4714"/>
                  </a:lnTo>
                  <a:cubicBezTo>
                    <a:pt x="12" y="4719"/>
                    <a:pt x="6" y="4724"/>
                    <a:pt x="1" y="4729"/>
                  </a:cubicBezTo>
                  <a:lnTo>
                    <a:pt x="1" y="4745"/>
                  </a:lnTo>
                  <a:cubicBezTo>
                    <a:pt x="6" y="4735"/>
                    <a:pt x="12" y="4725"/>
                    <a:pt x="17" y="47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" name="Google Shape;2103;p43">
              <a:extLst>
                <a:ext uri="{FF2B5EF4-FFF2-40B4-BE49-F238E27FC236}">
                  <a16:creationId xmlns:a16="http://schemas.microsoft.com/office/drawing/2014/main" id="{B14CA1D0-398A-F518-8434-CEBE6FCE318D}"/>
                </a:ext>
              </a:extLst>
            </p:cNvPr>
            <p:cNvSpPr/>
            <p:nvPr/>
          </p:nvSpPr>
          <p:spPr>
            <a:xfrm>
              <a:off x="2062901" y="2328983"/>
              <a:ext cx="35383" cy="86279"/>
            </a:xfrm>
            <a:custGeom>
              <a:avLst/>
              <a:gdLst/>
              <a:ahLst/>
              <a:cxnLst/>
              <a:rect l="l" t="t" r="r" b="b"/>
              <a:pathLst>
                <a:path w="1104" h="2692" extrusionOk="0">
                  <a:moveTo>
                    <a:pt x="53" y="1"/>
                  </a:moveTo>
                  <a:cubicBezTo>
                    <a:pt x="52" y="1"/>
                    <a:pt x="51" y="1"/>
                    <a:pt x="51" y="1"/>
                  </a:cubicBezTo>
                  <a:cubicBezTo>
                    <a:pt x="0" y="18"/>
                    <a:pt x="251" y="619"/>
                    <a:pt x="535" y="1355"/>
                  </a:cubicBezTo>
                  <a:cubicBezTo>
                    <a:pt x="799" y="2096"/>
                    <a:pt x="1014" y="2692"/>
                    <a:pt x="1068" y="2692"/>
                  </a:cubicBezTo>
                  <a:cubicBezTo>
                    <a:pt x="1068" y="2692"/>
                    <a:pt x="1069" y="2691"/>
                    <a:pt x="1070" y="2691"/>
                  </a:cubicBezTo>
                  <a:cubicBezTo>
                    <a:pt x="1103" y="2691"/>
                    <a:pt x="986" y="2040"/>
                    <a:pt x="702" y="1288"/>
                  </a:cubicBezTo>
                  <a:cubicBezTo>
                    <a:pt x="422" y="547"/>
                    <a:pt x="110" y="1"/>
                    <a:pt x="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" name="Google Shape;2104;p43">
              <a:extLst>
                <a:ext uri="{FF2B5EF4-FFF2-40B4-BE49-F238E27FC236}">
                  <a16:creationId xmlns:a16="http://schemas.microsoft.com/office/drawing/2014/main" id="{874B6E70-6149-A19F-FD43-63CFDB5B4996}"/>
                </a:ext>
              </a:extLst>
            </p:cNvPr>
            <p:cNvSpPr/>
            <p:nvPr/>
          </p:nvSpPr>
          <p:spPr>
            <a:xfrm>
              <a:off x="2058093" y="2328951"/>
              <a:ext cx="70702" cy="62818"/>
            </a:xfrm>
            <a:custGeom>
              <a:avLst/>
              <a:gdLst/>
              <a:ahLst/>
              <a:cxnLst/>
              <a:rect l="l" t="t" r="r" b="b"/>
              <a:pathLst>
                <a:path w="2206" h="1960" extrusionOk="0">
                  <a:moveTo>
                    <a:pt x="39" y="0"/>
                  </a:moveTo>
                  <a:cubicBezTo>
                    <a:pt x="37" y="0"/>
                    <a:pt x="35" y="1"/>
                    <a:pt x="33" y="2"/>
                  </a:cubicBezTo>
                  <a:cubicBezTo>
                    <a:pt x="0" y="36"/>
                    <a:pt x="451" y="503"/>
                    <a:pt x="1036" y="1038"/>
                  </a:cubicBezTo>
                  <a:cubicBezTo>
                    <a:pt x="1598" y="1568"/>
                    <a:pt x="2098" y="1959"/>
                    <a:pt x="2166" y="1959"/>
                  </a:cubicBezTo>
                  <a:cubicBezTo>
                    <a:pt x="2169" y="1959"/>
                    <a:pt x="2171" y="1958"/>
                    <a:pt x="2172" y="1957"/>
                  </a:cubicBezTo>
                  <a:cubicBezTo>
                    <a:pt x="2206" y="1907"/>
                    <a:pt x="1754" y="1439"/>
                    <a:pt x="1170" y="904"/>
                  </a:cubicBezTo>
                  <a:cubicBezTo>
                    <a:pt x="592" y="391"/>
                    <a:pt x="106" y="0"/>
                    <a:pt x="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37" name="Google Shape;2105;p43">
              <a:extLst>
                <a:ext uri="{FF2B5EF4-FFF2-40B4-BE49-F238E27FC236}">
                  <a16:creationId xmlns:a16="http://schemas.microsoft.com/office/drawing/2014/main" id="{F4C4B029-1E63-FAB1-10F5-7ACED1BD6D9A}"/>
                </a:ext>
              </a:extLst>
            </p:cNvPr>
            <p:cNvGrpSpPr/>
            <p:nvPr/>
          </p:nvGrpSpPr>
          <p:grpSpPr>
            <a:xfrm rot="2919175">
              <a:off x="1257185" y="4609139"/>
              <a:ext cx="58938" cy="70187"/>
              <a:chOff x="2431855" y="4692737"/>
              <a:chExt cx="58940" cy="70189"/>
            </a:xfrm>
          </p:grpSpPr>
          <p:sp>
            <p:nvSpPr>
              <p:cNvPr id="140" name="Google Shape;2106;p43">
                <a:extLst>
                  <a:ext uri="{FF2B5EF4-FFF2-40B4-BE49-F238E27FC236}">
                    <a16:creationId xmlns:a16="http://schemas.microsoft.com/office/drawing/2014/main" id="{5AF79014-023F-E364-A6E4-8E6080291728}"/>
                  </a:ext>
                </a:extLst>
              </p:cNvPr>
              <p:cNvSpPr/>
              <p:nvPr/>
            </p:nvSpPr>
            <p:spPr>
              <a:xfrm>
                <a:off x="2431855" y="4692737"/>
                <a:ext cx="58940" cy="70189"/>
              </a:xfrm>
              <a:custGeom>
                <a:avLst/>
                <a:gdLst/>
                <a:ahLst/>
                <a:cxnLst/>
                <a:rect l="l" t="t" r="r" b="b"/>
                <a:pathLst>
                  <a:path w="1839" h="2190" extrusionOk="0">
                    <a:moveTo>
                      <a:pt x="1204" y="1"/>
                    </a:moveTo>
                    <a:cubicBezTo>
                      <a:pt x="786" y="168"/>
                      <a:pt x="452" y="485"/>
                      <a:pt x="251" y="886"/>
                    </a:cubicBezTo>
                    <a:cubicBezTo>
                      <a:pt x="51" y="1287"/>
                      <a:pt x="1" y="1755"/>
                      <a:pt x="118" y="2190"/>
                    </a:cubicBezTo>
                    <a:lnTo>
                      <a:pt x="1839" y="1337"/>
                    </a:lnTo>
                    <a:lnTo>
                      <a:pt x="1204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2107;p43">
                <a:extLst>
                  <a:ext uri="{FF2B5EF4-FFF2-40B4-BE49-F238E27FC236}">
                    <a16:creationId xmlns:a16="http://schemas.microsoft.com/office/drawing/2014/main" id="{B37F6594-AF96-EC1A-BDD6-0A0472BE0350}"/>
                  </a:ext>
                </a:extLst>
              </p:cNvPr>
              <p:cNvSpPr/>
              <p:nvPr/>
            </p:nvSpPr>
            <p:spPr>
              <a:xfrm>
                <a:off x="2437753" y="4742992"/>
                <a:ext cx="2692" cy="10352"/>
              </a:xfrm>
              <a:custGeom>
                <a:avLst/>
                <a:gdLst/>
                <a:ahLst/>
                <a:cxnLst/>
                <a:rect l="l" t="t" r="r" b="b"/>
                <a:pathLst>
                  <a:path w="84" h="323" extrusionOk="0">
                    <a:moveTo>
                      <a:pt x="45" y="1"/>
                    </a:moveTo>
                    <a:cubicBezTo>
                      <a:pt x="27" y="1"/>
                      <a:pt x="0" y="64"/>
                      <a:pt x="0" y="154"/>
                    </a:cubicBezTo>
                    <a:cubicBezTo>
                      <a:pt x="0" y="245"/>
                      <a:pt x="42" y="323"/>
                      <a:pt x="62" y="323"/>
                    </a:cubicBezTo>
                    <a:cubicBezTo>
                      <a:pt x="64" y="323"/>
                      <a:pt x="66" y="322"/>
                      <a:pt x="67" y="321"/>
                    </a:cubicBezTo>
                    <a:cubicBezTo>
                      <a:pt x="84" y="321"/>
                      <a:pt x="67" y="254"/>
                      <a:pt x="67" y="154"/>
                    </a:cubicBezTo>
                    <a:cubicBezTo>
                      <a:pt x="67" y="70"/>
                      <a:pt x="67" y="3"/>
                      <a:pt x="51" y="3"/>
                    </a:cubicBezTo>
                    <a:cubicBezTo>
                      <a:pt x="49" y="2"/>
                      <a:pt x="47" y="1"/>
                      <a:pt x="4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2108;p43">
                <a:extLst>
                  <a:ext uri="{FF2B5EF4-FFF2-40B4-BE49-F238E27FC236}">
                    <a16:creationId xmlns:a16="http://schemas.microsoft.com/office/drawing/2014/main" id="{9E817791-D461-6E90-9478-8F1D11AF0233}"/>
                  </a:ext>
                </a:extLst>
              </p:cNvPr>
              <p:cNvSpPr/>
              <p:nvPr/>
            </p:nvSpPr>
            <p:spPr>
              <a:xfrm>
                <a:off x="2440413" y="4723281"/>
                <a:ext cx="4327" cy="8686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71" extrusionOk="0">
                    <a:moveTo>
                      <a:pt x="118" y="0"/>
                    </a:moveTo>
                    <a:cubicBezTo>
                      <a:pt x="101" y="0"/>
                      <a:pt x="68" y="50"/>
                      <a:pt x="34" y="134"/>
                    </a:cubicBezTo>
                    <a:cubicBezTo>
                      <a:pt x="18" y="201"/>
                      <a:pt x="1" y="267"/>
                      <a:pt x="18" y="267"/>
                    </a:cubicBezTo>
                    <a:cubicBezTo>
                      <a:pt x="19" y="269"/>
                      <a:pt x="21" y="270"/>
                      <a:pt x="23" y="270"/>
                    </a:cubicBezTo>
                    <a:cubicBezTo>
                      <a:pt x="41" y="270"/>
                      <a:pt x="71" y="210"/>
                      <a:pt x="101" y="150"/>
                    </a:cubicBezTo>
                    <a:cubicBezTo>
                      <a:pt x="118" y="67"/>
                      <a:pt x="135" y="17"/>
                      <a:pt x="1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2109;p43">
                <a:extLst>
                  <a:ext uri="{FF2B5EF4-FFF2-40B4-BE49-F238E27FC236}">
                    <a16:creationId xmlns:a16="http://schemas.microsoft.com/office/drawing/2014/main" id="{8C8EA332-7858-955B-6824-FD08036F541C}"/>
                  </a:ext>
                </a:extLst>
              </p:cNvPr>
              <p:cNvSpPr/>
              <p:nvPr/>
            </p:nvSpPr>
            <p:spPr>
              <a:xfrm>
                <a:off x="2449515" y="4709051"/>
                <a:ext cx="7532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235" h="227" extrusionOk="0">
                    <a:moveTo>
                      <a:pt x="211" y="0"/>
                    </a:moveTo>
                    <a:cubicBezTo>
                      <a:pt x="181" y="0"/>
                      <a:pt x="129" y="15"/>
                      <a:pt x="85" y="60"/>
                    </a:cubicBezTo>
                    <a:cubicBezTo>
                      <a:pt x="1" y="143"/>
                      <a:pt x="1" y="227"/>
                      <a:pt x="18" y="227"/>
                    </a:cubicBezTo>
                    <a:cubicBezTo>
                      <a:pt x="34" y="227"/>
                      <a:pt x="68" y="177"/>
                      <a:pt x="118" y="110"/>
                    </a:cubicBezTo>
                    <a:cubicBezTo>
                      <a:pt x="185" y="60"/>
                      <a:pt x="235" y="26"/>
                      <a:pt x="235" y="10"/>
                    </a:cubicBezTo>
                    <a:cubicBezTo>
                      <a:pt x="235" y="4"/>
                      <a:pt x="226" y="0"/>
                      <a:pt x="21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2110;p43">
                <a:extLst>
                  <a:ext uri="{FF2B5EF4-FFF2-40B4-BE49-F238E27FC236}">
                    <a16:creationId xmlns:a16="http://schemas.microsoft.com/office/drawing/2014/main" id="{B622AC62-E0DD-4DE5-E996-CD1208A2081D}"/>
                  </a:ext>
                </a:extLst>
              </p:cNvPr>
              <p:cNvSpPr/>
              <p:nvPr/>
            </p:nvSpPr>
            <p:spPr>
              <a:xfrm>
                <a:off x="2462912" y="4700558"/>
                <a:ext cx="4872" cy="4199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31" extrusionOk="0">
                    <a:moveTo>
                      <a:pt x="118" y="1"/>
                    </a:moveTo>
                    <a:cubicBezTo>
                      <a:pt x="100" y="1"/>
                      <a:pt x="75" y="16"/>
                      <a:pt x="51" y="41"/>
                    </a:cubicBezTo>
                    <a:cubicBezTo>
                      <a:pt x="17" y="74"/>
                      <a:pt x="1" y="124"/>
                      <a:pt x="17" y="124"/>
                    </a:cubicBezTo>
                    <a:cubicBezTo>
                      <a:pt x="22" y="129"/>
                      <a:pt x="28" y="131"/>
                      <a:pt x="34" y="131"/>
                    </a:cubicBezTo>
                    <a:cubicBezTo>
                      <a:pt x="52" y="131"/>
                      <a:pt x="76" y="115"/>
                      <a:pt x="101" y="91"/>
                    </a:cubicBezTo>
                    <a:cubicBezTo>
                      <a:pt x="134" y="57"/>
                      <a:pt x="151" y="24"/>
                      <a:pt x="134" y="7"/>
                    </a:cubicBezTo>
                    <a:cubicBezTo>
                      <a:pt x="130" y="3"/>
                      <a:pt x="124" y="1"/>
                      <a:pt x="11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" name="Google Shape;2111;p43">
              <a:extLst>
                <a:ext uri="{FF2B5EF4-FFF2-40B4-BE49-F238E27FC236}">
                  <a16:creationId xmlns:a16="http://schemas.microsoft.com/office/drawing/2014/main" id="{D93102A6-9009-F01C-1635-07BD09605680}"/>
                </a:ext>
              </a:extLst>
            </p:cNvPr>
            <p:cNvSpPr/>
            <p:nvPr/>
          </p:nvSpPr>
          <p:spPr>
            <a:xfrm>
              <a:off x="1244119" y="4622449"/>
              <a:ext cx="74997" cy="28012"/>
            </a:xfrm>
            <a:custGeom>
              <a:avLst/>
              <a:gdLst/>
              <a:ahLst/>
              <a:cxnLst/>
              <a:rect l="l" t="t" r="r" b="b"/>
              <a:pathLst>
                <a:path w="2340" h="874" extrusionOk="0">
                  <a:moveTo>
                    <a:pt x="1420" y="1"/>
                  </a:moveTo>
                  <a:cubicBezTo>
                    <a:pt x="973" y="1"/>
                    <a:pt x="533" y="188"/>
                    <a:pt x="217" y="539"/>
                  </a:cubicBezTo>
                  <a:cubicBezTo>
                    <a:pt x="150" y="606"/>
                    <a:pt x="100" y="690"/>
                    <a:pt x="50" y="773"/>
                  </a:cubicBezTo>
                  <a:cubicBezTo>
                    <a:pt x="33" y="807"/>
                    <a:pt x="17" y="840"/>
                    <a:pt x="0" y="874"/>
                  </a:cubicBezTo>
                  <a:cubicBezTo>
                    <a:pt x="17" y="874"/>
                    <a:pt x="84" y="740"/>
                    <a:pt x="251" y="573"/>
                  </a:cubicBezTo>
                  <a:cubicBezTo>
                    <a:pt x="571" y="241"/>
                    <a:pt x="1001" y="68"/>
                    <a:pt x="1439" y="68"/>
                  </a:cubicBezTo>
                  <a:cubicBezTo>
                    <a:pt x="1617" y="68"/>
                    <a:pt x="1797" y="97"/>
                    <a:pt x="1972" y="155"/>
                  </a:cubicBezTo>
                  <a:cubicBezTo>
                    <a:pt x="2206" y="222"/>
                    <a:pt x="2323" y="305"/>
                    <a:pt x="2339" y="305"/>
                  </a:cubicBezTo>
                  <a:cubicBezTo>
                    <a:pt x="2306" y="272"/>
                    <a:pt x="2272" y="255"/>
                    <a:pt x="2256" y="239"/>
                  </a:cubicBezTo>
                  <a:cubicBezTo>
                    <a:pt x="2172" y="189"/>
                    <a:pt x="2072" y="138"/>
                    <a:pt x="1988" y="105"/>
                  </a:cubicBezTo>
                  <a:cubicBezTo>
                    <a:pt x="1803" y="35"/>
                    <a:pt x="1611" y="1"/>
                    <a:pt x="14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" name="Google Shape;2112;p43">
              <a:extLst>
                <a:ext uri="{FF2B5EF4-FFF2-40B4-BE49-F238E27FC236}">
                  <a16:creationId xmlns:a16="http://schemas.microsoft.com/office/drawing/2014/main" id="{D5631CA2-5EC9-F86F-F43E-C0C3EE323436}"/>
                </a:ext>
              </a:extLst>
            </p:cNvPr>
            <p:cNvSpPr/>
            <p:nvPr/>
          </p:nvSpPr>
          <p:spPr>
            <a:xfrm>
              <a:off x="1042204" y="4554567"/>
              <a:ext cx="260310" cy="121053"/>
            </a:xfrm>
            <a:custGeom>
              <a:avLst/>
              <a:gdLst/>
              <a:ahLst/>
              <a:cxnLst/>
              <a:rect l="l" t="t" r="r" b="b"/>
              <a:pathLst>
                <a:path w="8122" h="3777" extrusionOk="0">
                  <a:moveTo>
                    <a:pt x="1" y="1"/>
                  </a:moveTo>
                  <a:cubicBezTo>
                    <a:pt x="18" y="17"/>
                    <a:pt x="51" y="34"/>
                    <a:pt x="68" y="51"/>
                  </a:cubicBezTo>
                  <a:cubicBezTo>
                    <a:pt x="151" y="84"/>
                    <a:pt x="218" y="134"/>
                    <a:pt x="302" y="168"/>
                  </a:cubicBezTo>
                  <a:lnTo>
                    <a:pt x="1154" y="619"/>
                  </a:lnTo>
                  <a:cubicBezTo>
                    <a:pt x="1872" y="987"/>
                    <a:pt x="2891" y="1471"/>
                    <a:pt x="4011" y="2006"/>
                  </a:cubicBezTo>
                  <a:cubicBezTo>
                    <a:pt x="5130" y="2524"/>
                    <a:pt x="6150" y="2975"/>
                    <a:pt x="6902" y="3292"/>
                  </a:cubicBezTo>
                  <a:lnTo>
                    <a:pt x="7787" y="3660"/>
                  </a:lnTo>
                  <a:cubicBezTo>
                    <a:pt x="7887" y="3693"/>
                    <a:pt x="7954" y="3727"/>
                    <a:pt x="8038" y="3743"/>
                  </a:cubicBezTo>
                  <a:lnTo>
                    <a:pt x="7804" y="3627"/>
                  </a:lnTo>
                  <a:lnTo>
                    <a:pt x="6918" y="3242"/>
                  </a:lnTo>
                  <a:cubicBezTo>
                    <a:pt x="6183" y="2925"/>
                    <a:pt x="5164" y="2457"/>
                    <a:pt x="4028" y="1939"/>
                  </a:cubicBezTo>
                  <a:cubicBezTo>
                    <a:pt x="2908" y="1421"/>
                    <a:pt x="1906" y="936"/>
                    <a:pt x="1170" y="569"/>
                  </a:cubicBezTo>
                  <a:lnTo>
                    <a:pt x="318" y="151"/>
                  </a:lnTo>
                  <a:lnTo>
                    <a:pt x="84" y="34"/>
                  </a:lnTo>
                  <a:cubicBezTo>
                    <a:pt x="51" y="17"/>
                    <a:pt x="18" y="17"/>
                    <a:pt x="1" y="1"/>
                  </a:cubicBezTo>
                  <a:close/>
                  <a:moveTo>
                    <a:pt x="8038" y="3743"/>
                  </a:moveTo>
                  <a:cubicBezTo>
                    <a:pt x="8054" y="3760"/>
                    <a:pt x="8088" y="3777"/>
                    <a:pt x="8121" y="3777"/>
                  </a:cubicBezTo>
                  <a:cubicBezTo>
                    <a:pt x="8088" y="3760"/>
                    <a:pt x="8071" y="3743"/>
                    <a:pt x="8038" y="374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065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2BC1E-56C9-01F5-C01F-412CDE8C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: esquinas redondeadas 4">
            <a:extLst>
              <a:ext uri="{FF2B5EF4-FFF2-40B4-BE49-F238E27FC236}">
                <a16:creationId xmlns:a16="http://schemas.microsoft.com/office/drawing/2014/main" id="{5D6A6E42-1A4A-838F-6CB9-3B465D3FDD22}"/>
              </a:ext>
            </a:extLst>
          </p:cNvPr>
          <p:cNvSpPr txBox="1"/>
          <p:nvPr/>
        </p:nvSpPr>
        <p:spPr>
          <a:xfrm>
            <a:off x="9426051" y="1683651"/>
            <a:ext cx="2392071" cy="59397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4912" tIns="184912" rIns="184912" bIns="99060" numCol="1" spcCol="1270" anchor="t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b="1" dirty="0"/>
              <a:t>Visita Extraordinarias</a:t>
            </a:r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44506D07-7BEE-79D9-5E7F-3592327645A6}"/>
              </a:ext>
            </a:extLst>
          </p:cNvPr>
          <p:cNvSpPr txBox="1"/>
          <p:nvPr/>
        </p:nvSpPr>
        <p:spPr>
          <a:xfrm>
            <a:off x="4013869" y="6237144"/>
            <a:ext cx="9975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Certificación Cinco (5) días hábiles siguientes de terminar la EP</a:t>
            </a:r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02BD6A50-D9C0-459B-467C-574503C79383}"/>
              </a:ext>
            </a:extLst>
          </p:cNvPr>
          <p:cNvGrpSpPr>
            <a:grpSpLocks/>
          </p:cNvGrpSpPr>
          <p:nvPr/>
        </p:nvGrpSpPr>
        <p:grpSpPr bwMode="auto">
          <a:xfrm rot="4976862" flipH="1">
            <a:off x="3549527" y="6116821"/>
            <a:ext cx="493705" cy="600302"/>
            <a:chOff x="1944" y="1111"/>
            <a:chExt cx="204" cy="196"/>
          </a:xfrm>
        </p:grpSpPr>
        <p:pic>
          <p:nvPicPr>
            <p:cNvPr id="19" name="Picture 10" descr="circuler_1">
              <a:extLst>
                <a:ext uri="{FF2B5EF4-FFF2-40B4-BE49-F238E27FC236}">
                  <a16:creationId xmlns:a16="http://schemas.microsoft.com/office/drawing/2014/main" id="{12F6F9C1-F5EF-C813-ABA9-3B234249A8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H="1">
              <a:off x="1961" y="1124"/>
              <a:ext cx="174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Oval 11">
              <a:extLst>
                <a:ext uri="{FF2B5EF4-FFF2-40B4-BE49-F238E27FC236}">
                  <a16:creationId xmlns:a16="http://schemas.microsoft.com/office/drawing/2014/main" id="{90DEC6A1-DF8F-B814-2F63-8C5ECC879CE2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1962" y="1124"/>
              <a:ext cx="173" cy="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grpSp>
          <p:nvGrpSpPr>
            <p:cNvPr id="27" name="Group 12">
              <a:extLst>
                <a:ext uri="{FF2B5EF4-FFF2-40B4-BE49-F238E27FC236}">
                  <a16:creationId xmlns:a16="http://schemas.microsoft.com/office/drawing/2014/main" id="{BDD31C06-7955-B998-42F3-C86173C83DA1}"/>
                </a:ext>
              </a:extLst>
            </p:cNvPr>
            <p:cNvGrpSpPr>
              <a:grpSpLocks/>
            </p:cNvGrpSpPr>
            <p:nvPr/>
          </p:nvGrpSpPr>
          <p:grpSpPr bwMode="auto">
            <a:xfrm rot="1297425" flipV="1">
              <a:off x="1971" y="1258"/>
              <a:ext cx="151" cy="37"/>
              <a:chOff x="2532" y="1051"/>
              <a:chExt cx="893" cy="246"/>
            </a:xfrm>
          </p:grpSpPr>
          <p:grpSp>
            <p:nvGrpSpPr>
              <p:cNvPr id="30" name="Group 13">
                <a:extLst>
                  <a:ext uri="{FF2B5EF4-FFF2-40B4-BE49-F238E27FC236}">
                    <a16:creationId xmlns:a16="http://schemas.microsoft.com/office/drawing/2014/main" id="{B8CD3E22-3D60-4BEF-5376-6D32F49FBF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1051"/>
                <a:ext cx="743" cy="185"/>
                <a:chOff x="1565" y="2568"/>
                <a:chExt cx="1118" cy="279"/>
              </a:xfrm>
            </p:grpSpPr>
            <p:sp>
              <p:nvSpPr>
                <p:cNvPr id="55" name="AutoShape 14">
                  <a:extLst>
                    <a:ext uri="{FF2B5EF4-FFF2-40B4-BE49-F238E27FC236}">
                      <a16:creationId xmlns:a16="http://schemas.microsoft.com/office/drawing/2014/main" id="{B6E8E20C-FF37-8357-4B29-C781FA0A98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56" name="AutoShape 15">
                  <a:extLst>
                    <a:ext uri="{FF2B5EF4-FFF2-40B4-BE49-F238E27FC236}">
                      <a16:creationId xmlns:a16="http://schemas.microsoft.com/office/drawing/2014/main" id="{CF7D6DFD-D844-38E9-9905-E399C10870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57" name="AutoShape 16">
                  <a:extLst>
                    <a:ext uri="{FF2B5EF4-FFF2-40B4-BE49-F238E27FC236}">
                      <a16:creationId xmlns:a16="http://schemas.microsoft.com/office/drawing/2014/main" id="{D7EE9CC4-3A24-5FAE-D3F8-3A7201CE8C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58" name="AutoShape 17">
                  <a:extLst>
                    <a:ext uri="{FF2B5EF4-FFF2-40B4-BE49-F238E27FC236}">
                      <a16:creationId xmlns:a16="http://schemas.microsoft.com/office/drawing/2014/main" id="{101580B0-F23E-28DB-9595-1394C36A09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0" name="Group 18">
                <a:extLst>
                  <a:ext uri="{FF2B5EF4-FFF2-40B4-BE49-F238E27FC236}">
                    <a16:creationId xmlns:a16="http://schemas.microsoft.com/office/drawing/2014/main" id="{369C7C29-8B8F-E8DE-544A-D3F55E8C97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353540">
                <a:off x="2682" y="1111"/>
                <a:ext cx="743" cy="186"/>
                <a:chOff x="1565" y="2568"/>
                <a:chExt cx="1118" cy="279"/>
              </a:xfrm>
            </p:grpSpPr>
            <p:sp>
              <p:nvSpPr>
                <p:cNvPr id="51" name="AutoShape 19">
                  <a:extLst>
                    <a:ext uri="{FF2B5EF4-FFF2-40B4-BE49-F238E27FC236}">
                      <a16:creationId xmlns:a16="http://schemas.microsoft.com/office/drawing/2014/main" id="{CD685691-4B7A-5B3C-9554-6947A89BC4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52" name="AutoShape 20">
                  <a:extLst>
                    <a:ext uri="{FF2B5EF4-FFF2-40B4-BE49-F238E27FC236}">
                      <a16:creationId xmlns:a16="http://schemas.microsoft.com/office/drawing/2014/main" id="{B85374F1-572F-CA05-800A-48014DB949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53" name="AutoShape 21">
                  <a:extLst>
                    <a:ext uri="{FF2B5EF4-FFF2-40B4-BE49-F238E27FC236}">
                      <a16:creationId xmlns:a16="http://schemas.microsoft.com/office/drawing/2014/main" id="{60B51957-A6CE-D7A5-A392-7AC1D1C16D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54" name="AutoShape 22">
                  <a:extLst>
                    <a:ext uri="{FF2B5EF4-FFF2-40B4-BE49-F238E27FC236}">
                      <a16:creationId xmlns:a16="http://schemas.microsoft.com/office/drawing/2014/main" id="{D9BFB5F3-F54D-23AA-794D-4B3985F6EC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</p:grpSp>
        <p:sp>
          <p:nvSpPr>
            <p:cNvPr id="28" name="Arc 23">
              <a:extLst>
                <a:ext uri="{FF2B5EF4-FFF2-40B4-BE49-F238E27FC236}">
                  <a16:creationId xmlns:a16="http://schemas.microsoft.com/office/drawing/2014/main" id="{8BCE63D6-8664-3A8A-F295-F0DDE388BA75}"/>
                </a:ext>
              </a:extLst>
            </p:cNvPr>
            <p:cNvSpPr>
              <a:spLocks/>
            </p:cNvSpPr>
            <p:nvPr/>
          </p:nvSpPr>
          <p:spPr bwMode="gray">
            <a:xfrm rot="25447716">
              <a:off x="1948" y="1107"/>
              <a:ext cx="196" cy="20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603 w 43200"/>
                <a:gd name="T1" fmla="*/ 33545 h 43155"/>
                <a:gd name="T2" fmla="*/ 22996 w 43200"/>
                <a:gd name="T3" fmla="*/ 43155 h 43155"/>
                <a:gd name="T4" fmla="*/ 21600 w 43200"/>
                <a:gd name="T5" fmla="*/ 21600 h 43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155" fill="none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</a:path>
                <a:path w="43200" h="43155" stroke="0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pic>
          <p:nvPicPr>
            <p:cNvPr id="29" name="Picture 24" descr="light_shadow1">
              <a:extLst>
                <a:ext uri="{FF2B5EF4-FFF2-40B4-BE49-F238E27FC236}">
                  <a16:creationId xmlns:a16="http://schemas.microsoft.com/office/drawing/2014/main" id="{DE34A389-21A4-2E5E-2E2A-9028A92848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740"/>
            <a:stretch>
              <a:fillRect/>
            </a:stretch>
          </p:blipFill>
          <p:spPr bwMode="gray">
            <a:xfrm rot="2569845" flipH="1">
              <a:off x="2015" y="1139"/>
              <a:ext cx="129" cy="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9" name="Título 1">
            <a:extLst>
              <a:ext uri="{FF2B5EF4-FFF2-40B4-BE49-F238E27FC236}">
                <a16:creationId xmlns:a16="http://schemas.microsoft.com/office/drawing/2014/main" id="{BB064148-5438-58C9-BE89-FFD327576ADD}"/>
              </a:ext>
            </a:extLst>
          </p:cNvPr>
          <p:cNvSpPr txBox="1">
            <a:spLocks/>
          </p:cNvSpPr>
          <p:nvPr/>
        </p:nvSpPr>
        <p:spPr>
          <a:xfrm>
            <a:off x="477655" y="32261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>
                <a:solidFill>
                  <a:schemeClr val="bg1"/>
                </a:solidFill>
                <a:latin typeface="Work Sans Medium" pitchFamily="2" charset="77"/>
              </a:rPr>
              <a:t>M5 – Visita Evaluación Final y Certificación</a:t>
            </a:r>
            <a:endParaRPr lang="es-ES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88CF42F-C25A-FD37-6F1E-A84F5EE16400}"/>
              </a:ext>
            </a:extLst>
          </p:cNvPr>
          <p:cNvSpPr txBox="1"/>
          <p:nvPr/>
        </p:nvSpPr>
        <p:spPr>
          <a:xfrm>
            <a:off x="380844" y="2572051"/>
            <a:ext cx="2425584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ES" sz="1600" kern="1200" dirty="0">
                <a:solidFill>
                  <a:schemeClr val="tx1"/>
                </a:solidFill>
              </a:rPr>
              <a:t>Agendar atención a grupos asignados</a:t>
            </a:r>
          </a:p>
        </p:txBody>
      </p:sp>
      <p:sp>
        <p:nvSpPr>
          <p:cNvPr id="61" name="Flecha: a la derecha 60">
            <a:extLst>
              <a:ext uri="{FF2B5EF4-FFF2-40B4-BE49-F238E27FC236}">
                <a16:creationId xmlns:a16="http://schemas.microsoft.com/office/drawing/2014/main" id="{A320F380-1AF2-2BD2-930F-88FF17FEB31A}"/>
              </a:ext>
            </a:extLst>
          </p:cNvPr>
          <p:cNvSpPr/>
          <p:nvPr/>
        </p:nvSpPr>
        <p:spPr>
          <a:xfrm>
            <a:off x="2962520" y="2027535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62" name="Flecha: a la derecha 61">
            <a:extLst>
              <a:ext uri="{FF2B5EF4-FFF2-40B4-BE49-F238E27FC236}">
                <a16:creationId xmlns:a16="http://schemas.microsoft.com/office/drawing/2014/main" id="{F71C875D-D998-94CD-8AE1-28127E3CD607}"/>
              </a:ext>
            </a:extLst>
          </p:cNvPr>
          <p:cNvSpPr/>
          <p:nvPr/>
        </p:nvSpPr>
        <p:spPr>
          <a:xfrm>
            <a:off x="5929704" y="2062771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sp>
        <p:nvSpPr>
          <p:cNvPr id="63" name="Flecha: a la derecha 62">
            <a:extLst>
              <a:ext uri="{FF2B5EF4-FFF2-40B4-BE49-F238E27FC236}">
                <a16:creationId xmlns:a16="http://schemas.microsoft.com/office/drawing/2014/main" id="{55079A94-8C81-BFA1-CE22-6FF56B7471C4}"/>
              </a:ext>
            </a:extLst>
          </p:cNvPr>
          <p:cNvSpPr/>
          <p:nvPr/>
        </p:nvSpPr>
        <p:spPr>
          <a:xfrm>
            <a:off x="8959371" y="2043193"/>
            <a:ext cx="440098" cy="235363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7B6FC88E-6EDA-2801-FACA-4FF3DE9C271B}"/>
              </a:ext>
            </a:extLst>
          </p:cNvPr>
          <p:cNvGrpSpPr/>
          <p:nvPr/>
        </p:nvGrpSpPr>
        <p:grpSpPr>
          <a:xfrm>
            <a:off x="123847" y="1620663"/>
            <a:ext cx="3019120" cy="934508"/>
            <a:chOff x="3108" y="-867"/>
            <a:chExt cx="3867569" cy="1381989"/>
          </a:xfrm>
        </p:grpSpPr>
        <p:sp>
          <p:nvSpPr>
            <p:cNvPr id="65" name="Rectángulo: esquinas redondeadas 64">
              <a:extLst>
                <a:ext uri="{FF2B5EF4-FFF2-40B4-BE49-F238E27FC236}">
                  <a16:creationId xmlns:a16="http://schemas.microsoft.com/office/drawing/2014/main" id="{C375C188-954D-3FB7-AC6E-8DFA83CA435A}"/>
                </a:ext>
              </a:extLst>
            </p:cNvPr>
            <p:cNvSpPr/>
            <p:nvPr/>
          </p:nvSpPr>
          <p:spPr>
            <a:xfrm>
              <a:off x="3108" y="168613"/>
              <a:ext cx="3453774" cy="121250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66" name="Rectángulo: esquinas redondeadas 4">
              <a:extLst>
                <a:ext uri="{FF2B5EF4-FFF2-40B4-BE49-F238E27FC236}">
                  <a16:creationId xmlns:a16="http://schemas.microsoft.com/office/drawing/2014/main" id="{1ADF736E-0FA0-F385-7ABF-B55A15D39A86}"/>
                </a:ext>
              </a:extLst>
            </p:cNvPr>
            <p:cNvSpPr txBox="1"/>
            <p:nvPr/>
          </p:nvSpPr>
          <p:spPr>
            <a:xfrm>
              <a:off x="3108" y="-867"/>
              <a:ext cx="3867569" cy="9879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lvl="0"/>
              <a:r>
                <a:rPr lang="es-CO" sz="2000" b="1" dirty="0"/>
                <a:t>Programación Atención </a:t>
              </a:r>
            </a:p>
          </p:txBody>
        </p:sp>
      </p:grp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15D83888-B97E-5524-BBD4-1F8B0C1C4E9C}"/>
              </a:ext>
            </a:extLst>
          </p:cNvPr>
          <p:cNvSpPr/>
          <p:nvPr/>
        </p:nvSpPr>
        <p:spPr>
          <a:xfrm>
            <a:off x="305380" y="2429081"/>
            <a:ext cx="2501048" cy="2808256"/>
          </a:xfrm>
          <a:prstGeom prst="roundRect">
            <a:avLst>
              <a:gd name="adj" fmla="val 1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FC749DFB-CE7C-730F-76CA-7C029823F361}"/>
              </a:ext>
            </a:extLst>
          </p:cNvPr>
          <p:cNvSpPr txBox="1"/>
          <p:nvPr/>
        </p:nvSpPr>
        <p:spPr>
          <a:xfrm>
            <a:off x="533244" y="2724451"/>
            <a:ext cx="2425584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 indent="-228600" algn="l" defTabSz="11557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ES" sz="1600" kern="1200" dirty="0">
                <a:solidFill>
                  <a:schemeClr val="tx1"/>
                </a:solidFill>
              </a:rPr>
              <a:t>Agendar atención a grupos asignados</a:t>
            </a:r>
          </a:p>
        </p:txBody>
      </p:sp>
      <p:sp>
        <p:nvSpPr>
          <p:cNvPr id="69" name="Rectángulo: esquinas redondeadas 4">
            <a:extLst>
              <a:ext uri="{FF2B5EF4-FFF2-40B4-BE49-F238E27FC236}">
                <a16:creationId xmlns:a16="http://schemas.microsoft.com/office/drawing/2014/main" id="{FD16813A-5DB0-FF3A-83DF-CD3BAFBA5335}"/>
              </a:ext>
            </a:extLst>
          </p:cNvPr>
          <p:cNvSpPr txBox="1"/>
          <p:nvPr/>
        </p:nvSpPr>
        <p:spPr>
          <a:xfrm>
            <a:off x="3468192" y="1699421"/>
            <a:ext cx="2392071" cy="7980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184912" tIns="184912" rIns="184912" bIns="99060" numCol="1" spcCol="1270" anchor="t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2000" b="1" dirty="0">
                <a:solidFill>
                  <a:schemeClr val="lt1"/>
                </a:solidFill>
              </a:rPr>
              <a:t>Recepción Documentos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D783EF3E-2221-C422-1E26-DC4FFE3C0964}"/>
              </a:ext>
            </a:extLst>
          </p:cNvPr>
          <p:cNvSpPr/>
          <p:nvPr/>
        </p:nvSpPr>
        <p:spPr>
          <a:xfrm>
            <a:off x="6393863" y="1772382"/>
            <a:ext cx="2499352" cy="798023"/>
          </a:xfrm>
          <a:prstGeom prst="roundRect">
            <a:avLst>
              <a:gd name="adj" fmla="val 1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s-ES" b="1" dirty="0">
                <a:solidFill>
                  <a:schemeClr val="lt1"/>
                </a:solidFill>
              </a:rPr>
              <a:t>Verificación de Documentos</a:t>
            </a:r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58AA16D7-A609-769C-E2C9-E3CE8D83A8EF}"/>
              </a:ext>
            </a:extLst>
          </p:cNvPr>
          <p:cNvGrpSpPr/>
          <p:nvPr/>
        </p:nvGrpSpPr>
        <p:grpSpPr>
          <a:xfrm>
            <a:off x="9426051" y="1683651"/>
            <a:ext cx="2392071" cy="890963"/>
            <a:chOff x="18822489" y="168613"/>
            <a:chExt cx="3905119" cy="1466288"/>
          </a:xfrm>
        </p:grpSpPr>
        <p:sp>
          <p:nvSpPr>
            <p:cNvPr id="72" name="Rectángulo: esquinas redondeadas 71">
              <a:extLst>
                <a:ext uri="{FF2B5EF4-FFF2-40B4-BE49-F238E27FC236}">
                  <a16:creationId xmlns:a16="http://schemas.microsoft.com/office/drawing/2014/main" id="{2423E253-78CC-9C73-C78F-47A656E65BF3}"/>
                </a:ext>
              </a:extLst>
            </p:cNvPr>
            <p:cNvSpPr/>
            <p:nvPr/>
          </p:nvSpPr>
          <p:spPr>
            <a:xfrm>
              <a:off x="18822489" y="168613"/>
              <a:ext cx="3905119" cy="1466288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73" name="Rectángulo: esquinas redondeadas 4">
              <a:extLst>
                <a:ext uri="{FF2B5EF4-FFF2-40B4-BE49-F238E27FC236}">
                  <a16:creationId xmlns:a16="http://schemas.microsoft.com/office/drawing/2014/main" id="{BE6C199D-7C46-7C71-B829-C3E3B2505397}"/>
                </a:ext>
              </a:extLst>
            </p:cNvPr>
            <p:cNvSpPr txBox="1"/>
            <p:nvPr/>
          </p:nvSpPr>
          <p:spPr>
            <a:xfrm>
              <a:off x="18822489" y="168613"/>
              <a:ext cx="3905119" cy="9775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4912" tIns="184912" rIns="184912" bIns="9906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O" b="1" dirty="0"/>
                <a:t>Radicación de Documentos</a:t>
              </a: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9A540205-8398-6853-3385-087637E4DF57}"/>
              </a:ext>
            </a:extLst>
          </p:cNvPr>
          <p:cNvGrpSpPr/>
          <p:nvPr/>
        </p:nvGrpSpPr>
        <p:grpSpPr>
          <a:xfrm>
            <a:off x="3308184" y="2503798"/>
            <a:ext cx="2623803" cy="4243654"/>
            <a:chOff x="7260529" y="3289630"/>
            <a:chExt cx="2177289" cy="6600388"/>
          </a:xfrm>
        </p:grpSpPr>
        <p:sp>
          <p:nvSpPr>
            <p:cNvPr id="75" name="Rectángulo: esquinas redondeadas 74">
              <a:extLst>
                <a:ext uri="{FF2B5EF4-FFF2-40B4-BE49-F238E27FC236}">
                  <a16:creationId xmlns:a16="http://schemas.microsoft.com/office/drawing/2014/main" id="{EC98F397-8B86-8DD6-94B4-7054E79B7A26}"/>
                </a:ext>
              </a:extLst>
            </p:cNvPr>
            <p:cNvSpPr/>
            <p:nvPr/>
          </p:nvSpPr>
          <p:spPr>
            <a:xfrm>
              <a:off x="7260529" y="3289630"/>
              <a:ext cx="2177289" cy="367201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76" name="Rectángulo: esquinas redondeadas 4">
              <a:extLst>
                <a:ext uri="{FF2B5EF4-FFF2-40B4-BE49-F238E27FC236}">
                  <a16:creationId xmlns:a16="http://schemas.microsoft.com/office/drawing/2014/main" id="{2C450D59-E5A4-8916-1D9C-F2D246316CB9}"/>
                </a:ext>
              </a:extLst>
            </p:cNvPr>
            <p:cNvSpPr txBox="1"/>
            <p:nvPr/>
          </p:nvSpPr>
          <p:spPr>
            <a:xfrm>
              <a:off x="7297624" y="3452698"/>
              <a:ext cx="2112196" cy="64373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dirty="0">
                  <a:solidFill>
                    <a:schemeClr val="tx1"/>
                  </a:solidFill>
                </a:rPr>
                <a:t>Recepción y revisión de documentos requeridos para precertificación</a:t>
              </a:r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79A1D2D4-7667-264A-FAC5-35B16359C84F}"/>
              </a:ext>
            </a:extLst>
          </p:cNvPr>
          <p:cNvGrpSpPr/>
          <p:nvPr/>
        </p:nvGrpSpPr>
        <p:grpSpPr>
          <a:xfrm>
            <a:off x="9287170" y="2340181"/>
            <a:ext cx="2509757" cy="3053768"/>
            <a:chOff x="19212476" y="249082"/>
            <a:chExt cx="4133873" cy="7396695"/>
          </a:xfrm>
        </p:grpSpPr>
        <p:sp>
          <p:nvSpPr>
            <p:cNvPr id="81" name="Rectángulo: esquinas redondeadas 80">
              <a:extLst>
                <a:ext uri="{FF2B5EF4-FFF2-40B4-BE49-F238E27FC236}">
                  <a16:creationId xmlns:a16="http://schemas.microsoft.com/office/drawing/2014/main" id="{AA2EE657-4810-60CE-DD8E-2FA776A8DF70}"/>
                </a:ext>
              </a:extLst>
            </p:cNvPr>
            <p:cNvSpPr/>
            <p:nvPr/>
          </p:nvSpPr>
          <p:spPr>
            <a:xfrm>
              <a:off x="19212476" y="414455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82" name="Rectángulo: esquinas redondeadas 4">
              <a:extLst>
                <a:ext uri="{FF2B5EF4-FFF2-40B4-BE49-F238E27FC236}">
                  <a16:creationId xmlns:a16="http://schemas.microsoft.com/office/drawing/2014/main" id="{A7FDC6F0-547B-8ACB-A578-A4EE2EEAA00B}"/>
                </a:ext>
              </a:extLst>
            </p:cNvPr>
            <p:cNvSpPr txBox="1"/>
            <p:nvPr/>
          </p:nvSpPr>
          <p:spPr>
            <a:xfrm>
              <a:off x="19441230" y="249082"/>
              <a:ext cx="3905119" cy="73966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688" tIns="170688" rIns="170688" bIns="170688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400" kern="1200" dirty="0">
                  <a:solidFill>
                    <a:schemeClr val="tx1"/>
                  </a:solidFill>
                </a:rPr>
                <a:t>Radicación de documentos de aprendices que cumplen con los requisitos.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400" kern="1200" dirty="0">
                  <a:solidFill>
                    <a:schemeClr val="tx1"/>
                  </a:solidFill>
                </a:rPr>
                <a:t>Validación de la Certificación de la ficha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400" kern="1200" dirty="0">
                <a:solidFill>
                  <a:schemeClr val="bg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16A9B449-4578-7856-58AE-48F52F9ACC9F}"/>
              </a:ext>
            </a:extLst>
          </p:cNvPr>
          <p:cNvGrpSpPr/>
          <p:nvPr/>
        </p:nvGrpSpPr>
        <p:grpSpPr>
          <a:xfrm>
            <a:off x="6319614" y="2320095"/>
            <a:ext cx="2743845" cy="2897685"/>
            <a:chOff x="12786040" y="158238"/>
            <a:chExt cx="3995055" cy="6926592"/>
          </a:xfrm>
        </p:grpSpPr>
        <p:sp>
          <p:nvSpPr>
            <p:cNvPr id="84" name="Rectángulo: esquinas redondeadas 83">
              <a:extLst>
                <a:ext uri="{FF2B5EF4-FFF2-40B4-BE49-F238E27FC236}">
                  <a16:creationId xmlns:a16="http://schemas.microsoft.com/office/drawing/2014/main" id="{AE421372-CF1F-C00C-E14E-928DA469A7DD}"/>
                </a:ext>
              </a:extLst>
            </p:cNvPr>
            <p:cNvSpPr/>
            <p:nvPr/>
          </p:nvSpPr>
          <p:spPr>
            <a:xfrm>
              <a:off x="12786040" y="418756"/>
              <a:ext cx="3905119" cy="666607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85" name="Rectángulo: esquinas redondeadas 4">
              <a:extLst>
                <a:ext uri="{FF2B5EF4-FFF2-40B4-BE49-F238E27FC236}">
                  <a16:creationId xmlns:a16="http://schemas.microsoft.com/office/drawing/2014/main" id="{34257FA8-BF1C-E0DC-89CE-59B9ECECB9CF}"/>
                </a:ext>
              </a:extLst>
            </p:cNvPr>
            <p:cNvSpPr txBox="1"/>
            <p:nvPr/>
          </p:nvSpPr>
          <p:spPr>
            <a:xfrm>
              <a:off x="13104729" y="158238"/>
              <a:ext cx="3676366" cy="64373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184912" rIns="184912" bIns="184912" numCol="1" spcCol="1270" anchor="t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kern="1200" dirty="0">
                  <a:solidFill>
                    <a:schemeClr val="tx1"/>
                  </a:solidFill>
                </a:rPr>
                <a:t>Verificación  del cumplimiento de los requisitos para la certificación de todos los aprendices que culminan su formación</a:t>
              </a: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kern="1200" dirty="0">
                  <a:solidFill>
                    <a:schemeClr val="tx1"/>
                  </a:solidFill>
                </a:rPr>
                <a:t>Emisión de Juicio de Evaluación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000" kern="1200" dirty="0">
                <a:solidFill>
                  <a:schemeClr val="tx1"/>
                </a:solidFill>
              </a:endParaRPr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O" sz="2600" kern="1200" dirty="0"/>
            </a:p>
          </p:txBody>
        </p:sp>
      </p:grpSp>
      <p:sp>
        <p:nvSpPr>
          <p:cNvPr id="86" name="CuadroTexto 5">
            <a:extLst>
              <a:ext uri="{FF2B5EF4-FFF2-40B4-BE49-F238E27FC236}">
                <a16:creationId xmlns:a16="http://schemas.microsoft.com/office/drawing/2014/main" id="{5420BF0A-B708-C97B-F85B-155698F3336F}"/>
              </a:ext>
            </a:extLst>
          </p:cNvPr>
          <p:cNvSpPr txBox="1"/>
          <p:nvPr/>
        </p:nvSpPr>
        <p:spPr>
          <a:xfrm>
            <a:off x="5623668" y="5588711"/>
            <a:ext cx="9975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Vista Cinco (5) días antes de finalizar la EP</a:t>
            </a:r>
          </a:p>
        </p:txBody>
      </p:sp>
      <p:grpSp>
        <p:nvGrpSpPr>
          <p:cNvPr id="87" name="Group 9">
            <a:extLst>
              <a:ext uri="{FF2B5EF4-FFF2-40B4-BE49-F238E27FC236}">
                <a16:creationId xmlns:a16="http://schemas.microsoft.com/office/drawing/2014/main" id="{9AE283C4-FCB3-789C-0D97-4EDEEB4F3960}"/>
              </a:ext>
            </a:extLst>
          </p:cNvPr>
          <p:cNvGrpSpPr>
            <a:grpSpLocks/>
          </p:cNvGrpSpPr>
          <p:nvPr/>
        </p:nvGrpSpPr>
        <p:grpSpPr bwMode="auto">
          <a:xfrm rot="4976862" flipH="1">
            <a:off x="5156630" y="5501110"/>
            <a:ext cx="493705" cy="600302"/>
            <a:chOff x="1944" y="1111"/>
            <a:chExt cx="204" cy="196"/>
          </a:xfrm>
        </p:grpSpPr>
        <p:pic>
          <p:nvPicPr>
            <p:cNvPr id="88" name="Picture 10" descr="circuler_1">
              <a:extLst>
                <a:ext uri="{FF2B5EF4-FFF2-40B4-BE49-F238E27FC236}">
                  <a16:creationId xmlns:a16="http://schemas.microsoft.com/office/drawing/2014/main" id="{0148FAB3-4294-02D0-D9B0-F13FF60B63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flipH="1">
              <a:off x="1961" y="1124"/>
              <a:ext cx="174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9" name="Oval 11">
              <a:extLst>
                <a:ext uri="{FF2B5EF4-FFF2-40B4-BE49-F238E27FC236}">
                  <a16:creationId xmlns:a16="http://schemas.microsoft.com/office/drawing/2014/main" id="{8366D52C-305B-B64C-1D42-E2C153F8E9A9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1962" y="1124"/>
              <a:ext cx="173" cy="1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grpSp>
          <p:nvGrpSpPr>
            <p:cNvPr id="90" name="Group 12">
              <a:extLst>
                <a:ext uri="{FF2B5EF4-FFF2-40B4-BE49-F238E27FC236}">
                  <a16:creationId xmlns:a16="http://schemas.microsoft.com/office/drawing/2014/main" id="{0BB31FC4-4CCB-D1A2-8807-610055A7323B}"/>
                </a:ext>
              </a:extLst>
            </p:cNvPr>
            <p:cNvGrpSpPr>
              <a:grpSpLocks/>
            </p:cNvGrpSpPr>
            <p:nvPr/>
          </p:nvGrpSpPr>
          <p:grpSpPr bwMode="auto">
            <a:xfrm rot="1297425" flipV="1">
              <a:off x="1971" y="1258"/>
              <a:ext cx="151" cy="37"/>
              <a:chOff x="2532" y="1051"/>
              <a:chExt cx="893" cy="246"/>
            </a:xfrm>
          </p:grpSpPr>
          <p:grpSp>
            <p:nvGrpSpPr>
              <p:cNvPr id="93" name="Group 13">
                <a:extLst>
                  <a:ext uri="{FF2B5EF4-FFF2-40B4-BE49-F238E27FC236}">
                    <a16:creationId xmlns:a16="http://schemas.microsoft.com/office/drawing/2014/main" id="{8CA877B1-1187-CC61-197F-844A2BBAA0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1051"/>
                <a:ext cx="743" cy="185"/>
                <a:chOff x="1565" y="2568"/>
                <a:chExt cx="1118" cy="279"/>
              </a:xfrm>
            </p:grpSpPr>
            <p:sp>
              <p:nvSpPr>
                <p:cNvPr id="99" name="AutoShape 14">
                  <a:extLst>
                    <a:ext uri="{FF2B5EF4-FFF2-40B4-BE49-F238E27FC236}">
                      <a16:creationId xmlns:a16="http://schemas.microsoft.com/office/drawing/2014/main" id="{C54BA6E9-0973-1C66-364E-28CC848959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100" name="AutoShape 15">
                  <a:extLst>
                    <a:ext uri="{FF2B5EF4-FFF2-40B4-BE49-F238E27FC236}">
                      <a16:creationId xmlns:a16="http://schemas.microsoft.com/office/drawing/2014/main" id="{BF7C8E90-9FA1-6C72-F1C9-7D86A040A8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101" name="AutoShape 16">
                  <a:extLst>
                    <a:ext uri="{FF2B5EF4-FFF2-40B4-BE49-F238E27FC236}">
                      <a16:creationId xmlns:a16="http://schemas.microsoft.com/office/drawing/2014/main" id="{E035654D-0E65-277C-4ACD-2C1CD0CB9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102" name="AutoShape 17">
                  <a:extLst>
                    <a:ext uri="{FF2B5EF4-FFF2-40B4-BE49-F238E27FC236}">
                      <a16:creationId xmlns:a16="http://schemas.microsoft.com/office/drawing/2014/main" id="{829A06A3-E996-2610-A5C2-BEA1ABA14E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grpSp>
            <p:nvGrpSpPr>
              <p:cNvPr id="94" name="Group 18">
                <a:extLst>
                  <a:ext uri="{FF2B5EF4-FFF2-40B4-BE49-F238E27FC236}">
                    <a16:creationId xmlns:a16="http://schemas.microsoft.com/office/drawing/2014/main" id="{E8DC425A-AC62-0FD2-FCB7-4FBFCF7865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353540">
                <a:off x="2682" y="1111"/>
                <a:ext cx="743" cy="186"/>
                <a:chOff x="1565" y="2568"/>
                <a:chExt cx="1118" cy="279"/>
              </a:xfrm>
            </p:grpSpPr>
            <p:sp>
              <p:nvSpPr>
                <p:cNvPr id="95" name="AutoShape 19">
                  <a:extLst>
                    <a:ext uri="{FF2B5EF4-FFF2-40B4-BE49-F238E27FC236}">
                      <a16:creationId xmlns:a16="http://schemas.microsoft.com/office/drawing/2014/main" id="{30A2CC78-07BC-A03E-E212-6E5D81ED6D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96" name="AutoShape 20">
                  <a:extLst>
                    <a:ext uri="{FF2B5EF4-FFF2-40B4-BE49-F238E27FC236}">
                      <a16:creationId xmlns:a16="http://schemas.microsoft.com/office/drawing/2014/main" id="{E6AF18BB-59DC-DF7F-5E06-9FE580887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97" name="AutoShape 21">
                  <a:extLst>
                    <a:ext uri="{FF2B5EF4-FFF2-40B4-BE49-F238E27FC236}">
                      <a16:creationId xmlns:a16="http://schemas.microsoft.com/office/drawing/2014/main" id="{BAC6E6F5-ABDE-011B-3CE0-B798B7FD8E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98" name="AutoShape 22">
                  <a:extLst>
                    <a:ext uri="{FF2B5EF4-FFF2-40B4-BE49-F238E27FC236}">
                      <a16:creationId xmlns:a16="http://schemas.microsoft.com/office/drawing/2014/main" id="{82CB9B7E-FE8A-931C-EFC1-A102045BB7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</p:grpSp>
        <p:sp>
          <p:nvSpPr>
            <p:cNvPr id="91" name="Arc 23">
              <a:extLst>
                <a:ext uri="{FF2B5EF4-FFF2-40B4-BE49-F238E27FC236}">
                  <a16:creationId xmlns:a16="http://schemas.microsoft.com/office/drawing/2014/main" id="{81122DE1-BC13-0FB5-C438-C8B177600142}"/>
                </a:ext>
              </a:extLst>
            </p:cNvPr>
            <p:cNvSpPr>
              <a:spLocks/>
            </p:cNvSpPr>
            <p:nvPr/>
          </p:nvSpPr>
          <p:spPr bwMode="gray">
            <a:xfrm rot="25447716">
              <a:off x="1948" y="1107"/>
              <a:ext cx="196" cy="20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603 w 43200"/>
                <a:gd name="T1" fmla="*/ 33545 h 43155"/>
                <a:gd name="T2" fmla="*/ 22996 w 43200"/>
                <a:gd name="T3" fmla="*/ 43155 h 43155"/>
                <a:gd name="T4" fmla="*/ 21600 w 43200"/>
                <a:gd name="T5" fmla="*/ 21600 h 43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155" fill="none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</a:path>
                <a:path w="43200" h="43155" stroke="0" extrusionOk="0">
                  <a:moveTo>
                    <a:pt x="3603" y="33544"/>
                  </a:moveTo>
                  <a:cubicBezTo>
                    <a:pt x="1253" y="30004"/>
                    <a:pt x="0" y="258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987"/>
                    <a:pt x="34359" y="42418"/>
                    <a:pt x="22995" y="43154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/>
            </a:p>
          </p:txBody>
        </p:sp>
        <p:pic>
          <p:nvPicPr>
            <p:cNvPr id="92" name="Picture 24" descr="light_shadow1">
              <a:extLst>
                <a:ext uri="{FF2B5EF4-FFF2-40B4-BE49-F238E27FC236}">
                  <a16:creationId xmlns:a16="http://schemas.microsoft.com/office/drawing/2014/main" id="{B6D4F41D-AA76-3844-859C-E38C3F0E93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740"/>
            <a:stretch>
              <a:fillRect/>
            </a:stretch>
          </p:blipFill>
          <p:spPr bwMode="gray">
            <a:xfrm rot="2569845" flipH="1">
              <a:off x="2015" y="1139"/>
              <a:ext cx="129" cy="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716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4" ma:contentTypeDescription="Crear nuevo documento." ma:contentTypeScope="" ma:versionID="9cceea161467e9937048645b52beb732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ec4adf18d12104a364fbb5a4b0ef5c6a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  <xsd:element ref="ns2:_x0031_01000547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0031_010005470" ma:index="31" nillable="true" ma:displayName="1010005470" ma:format="Dropdown" ma:list="UserInfo" ma:SharePointGroup="0" ma:internalName="_x0031_01000547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_ip_UnifiedCompliancePolicyProperties xmlns="http://schemas.microsoft.com/sharepoint/v3" xsi:nil="true"/>
    <FechayHora xmlns="edbb1c21-1b45-407e-8894-c97732534993" xsi:nil="true"/>
    <_x0031_010005470 xmlns="edbb1c21-1b45-407e-8894-c97732534993">
      <UserInfo>
        <DisplayName/>
        <AccountId xsi:nil="true"/>
        <AccountType/>
      </UserInfo>
    </_x0031_010005470>
  </documentManagement>
</p:properties>
</file>

<file path=customXml/itemProps1.xml><?xml version="1.0" encoding="utf-8"?>
<ds:datastoreItem xmlns:ds="http://schemas.openxmlformats.org/officeDocument/2006/customXml" ds:itemID="{1156FF67-278B-4407-BA9F-CB236082B3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8C6960-4F9C-450D-A3C4-CD298219DA18}"/>
</file>

<file path=customXml/itemProps3.xml><?xml version="1.0" encoding="utf-8"?>
<ds:datastoreItem xmlns:ds="http://schemas.openxmlformats.org/officeDocument/2006/customXml" ds:itemID="{EBA68DE0-9C36-4912-A9F7-2A0DDC47CDA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41dd0a9e-964d-48c8-9389-7445c2a187f7"/>
    <ds:schemaRef ds:uri="edbb1c21-1b45-407e-8894-c9773253499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3816</TotalTime>
  <Words>845</Words>
  <Application>Microsoft Office PowerPoint</Application>
  <PresentationFormat>Panorámica</PresentationFormat>
  <Paragraphs>171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Marlon .</cp:lastModifiedBy>
  <cp:revision>98</cp:revision>
  <dcterms:created xsi:type="dcterms:W3CDTF">2020-10-01T23:51:28Z</dcterms:created>
  <dcterms:modified xsi:type="dcterms:W3CDTF">2025-04-02T17:58:31Z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ContentTypeId">
    <vt:lpwstr>0x01010080239B14884FBB46AB47CE62E6B5D997</vt:lpwstr>
  </property>
  <property fmtid="{D5CDD505-2E9C-101B-9397-08002B2CF9AE}" pid="10" name="MediaServiceImageTags">
    <vt:lpwstr/>
  </property>
</Properties>
</file>