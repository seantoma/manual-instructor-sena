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8"/>
  </p:notesMasterIdLst>
  <p:sldIdLst>
    <p:sldId id="257" r:id="rId5"/>
    <p:sldId id="367" r:id="rId6"/>
    <p:sldId id="262" r:id="rId7"/>
  </p:sldIdLst>
  <p:sldSz cx="24384000" cy="1574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9432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9432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9432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9432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9432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9432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9432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9432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9432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96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300"/>
    <a:srgbClr val="E5F5FF"/>
    <a:srgbClr val="F8DCEB"/>
    <a:srgbClr val="FFBF93"/>
    <a:srgbClr val="FF6D00"/>
    <a:srgbClr val="FF7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84E00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19728"/>
              <a:satOff val="5580"/>
              <a:lumOff val="-12961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9808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0" autoAdjust="0"/>
    <p:restoredTop sz="0" autoAdjust="0"/>
  </p:normalViewPr>
  <p:slideViewPr>
    <p:cSldViewPr snapToGrid="0" snapToObjects="1">
      <p:cViewPr varScale="1">
        <p:scale>
          <a:sx n="30" d="100"/>
          <a:sy n="30" d="100"/>
        </p:scale>
        <p:origin x="1440" y="90"/>
      </p:cViewPr>
      <p:guideLst>
        <p:guide orient="horz" pos="496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4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guizamon Espinel Javier" userId="S::lejavier@sena.edu.co::3b56fa84-eebe-48ed-8d28-2c4139eb0572" providerId="AD" clId="Web-{FBB82D89-5140-EC44-39A0-D34548A62496}"/>
    <pc:docChg chg="mod">
      <pc:chgData name="Leguizamon Espinel Javier" userId="S::lejavier@sena.edu.co::3b56fa84-eebe-48ed-8d28-2c4139eb0572" providerId="AD" clId="Web-{FBB82D89-5140-EC44-39A0-D34548A62496}" dt="2022-07-18T21:47:35.961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364276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ítulo y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el título"/>
          <p:cNvSpPr txBox="1">
            <a:spLocks noGrp="1"/>
          </p:cNvSpPr>
          <p:nvPr>
            <p:ph type="title"/>
          </p:nvPr>
        </p:nvSpPr>
        <p:spPr>
          <a:xfrm>
            <a:off x="4833937" y="3319859"/>
            <a:ext cx="14716126" cy="4643438"/>
          </a:xfrm>
          <a:prstGeom prst="rect">
            <a:avLst/>
          </a:prstGeom>
        </p:spPr>
        <p:txBody>
          <a:bodyPr anchor="b"/>
          <a:lstStyle/>
          <a:p>
            <a:r>
              <a:t>Texto del título</a:t>
            </a:r>
          </a:p>
        </p:txBody>
      </p:sp>
      <p:sp>
        <p:nvSpPr>
          <p:cNvPr id="12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4833937" y="8088312"/>
            <a:ext cx="14716126" cy="1589485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800"/>
            </a:lvl1pPr>
            <a:lvl2pPr marL="0" indent="0" algn="ctr">
              <a:spcBef>
                <a:spcPts val="0"/>
              </a:spcBef>
              <a:buSzTx/>
              <a:buNone/>
              <a:defRPr sz="5800"/>
            </a:lvl2pPr>
            <a:lvl3pPr marL="0" indent="0" algn="ctr">
              <a:spcBef>
                <a:spcPts val="0"/>
              </a:spcBef>
              <a:buSzTx/>
              <a:buNone/>
              <a:defRPr sz="5800"/>
            </a:lvl3pPr>
            <a:lvl4pPr marL="0" indent="0" algn="ctr">
              <a:spcBef>
                <a:spcPts val="0"/>
              </a:spcBef>
              <a:buSzTx/>
              <a:buNone/>
              <a:defRPr sz="5800"/>
            </a:lvl4pPr>
            <a:lvl5pPr marL="0" indent="0" algn="ctr">
              <a:spcBef>
                <a:spcPts val="0"/>
              </a:spcBef>
              <a:buSzTx/>
              <a:buNone/>
              <a:defRPr sz="5800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3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n"/>
          <p:cNvSpPr>
            <a:spLocks noGrp="1"/>
          </p:cNvSpPr>
          <p:nvPr>
            <p:ph type="pic" sz="half" idx="13"/>
          </p:nvPr>
        </p:nvSpPr>
        <p:spPr>
          <a:xfrm>
            <a:off x="5325070" y="1962546"/>
            <a:ext cx="13722210" cy="830461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exto del título"/>
          <p:cNvSpPr txBox="1">
            <a:spLocks noGrp="1"/>
          </p:cNvSpPr>
          <p:nvPr>
            <p:ph type="title"/>
          </p:nvPr>
        </p:nvSpPr>
        <p:spPr>
          <a:xfrm>
            <a:off x="4833937" y="10463609"/>
            <a:ext cx="14716126" cy="2000251"/>
          </a:xfrm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22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4833937" y="12481718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800"/>
            </a:lvl1pPr>
            <a:lvl2pPr marL="0" indent="0" algn="ctr">
              <a:spcBef>
                <a:spcPts val="0"/>
              </a:spcBef>
              <a:buSzTx/>
              <a:buNone/>
              <a:defRPr sz="5800"/>
            </a:lvl2pPr>
            <a:lvl3pPr marL="0" indent="0" algn="ctr">
              <a:spcBef>
                <a:spcPts val="0"/>
              </a:spcBef>
              <a:buSzTx/>
              <a:buNone/>
              <a:defRPr sz="5800"/>
            </a:lvl3pPr>
            <a:lvl4pPr marL="0" indent="0" algn="ctr">
              <a:spcBef>
                <a:spcPts val="0"/>
              </a:spcBef>
              <a:buSzTx/>
              <a:buNone/>
              <a:defRPr sz="5800"/>
            </a:lvl4pPr>
            <a:lvl5pPr marL="0" indent="0" algn="ctr">
              <a:spcBef>
                <a:spcPts val="0"/>
              </a:spcBef>
              <a:buSzTx/>
              <a:buNone/>
              <a:defRPr sz="5800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23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(centr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o del título"/>
          <p:cNvSpPr txBox="1">
            <a:spLocks noGrp="1"/>
          </p:cNvSpPr>
          <p:nvPr>
            <p:ph type="title"/>
          </p:nvPr>
        </p:nvSpPr>
        <p:spPr>
          <a:xfrm>
            <a:off x="4833937" y="5552281"/>
            <a:ext cx="14716126" cy="4643438"/>
          </a:xfrm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3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n"/>
          <p:cNvSpPr>
            <a:spLocks noGrp="1"/>
          </p:cNvSpPr>
          <p:nvPr>
            <p:ph type="pic" sz="half" idx="13"/>
          </p:nvPr>
        </p:nvSpPr>
        <p:spPr>
          <a:xfrm>
            <a:off x="12495609" y="1914481"/>
            <a:ext cx="7500939" cy="1155501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exto del título"/>
          <p:cNvSpPr txBox="1">
            <a:spLocks noGrp="1"/>
          </p:cNvSpPr>
          <p:nvPr>
            <p:ph type="title"/>
          </p:nvPr>
        </p:nvSpPr>
        <p:spPr>
          <a:xfrm>
            <a:off x="4387453" y="1908968"/>
            <a:ext cx="7500938" cy="5607845"/>
          </a:xfrm>
          <a:prstGeom prst="rect">
            <a:avLst/>
          </a:prstGeom>
        </p:spPr>
        <p:txBody>
          <a:bodyPr anchor="b"/>
          <a:lstStyle>
            <a:lvl1pPr>
              <a:defRPr sz="9600"/>
            </a:lvl1pPr>
          </a:lstStyle>
          <a:p>
            <a:r>
              <a:t>Texto del título</a:t>
            </a:r>
          </a:p>
        </p:txBody>
      </p:sp>
      <p:sp>
        <p:nvSpPr>
          <p:cNvPr id="40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4387453" y="7659687"/>
            <a:ext cx="7500938" cy="5786438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800"/>
            </a:lvl1pPr>
            <a:lvl2pPr marL="0" indent="0" algn="ctr">
              <a:spcBef>
                <a:spcPts val="0"/>
              </a:spcBef>
              <a:buSzTx/>
              <a:buNone/>
              <a:defRPr sz="5800"/>
            </a:lvl2pPr>
            <a:lvl3pPr marL="0" indent="0" algn="ctr">
              <a:spcBef>
                <a:spcPts val="0"/>
              </a:spcBef>
              <a:buSzTx/>
              <a:buNone/>
              <a:defRPr sz="5800"/>
            </a:lvl3pPr>
            <a:lvl4pPr marL="0" indent="0" algn="ctr">
              <a:spcBef>
                <a:spcPts val="0"/>
              </a:spcBef>
              <a:buSzTx/>
              <a:buNone/>
              <a:defRPr sz="5800"/>
            </a:lvl4pPr>
            <a:lvl5pPr marL="0" indent="0" algn="ctr">
              <a:spcBef>
                <a:spcPts val="0"/>
              </a:spcBef>
              <a:buSzTx/>
              <a:buNone/>
              <a:defRPr sz="5800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(arrib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o del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49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o del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57" name="Nivel de texto 1…"/>
          <p:cNvSpPr txBox="1">
            <a:spLocks noGrp="1"/>
          </p:cNvSpPr>
          <p:nvPr>
            <p:ph type="body" sz="half" idx="1"/>
          </p:nvPr>
        </p:nvSpPr>
        <p:spPr>
          <a:xfrm>
            <a:off x="4387453" y="4659312"/>
            <a:ext cx="15609094" cy="8840392"/>
          </a:xfrm>
          <a:prstGeom prst="rect">
            <a:avLst/>
          </a:prstGeom>
        </p:spPr>
        <p:txBody>
          <a:bodyPr/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58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, viñetas y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n"/>
          <p:cNvSpPr>
            <a:spLocks noGrp="1"/>
          </p:cNvSpPr>
          <p:nvPr>
            <p:ph type="pic" sz="quarter" idx="13"/>
          </p:nvPr>
        </p:nvSpPr>
        <p:spPr>
          <a:xfrm>
            <a:off x="12495609" y="4659312"/>
            <a:ext cx="7500938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exto del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67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4387453" y="4659312"/>
            <a:ext cx="7500938" cy="8840392"/>
          </a:xfrm>
          <a:prstGeom prst="rect">
            <a:avLst/>
          </a:prstGeom>
        </p:spPr>
        <p:txBody>
          <a:bodyPr/>
          <a:lstStyle>
            <a:lvl1pPr marL="514350" indent="-514350">
              <a:spcBef>
                <a:spcPts val="5100"/>
              </a:spcBef>
              <a:defRPr sz="4200"/>
            </a:lvl1pPr>
            <a:lvl2pPr marL="857250" indent="-514350">
              <a:spcBef>
                <a:spcPts val="5100"/>
              </a:spcBef>
              <a:defRPr sz="4200"/>
            </a:lvl2pPr>
            <a:lvl3pPr marL="1200150" indent="-514350">
              <a:spcBef>
                <a:spcPts val="5100"/>
              </a:spcBef>
              <a:defRPr sz="4200"/>
            </a:lvl3pPr>
            <a:lvl4pPr marL="1543050" indent="-514350">
              <a:spcBef>
                <a:spcPts val="5100"/>
              </a:spcBef>
              <a:defRPr sz="4200"/>
            </a:lvl4pPr>
            <a:lvl5pPr marL="1885950" indent="-514350">
              <a:spcBef>
                <a:spcPts val="5100"/>
              </a:spcBef>
              <a:defRPr sz="4200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68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Nivel de texto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76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n"/>
          <p:cNvSpPr>
            <a:spLocks noGrp="1"/>
          </p:cNvSpPr>
          <p:nvPr>
            <p:ph type="pic" sz="quarter" idx="13"/>
          </p:nvPr>
        </p:nvSpPr>
        <p:spPr>
          <a:xfrm>
            <a:off x="12513468" y="7999015"/>
            <a:ext cx="7500939" cy="548282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n"/>
          <p:cNvSpPr>
            <a:spLocks noGrp="1"/>
          </p:cNvSpPr>
          <p:nvPr>
            <p:ph type="pic" sz="quarter" idx="14"/>
          </p:nvPr>
        </p:nvSpPr>
        <p:spPr>
          <a:xfrm>
            <a:off x="12513468" y="1908968"/>
            <a:ext cx="7500939" cy="548282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n"/>
          <p:cNvSpPr>
            <a:spLocks noGrp="1"/>
          </p:cNvSpPr>
          <p:nvPr>
            <p:ph type="pic" sz="half" idx="15"/>
          </p:nvPr>
        </p:nvSpPr>
        <p:spPr>
          <a:xfrm>
            <a:off x="4387453" y="1908968"/>
            <a:ext cx="7500938" cy="1157287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 Juan Pérez"/>
          <p:cNvSpPr txBox="1">
            <a:spLocks noGrp="1"/>
          </p:cNvSpPr>
          <p:nvPr>
            <p:ph type="body" sz="quarter" idx="13"/>
          </p:nvPr>
        </p:nvSpPr>
        <p:spPr>
          <a:xfrm>
            <a:off x="4833937" y="9963546"/>
            <a:ext cx="14716126" cy="676175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600" i="1"/>
            </a:lvl1pPr>
          </a:lstStyle>
          <a:p>
            <a:r>
              <a:t>– Juan Pérez</a:t>
            </a:r>
          </a:p>
        </p:txBody>
      </p:sp>
      <p:sp>
        <p:nvSpPr>
          <p:cNvPr id="94" name="“Escribe una cita aquí”"/>
          <p:cNvSpPr txBox="1">
            <a:spLocks noGrp="1"/>
          </p:cNvSpPr>
          <p:nvPr>
            <p:ph type="body" sz="quarter" idx="14"/>
          </p:nvPr>
        </p:nvSpPr>
        <p:spPr>
          <a:xfrm>
            <a:off x="4833937" y="7035456"/>
            <a:ext cx="14716126" cy="93652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52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“Escribe una cita aquí” </a:t>
            </a:r>
          </a:p>
        </p:txBody>
      </p:sp>
      <p:sp>
        <p:nvSpPr>
          <p:cNvPr id="95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n"/>
          <p:cNvSpPr>
            <a:spLocks noGrp="1"/>
          </p:cNvSpPr>
          <p:nvPr>
            <p:ph type="pic" idx="13"/>
          </p:nvPr>
        </p:nvSpPr>
        <p:spPr>
          <a:xfrm>
            <a:off x="3048000" y="1016000"/>
            <a:ext cx="18288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ivel de texto 1…"/>
          <p:cNvSpPr txBox="1">
            <a:spLocks noGrp="1"/>
          </p:cNvSpPr>
          <p:nvPr>
            <p:ph type="body" idx="1"/>
          </p:nvPr>
        </p:nvSpPr>
        <p:spPr>
          <a:xfrm>
            <a:off x="4387453" y="2801937"/>
            <a:ext cx="15609094" cy="10144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3" name="Texto del título"/>
          <p:cNvSpPr txBox="1">
            <a:spLocks noGrp="1"/>
          </p:cNvSpPr>
          <p:nvPr>
            <p:ph type="title"/>
          </p:nvPr>
        </p:nvSpPr>
        <p:spPr>
          <a:xfrm>
            <a:off x="4387453" y="1373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Texto del título</a:t>
            </a:r>
          </a:p>
        </p:txBody>
      </p:sp>
      <p:sp>
        <p:nvSpPr>
          <p:cNvPr id="4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939981" y="14089062"/>
            <a:ext cx="494513" cy="502335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9432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8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9432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8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9432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8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9432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8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9432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8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9432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8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9432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8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9432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8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9432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8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94531" marR="0" indent="-694531" algn="l" defTabSz="943239" rtl="0" latinLnBrk="0">
        <a:lnSpc>
          <a:spcPct val="100000"/>
        </a:lnSpc>
        <a:spcBef>
          <a:spcPts val="6700"/>
        </a:spcBef>
        <a:spcAft>
          <a:spcPts val="0"/>
        </a:spcAft>
        <a:buClrTx/>
        <a:buSzPct val="14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139031" marR="0" indent="-694531" algn="l" defTabSz="943239" rtl="0" latinLnBrk="0">
        <a:lnSpc>
          <a:spcPct val="100000"/>
        </a:lnSpc>
        <a:spcBef>
          <a:spcPts val="6700"/>
        </a:spcBef>
        <a:spcAft>
          <a:spcPts val="0"/>
        </a:spcAft>
        <a:buClrTx/>
        <a:buSzPct val="14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83531" marR="0" indent="-694531" algn="l" defTabSz="943239" rtl="0" latinLnBrk="0">
        <a:lnSpc>
          <a:spcPct val="100000"/>
        </a:lnSpc>
        <a:spcBef>
          <a:spcPts val="6700"/>
        </a:spcBef>
        <a:spcAft>
          <a:spcPts val="0"/>
        </a:spcAft>
        <a:buClrTx/>
        <a:buSzPct val="14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028031" marR="0" indent="-694531" algn="l" defTabSz="943239" rtl="0" latinLnBrk="0">
        <a:lnSpc>
          <a:spcPct val="100000"/>
        </a:lnSpc>
        <a:spcBef>
          <a:spcPts val="6700"/>
        </a:spcBef>
        <a:spcAft>
          <a:spcPts val="0"/>
        </a:spcAft>
        <a:buClrTx/>
        <a:buSzPct val="14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472531" marR="0" indent="-694531" algn="l" defTabSz="943239" rtl="0" latinLnBrk="0">
        <a:lnSpc>
          <a:spcPct val="100000"/>
        </a:lnSpc>
        <a:spcBef>
          <a:spcPts val="6700"/>
        </a:spcBef>
        <a:spcAft>
          <a:spcPts val="0"/>
        </a:spcAft>
        <a:buClrTx/>
        <a:buSzPct val="14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917031" marR="0" indent="-694531" algn="l" defTabSz="943239" rtl="0" latinLnBrk="0">
        <a:lnSpc>
          <a:spcPct val="100000"/>
        </a:lnSpc>
        <a:spcBef>
          <a:spcPts val="6700"/>
        </a:spcBef>
        <a:spcAft>
          <a:spcPts val="0"/>
        </a:spcAft>
        <a:buClrTx/>
        <a:buSzPct val="14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361531" marR="0" indent="-694531" algn="l" defTabSz="943239" rtl="0" latinLnBrk="0">
        <a:lnSpc>
          <a:spcPct val="100000"/>
        </a:lnSpc>
        <a:spcBef>
          <a:spcPts val="6700"/>
        </a:spcBef>
        <a:spcAft>
          <a:spcPts val="0"/>
        </a:spcAft>
        <a:buClrTx/>
        <a:buSzPct val="14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806031" marR="0" indent="-694531" algn="l" defTabSz="943239" rtl="0" latinLnBrk="0">
        <a:lnSpc>
          <a:spcPct val="100000"/>
        </a:lnSpc>
        <a:spcBef>
          <a:spcPts val="6700"/>
        </a:spcBef>
        <a:spcAft>
          <a:spcPts val="0"/>
        </a:spcAft>
        <a:buClrTx/>
        <a:buSzPct val="14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250531" marR="0" indent="-694531" algn="l" defTabSz="943239" rtl="0" latinLnBrk="0">
        <a:lnSpc>
          <a:spcPct val="100000"/>
        </a:lnSpc>
        <a:spcBef>
          <a:spcPts val="6700"/>
        </a:spcBef>
        <a:spcAft>
          <a:spcPts val="0"/>
        </a:spcAft>
        <a:buClrTx/>
        <a:buSzPct val="14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94323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94323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94323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94323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94323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94323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94323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94323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94323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…"/>
          <p:cNvSpPr txBox="1"/>
          <p:nvPr/>
        </p:nvSpPr>
        <p:spPr>
          <a:xfrm>
            <a:off x="3182427" y="3453096"/>
            <a:ext cx="18671733" cy="4058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b">
            <a:normAutofit/>
          </a:bodyPr>
          <a:lstStyle/>
          <a:p>
            <a:pPr marL="36575" marR="36575" indent="12191" algn="r" defTabSz="905510">
              <a:lnSpc>
                <a:spcPct val="90000"/>
              </a:lnSpc>
              <a:defRPr sz="816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lang="es-ES" sz="7200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Circulares y normatividad</a:t>
            </a:r>
          </a:p>
          <a:p>
            <a:pPr marL="36575" marR="36575" indent="12191" algn="r" defTabSz="905510">
              <a:lnSpc>
                <a:spcPct val="80000"/>
              </a:lnSpc>
              <a:defRPr sz="816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lang="es-CO" dirty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3" name="Título…">
            <a:extLst>
              <a:ext uri="{FF2B5EF4-FFF2-40B4-BE49-F238E27FC236}">
                <a16:creationId xmlns:a16="http://schemas.microsoft.com/office/drawing/2014/main" id="{C369DF6E-263C-4013-9A13-CCBFF9A24CDA}"/>
              </a:ext>
            </a:extLst>
          </p:cNvPr>
          <p:cNvSpPr txBox="1"/>
          <p:nvPr/>
        </p:nvSpPr>
        <p:spPr>
          <a:xfrm>
            <a:off x="8654143" y="6344918"/>
            <a:ext cx="13200017" cy="161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b">
            <a:normAutofit fontScale="77500" lnSpcReduction="20000"/>
          </a:bodyPr>
          <a:lstStyle/>
          <a:p>
            <a:pPr marL="36575" marR="36575" indent="12191" algn="r" defTabSz="905510">
              <a:lnSpc>
                <a:spcPct val="80000"/>
              </a:lnSpc>
              <a:defRPr sz="816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lang="es-CO" sz="10000" dirty="0">
                <a:solidFill>
                  <a:srgbClr val="FF5300"/>
                </a:solidFill>
              </a:rPr>
              <a:t>Centro de Servicios Financieros</a:t>
            </a:r>
          </a:p>
          <a:p>
            <a:pPr marL="36575" marR="36575" indent="12191" algn="r" defTabSz="905510">
              <a:lnSpc>
                <a:spcPct val="80000"/>
              </a:lnSpc>
              <a:defRPr sz="816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lang="es-CO" sz="9000" dirty="0">
              <a:solidFill>
                <a:srgbClr val="FF5300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74619B19-E749-4DE6-A570-5413A4EC9F05}"/>
              </a:ext>
            </a:extLst>
          </p:cNvPr>
          <p:cNvSpPr/>
          <p:nvPr/>
        </p:nvSpPr>
        <p:spPr>
          <a:xfrm>
            <a:off x="1229528" y="2075592"/>
            <a:ext cx="1431703" cy="153295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8E128340-93A4-4710-B927-D8B6EC3754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715539"/>
              </p:ext>
            </p:extLst>
          </p:nvPr>
        </p:nvGraphicFramePr>
        <p:xfrm>
          <a:off x="2889831" y="2075592"/>
          <a:ext cx="19121083" cy="120091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1498">
                  <a:extLst>
                    <a:ext uri="{9D8B030D-6E8A-4147-A177-3AD203B41FA5}">
                      <a16:colId xmlns:a16="http://schemas.microsoft.com/office/drawing/2014/main" val="1959853463"/>
                    </a:ext>
                  </a:extLst>
                </a:gridCol>
                <a:gridCol w="10349585">
                  <a:extLst>
                    <a:ext uri="{9D8B030D-6E8A-4147-A177-3AD203B41FA5}">
                      <a16:colId xmlns:a16="http://schemas.microsoft.com/office/drawing/2014/main" val="12868297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3200" dirty="0"/>
                        <a:t>ACUERDO 0015 2003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3200" b="0" dirty="0"/>
                        <a:t>Por el cual se regulan aspectos operativos del contrato de aprendizaje.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5087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43239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" sz="3200" b="1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CIRCULAR 132 DEL 8 DE AGOSTO DE 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3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Manejo del contrato de aprendizaje cuando se presenta embarazo o parto de la Aprendizaje durante la vigencia del contrato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2869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43239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" sz="3200" b="1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CIRCULA 111 DEL 16 DE JUNIO DE 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43239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s-ES" sz="3200" b="1" i="0" u="none" strike="noStrike" cap="none" spc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Neue Light"/>
                      </a:endParaRPr>
                    </a:p>
                    <a:p>
                      <a:pPr marL="0" marR="0" indent="0" algn="ctr" defTabSz="943239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" sz="3200" b="1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 </a:t>
                      </a:r>
                      <a:r>
                        <a:rPr lang="es-ES" sz="3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Lineamientos para el desarrollo de la ETAPA PRODUCTIVA, durante el estado de emergencia ambiental y sanitaria decretado por el Gobierno Nacional.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8289203"/>
                  </a:ext>
                </a:extLst>
              </a:tr>
              <a:tr h="682655">
                <a:tc>
                  <a:txBody>
                    <a:bodyPr/>
                    <a:lstStyle/>
                    <a:p>
                      <a:pPr marL="0" marR="0" indent="0" algn="ctr" defTabSz="943239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" sz="3200" b="1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CIRCULAR 055 DEL 23 DE MARZO DE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43239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" sz="3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Medidas para el funcionamiento del Sena en el aislamiento preventivo obligativo numeral 16,14 Aprendices en Proceso de Certificación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670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43239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" sz="3200" b="1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CIRCULAR 080-2021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3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Depuración Fichas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3328808"/>
                  </a:ext>
                </a:extLst>
              </a:tr>
              <a:tr h="576459">
                <a:tc>
                  <a:txBody>
                    <a:bodyPr/>
                    <a:lstStyle/>
                    <a:p>
                      <a:pPr marL="0" marR="0" indent="0" algn="ctr" defTabSz="943239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" sz="3200" b="1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CONCEPTO_SENA_0005341_2017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43239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" sz="3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Suspensión Y Terminación Contrato Aprendizaje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260368"/>
                  </a:ext>
                </a:extLst>
              </a:tr>
              <a:tr h="421881">
                <a:tc>
                  <a:txBody>
                    <a:bodyPr/>
                    <a:lstStyle/>
                    <a:p>
                      <a:pPr marL="0" marR="0" indent="0" algn="ctr" defTabSz="943239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" sz="3200" b="1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CONCEPTO_SENA_0020155_2017-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43239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" sz="3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Terminación Contrato Por Incapacidad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244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43239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" sz="3200" b="1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CONCEPTO_SENA_0020267_2018 -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43239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" sz="3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Etapa Practica En Otro País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00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43239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" sz="3200" b="1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CONCEPTO_SENA_0039266_2018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43239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" sz="3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Duración Proyecto Productivo Como Alternativa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65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43239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" sz="3200" b="1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CONCEPTO_SENA_0043322_2018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43239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ES" sz="32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Neue Light"/>
                        </a:rPr>
                        <a:t>Terminación Contrato Aprendizaje Varias Situaciones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1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497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444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734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717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021010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7AB2C7D-4CFC-426D-BD08-E13012F11005}"/>
              </a:ext>
            </a:extLst>
          </p:cNvPr>
          <p:cNvSpPr txBox="1"/>
          <p:nvPr/>
        </p:nvSpPr>
        <p:spPr>
          <a:xfrm>
            <a:off x="4632960" y="10577946"/>
            <a:ext cx="15118080" cy="7598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r>
              <a:rPr lang="es-CO" sz="4000" dirty="0"/>
              <a:t>Seguimiento y Evaluación Etapa Productiva</a:t>
            </a:r>
          </a:p>
        </p:txBody>
      </p:sp>
    </p:spTree>
    <p:extLst>
      <p:ext uri="{BB962C8B-B14F-4D97-AF65-F5344CB8AC3E}">
        <p14:creationId xmlns:p14="http://schemas.microsoft.com/office/powerpoint/2010/main" val="243213602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94323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94323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94323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94323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0239B14884FBB46AB47CE62E6B5D997" ma:contentTypeVersion="23" ma:contentTypeDescription="Crear nuevo documento." ma:contentTypeScope="" ma:versionID="7588953d79b37feb9934caf9b24b5887">
  <xsd:schema xmlns:xsd="http://www.w3.org/2001/XMLSchema" xmlns:xs="http://www.w3.org/2001/XMLSchema" xmlns:p="http://schemas.microsoft.com/office/2006/metadata/properties" xmlns:ns1="http://schemas.microsoft.com/sharepoint/v3" xmlns:ns2="edbb1c21-1b45-407e-8894-c97732534993" xmlns:ns3="41dd0a9e-964d-48c8-9389-7445c2a187f7" targetNamespace="http://schemas.microsoft.com/office/2006/metadata/properties" ma:root="true" ma:fieldsID="e8a576e1ff98af8803e81906898dd43d" ns1:_="" ns2:_="" ns3:_="">
    <xsd:import namespace="http://schemas.microsoft.com/sharepoint/v3"/>
    <xsd:import namespace="edbb1c21-1b45-407e-8894-c97732534993"/>
    <xsd:import namespace="41dd0a9e-964d-48c8-9389-7445c2a187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_Flow_SignoffStatus" minOccurs="0"/>
                <xsd:element ref="ns2:FechayHora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Propiedades de la Directiva de cumplimiento unificado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Acción de IU de la Directiva de cumplimiento unificado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bb1c21-1b45-407e-8894-c977325349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_Flow_SignoffStatus" ma:index="20" nillable="true" ma:displayName="Estado de aprobación" ma:internalName="Estado_x0020_de_x0020_aprobaci_x00f3_n">
      <xsd:simpleType>
        <xsd:restriction base="dms:Text"/>
      </xsd:simpleType>
    </xsd:element>
    <xsd:element name="FechayHora" ma:index="21" nillable="true" ma:displayName="Fecha y Hora" ma:description="Fecha y Hora" ma:format="DateTime" ma:internalName="FechayHora">
      <xsd:simpleType>
        <xsd:restriction base="dms:DateTime"/>
      </xsd:simpleType>
    </xsd:element>
    <xsd:element name="lcf76f155ced4ddcb4097134ff3c332f" ma:index="23" nillable="true" ma:taxonomy="true" ma:internalName="lcf76f155ced4ddcb4097134ff3c332f" ma:taxonomyFieldName="MediaServiceImageTags" ma:displayName="Etiquetas de imagen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dd0a9e-964d-48c8-9389-7445c2a187f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f955bbf-853c-4bfd-87ed-1b9a3029639f}" ma:internalName="TaxCatchAll" ma:showField="CatchAllData" ma:web="41dd0a9e-964d-48c8-9389-7445c2a187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edbb1c21-1b45-407e-8894-c97732534993" xsi:nil="true"/>
    <FechayHora xmlns="edbb1c21-1b45-407e-8894-c97732534993" xsi:nil="true"/>
    <TaxCatchAll xmlns="41dd0a9e-964d-48c8-9389-7445c2a187f7" xsi:nil="true"/>
    <lcf76f155ced4ddcb4097134ff3c332f xmlns="edbb1c21-1b45-407e-8894-c97732534993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23BA73-560B-4542-8446-0356E59A1B56}"/>
</file>

<file path=customXml/itemProps2.xml><?xml version="1.0" encoding="utf-8"?>
<ds:datastoreItem xmlns:ds="http://schemas.openxmlformats.org/officeDocument/2006/customXml" ds:itemID="{5FB3906B-E03A-443C-87FE-6F3A1D4EAD87}">
  <ds:schemaRefs>
    <ds:schemaRef ds:uri="http://schemas.microsoft.com/office/2006/metadata/properties"/>
    <ds:schemaRef ds:uri="http://schemas.microsoft.com/office/infopath/2007/PartnerControls"/>
    <ds:schemaRef ds:uri="edbb1c21-1b45-407e-8894-c97732534993"/>
  </ds:schemaRefs>
</ds:datastoreItem>
</file>

<file path=customXml/itemProps3.xml><?xml version="1.0" encoding="utf-8"?>
<ds:datastoreItem xmlns:ds="http://schemas.openxmlformats.org/officeDocument/2006/customXml" ds:itemID="{823A512E-53C2-4A90-B510-4E766067199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3410</TotalTime>
  <Words>167</Words>
  <Application>Microsoft Office PowerPoint</Application>
  <PresentationFormat>Personalizado</PresentationFormat>
  <Paragraphs>25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4" baseType="lpstr">
      <vt:lpstr>Black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Alicia Mercedes Rico Atencio</dc:creator>
  <cp:lastModifiedBy>Juan Camilo Pulgarin Vanegas</cp:lastModifiedBy>
  <cp:revision>221</cp:revision>
  <dcterms:modified xsi:type="dcterms:W3CDTF">2022-07-18T21:47:36Z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0x01010080239B14884FBB46AB47CE62E6B5D997</vt:lpwstr>
  </property>
  <property fmtid="{D5CDD505-2E9C-101B-9397-08002B2CF9AE}" pid="3" name="MSIP_Label_1299739c-ad3d-4908-806e-4d91151a6e13_Enabled">
    <vt:lpwstr>true</vt:lpwstr>
  </property>
  <property fmtid="{D5CDD505-2E9C-101B-9397-08002B2CF9AE}" pid="4" name="MSIP_Label_1299739c-ad3d-4908-806e-4d91151a6e13_SetDate">
    <vt:lpwstr>2022-07-18T21:47:35Z</vt:lpwstr>
  </property>
  <property fmtid="{D5CDD505-2E9C-101B-9397-08002B2CF9AE}" pid="5" name="MSIP_Label_1299739c-ad3d-4908-806e-4d91151a6e13_Method">
    <vt:lpwstr>Standard</vt:lpwstr>
  </property>
  <property fmtid="{D5CDD505-2E9C-101B-9397-08002B2CF9AE}" pid="6" name="MSIP_Label_1299739c-ad3d-4908-806e-4d91151a6e13_Name">
    <vt:lpwstr>All Employees (Unrestricted)</vt:lpwstr>
  </property>
  <property fmtid="{D5CDD505-2E9C-101B-9397-08002B2CF9AE}" pid="7" name="MSIP_Label_1299739c-ad3d-4908-806e-4d91151a6e13_SiteId">
    <vt:lpwstr>cbc2c381-2f2e-4d93-91d1-506c9316ace7</vt:lpwstr>
  </property>
  <property fmtid="{D5CDD505-2E9C-101B-9397-08002B2CF9AE}" pid="8" name="MSIP_Label_1299739c-ad3d-4908-806e-4d91151a6e13_ActionId">
    <vt:lpwstr>22262776-1940-4cc2-a87b-c5d60c56523b</vt:lpwstr>
  </property>
  <property fmtid="{D5CDD505-2E9C-101B-9397-08002B2CF9AE}" pid="9" name="MSIP_Label_1299739c-ad3d-4908-806e-4d91151a6e13_ContentBits">
    <vt:lpwstr>0</vt:lpwstr>
  </property>
  <property fmtid="{D5CDD505-2E9C-101B-9397-08002B2CF9AE}" pid="10" name="MediaServiceImageTags">
    <vt:lpwstr/>
  </property>
</Properties>
</file>